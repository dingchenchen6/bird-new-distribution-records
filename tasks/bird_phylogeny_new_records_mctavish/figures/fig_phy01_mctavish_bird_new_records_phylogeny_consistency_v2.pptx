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28a94dfb031338c09f1a2222f8707026f916c70.png"/>
<Relationship Id="rId3" Type="http://schemas.openxmlformats.org/officeDocument/2006/relationships/image" Target="../media/46db0ecd377e14c17293f817b06122b407ef4d58.png"/>
<Relationship Id="rId4" Type="http://schemas.openxmlformats.org/officeDocument/2006/relationships/image" Target="../media/3ad3a1c4d955635154f315758fe9b64495dee55f.png"/>
<Relationship Id="rId5" Type="http://schemas.openxmlformats.org/officeDocument/2006/relationships/image" Target="../media/6cdaba9d7c3d86c4c6f65521a5113d217e3000fc.png"/>
<Relationship Id="rId6" Type="http://schemas.openxmlformats.org/officeDocument/2006/relationships/image" Target="../media/3f9ff2f195a421c660aa710b8b5eec6cce0e467a.png"/>
<Relationship Id="rId7" Type="http://schemas.openxmlformats.org/officeDocument/2006/relationships/image" Target="../media/a5d289fff997024ddc7a25306a3c69d72886a50a.png"/>
<Relationship Id="rId8" Type="http://schemas.openxmlformats.org/officeDocument/2006/relationships/image" Target="../media/74ba3e8b4c35ec6aba7cb624fca848251da61f8e.png"/>
<Relationship Id="rId9" Type="http://schemas.openxmlformats.org/officeDocument/2006/relationships/image" Target="../media/633c80a0202655e0442fe1e9af4af5814dd94f12.png"/>
<Relationship Id="rId10" Type="http://schemas.openxmlformats.org/officeDocument/2006/relationships/image" Target="../media/5fbb78abe25eaefcd7dccb64807cd812a075cf3e.png"/>
<Relationship Id="rId11" Type="http://schemas.openxmlformats.org/officeDocument/2006/relationships/image" Target="../media/7cfdaaad59ef8f0ba8b983fb12d3174a75e0be65.png"/>
<Relationship Id="rId12" Type="http://schemas.openxmlformats.org/officeDocument/2006/relationships/image" Target="../media/52b722b34923d10d0b5dca805aea7b3128b48f75.png"/>
<Relationship Id="rId13" Type="http://schemas.openxmlformats.org/officeDocument/2006/relationships/image" Target="../media/caa36d61df3dfbea22e73d104b85c7650242fcfa.png"/>
<Relationship Id="rId14" Type="http://schemas.openxmlformats.org/officeDocument/2006/relationships/image" Target="../media/766d3afc7113b38d39f820c2de55b78d19d65a70.png"/>
<Relationship Id="rId15" Type="http://schemas.openxmlformats.org/officeDocument/2006/relationships/image" Target="../media/002999c110b621e8f0913c2fbb9f64726649883c.png"/>
<Relationship Id="rId16" Type="http://schemas.openxmlformats.org/officeDocument/2006/relationships/image" Target="../media/6a1602e6f991cf8fc37edebd1a7c5cdce3443268.png"/>
<Relationship Id="rId17" Type="http://schemas.openxmlformats.org/officeDocument/2006/relationships/image" Target="../media/78e4c8fc116f103c52ee1959c3b7b35bdb96fd66.png"/>
<Relationship Id="rId18" Type="http://schemas.openxmlformats.org/officeDocument/2006/relationships/image" Target="../media/31596874949ab54910f2beb96519c6b6126da137.png"/>
<Relationship Id="rId19" Type="http://schemas.openxmlformats.org/officeDocument/2006/relationships/image" Target="../media/3b1287ca62e45588b5c8d346d11193e12e4df131.png"/>
<Relationship Id="rId20" Type="http://schemas.openxmlformats.org/officeDocument/2006/relationships/image" Target="../media/23910e12a2bd4001b53858bb511b4868ca44089f.png"/>
<Relationship Id="rId21" Type="http://schemas.openxmlformats.org/officeDocument/2006/relationships/image" Target="../media/473f0beaba31d3735516ce02b9c60e43e4e1871c.png"/>
<Relationship Id="rId22" Type="http://schemas.openxmlformats.org/officeDocument/2006/relationships/image" Target="../media/59d33948c261877377e82d9924aaa4c71e8f9c8f.png"/>
<Relationship Id="rId23" Type="http://schemas.openxmlformats.org/officeDocument/2006/relationships/image" Target="../media/d50de4ba2e034ffb4bad228426797b001fa47eec.png"/>
<Relationship Id="rId24" Type="http://schemas.openxmlformats.org/officeDocument/2006/relationships/image" Target="../media/8d5daf9fff843aac13dd718112f40c7e2339ad95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1695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191695" y="0"/>
              <a:ext cx="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239484" y="3456451"/>
              <a:ext cx="1457" cy="18"/>
            </a:xfrm>
            <a:custGeom>
              <a:avLst/>
              <a:pathLst>
                <a:path w="1457" h="18">
                  <a:moveTo>
                    <a:pt x="0" y="0"/>
                  </a:moveTo>
                  <a:lnTo>
                    <a:pt x="1457" y="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239582" y="3447301"/>
              <a:ext cx="1457" cy="12"/>
            </a:xfrm>
            <a:custGeom>
              <a:avLst/>
              <a:pathLst>
                <a:path w="1457" h="12">
                  <a:moveTo>
                    <a:pt x="0" y="0"/>
                  </a:moveTo>
                  <a:lnTo>
                    <a:pt x="1457" y="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238957" y="3483898"/>
              <a:ext cx="1456" cy="37"/>
            </a:xfrm>
            <a:custGeom>
              <a:avLst/>
              <a:pathLst>
                <a:path w="1456" h="37">
                  <a:moveTo>
                    <a:pt x="0" y="0"/>
                  </a:moveTo>
                  <a:lnTo>
                    <a:pt x="1456" y="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239172" y="3474750"/>
              <a:ext cx="1457" cy="31"/>
            </a:xfrm>
            <a:custGeom>
              <a:avLst/>
              <a:pathLst>
                <a:path w="1457" h="31">
                  <a:moveTo>
                    <a:pt x="0" y="0"/>
                  </a:moveTo>
                  <a:lnTo>
                    <a:pt x="1457" y="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8237612" y="3479290"/>
              <a:ext cx="1456" cy="34"/>
            </a:xfrm>
            <a:custGeom>
              <a:avLst/>
              <a:pathLst>
                <a:path w="1456" h="34">
                  <a:moveTo>
                    <a:pt x="0" y="0"/>
                  </a:moveTo>
                  <a:lnTo>
                    <a:pt x="1456" y="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237890" y="3465576"/>
              <a:ext cx="2914" cy="49"/>
            </a:xfrm>
            <a:custGeom>
              <a:avLst/>
              <a:pathLst>
                <a:path w="2914" h="49">
                  <a:moveTo>
                    <a:pt x="0" y="0"/>
                  </a:moveTo>
                  <a:lnTo>
                    <a:pt x="2914" y="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37297" y="3529621"/>
              <a:ext cx="1455" cy="68"/>
            </a:xfrm>
            <a:custGeom>
              <a:avLst/>
              <a:pathLst>
                <a:path w="1455" h="68">
                  <a:moveTo>
                    <a:pt x="0" y="0"/>
                  </a:moveTo>
                  <a:lnTo>
                    <a:pt x="1455" y="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37707" y="3520480"/>
              <a:ext cx="1456" cy="62"/>
            </a:xfrm>
            <a:custGeom>
              <a:avLst/>
              <a:pathLst>
                <a:path w="1456" h="62">
                  <a:moveTo>
                    <a:pt x="0" y="0"/>
                  </a:moveTo>
                  <a:lnTo>
                    <a:pt x="1456" y="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236051" y="3524985"/>
              <a:ext cx="1455" cy="65"/>
            </a:xfrm>
            <a:custGeom>
              <a:avLst/>
              <a:pathLst>
                <a:path w="1455" h="65">
                  <a:moveTo>
                    <a:pt x="0" y="0"/>
                  </a:moveTo>
                  <a:lnTo>
                    <a:pt x="1455" y="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236622" y="3511280"/>
              <a:ext cx="2912" cy="111"/>
            </a:xfrm>
            <a:custGeom>
              <a:avLst/>
              <a:pathLst>
                <a:path w="2912" h="111">
                  <a:moveTo>
                    <a:pt x="0" y="0"/>
                  </a:moveTo>
                  <a:lnTo>
                    <a:pt x="2912" y="1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234891" y="3518073"/>
              <a:ext cx="1456" cy="60"/>
            </a:xfrm>
            <a:custGeom>
              <a:avLst/>
              <a:pathLst>
                <a:path w="1456" h="60">
                  <a:moveTo>
                    <a:pt x="0" y="0"/>
                  </a:moveTo>
                  <a:lnTo>
                    <a:pt x="1456" y="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35497" y="3502092"/>
              <a:ext cx="4369" cy="149"/>
            </a:xfrm>
            <a:custGeom>
              <a:avLst/>
              <a:pathLst>
                <a:path w="4369" h="149">
                  <a:moveTo>
                    <a:pt x="0" y="0"/>
                  </a:moveTo>
                  <a:lnTo>
                    <a:pt x="4369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233753" y="3510028"/>
              <a:ext cx="1456" cy="55"/>
            </a:xfrm>
            <a:custGeom>
              <a:avLst/>
              <a:pathLst>
                <a:path w="1456" h="55">
                  <a:moveTo>
                    <a:pt x="0" y="0"/>
                  </a:moveTo>
                  <a:lnTo>
                    <a:pt x="1456" y="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333" y="3492915"/>
              <a:ext cx="5826" cy="174"/>
            </a:xfrm>
            <a:custGeom>
              <a:avLst/>
              <a:pathLst>
                <a:path w="5826" h="174">
                  <a:moveTo>
                    <a:pt x="0" y="0"/>
                  </a:moveTo>
                  <a:lnTo>
                    <a:pt x="5826" y="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234018" y="3584427"/>
              <a:ext cx="1453" cy="105"/>
            </a:xfrm>
            <a:custGeom>
              <a:avLst/>
              <a:pathLst>
                <a:path w="1453" h="105">
                  <a:moveTo>
                    <a:pt x="0" y="0"/>
                  </a:moveTo>
                  <a:lnTo>
                    <a:pt x="1453" y="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234662" y="3575298"/>
              <a:ext cx="1453" cy="99"/>
            </a:xfrm>
            <a:custGeom>
              <a:avLst/>
              <a:pathLst>
                <a:path w="1453" h="99">
                  <a:moveTo>
                    <a:pt x="0" y="0"/>
                  </a:moveTo>
                  <a:lnTo>
                    <a:pt x="1453" y="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32614" y="3602674"/>
              <a:ext cx="1452" cy="118"/>
            </a:xfrm>
            <a:custGeom>
              <a:avLst/>
              <a:pathLst>
                <a:path w="1452" h="118">
                  <a:moveTo>
                    <a:pt x="0" y="0"/>
                  </a:moveTo>
                  <a:lnTo>
                    <a:pt x="1452" y="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233335" y="3593552"/>
              <a:ext cx="1453" cy="111"/>
            </a:xfrm>
            <a:custGeom>
              <a:avLst/>
              <a:pathLst>
                <a:path w="1453" h="111">
                  <a:moveTo>
                    <a:pt x="0" y="0"/>
                  </a:moveTo>
                  <a:lnTo>
                    <a:pt x="1453" y="1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230074" y="3597883"/>
              <a:ext cx="2905" cy="229"/>
            </a:xfrm>
            <a:custGeom>
              <a:avLst/>
              <a:pathLst>
                <a:path w="2905" h="229">
                  <a:moveTo>
                    <a:pt x="0" y="0"/>
                  </a:moveTo>
                  <a:lnTo>
                    <a:pt x="2905" y="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231438" y="3579658"/>
              <a:ext cx="2907" cy="205"/>
            </a:xfrm>
            <a:custGeom>
              <a:avLst/>
              <a:pathLst>
                <a:path w="2907" h="205">
                  <a:moveTo>
                    <a:pt x="0" y="0"/>
                  </a:moveTo>
                  <a:lnTo>
                    <a:pt x="2907" y="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229322" y="3588663"/>
              <a:ext cx="1453" cy="108"/>
            </a:xfrm>
            <a:custGeom>
              <a:avLst/>
              <a:pathLst>
                <a:path w="1453" h="108">
                  <a:moveTo>
                    <a:pt x="0" y="0"/>
                  </a:moveTo>
                  <a:lnTo>
                    <a:pt x="1453" y="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230904" y="3565888"/>
              <a:ext cx="5817" cy="372"/>
            </a:xfrm>
            <a:custGeom>
              <a:avLst/>
              <a:pathLst>
                <a:path w="5817" h="372">
                  <a:moveTo>
                    <a:pt x="0" y="0"/>
                  </a:moveTo>
                  <a:lnTo>
                    <a:pt x="5817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8228689" y="3577177"/>
              <a:ext cx="1453" cy="101"/>
            </a:xfrm>
            <a:custGeom>
              <a:avLst/>
              <a:pathLst>
                <a:path w="1453" h="101">
                  <a:moveTo>
                    <a:pt x="0" y="0"/>
                  </a:moveTo>
                  <a:lnTo>
                    <a:pt x="1453" y="1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8230014" y="3556686"/>
              <a:ext cx="7273" cy="435"/>
            </a:xfrm>
            <a:custGeom>
              <a:avLst/>
              <a:pathLst>
                <a:path w="7273" h="435">
                  <a:moveTo>
                    <a:pt x="0" y="0"/>
                  </a:moveTo>
                  <a:lnTo>
                    <a:pt x="7273" y="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8227922" y="3566839"/>
              <a:ext cx="1454" cy="94"/>
            </a:xfrm>
            <a:custGeom>
              <a:avLst/>
              <a:pathLst>
                <a:path w="1454" h="94">
                  <a:moveTo>
                    <a:pt x="0" y="0"/>
                  </a:moveTo>
                  <a:lnTo>
                    <a:pt x="1454" y="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229085" y="3547495"/>
              <a:ext cx="8730" cy="484"/>
            </a:xfrm>
            <a:custGeom>
              <a:avLst/>
              <a:pathLst>
                <a:path w="8730" h="484">
                  <a:moveTo>
                    <a:pt x="0" y="0"/>
                  </a:moveTo>
                  <a:lnTo>
                    <a:pt x="8730" y="4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227070" y="3557081"/>
              <a:ext cx="1454" cy="87"/>
            </a:xfrm>
            <a:custGeom>
              <a:avLst/>
              <a:pathLst>
                <a:path w="1454" h="87">
                  <a:moveTo>
                    <a:pt x="0" y="0"/>
                  </a:moveTo>
                  <a:lnTo>
                    <a:pt x="1454" y="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228115" y="3538313"/>
              <a:ext cx="10188" cy="522"/>
            </a:xfrm>
            <a:custGeom>
              <a:avLst/>
              <a:pathLst>
                <a:path w="10188" h="522">
                  <a:moveTo>
                    <a:pt x="0" y="0"/>
                  </a:moveTo>
                  <a:lnTo>
                    <a:pt x="10188" y="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220338" y="3547293"/>
              <a:ext cx="7275" cy="405"/>
            </a:xfrm>
            <a:custGeom>
              <a:avLst/>
              <a:pathLst>
                <a:path w="7275" h="405">
                  <a:moveTo>
                    <a:pt x="0" y="0"/>
                  </a:moveTo>
                  <a:lnTo>
                    <a:pt x="7275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222408" y="3501077"/>
              <a:ext cx="11652" cy="394"/>
            </a:xfrm>
            <a:custGeom>
              <a:avLst/>
              <a:pathLst>
                <a:path w="11652" h="394">
                  <a:moveTo>
                    <a:pt x="0" y="0"/>
                  </a:moveTo>
                  <a:lnTo>
                    <a:pt x="11652" y="3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217131" y="3523995"/>
              <a:ext cx="4367" cy="195"/>
            </a:xfrm>
            <a:custGeom>
              <a:avLst/>
              <a:pathLst>
                <a:path w="4367" h="195">
                  <a:moveTo>
                    <a:pt x="0" y="0"/>
                  </a:moveTo>
                  <a:lnTo>
                    <a:pt x="4367" y="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218820" y="3472049"/>
              <a:ext cx="18942" cy="384"/>
            </a:xfrm>
            <a:custGeom>
              <a:avLst/>
              <a:pathLst>
                <a:path w="18942" h="384">
                  <a:moveTo>
                    <a:pt x="0" y="0"/>
                  </a:moveTo>
                  <a:lnTo>
                    <a:pt x="18942" y="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230214" y="3630021"/>
              <a:ext cx="1450" cy="136"/>
            </a:xfrm>
            <a:custGeom>
              <a:avLst/>
              <a:pathLst>
                <a:path w="1450" h="136">
                  <a:moveTo>
                    <a:pt x="0" y="0"/>
                  </a:moveTo>
                  <a:lnTo>
                    <a:pt x="1450" y="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8231053" y="3620909"/>
              <a:ext cx="1451" cy="130"/>
            </a:xfrm>
            <a:custGeom>
              <a:avLst/>
              <a:pathLst>
                <a:path w="1451" h="130">
                  <a:moveTo>
                    <a:pt x="0" y="0"/>
                  </a:moveTo>
                  <a:lnTo>
                    <a:pt x="1451" y="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8229187" y="3625332"/>
              <a:ext cx="1451" cy="133"/>
            </a:xfrm>
            <a:custGeom>
              <a:avLst/>
              <a:pathLst>
                <a:path w="1451" h="133">
                  <a:moveTo>
                    <a:pt x="0" y="0"/>
                  </a:moveTo>
                  <a:lnTo>
                    <a:pt x="1451" y="1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230401" y="3611669"/>
              <a:ext cx="2904" cy="248"/>
            </a:xfrm>
            <a:custGeom>
              <a:avLst/>
              <a:pathLst>
                <a:path w="2904" h="248">
                  <a:moveTo>
                    <a:pt x="0" y="0"/>
                  </a:moveTo>
                  <a:lnTo>
                    <a:pt x="2904" y="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8228421" y="3648235"/>
              <a:ext cx="1449" cy="149"/>
            </a:xfrm>
            <a:custGeom>
              <a:avLst/>
              <a:pathLst>
                <a:path w="1449" h="149">
                  <a:moveTo>
                    <a:pt x="0" y="0"/>
                  </a:moveTo>
                  <a:lnTo>
                    <a:pt x="1449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8229337" y="3639130"/>
              <a:ext cx="1450" cy="142"/>
            </a:xfrm>
            <a:custGeom>
              <a:avLst/>
              <a:pathLst>
                <a:path w="1450" h="142">
                  <a:moveTo>
                    <a:pt x="0" y="0"/>
                  </a:moveTo>
                  <a:lnTo>
                    <a:pt x="1450" y="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8225438" y="3675524"/>
              <a:ext cx="1447" cy="167"/>
            </a:xfrm>
            <a:custGeom>
              <a:avLst/>
              <a:pathLst>
                <a:path w="1447" h="167">
                  <a:moveTo>
                    <a:pt x="0" y="0"/>
                  </a:moveTo>
                  <a:lnTo>
                    <a:pt x="1447" y="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8226471" y="3666432"/>
              <a:ext cx="1448" cy="161"/>
            </a:xfrm>
            <a:custGeom>
              <a:avLst/>
              <a:pathLst>
                <a:path w="1448" h="161">
                  <a:moveTo>
                    <a:pt x="0" y="0"/>
                  </a:moveTo>
                  <a:lnTo>
                    <a:pt x="1448" y="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8224512" y="3670814"/>
              <a:ext cx="1448" cy="164"/>
            </a:xfrm>
            <a:custGeom>
              <a:avLst/>
              <a:pathLst>
                <a:path w="1448" h="164">
                  <a:moveTo>
                    <a:pt x="0" y="0"/>
                  </a:moveTo>
                  <a:lnTo>
                    <a:pt x="1448" y="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8226016" y="3657180"/>
              <a:ext cx="2898" cy="310"/>
            </a:xfrm>
            <a:custGeom>
              <a:avLst/>
              <a:pathLst>
                <a:path w="2898" h="310">
                  <a:moveTo>
                    <a:pt x="0" y="0"/>
                  </a:moveTo>
                  <a:lnTo>
                    <a:pt x="2898" y="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8219692" y="3720915"/>
              <a:ext cx="1443" cy="198"/>
            </a:xfrm>
            <a:custGeom>
              <a:avLst/>
              <a:pathLst>
                <a:path w="1443" h="198">
                  <a:moveTo>
                    <a:pt x="0" y="0"/>
                  </a:moveTo>
                  <a:lnTo>
                    <a:pt x="1443" y="1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8220919" y="3711847"/>
              <a:ext cx="1444" cy="192"/>
            </a:xfrm>
            <a:custGeom>
              <a:avLst/>
              <a:pathLst>
                <a:path w="1444" h="192">
                  <a:moveTo>
                    <a:pt x="0" y="0"/>
                  </a:moveTo>
                  <a:lnTo>
                    <a:pt x="1444" y="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8218866" y="3716187"/>
              <a:ext cx="1444" cy="195"/>
            </a:xfrm>
            <a:custGeom>
              <a:avLst/>
              <a:pathLst>
                <a:path w="1444" h="195">
                  <a:moveTo>
                    <a:pt x="0" y="0"/>
                  </a:moveTo>
                  <a:lnTo>
                    <a:pt x="1444" y="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8220662" y="3702588"/>
              <a:ext cx="2890" cy="372"/>
            </a:xfrm>
            <a:custGeom>
              <a:avLst/>
              <a:pathLst>
                <a:path w="2890" h="372">
                  <a:moveTo>
                    <a:pt x="0" y="0"/>
                  </a:moveTo>
                  <a:lnTo>
                    <a:pt x="2890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8218330" y="3709198"/>
              <a:ext cx="1444" cy="190"/>
            </a:xfrm>
            <a:custGeom>
              <a:avLst/>
              <a:pathLst>
                <a:path w="1444" h="190">
                  <a:moveTo>
                    <a:pt x="0" y="0"/>
                  </a:moveTo>
                  <a:lnTo>
                    <a:pt x="1444" y="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8220364" y="3693336"/>
              <a:ext cx="4338" cy="539"/>
            </a:xfrm>
            <a:custGeom>
              <a:avLst/>
              <a:pathLst>
                <a:path w="4338" h="539">
                  <a:moveTo>
                    <a:pt x="0" y="0"/>
                  </a:moveTo>
                  <a:lnTo>
                    <a:pt x="4338" y="5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8217916" y="3701083"/>
              <a:ext cx="1445" cy="185"/>
            </a:xfrm>
            <a:custGeom>
              <a:avLst/>
              <a:pathLst>
                <a:path w="1445" h="185">
                  <a:moveTo>
                    <a:pt x="0" y="0"/>
                  </a:moveTo>
                  <a:lnTo>
                    <a:pt x="1445" y="1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8220026" y="3684091"/>
              <a:ext cx="5787" cy="695"/>
            </a:xfrm>
            <a:custGeom>
              <a:avLst/>
              <a:pathLst>
                <a:path w="5787" h="695">
                  <a:moveTo>
                    <a:pt x="0" y="0"/>
                  </a:moveTo>
                  <a:lnTo>
                    <a:pt x="5787" y="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214649" y="3692051"/>
              <a:ext cx="4338" cy="538"/>
            </a:xfrm>
            <a:custGeom>
              <a:avLst/>
              <a:pathLst>
                <a:path w="4338" h="538">
                  <a:moveTo>
                    <a:pt x="0" y="0"/>
                  </a:moveTo>
                  <a:lnTo>
                    <a:pt x="4338" y="5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8218032" y="3663199"/>
              <a:ext cx="7242" cy="799"/>
            </a:xfrm>
            <a:custGeom>
              <a:avLst/>
              <a:pathLst>
                <a:path w="7242" h="799">
                  <a:moveTo>
                    <a:pt x="0" y="0"/>
                  </a:moveTo>
                  <a:lnTo>
                    <a:pt x="7242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8213495" y="3677291"/>
              <a:ext cx="2894" cy="339"/>
            </a:xfrm>
            <a:custGeom>
              <a:avLst/>
              <a:pathLst>
                <a:path w="2894" h="339">
                  <a:moveTo>
                    <a:pt x="0" y="0"/>
                  </a:moveTo>
                  <a:lnTo>
                    <a:pt x="2894" y="3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8217283" y="3642515"/>
              <a:ext cx="11600" cy="1167"/>
            </a:xfrm>
            <a:custGeom>
              <a:avLst/>
              <a:pathLst>
                <a:path w="11600" h="1167">
                  <a:moveTo>
                    <a:pt x="0" y="0"/>
                  </a:moveTo>
                  <a:lnTo>
                    <a:pt x="11600" y="1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8211521" y="3775207"/>
              <a:ext cx="1438" cy="235"/>
            </a:xfrm>
            <a:custGeom>
              <a:avLst/>
              <a:pathLst>
                <a:path w="1438" h="235">
                  <a:moveTo>
                    <a:pt x="0" y="0"/>
                  </a:moveTo>
                  <a:lnTo>
                    <a:pt x="1438" y="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8212979" y="3766173"/>
              <a:ext cx="1439" cy="229"/>
            </a:xfrm>
            <a:custGeom>
              <a:avLst/>
              <a:pathLst>
                <a:path w="1439" h="229">
                  <a:moveTo>
                    <a:pt x="0" y="0"/>
                  </a:moveTo>
                  <a:lnTo>
                    <a:pt x="1439" y="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8206914" y="3802270"/>
              <a:ext cx="1435" cy="253"/>
            </a:xfrm>
            <a:custGeom>
              <a:avLst/>
              <a:pathLst>
                <a:path w="1435" h="253">
                  <a:moveTo>
                    <a:pt x="0" y="0"/>
                  </a:moveTo>
                  <a:lnTo>
                    <a:pt x="1435" y="2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208488" y="3793256"/>
              <a:ext cx="1436" cy="247"/>
            </a:xfrm>
            <a:custGeom>
              <a:avLst/>
              <a:pathLst>
                <a:path w="1436" h="247">
                  <a:moveTo>
                    <a:pt x="0" y="0"/>
                  </a:moveTo>
                  <a:lnTo>
                    <a:pt x="1436" y="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8206270" y="3797513"/>
              <a:ext cx="1435" cy="250"/>
            </a:xfrm>
            <a:custGeom>
              <a:avLst/>
              <a:pathLst>
                <a:path w="1435" h="250">
                  <a:moveTo>
                    <a:pt x="0" y="0"/>
                  </a:moveTo>
                  <a:lnTo>
                    <a:pt x="1435" y="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8208586" y="3783993"/>
              <a:ext cx="2874" cy="482"/>
            </a:xfrm>
            <a:custGeom>
              <a:avLst/>
              <a:pathLst>
                <a:path w="2874" h="482">
                  <a:moveTo>
                    <a:pt x="0" y="0"/>
                  </a:moveTo>
                  <a:lnTo>
                    <a:pt x="2874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8201961" y="3829272"/>
              <a:ext cx="1431" cy="272"/>
            </a:xfrm>
            <a:custGeom>
              <a:avLst/>
              <a:pathLst>
                <a:path w="1431" h="272">
                  <a:moveTo>
                    <a:pt x="0" y="0"/>
                  </a:moveTo>
                  <a:lnTo>
                    <a:pt x="1431" y="2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203650" y="3820278"/>
              <a:ext cx="1432" cy="265"/>
            </a:xfrm>
            <a:custGeom>
              <a:avLst/>
              <a:pathLst>
                <a:path w="1432" h="265">
                  <a:moveTo>
                    <a:pt x="0" y="0"/>
                  </a:moveTo>
                  <a:lnTo>
                    <a:pt x="1432" y="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201378" y="3824507"/>
              <a:ext cx="1432" cy="269"/>
            </a:xfrm>
            <a:custGeom>
              <a:avLst/>
              <a:pathLst>
                <a:path w="1432" h="269">
                  <a:moveTo>
                    <a:pt x="0" y="0"/>
                  </a:moveTo>
                  <a:lnTo>
                    <a:pt x="1432" y="2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203867" y="3811018"/>
              <a:ext cx="2868" cy="519"/>
            </a:xfrm>
            <a:custGeom>
              <a:avLst/>
              <a:pathLst>
                <a:path w="2868" h="519">
                  <a:moveTo>
                    <a:pt x="0" y="0"/>
                  </a:moveTo>
                  <a:lnTo>
                    <a:pt x="2868" y="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198334" y="3816971"/>
              <a:ext cx="4299" cy="793"/>
            </a:xfrm>
            <a:custGeom>
              <a:avLst/>
              <a:pathLst>
                <a:path w="4299" h="793">
                  <a:moveTo>
                    <a:pt x="0" y="0"/>
                  </a:moveTo>
                  <a:lnTo>
                    <a:pt x="4299" y="7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203130" y="3790017"/>
              <a:ext cx="4309" cy="738"/>
            </a:xfrm>
            <a:custGeom>
              <a:avLst/>
              <a:pathLst>
                <a:path w="4309" h="738">
                  <a:moveTo>
                    <a:pt x="0" y="0"/>
                  </a:moveTo>
                  <a:lnTo>
                    <a:pt x="4309" y="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197905" y="3802991"/>
              <a:ext cx="2869" cy="510"/>
            </a:xfrm>
            <a:custGeom>
              <a:avLst/>
              <a:pathLst>
                <a:path w="2869" h="510">
                  <a:moveTo>
                    <a:pt x="0" y="0"/>
                  </a:moveTo>
                  <a:lnTo>
                    <a:pt x="2869" y="5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03622" y="3769297"/>
              <a:ext cx="8632" cy="1393"/>
            </a:xfrm>
            <a:custGeom>
              <a:avLst/>
              <a:pathLst>
                <a:path w="8632" h="1393">
                  <a:moveTo>
                    <a:pt x="0" y="0"/>
                  </a:moveTo>
                  <a:lnTo>
                    <a:pt x="8632" y="1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199394" y="3785912"/>
              <a:ext cx="1436" cy="243"/>
            </a:xfrm>
            <a:custGeom>
              <a:avLst/>
              <a:pathLst>
                <a:path w="1436" h="243">
                  <a:moveTo>
                    <a:pt x="0" y="0"/>
                  </a:moveTo>
                  <a:lnTo>
                    <a:pt x="1436" y="2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204317" y="3755572"/>
              <a:ext cx="11521" cy="1784"/>
            </a:xfrm>
            <a:custGeom>
              <a:avLst/>
              <a:pathLst>
                <a:path w="11521" h="1784">
                  <a:moveTo>
                    <a:pt x="0" y="0"/>
                  </a:moveTo>
                  <a:lnTo>
                    <a:pt x="11521" y="1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200472" y="3770517"/>
              <a:ext cx="1438" cy="233"/>
            </a:xfrm>
            <a:custGeom>
              <a:avLst/>
              <a:pathLst>
                <a:path w="1438" h="233">
                  <a:moveTo>
                    <a:pt x="0" y="0"/>
                  </a:moveTo>
                  <a:lnTo>
                    <a:pt x="1438" y="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204251" y="3746352"/>
              <a:ext cx="12970" cy="1952"/>
            </a:xfrm>
            <a:custGeom>
              <a:avLst/>
              <a:pathLst>
                <a:path w="12970" h="1952">
                  <a:moveTo>
                    <a:pt x="0" y="0"/>
                  </a:moveTo>
                  <a:lnTo>
                    <a:pt x="12970" y="19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200956" y="3758215"/>
              <a:ext cx="1439" cy="225"/>
            </a:xfrm>
            <a:custGeom>
              <a:avLst/>
              <a:pathLst>
                <a:path w="1439" h="225">
                  <a:moveTo>
                    <a:pt x="0" y="0"/>
                  </a:moveTo>
                  <a:lnTo>
                    <a:pt x="1439" y="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204144" y="3737139"/>
              <a:ext cx="14420" cy="2107"/>
            </a:xfrm>
            <a:custGeom>
              <a:avLst/>
              <a:pathLst>
                <a:path w="14420" h="2107">
                  <a:moveTo>
                    <a:pt x="0" y="0"/>
                  </a:moveTo>
                  <a:lnTo>
                    <a:pt x="14420" y="21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201136" y="3747463"/>
              <a:ext cx="1440" cy="217"/>
            </a:xfrm>
            <a:custGeom>
              <a:avLst/>
              <a:pathLst>
                <a:path w="1440" h="217">
                  <a:moveTo>
                    <a:pt x="0" y="0"/>
                  </a:moveTo>
                  <a:lnTo>
                    <a:pt x="1440" y="2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203998" y="3727932"/>
              <a:ext cx="15872" cy="2250"/>
            </a:xfrm>
            <a:custGeom>
              <a:avLst/>
              <a:pathLst>
                <a:path w="15872" h="2250">
                  <a:moveTo>
                    <a:pt x="0" y="0"/>
                  </a:moveTo>
                  <a:lnTo>
                    <a:pt x="15872" y="2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196663" y="3856208"/>
              <a:ext cx="1428" cy="290"/>
            </a:xfrm>
            <a:custGeom>
              <a:avLst/>
              <a:pathLst>
                <a:path w="1428" h="290">
                  <a:moveTo>
                    <a:pt x="0" y="0"/>
                  </a:moveTo>
                  <a:lnTo>
                    <a:pt x="1428" y="2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198467" y="3847237"/>
              <a:ext cx="1429" cy="284"/>
            </a:xfrm>
            <a:custGeom>
              <a:avLst/>
              <a:pathLst>
                <a:path w="1429" h="284">
                  <a:moveTo>
                    <a:pt x="0" y="0"/>
                  </a:moveTo>
                  <a:lnTo>
                    <a:pt x="1429" y="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191020" y="3883074"/>
              <a:ext cx="1424" cy="308"/>
            </a:xfrm>
            <a:custGeom>
              <a:avLst/>
              <a:pathLst>
                <a:path w="1424" h="308">
                  <a:moveTo>
                    <a:pt x="0" y="0"/>
                  </a:moveTo>
                  <a:lnTo>
                    <a:pt x="1424" y="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192939" y="3874127"/>
              <a:ext cx="1425" cy="302"/>
            </a:xfrm>
            <a:custGeom>
              <a:avLst/>
              <a:pathLst>
                <a:path w="1425" h="302">
                  <a:moveTo>
                    <a:pt x="0" y="0"/>
                  </a:moveTo>
                  <a:lnTo>
                    <a:pt x="1425" y="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187067" y="3900943"/>
              <a:ext cx="1421" cy="320"/>
            </a:xfrm>
            <a:custGeom>
              <a:avLst/>
              <a:pathLst>
                <a:path w="1421" h="320">
                  <a:moveTo>
                    <a:pt x="0" y="0"/>
                  </a:moveTo>
                  <a:lnTo>
                    <a:pt x="1421" y="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189063" y="3892013"/>
              <a:ext cx="1422" cy="314"/>
            </a:xfrm>
            <a:custGeom>
              <a:avLst/>
              <a:pathLst>
                <a:path w="1422" h="314">
                  <a:moveTo>
                    <a:pt x="0" y="0"/>
                  </a:moveTo>
                  <a:lnTo>
                    <a:pt x="1422" y="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185225" y="3895844"/>
              <a:ext cx="2844" cy="635"/>
            </a:xfrm>
            <a:custGeom>
              <a:avLst/>
              <a:pathLst>
                <a:path w="2844" h="635">
                  <a:moveTo>
                    <a:pt x="0" y="0"/>
                  </a:moveTo>
                  <a:lnTo>
                    <a:pt x="2844" y="6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189135" y="3877990"/>
              <a:ext cx="2849" cy="611"/>
            </a:xfrm>
            <a:custGeom>
              <a:avLst/>
              <a:pathLst>
                <a:path w="2849" h="611">
                  <a:moveTo>
                    <a:pt x="0" y="0"/>
                  </a:moveTo>
                  <a:lnTo>
                    <a:pt x="2849" y="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8174296" y="3954341"/>
              <a:ext cx="1412" cy="357"/>
            </a:xfrm>
            <a:custGeom>
              <a:avLst/>
              <a:pathLst>
                <a:path w="1412" h="357">
                  <a:moveTo>
                    <a:pt x="0" y="0"/>
                  </a:moveTo>
                  <a:lnTo>
                    <a:pt x="1412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8176520" y="3945464"/>
              <a:ext cx="1414" cy="351"/>
            </a:xfrm>
            <a:custGeom>
              <a:avLst/>
              <a:pathLst>
                <a:path w="1414" h="351">
                  <a:moveTo>
                    <a:pt x="0" y="0"/>
                  </a:moveTo>
                  <a:lnTo>
                    <a:pt x="1414" y="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8173999" y="3949549"/>
              <a:ext cx="1413" cy="354"/>
            </a:xfrm>
            <a:custGeom>
              <a:avLst/>
              <a:pathLst>
                <a:path w="1413" h="354">
                  <a:moveTo>
                    <a:pt x="0" y="0"/>
                  </a:moveTo>
                  <a:lnTo>
                    <a:pt x="1413" y="3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8177289" y="3936233"/>
              <a:ext cx="2831" cy="690"/>
            </a:xfrm>
            <a:custGeom>
              <a:avLst/>
              <a:pathLst>
                <a:path w="2831" h="690">
                  <a:moveTo>
                    <a:pt x="0" y="0"/>
                  </a:moveTo>
                  <a:lnTo>
                    <a:pt x="2831" y="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8174240" y="3942544"/>
              <a:ext cx="1414" cy="349"/>
            </a:xfrm>
            <a:custGeom>
              <a:avLst/>
              <a:pathLst>
                <a:path w="1414" h="349">
                  <a:moveTo>
                    <a:pt x="0" y="0"/>
                  </a:moveTo>
                  <a:lnTo>
                    <a:pt x="1414" y="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8178018" y="3927005"/>
              <a:ext cx="4252" cy="1017"/>
            </a:xfrm>
            <a:custGeom>
              <a:avLst/>
              <a:pathLst>
                <a:path w="4252" h="1017">
                  <a:moveTo>
                    <a:pt x="0" y="0"/>
                  </a:moveTo>
                  <a:lnTo>
                    <a:pt x="4252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174727" y="3934434"/>
              <a:ext cx="1416" cy="344"/>
            </a:xfrm>
            <a:custGeom>
              <a:avLst/>
              <a:pathLst>
                <a:path w="1416" h="344">
                  <a:moveTo>
                    <a:pt x="0" y="0"/>
                  </a:moveTo>
                  <a:lnTo>
                    <a:pt x="1416" y="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8178706" y="3917780"/>
              <a:ext cx="5675" cy="1331"/>
            </a:xfrm>
            <a:custGeom>
              <a:avLst/>
              <a:pathLst>
                <a:path w="5675" h="1331">
                  <a:moveTo>
                    <a:pt x="0" y="0"/>
                  </a:moveTo>
                  <a:lnTo>
                    <a:pt x="5675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8175316" y="3925772"/>
              <a:ext cx="1417" cy="338"/>
            </a:xfrm>
            <a:custGeom>
              <a:avLst/>
              <a:pathLst>
                <a:path w="1417" h="338">
                  <a:moveTo>
                    <a:pt x="0" y="0"/>
                  </a:moveTo>
                  <a:lnTo>
                    <a:pt x="1417" y="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8179353" y="3908558"/>
              <a:ext cx="7101" cy="1634"/>
            </a:xfrm>
            <a:custGeom>
              <a:avLst/>
              <a:pathLst>
                <a:path w="7101" h="1634">
                  <a:moveTo>
                    <a:pt x="0" y="0"/>
                  </a:moveTo>
                  <a:lnTo>
                    <a:pt x="7101" y="16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8171677" y="3915838"/>
              <a:ext cx="5675" cy="1331"/>
            </a:xfrm>
            <a:custGeom>
              <a:avLst/>
              <a:pathLst>
                <a:path w="5675" h="1331">
                  <a:moveTo>
                    <a:pt x="0" y="0"/>
                  </a:moveTo>
                  <a:lnTo>
                    <a:pt x="5675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178657" y="3885051"/>
              <a:ext cx="8541" cy="1870"/>
            </a:xfrm>
            <a:custGeom>
              <a:avLst/>
              <a:pathLst>
                <a:path w="8541" h="1870">
                  <a:moveTo>
                    <a:pt x="0" y="0"/>
                  </a:moveTo>
                  <a:lnTo>
                    <a:pt x="8541" y="1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173802" y="3900135"/>
              <a:ext cx="1421" cy="322"/>
            </a:xfrm>
            <a:custGeom>
              <a:avLst/>
              <a:pathLst>
                <a:path w="1421" h="322">
                  <a:moveTo>
                    <a:pt x="0" y="0"/>
                  </a:moveTo>
                  <a:lnTo>
                    <a:pt x="1421" y="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181978" y="3862502"/>
              <a:ext cx="14269" cy="2965"/>
            </a:xfrm>
            <a:custGeom>
              <a:avLst/>
              <a:pathLst>
                <a:path w="14269" h="2965">
                  <a:moveTo>
                    <a:pt x="0" y="0"/>
                  </a:moveTo>
                  <a:lnTo>
                    <a:pt x="14269" y="29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8175127" y="3880718"/>
              <a:ext cx="2848" cy="618"/>
            </a:xfrm>
            <a:custGeom>
              <a:avLst/>
              <a:pathLst>
                <a:path w="2848" h="618">
                  <a:moveTo>
                    <a:pt x="0" y="0"/>
                  </a:moveTo>
                  <a:lnTo>
                    <a:pt x="2848" y="6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8181853" y="3848562"/>
              <a:ext cx="15716" cy="3161"/>
            </a:xfrm>
            <a:custGeom>
              <a:avLst/>
              <a:pathLst>
                <a:path w="15716" h="3161">
                  <a:moveTo>
                    <a:pt x="0" y="0"/>
                  </a:moveTo>
                  <a:lnTo>
                    <a:pt x="15716" y="3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8177126" y="3864355"/>
              <a:ext cx="1426" cy="298"/>
            </a:xfrm>
            <a:custGeom>
              <a:avLst/>
              <a:pathLst>
                <a:path w="1426" h="298">
                  <a:moveTo>
                    <a:pt x="0" y="0"/>
                  </a:moveTo>
                  <a:lnTo>
                    <a:pt x="1426" y="2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8183066" y="3834919"/>
              <a:ext cx="18597" cy="3616"/>
            </a:xfrm>
            <a:custGeom>
              <a:avLst/>
              <a:pathLst>
                <a:path w="18597" h="3616">
                  <a:moveTo>
                    <a:pt x="0" y="0"/>
                  </a:moveTo>
                  <a:lnTo>
                    <a:pt x="18597" y="3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8163005" y="3846188"/>
              <a:ext cx="17142" cy="3459"/>
            </a:xfrm>
            <a:custGeom>
              <a:avLst/>
              <a:pathLst>
                <a:path w="17142" h="3459">
                  <a:moveTo>
                    <a:pt x="0" y="0"/>
                  </a:moveTo>
                  <a:lnTo>
                    <a:pt x="17142" y="3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8182401" y="3734743"/>
              <a:ext cx="20187" cy="2958"/>
            </a:xfrm>
            <a:custGeom>
              <a:avLst/>
              <a:pathLst>
                <a:path w="20187" h="2958">
                  <a:moveTo>
                    <a:pt x="0" y="0"/>
                  </a:moveTo>
                  <a:lnTo>
                    <a:pt x="20187" y="29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159093" y="3788096"/>
              <a:ext cx="14358" cy="2498"/>
            </a:xfrm>
            <a:custGeom>
              <a:avLst/>
              <a:pathLst>
                <a:path w="14358" h="2498">
                  <a:moveTo>
                    <a:pt x="0" y="0"/>
                  </a:moveTo>
                  <a:lnTo>
                    <a:pt x="14358" y="24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8177791" y="3655807"/>
              <a:ext cx="37669" cy="4103"/>
            </a:xfrm>
            <a:custGeom>
              <a:avLst/>
              <a:pathLst>
                <a:path w="37669" h="4103">
                  <a:moveTo>
                    <a:pt x="0" y="0"/>
                  </a:moveTo>
                  <a:lnTo>
                    <a:pt x="37669" y="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8165168" y="3721489"/>
              <a:ext cx="4329" cy="611"/>
            </a:xfrm>
            <a:custGeom>
              <a:avLst/>
              <a:pathLst>
                <a:path w="4329" h="611">
                  <a:moveTo>
                    <a:pt x="0" y="0"/>
                  </a:moveTo>
                  <a:lnTo>
                    <a:pt x="4329" y="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8177545" y="3613861"/>
              <a:ext cx="52260" cy="4640"/>
            </a:xfrm>
            <a:custGeom>
              <a:avLst/>
              <a:pathLst>
                <a:path w="52260" h="4640">
                  <a:moveTo>
                    <a:pt x="0" y="0"/>
                  </a:moveTo>
                  <a:lnTo>
                    <a:pt x="52260" y="4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8148888" y="3665091"/>
              <a:ext cx="23165" cy="2663"/>
            </a:xfrm>
            <a:custGeom>
              <a:avLst/>
              <a:pathLst>
                <a:path w="23165" h="2663">
                  <a:moveTo>
                    <a:pt x="0" y="0"/>
                  </a:moveTo>
                  <a:lnTo>
                    <a:pt x="23165" y="2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8161326" y="3496180"/>
              <a:ext cx="56807" cy="1847"/>
            </a:xfrm>
            <a:custGeom>
              <a:avLst/>
              <a:pathLst>
                <a:path w="56807" h="1847">
                  <a:moveTo>
                    <a:pt x="0" y="0"/>
                  </a:moveTo>
                  <a:lnTo>
                    <a:pt x="56807" y="18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8153932" y="3580549"/>
              <a:ext cx="2906" cy="214"/>
            </a:xfrm>
            <a:custGeom>
              <a:avLst/>
              <a:pathLst>
                <a:path w="2906" h="214">
                  <a:moveTo>
                    <a:pt x="0" y="0"/>
                  </a:moveTo>
                  <a:lnTo>
                    <a:pt x="2906" y="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8159386" y="3451021"/>
              <a:ext cx="80151" cy="855"/>
            </a:xfrm>
            <a:custGeom>
              <a:avLst/>
              <a:pathLst>
                <a:path w="80151" h="855">
                  <a:moveTo>
                    <a:pt x="0" y="0"/>
                  </a:moveTo>
                  <a:lnTo>
                    <a:pt x="80151" y="8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8156220" y="3515766"/>
              <a:ext cx="1456" cy="61"/>
            </a:xfrm>
            <a:custGeom>
              <a:avLst/>
              <a:pathLst>
                <a:path w="1456" h="61">
                  <a:moveTo>
                    <a:pt x="0" y="0"/>
                  </a:moveTo>
                  <a:lnTo>
                    <a:pt x="1456" y="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8158028" y="3437802"/>
              <a:ext cx="83070" cy="354"/>
            </a:xfrm>
            <a:custGeom>
              <a:avLst/>
              <a:pathLst>
                <a:path w="83070" h="354">
                  <a:moveTo>
                    <a:pt x="0" y="0"/>
                  </a:moveTo>
                  <a:lnTo>
                    <a:pt x="83070" y="3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8169736" y="3972065"/>
              <a:ext cx="1409" cy="369"/>
            </a:xfrm>
            <a:custGeom>
              <a:avLst/>
              <a:pathLst>
                <a:path w="1409" h="369">
                  <a:moveTo>
                    <a:pt x="0" y="0"/>
                  </a:moveTo>
                  <a:lnTo>
                    <a:pt x="1409" y="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8172035" y="3963208"/>
              <a:ext cx="1411" cy="363"/>
            </a:xfrm>
            <a:custGeom>
              <a:avLst/>
              <a:pathLst>
                <a:path w="1411" h="363">
                  <a:moveTo>
                    <a:pt x="0" y="0"/>
                  </a:moveTo>
                  <a:lnTo>
                    <a:pt x="1411" y="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8165024" y="3989750"/>
              <a:ext cx="1406" cy="381"/>
            </a:xfrm>
            <a:custGeom>
              <a:avLst/>
              <a:pathLst>
                <a:path w="1406" h="381">
                  <a:moveTo>
                    <a:pt x="0" y="0"/>
                  </a:moveTo>
                  <a:lnTo>
                    <a:pt x="1406" y="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8167399" y="3980912"/>
              <a:ext cx="1408" cy="375"/>
            </a:xfrm>
            <a:custGeom>
              <a:avLst/>
              <a:pathLst>
                <a:path w="1408" h="375">
                  <a:moveTo>
                    <a:pt x="0" y="0"/>
                  </a:moveTo>
                  <a:lnTo>
                    <a:pt x="1408" y="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8163401" y="3984576"/>
              <a:ext cx="2814" cy="756"/>
            </a:xfrm>
            <a:custGeom>
              <a:avLst/>
              <a:pathLst>
                <a:path w="2814" h="756">
                  <a:moveTo>
                    <a:pt x="0" y="0"/>
                  </a:moveTo>
                  <a:lnTo>
                    <a:pt x="2814" y="7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8168069" y="3966905"/>
              <a:ext cx="2821" cy="732"/>
            </a:xfrm>
            <a:custGeom>
              <a:avLst/>
              <a:pathLst>
                <a:path w="2821" h="732">
                  <a:moveTo>
                    <a:pt x="0" y="0"/>
                  </a:moveTo>
                  <a:lnTo>
                    <a:pt x="2821" y="7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8152586" y="4033780"/>
              <a:ext cx="1398" cy="411"/>
            </a:xfrm>
            <a:custGeom>
              <a:avLst/>
              <a:pathLst>
                <a:path w="1398" h="411">
                  <a:moveTo>
                    <a:pt x="0" y="0"/>
                  </a:moveTo>
                  <a:lnTo>
                    <a:pt x="1398" y="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8155149" y="4024995"/>
              <a:ext cx="1399" cy="405"/>
            </a:xfrm>
            <a:custGeom>
              <a:avLst/>
              <a:pathLst>
                <a:path w="1399" h="405">
                  <a:moveTo>
                    <a:pt x="0" y="0"/>
                  </a:moveTo>
                  <a:lnTo>
                    <a:pt x="1399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8152473" y="4028980"/>
              <a:ext cx="1399" cy="408"/>
            </a:xfrm>
            <a:custGeom>
              <a:avLst/>
              <a:pathLst>
                <a:path w="1399" h="408">
                  <a:moveTo>
                    <a:pt x="0" y="0"/>
                  </a:moveTo>
                  <a:lnTo>
                    <a:pt x="1399" y="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8156272" y="4015800"/>
              <a:ext cx="2803" cy="798"/>
            </a:xfrm>
            <a:custGeom>
              <a:avLst/>
              <a:pathLst>
                <a:path w="2803" h="798">
                  <a:moveTo>
                    <a:pt x="0" y="0"/>
                  </a:moveTo>
                  <a:lnTo>
                    <a:pt x="2803" y="7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152983" y="4021990"/>
              <a:ext cx="1400" cy="403"/>
            </a:xfrm>
            <a:custGeom>
              <a:avLst/>
              <a:pathLst>
                <a:path w="1400" h="403">
                  <a:moveTo>
                    <a:pt x="0" y="0"/>
                  </a:moveTo>
                  <a:lnTo>
                    <a:pt x="1400" y="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157355" y="4006607"/>
              <a:ext cx="4210" cy="1179"/>
            </a:xfrm>
            <a:custGeom>
              <a:avLst/>
              <a:pathLst>
                <a:path w="4210" h="1179">
                  <a:moveTo>
                    <a:pt x="0" y="0"/>
                  </a:moveTo>
                  <a:lnTo>
                    <a:pt x="4210" y="1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153781" y="4013904"/>
              <a:ext cx="1401" cy="398"/>
            </a:xfrm>
            <a:custGeom>
              <a:avLst/>
              <a:pathLst>
                <a:path w="1401" h="398">
                  <a:moveTo>
                    <a:pt x="0" y="0"/>
                  </a:moveTo>
                  <a:lnTo>
                    <a:pt x="1401" y="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158397" y="3997415"/>
              <a:ext cx="5620" cy="1548"/>
            </a:xfrm>
            <a:custGeom>
              <a:avLst/>
              <a:pathLst>
                <a:path w="5620" h="1548">
                  <a:moveTo>
                    <a:pt x="0" y="0"/>
                  </a:moveTo>
                  <a:lnTo>
                    <a:pt x="5620" y="1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150492" y="4004093"/>
              <a:ext cx="5613" cy="1571"/>
            </a:xfrm>
            <a:custGeom>
              <a:avLst/>
              <a:pathLst>
                <a:path w="5613" h="1571">
                  <a:moveTo>
                    <a:pt x="0" y="0"/>
                  </a:moveTo>
                  <a:lnTo>
                    <a:pt x="5613" y="1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158708" y="3973884"/>
              <a:ext cx="7045" cy="1860"/>
            </a:xfrm>
            <a:custGeom>
              <a:avLst/>
              <a:pathLst>
                <a:path w="7045" h="1860">
                  <a:moveTo>
                    <a:pt x="0" y="0"/>
                  </a:moveTo>
                  <a:lnTo>
                    <a:pt x="7045" y="1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141961" y="4068806"/>
              <a:ext cx="1390" cy="434"/>
            </a:xfrm>
            <a:custGeom>
              <a:avLst/>
              <a:pathLst>
                <a:path w="1390" h="434">
                  <a:moveTo>
                    <a:pt x="0" y="0"/>
                  </a:moveTo>
                  <a:lnTo>
                    <a:pt x="1390" y="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144673" y="4060067"/>
              <a:ext cx="1392" cy="429"/>
            </a:xfrm>
            <a:custGeom>
              <a:avLst/>
              <a:pathLst>
                <a:path w="1392" h="429">
                  <a:moveTo>
                    <a:pt x="0" y="0"/>
                  </a:moveTo>
                  <a:lnTo>
                    <a:pt x="1392" y="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141930" y="4064006"/>
              <a:ext cx="1391" cy="431"/>
            </a:xfrm>
            <a:custGeom>
              <a:avLst/>
              <a:pathLst>
                <a:path w="1391" h="431">
                  <a:moveTo>
                    <a:pt x="0" y="0"/>
                  </a:moveTo>
                  <a:lnTo>
                    <a:pt x="1391" y="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145953" y="4050892"/>
              <a:ext cx="2789" cy="846"/>
            </a:xfrm>
            <a:custGeom>
              <a:avLst/>
              <a:pathLst>
                <a:path w="2789" h="846">
                  <a:moveTo>
                    <a:pt x="0" y="0"/>
                  </a:moveTo>
                  <a:lnTo>
                    <a:pt x="2789" y="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142559" y="4057025"/>
              <a:ext cx="1393" cy="427"/>
            </a:xfrm>
            <a:custGeom>
              <a:avLst/>
              <a:pathLst>
                <a:path w="1393" h="427">
                  <a:moveTo>
                    <a:pt x="0" y="0"/>
                  </a:moveTo>
                  <a:lnTo>
                    <a:pt x="1393" y="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147193" y="4041719"/>
              <a:ext cx="4189" cy="1251"/>
            </a:xfrm>
            <a:custGeom>
              <a:avLst/>
              <a:pathLst>
                <a:path w="4189" h="1251">
                  <a:moveTo>
                    <a:pt x="0" y="0"/>
                  </a:moveTo>
                  <a:lnTo>
                    <a:pt x="4189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127841" y="4112326"/>
              <a:ext cx="1381" cy="464"/>
            </a:xfrm>
            <a:custGeom>
              <a:avLst/>
              <a:pathLst>
                <a:path w="1381" h="464">
                  <a:moveTo>
                    <a:pt x="0" y="0"/>
                  </a:moveTo>
                  <a:lnTo>
                    <a:pt x="1381" y="4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130739" y="4103646"/>
              <a:ext cx="1383" cy="458"/>
            </a:xfrm>
            <a:custGeom>
              <a:avLst/>
              <a:pathLst>
                <a:path w="1383" h="458">
                  <a:moveTo>
                    <a:pt x="0" y="0"/>
                  </a:moveTo>
                  <a:lnTo>
                    <a:pt x="1383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127912" y="4107526"/>
              <a:ext cx="1382" cy="461"/>
            </a:xfrm>
            <a:custGeom>
              <a:avLst/>
              <a:pathLst>
                <a:path w="1382" h="461">
                  <a:moveTo>
                    <a:pt x="0" y="0"/>
                  </a:moveTo>
                  <a:lnTo>
                    <a:pt x="1382" y="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132215" y="4094502"/>
              <a:ext cx="2770" cy="905"/>
            </a:xfrm>
            <a:custGeom>
              <a:avLst/>
              <a:pathLst>
                <a:path w="2770" h="905">
                  <a:moveTo>
                    <a:pt x="0" y="0"/>
                  </a:moveTo>
                  <a:lnTo>
                    <a:pt x="2770" y="9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128690" y="4100560"/>
              <a:ext cx="1383" cy="457"/>
            </a:xfrm>
            <a:custGeom>
              <a:avLst/>
              <a:pathLst>
                <a:path w="1383" h="457">
                  <a:moveTo>
                    <a:pt x="0" y="0"/>
                  </a:moveTo>
                  <a:lnTo>
                    <a:pt x="1383" y="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133650" y="4085357"/>
              <a:ext cx="4161" cy="1340"/>
            </a:xfrm>
            <a:custGeom>
              <a:avLst/>
              <a:pathLst>
                <a:path w="4161" h="1340">
                  <a:moveTo>
                    <a:pt x="0" y="0"/>
                  </a:moveTo>
                  <a:lnTo>
                    <a:pt x="4161" y="1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129799" y="4092511"/>
              <a:ext cx="1385" cy="451"/>
            </a:xfrm>
            <a:custGeom>
              <a:avLst/>
              <a:pathLst>
                <a:path w="1385" h="451">
                  <a:moveTo>
                    <a:pt x="0" y="0"/>
                  </a:moveTo>
                  <a:lnTo>
                    <a:pt x="1385" y="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135044" y="4076211"/>
              <a:ext cx="5556" cy="1763"/>
            </a:xfrm>
            <a:custGeom>
              <a:avLst/>
              <a:pathLst>
                <a:path w="5556" h="1763">
                  <a:moveTo>
                    <a:pt x="0" y="0"/>
                  </a:moveTo>
                  <a:lnTo>
                    <a:pt x="5556" y="17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118924" y="4138290"/>
              <a:ext cx="1375" cy="482"/>
            </a:xfrm>
            <a:custGeom>
              <a:avLst/>
              <a:pathLst>
                <a:path w="1375" h="482">
                  <a:moveTo>
                    <a:pt x="0" y="0"/>
                  </a:moveTo>
                  <a:lnTo>
                    <a:pt x="1375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121933" y="4129648"/>
              <a:ext cx="1377" cy="476"/>
            </a:xfrm>
            <a:custGeom>
              <a:avLst/>
              <a:pathLst>
                <a:path w="1377" h="476">
                  <a:moveTo>
                    <a:pt x="0" y="0"/>
                  </a:moveTo>
                  <a:lnTo>
                    <a:pt x="1377" y="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119057" y="4133491"/>
              <a:ext cx="1376" cy="479"/>
            </a:xfrm>
            <a:custGeom>
              <a:avLst/>
              <a:pathLst>
                <a:path w="1376" h="479">
                  <a:moveTo>
                    <a:pt x="0" y="0"/>
                  </a:moveTo>
                  <a:lnTo>
                    <a:pt x="1376" y="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123526" y="4120523"/>
              <a:ext cx="2758" cy="940"/>
            </a:xfrm>
            <a:custGeom>
              <a:avLst/>
              <a:pathLst>
                <a:path w="2758" h="940">
                  <a:moveTo>
                    <a:pt x="0" y="0"/>
                  </a:moveTo>
                  <a:lnTo>
                    <a:pt x="2758" y="9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112795" y="4155535"/>
              <a:ext cx="1371" cy="493"/>
            </a:xfrm>
            <a:custGeom>
              <a:avLst/>
              <a:pathLst>
                <a:path w="1371" h="493">
                  <a:moveTo>
                    <a:pt x="0" y="0"/>
                  </a:moveTo>
                  <a:lnTo>
                    <a:pt x="1371" y="4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115878" y="4146919"/>
              <a:ext cx="1373" cy="488"/>
            </a:xfrm>
            <a:custGeom>
              <a:avLst/>
              <a:pathLst>
                <a:path w="1373" h="488">
                  <a:moveTo>
                    <a:pt x="0" y="0"/>
                  </a:moveTo>
                  <a:lnTo>
                    <a:pt x="1373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103327" y="4181302"/>
              <a:ext cx="1364" cy="511"/>
            </a:xfrm>
            <a:custGeom>
              <a:avLst/>
              <a:pathLst>
                <a:path w="1364" h="511">
                  <a:moveTo>
                    <a:pt x="0" y="0"/>
                  </a:moveTo>
                  <a:lnTo>
                    <a:pt x="1364" y="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106520" y="4172726"/>
              <a:ext cx="1366" cy="505"/>
            </a:xfrm>
            <a:custGeom>
              <a:avLst/>
              <a:pathLst>
                <a:path w="1366" h="505">
                  <a:moveTo>
                    <a:pt x="0" y="0"/>
                  </a:moveTo>
                  <a:lnTo>
                    <a:pt x="1366" y="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103562" y="4176508"/>
              <a:ext cx="1365" cy="508"/>
            </a:xfrm>
            <a:custGeom>
              <a:avLst/>
              <a:pathLst>
                <a:path w="1365" h="508">
                  <a:moveTo>
                    <a:pt x="0" y="0"/>
                  </a:moveTo>
                  <a:lnTo>
                    <a:pt x="1365" y="5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108307" y="4163637"/>
              <a:ext cx="2738" cy="999"/>
            </a:xfrm>
            <a:custGeom>
              <a:avLst/>
              <a:pathLst>
                <a:path w="2738" h="999">
                  <a:moveTo>
                    <a:pt x="0" y="0"/>
                  </a:moveTo>
                  <a:lnTo>
                    <a:pt x="2738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103210" y="4169068"/>
              <a:ext cx="2734" cy="1008"/>
            </a:xfrm>
            <a:custGeom>
              <a:avLst/>
              <a:pathLst>
                <a:path w="2734" h="1008">
                  <a:moveTo>
                    <a:pt x="0" y="0"/>
                  </a:moveTo>
                  <a:lnTo>
                    <a:pt x="2734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110225" y="4149755"/>
              <a:ext cx="4116" cy="1472"/>
            </a:xfrm>
            <a:custGeom>
              <a:avLst/>
              <a:pathLst>
                <a:path w="4116" h="1472">
                  <a:moveTo>
                    <a:pt x="0" y="0"/>
                  </a:moveTo>
                  <a:lnTo>
                    <a:pt x="4116" y="1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8102631" y="4157927"/>
              <a:ext cx="4109" cy="1492"/>
            </a:xfrm>
            <a:custGeom>
              <a:avLst/>
              <a:pathLst>
                <a:path w="4109" h="1492">
                  <a:moveTo>
                    <a:pt x="0" y="0"/>
                  </a:moveTo>
                  <a:lnTo>
                    <a:pt x="4109" y="14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8114413" y="4124636"/>
              <a:ext cx="6889" cy="2374"/>
            </a:xfrm>
            <a:custGeom>
              <a:avLst/>
              <a:pathLst>
                <a:path w="6889" h="2374">
                  <a:moveTo>
                    <a:pt x="0" y="0"/>
                  </a:moveTo>
                  <a:lnTo>
                    <a:pt x="6889" y="23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101721" y="4138875"/>
              <a:ext cx="6869" cy="2431"/>
            </a:xfrm>
            <a:custGeom>
              <a:avLst/>
              <a:pathLst>
                <a:path w="6869" h="2431">
                  <a:moveTo>
                    <a:pt x="0" y="0"/>
                  </a:moveTo>
                  <a:lnTo>
                    <a:pt x="6869" y="2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121339" y="4080795"/>
              <a:ext cx="11098" cy="3571"/>
            </a:xfrm>
            <a:custGeom>
              <a:avLst/>
              <a:pathLst>
                <a:path w="11098" h="3571">
                  <a:moveTo>
                    <a:pt x="0" y="0"/>
                  </a:moveTo>
                  <a:lnTo>
                    <a:pt x="11098" y="3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106216" y="4108040"/>
              <a:ext cx="5522" cy="1865"/>
            </a:xfrm>
            <a:custGeom>
              <a:avLst/>
              <a:pathLst>
                <a:path w="5522" h="1865">
                  <a:moveTo>
                    <a:pt x="0" y="0"/>
                  </a:moveTo>
                  <a:lnTo>
                    <a:pt x="5522" y="1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126757" y="4043886"/>
              <a:ext cx="18133" cy="5490"/>
            </a:xfrm>
            <a:custGeom>
              <a:avLst/>
              <a:pathLst>
                <a:path w="18133" h="5490">
                  <a:moveTo>
                    <a:pt x="0" y="0"/>
                  </a:moveTo>
                  <a:lnTo>
                    <a:pt x="18133" y="54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090190" y="4215466"/>
              <a:ext cx="1355" cy="534"/>
            </a:xfrm>
            <a:custGeom>
              <a:avLst/>
              <a:pathLst>
                <a:path w="1355" h="534">
                  <a:moveTo>
                    <a:pt x="0" y="0"/>
                  </a:moveTo>
                  <a:lnTo>
                    <a:pt x="1355" y="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8093529" y="4206946"/>
              <a:ext cx="1358" cy="528"/>
            </a:xfrm>
            <a:custGeom>
              <a:avLst/>
              <a:pathLst>
                <a:path w="1358" h="528">
                  <a:moveTo>
                    <a:pt x="0" y="0"/>
                  </a:moveTo>
                  <a:lnTo>
                    <a:pt x="1358" y="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8079956" y="4240939"/>
              <a:ext cx="1348" cy="551"/>
            </a:xfrm>
            <a:custGeom>
              <a:avLst/>
              <a:pathLst>
                <a:path w="1348" h="551">
                  <a:moveTo>
                    <a:pt x="0" y="0"/>
                  </a:moveTo>
                  <a:lnTo>
                    <a:pt x="1348" y="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8083403" y="4232463"/>
              <a:ext cx="1351" cy="546"/>
            </a:xfrm>
            <a:custGeom>
              <a:avLst/>
              <a:pathLst>
                <a:path w="1351" h="546">
                  <a:moveTo>
                    <a:pt x="0" y="0"/>
                  </a:moveTo>
                  <a:lnTo>
                    <a:pt x="1351" y="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8080334" y="4236154"/>
              <a:ext cx="1349" cy="549"/>
            </a:xfrm>
            <a:custGeom>
              <a:avLst/>
              <a:pathLst>
                <a:path w="1349" h="549">
                  <a:moveTo>
                    <a:pt x="0" y="0"/>
                  </a:moveTo>
                  <a:lnTo>
                    <a:pt x="1349" y="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8085461" y="4223431"/>
              <a:ext cx="2706" cy="1080"/>
            </a:xfrm>
            <a:custGeom>
              <a:avLst/>
              <a:pathLst>
                <a:path w="2706" h="1080">
                  <a:moveTo>
                    <a:pt x="0" y="0"/>
                  </a:moveTo>
                  <a:lnTo>
                    <a:pt x="2706" y="10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8080204" y="4228707"/>
              <a:ext cx="2703" cy="1089"/>
            </a:xfrm>
            <a:custGeom>
              <a:avLst/>
              <a:pathLst>
                <a:path w="2703" h="1089">
                  <a:moveTo>
                    <a:pt x="0" y="0"/>
                  </a:moveTo>
                  <a:lnTo>
                    <a:pt x="2703" y="10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8087793" y="4209613"/>
              <a:ext cx="4070" cy="1595"/>
            </a:xfrm>
            <a:custGeom>
              <a:avLst/>
              <a:pathLst>
                <a:path w="4070" h="1595">
                  <a:moveTo>
                    <a:pt x="0" y="0"/>
                  </a:moveTo>
                  <a:lnTo>
                    <a:pt x="4070" y="1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8072952" y="4257848"/>
              <a:ext cx="1344" cy="563"/>
            </a:xfrm>
            <a:custGeom>
              <a:avLst/>
              <a:pathLst>
                <a:path w="1344" h="563">
                  <a:moveTo>
                    <a:pt x="0" y="0"/>
                  </a:moveTo>
                  <a:lnTo>
                    <a:pt x="1344" y="5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8076472" y="4249401"/>
              <a:ext cx="1346" cy="557"/>
            </a:xfrm>
            <a:custGeom>
              <a:avLst/>
              <a:pathLst>
                <a:path w="1346" h="557">
                  <a:moveTo>
                    <a:pt x="0" y="0"/>
                  </a:moveTo>
                  <a:lnTo>
                    <a:pt x="1346" y="5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8062177" y="4283097"/>
              <a:ext cx="1336" cy="580"/>
            </a:xfrm>
            <a:custGeom>
              <a:avLst/>
              <a:pathLst>
                <a:path w="1336" h="580">
                  <a:moveTo>
                    <a:pt x="0" y="0"/>
                  </a:moveTo>
                  <a:lnTo>
                    <a:pt x="1336" y="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8065804" y="4274696"/>
              <a:ext cx="1339" cy="574"/>
            </a:xfrm>
            <a:custGeom>
              <a:avLst/>
              <a:pathLst>
                <a:path w="1339" h="574">
                  <a:moveTo>
                    <a:pt x="0" y="0"/>
                  </a:moveTo>
                  <a:lnTo>
                    <a:pt x="1339" y="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8062657" y="4278321"/>
              <a:ext cx="1337" cy="577"/>
            </a:xfrm>
            <a:custGeom>
              <a:avLst/>
              <a:pathLst>
                <a:path w="1337" h="577">
                  <a:moveTo>
                    <a:pt x="0" y="0"/>
                  </a:moveTo>
                  <a:lnTo>
                    <a:pt x="1337" y="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8068055" y="4265710"/>
              <a:ext cx="2683" cy="1138"/>
            </a:xfrm>
            <a:custGeom>
              <a:avLst/>
              <a:pathLst>
                <a:path w="2683" h="1138">
                  <a:moveTo>
                    <a:pt x="0" y="0"/>
                  </a:moveTo>
                  <a:lnTo>
                    <a:pt x="2683" y="1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8062686" y="4270873"/>
              <a:ext cx="2679" cy="1146"/>
            </a:xfrm>
            <a:custGeom>
              <a:avLst/>
              <a:pathLst>
                <a:path w="2679" h="1146">
                  <a:moveTo>
                    <a:pt x="0" y="0"/>
                  </a:moveTo>
                  <a:lnTo>
                    <a:pt x="2679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8070681" y="4251945"/>
              <a:ext cx="4035" cy="1681"/>
            </a:xfrm>
            <a:custGeom>
              <a:avLst/>
              <a:pathLst>
                <a:path w="4035" h="1681">
                  <a:moveTo>
                    <a:pt x="0" y="0"/>
                  </a:moveTo>
                  <a:lnTo>
                    <a:pt x="4035" y="1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8059993" y="4258583"/>
              <a:ext cx="6712" cy="2835"/>
            </a:xfrm>
            <a:custGeom>
              <a:avLst/>
              <a:pathLst>
                <a:path w="6712" h="2835">
                  <a:moveTo>
                    <a:pt x="0" y="0"/>
                  </a:moveTo>
                  <a:lnTo>
                    <a:pt x="6712" y="2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8077250" y="4216478"/>
              <a:ext cx="6771" cy="2691"/>
            </a:xfrm>
            <a:custGeom>
              <a:avLst/>
              <a:pathLst>
                <a:path w="6771" h="2691">
                  <a:moveTo>
                    <a:pt x="0" y="0"/>
                  </a:moveTo>
                  <a:lnTo>
                    <a:pt x="6771" y="2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8051079" y="4308206"/>
              <a:ext cx="1329" cy="597"/>
            </a:xfrm>
            <a:custGeom>
              <a:avLst/>
              <a:pathLst>
                <a:path w="1329" h="597">
                  <a:moveTo>
                    <a:pt x="0" y="0"/>
                  </a:moveTo>
                  <a:lnTo>
                    <a:pt x="1329" y="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8054814" y="4299852"/>
              <a:ext cx="1331" cy="592"/>
            </a:xfrm>
            <a:custGeom>
              <a:avLst/>
              <a:pathLst>
                <a:path w="1331" h="592">
                  <a:moveTo>
                    <a:pt x="0" y="0"/>
                  </a:moveTo>
                  <a:lnTo>
                    <a:pt x="1331" y="5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8043502" y="4324865"/>
              <a:ext cx="1324" cy="609"/>
            </a:xfrm>
            <a:custGeom>
              <a:avLst/>
              <a:pathLst>
                <a:path w="1324" h="609">
                  <a:moveTo>
                    <a:pt x="0" y="0"/>
                  </a:moveTo>
                  <a:lnTo>
                    <a:pt x="1324" y="6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8047308" y="4316544"/>
              <a:ext cx="1326" cy="603"/>
            </a:xfrm>
            <a:custGeom>
              <a:avLst/>
              <a:pathLst>
                <a:path w="1326" h="603">
                  <a:moveTo>
                    <a:pt x="0" y="0"/>
                  </a:moveTo>
                  <a:lnTo>
                    <a:pt x="1326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8027923" y="4357987"/>
              <a:ext cx="1313" cy="631"/>
            </a:xfrm>
            <a:custGeom>
              <a:avLst/>
              <a:pathLst>
                <a:path w="1313" h="631">
                  <a:moveTo>
                    <a:pt x="0" y="0"/>
                  </a:moveTo>
                  <a:lnTo>
                    <a:pt x="1313" y="6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8031870" y="4349732"/>
              <a:ext cx="1316" cy="625"/>
            </a:xfrm>
            <a:custGeom>
              <a:avLst/>
              <a:pathLst>
                <a:path w="1316" h="625">
                  <a:moveTo>
                    <a:pt x="0" y="0"/>
                  </a:moveTo>
                  <a:lnTo>
                    <a:pt x="1316" y="6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8028586" y="4353233"/>
              <a:ext cx="1314" cy="628"/>
            </a:xfrm>
            <a:custGeom>
              <a:avLst/>
              <a:pathLst>
                <a:path w="1314" h="628">
                  <a:moveTo>
                    <a:pt x="0" y="0"/>
                  </a:moveTo>
                  <a:lnTo>
                    <a:pt x="1314" y="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8034464" y="4340839"/>
              <a:ext cx="2637" cy="1240"/>
            </a:xfrm>
            <a:custGeom>
              <a:avLst/>
              <a:pathLst>
                <a:path w="2637" h="1240">
                  <a:moveTo>
                    <a:pt x="0" y="0"/>
                  </a:moveTo>
                  <a:lnTo>
                    <a:pt x="2637" y="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8030218" y="4346416"/>
              <a:ext cx="1316" cy="624"/>
            </a:xfrm>
            <a:custGeom>
              <a:avLst/>
              <a:pathLst>
                <a:path w="1316" h="624">
                  <a:moveTo>
                    <a:pt x="0" y="0"/>
                  </a:moveTo>
                  <a:lnTo>
                    <a:pt x="1316" y="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8037017" y="4331941"/>
              <a:ext cx="3964" cy="1843"/>
            </a:xfrm>
            <a:custGeom>
              <a:avLst/>
              <a:pathLst>
                <a:path w="3964" h="1843">
                  <a:moveTo>
                    <a:pt x="0" y="0"/>
                  </a:moveTo>
                  <a:lnTo>
                    <a:pt x="3964" y="1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8030993" y="4337946"/>
              <a:ext cx="2638" cy="1239"/>
            </a:xfrm>
            <a:custGeom>
              <a:avLst/>
              <a:pathLst>
                <a:path w="2638" h="1239">
                  <a:moveTo>
                    <a:pt x="0" y="0"/>
                  </a:moveTo>
                  <a:lnTo>
                    <a:pt x="2638" y="1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8040108" y="4318282"/>
              <a:ext cx="5301" cy="2424"/>
            </a:xfrm>
            <a:custGeom>
              <a:avLst/>
              <a:pathLst>
                <a:path w="5301" h="2424">
                  <a:moveTo>
                    <a:pt x="0" y="0"/>
                  </a:moveTo>
                  <a:lnTo>
                    <a:pt x="5301" y="2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8032931" y="4326900"/>
              <a:ext cx="2644" cy="1225"/>
            </a:xfrm>
            <a:custGeom>
              <a:avLst/>
              <a:pathLst>
                <a:path w="2644" h="1225">
                  <a:moveTo>
                    <a:pt x="0" y="0"/>
                  </a:moveTo>
                  <a:lnTo>
                    <a:pt x="2644" y="1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8044968" y="4300462"/>
              <a:ext cx="7982" cy="3569"/>
            </a:xfrm>
            <a:custGeom>
              <a:avLst/>
              <a:pathLst>
                <a:path w="7982" h="3569">
                  <a:moveTo>
                    <a:pt x="0" y="0"/>
                  </a:moveTo>
                  <a:lnTo>
                    <a:pt x="7982" y="3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8037668" y="4313097"/>
              <a:ext cx="1326" cy="603"/>
            </a:xfrm>
            <a:custGeom>
              <a:avLst/>
              <a:pathLst>
                <a:path w="1326" h="603">
                  <a:moveTo>
                    <a:pt x="0" y="0"/>
                  </a:moveTo>
                  <a:lnTo>
                    <a:pt x="1326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8049173" y="4287378"/>
              <a:ext cx="10673" cy="4690"/>
            </a:xfrm>
            <a:custGeom>
              <a:avLst/>
              <a:pathLst>
                <a:path w="10673" h="4690">
                  <a:moveTo>
                    <a:pt x="0" y="0"/>
                  </a:moveTo>
                  <a:lnTo>
                    <a:pt x="10673" y="4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8015868" y="4382651"/>
              <a:ext cx="1305" cy="648"/>
            </a:xfrm>
            <a:custGeom>
              <a:avLst/>
              <a:pathLst>
                <a:path w="1305" h="648">
                  <a:moveTo>
                    <a:pt x="0" y="0"/>
                  </a:moveTo>
                  <a:lnTo>
                    <a:pt x="1305" y="6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8019922" y="4374447"/>
              <a:ext cx="1308" cy="642"/>
            </a:xfrm>
            <a:custGeom>
              <a:avLst/>
              <a:pathLst>
                <a:path w="1308" h="642">
                  <a:moveTo>
                    <a:pt x="0" y="0"/>
                  </a:moveTo>
                  <a:lnTo>
                    <a:pt x="1308" y="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8016593" y="4377906"/>
              <a:ext cx="1306" cy="645"/>
            </a:xfrm>
            <a:custGeom>
              <a:avLst/>
              <a:pathLst>
                <a:path w="1306" h="645">
                  <a:moveTo>
                    <a:pt x="0" y="0"/>
                  </a:moveTo>
                  <a:lnTo>
                    <a:pt x="1306" y="6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8022629" y="4365588"/>
              <a:ext cx="2621" cy="1274"/>
            </a:xfrm>
            <a:custGeom>
              <a:avLst/>
              <a:pathLst>
                <a:path w="2621" h="1274">
                  <a:moveTo>
                    <a:pt x="0" y="0"/>
                  </a:moveTo>
                  <a:lnTo>
                    <a:pt x="2621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7999307" y="4415293"/>
              <a:ext cx="1293" cy="670"/>
            </a:xfrm>
            <a:custGeom>
              <a:avLst/>
              <a:pathLst>
                <a:path w="1293" h="670">
                  <a:moveTo>
                    <a:pt x="0" y="0"/>
                  </a:moveTo>
                  <a:lnTo>
                    <a:pt x="1293" y="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8003499" y="4407159"/>
              <a:ext cx="1296" cy="664"/>
            </a:xfrm>
            <a:custGeom>
              <a:avLst/>
              <a:pathLst>
                <a:path w="1296" h="664">
                  <a:moveTo>
                    <a:pt x="0" y="0"/>
                  </a:moveTo>
                  <a:lnTo>
                    <a:pt x="1296" y="6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8000112" y="4410560"/>
              <a:ext cx="1295" cy="667"/>
            </a:xfrm>
            <a:custGeom>
              <a:avLst/>
              <a:pathLst>
                <a:path w="1295" h="667">
                  <a:moveTo>
                    <a:pt x="0" y="0"/>
                  </a:moveTo>
                  <a:lnTo>
                    <a:pt x="1295" y="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8006358" y="4398348"/>
              <a:ext cx="2599" cy="1318"/>
            </a:xfrm>
            <a:custGeom>
              <a:avLst/>
              <a:pathLst>
                <a:path w="2599" h="1318">
                  <a:moveTo>
                    <a:pt x="0" y="0"/>
                  </a:moveTo>
                  <a:lnTo>
                    <a:pt x="2599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8001947" y="4403796"/>
              <a:ext cx="1297" cy="663"/>
            </a:xfrm>
            <a:custGeom>
              <a:avLst/>
              <a:pathLst>
                <a:path w="1297" h="663">
                  <a:moveTo>
                    <a:pt x="0" y="0"/>
                  </a:moveTo>
                  <a:lnTo>
                    <a:pt x="1297" y="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8009175" y="4389530"/>
              <a:ext cx="3907" cy="1961"/>
            </a:xfrm>
            <a:custGeom>
              <a:avLst/>
              <a:pathLst>
                <a:path w="3907" h="1961">
                  <a:moveTo>
                    <a:pt x="0" y="0"/>
                  </a:moveTo>
                  <a:lnTo>
                    <a:pt x="3907" y="1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7990818" y="4431506"/>
              <a:ext cx="1288" cy="681"/>
            </a:xfrm>
            <a:custGeom>
              <a:avLst/>
              <a:pathLst>
                <a:path w="1288" h="681">
                  <a:moveTo>
                    <a:pt x="0" y="0"/>
                  </a:moveTo>
                  <a:lnTo>
                    <a:pt x="1288" y="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7995080" y="4423409"/>
              <a:ext cx="1291" cy="676"/>
            </a:xfrm>
            <a:custGeom>
              <a:avLst/>
              <a:pathLst>
                <a:path w="1291" h="676">
                  <a:moveTo>
                    <a:pt x="0" y="0"/>
                  </a:moveTo>
                  <a:lnTo>
                    <a:pt x="1291" y="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7973426" y="4463713"/>
              <a:ext cx="1276" cy="703"/>
            </a:xfrm>
            <a:custGeom>
              <a:avLst/>
              <a:pathLst>
                <a:path w="1276" h="703">
                  <a:moveTo>
                    <a:pt x="0" y="0"/>
                  </a:moveTo>
                  <a:lnTo>
                    <a:pt x="1276" y="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7977825" y="4455689"/>
              <a:ext cx="1279" cy="697"/>
            </a:xfrm>
            <a:custGeom>
              <a:avLst/>
              <a:pathLst>
                <a:path w="1279" h="697">
                  <a:moveTo>
                    <a:pt x="0" y="0"/>
                  </a:moveTo>
                  <a:lnTo>
                    <a:pt x="1279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7974352" y="4459003"/>
              <a:ext cx="1277" cy="700"/>
            </a:xfrm>
            <a:custGeom>
              <a:avLst/>
              <a:pathLst>
                <a:path w="1277" h="700">
                  <a:moveTo>
                    <a:pt x="0" y="0"/>
                  </a:moveTo>
                  <a:lnTo>
                    <a:pt x="1277" y="7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7980908" y="4446954"/>
              <a:ext cx="2564" cy="1384"/>
            </a:xfrm>
            <a:custGeom>
              <a:avLst/>
              <a:pathLst>
                <a:path w="2564" h="1384">
                  <a:moveTo>
                    <a:pt x="0" y="0"/>
                  </a:moveTo>
                  <a:lnTo>
                    <a:pt x="2564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7964524" y="4479704"/>
              <a:ext cx="1270" cy="714"/>
            </a:xfrm>
            <a:custGeom>
              <a:avLst/>
              <a:pathLst>
                <a:path w="1270" h="714">
                  <a:moveTo>
                    <a:pt x="0" y="0"/>
                  </a:moveTo>
                  <a:lnTo>
                    <a:pt x="1270" y="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7968992" y="4471718"/>
              <a:ext cx="1273" cy="708"/>
            </a:xfrm>
            <a:custGeom>
              <a:avLst/>
              <a:pathLst>
                <a:path w="1273" h="708">
                  <a:moveTo>
                    <a:pt x="0" y="0"/>
                  </a:moveTo>
                  <a:lnTo>
                    <a:pt x="1273" y="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7955486" y="4495618"/>
              <a:ext cx="1264" cy="725"/>
            </a:xfrm>
            <a:custGeom>
              <a:avLst/>
              <a:pathLst>
                <a:path w="1264" h="725">
                  <a:moveTo>
                    <a:pt x="0" y="0"/>
                  </a:moveTo>
                  <a:lnTo>
                    <a:pt x="1264" y="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7960022" y="4487671"/>
              <a:ext cx="1267" cy="719"/>
            </a:xfrm>
            <a:custGeom>
              <a:avLst/>
              <a:pathLst>
                <a:path w="1267" h="719">
                  <a:moveTo>
                    <a:pt x="0" y="0"/>
                  </a:moveTo>
                  <a:lnTo>
                    <a:pt x="1267" y="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7955227" y="4490202"/>
              <a:ext cx="2531" cy="1444"/>
            </a:xfrm>
            <a:custGeom>
              <a:avLst/>
              <a:pathLst>
                <a:path w="2531" h="1444">
                  <a:moveTo>
                    <a:pt x="0" y="0"/>
                  </a:moveTo>
                  <a:lnTo>
                    <a:pt x="2531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7964219" y="4474290"/>
              <a:ext cx="2543" cy="1423"/>
            </a:xfrm>
            <a:custGeom>
              <a:avLst/>
              <a:pathLst>
                <a:path w="2543" h="1423">
                  <a:moveTo>
                    <a:pt x="0" y="0"/>
                  </a:moveTo>
                  <a:lnTo>
                    <a:pt x="2543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7955933" y="4480105"/>
              <a:ext cx="3806" cy="2150"/>
            </a:xfrm>
            <a:custGeom>
              <a:avLst/>
              <a:pathLst>
                <a:path w="3806" h="2150">
                  <a:moveTo>
                    <a:pt x="0" y="0"/>
                  </a:moveTo>
                  <a:lnTo>
                    <a:pt x="3806" y="2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972519" y="4450198"/>
              <a:ext cx="5120" cy="2786"/>
            </a:xfrm>
            <a:custGeom>
              <a:avLst/>
              <a:pathLst>
                <a:path w="5120" h="2786">
                  <a:moveTo>
                    <a:pt x="0" y="0"/>
                  </a:moveTo>
                  <a:lnTo>
                    <a:pt x="5120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7963011" y="4464478"/>
              <a:ext cx="1274" cy="706"/>
            </a:xfrm>
            <a:custGeom>
              <a:avLst/>
              <a:pathLst>
                <a:path w="1274" h="706">
                  <a:moveTo>
                    <a:pt x="0" y="0"/>
                  </a:moveTo>
                  <a:lnTo>
                    <a:pt x="1274" y="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978809" y="4435464"/>
              <a:ext cx="8997" cy="4809"/>
            </a:xfrm>
            <a:custGeom>
              <a:avLst/>
              <a:pathLst>
                <a:path w="8997" h="4809">
                  <a:moveTo>
                    <a:pt x="0" y="0"/>
                  </a:moveTo>
                  <a:lnTo>
                    <a:pt x="8997" y="4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968407" y="4448607"/>
              <a:ext cx="2559" cy="1393"/>
            </a:xfrm>
            <a:custGeom>
              <a:avLst/>
              <a:pathLst>
                <a:path w="2559" h="1393">
                  <a:moveTo>
                    <a:pt x="0" y="0"/>
                  </a:moveTo>
                  <a:lnTo>
                    <a:pt x="2559" y="1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982636" y="4422030"/>
              <a:ext cx="10317" cy="5430"/>
            </a:xfrm>
            <a:custGeom>
              <a:avLst/>
              <a:pathLst>
                <a:path w="10317" h="5430">
                  <a:moveTo>
                    <a:pt x="0" y="0"/>
                  </a:moveTo>
                  <a:lnTo>
                    <a:pt x="10317" y="5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7970429" y="4432592"/>
              <a:ext cx="5139" cy="2751"/>
            </a:xfrm>
            <a:custGeom>
              <a:avLst/>
              <a:pathLst>
                <a:path w="5139" h="2751">
                  <a:moveTo>
                    <a:pt x="0" y="0"/>
                  </a:moveTo>
                  <a:lnTo>
                    <a:pt x="5139" y="2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7992574" y="4390082"/>
              <a:ext cx="13000" cy="6587"/>
            </a:xfrm>
            <a:custGeom>
              <a:avLst/>
              <a:pathLst>
                <a:path w="13000" h="6587">
                  <a:moveTo>
                    <a:pt x="0" y="0"/>
                  </a:moveTo>
                  <a:lnTo>
                    <a:pt x="13000" y="6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7977744" y="4409380"/>
              <a:ext cx="3877" cy="2020"/>
            </a:xfrm>
            <a:custGeom>
              <a:avLst/>
              <a:pathLst>
                <a:path w="3877" h="2020">
                  <a:moveTo>
                    <a:pt x="0" y="0"/>
                  </a:moveTo>
                  <a:lnTo>
                    <a:pt x="3877" y="2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8001299" y="4362773"/>
              <a:ext cx="18321" cy="8978"/>
            </a:xfrm>
            <a:custGeom>
              <a:avLst/>
              <a:pathLst>
                <a:path w="18321" h="8978">
                  <a:moveTo>
                    <a:pt x="0" y="0"/>
                  </a:moveTo>
                  <a:lnTo>
                    <a:pt x="18321" y="89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7977959" y="4380233"/>
              <a:ext cx="11706" cy="5916"/>
            </a:xfrm>
            <a:custGeom>
              <a:avLst/>
              <a:pathLst>
                <a:path w="11706" h="5916">
                  <a:moveTo>
                    <a:pt x="0" y="0"/>
                  </a:moveTo>
                  <a:lnTo>
                    <a:pt x="11706" y="59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8020847" y="4290140"/>
              <a:ext cx="22615" cy="10117"/>
            </a:xfrm>
            <a:custGeom>
              <a:avLst/>
              <a:pathLst>
                <a:path w="22615" h="10117">
                  <a:moveTo>
                    <a:pt x="0" y="0"/>
                  </a:moveTo>
                  <a:lnTo>
                    <a:pt x="22615" y="10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7986777" y="4329175"/>
              <a:ext cx="13158" cy="6264"/>
            </a:xfrm>
            <a:custGeom>
              <a:avLst/>
              <a:pathLst>
                <a:path w="13158" h="6264">
                  <a:moveTo>
                    <a:pt x="0" y="0"/>
                  </a:moveTo>
                  <a:lnTo>
                    <a:pt x="13158" y="6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8033673" y="4223207"/>
              <a:ext cx="35061" cy="14369"/>
            </a:xfrm>
            <a:custGeom>
              <a:avLst/>
              <a:pathLst>
                <a:path w="35061" h="14369">
                  <a:moveTo>
                    <a:pt x="0" y="0"/>
                  </a:moveTo>
                  <a:lnTo>
                    <a:pt x="35061" y="1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8009625" y="4275926"/>
              <a:ext cx="1332" cy="589"/>
            </a:xfrm>
            <a:custGeom>
              <a:avLst/>
              <a:pathLst>
                <a:path w="1332" h="589">
                  <a:moveTo>
                    <a:pt x="0" y="0"/>
                  </a:moveTo>
                  <a:lnTo>
                    <a:pt x="1332" y="5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8049221" y="4180105"/>
              <a:ext cx="48970" cy="18829"/>
            </a:xfrm>
            <a:custGeom>
              <a:avLst/>
              <a:pathLst>
                <a:path w="48970" h="18829">
                  <a:moveTo>
                    <a:pt x="0" y="0"/>
                  </a:moveTo>
                  <a:lnTo>
                    <a:pt x="48970" y="18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8028670" y="4227704"/>
              <a:ext cx="1346" cy="556"/>
            </a:xfrm>
            <a:custGeom>
              <a:avLst/>
              <a:pathLst>
                <a:path w="1346" h="556">
                  <a:moveTo>
                    <a:pt x="0" y="0"/>
                  </a:moveTo>
                  <a:lnTo>
                    <a:pt x="1346" y="5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8051047" y="4171243"/>
              <a:ext cx="50412" cy="19137"/>
            </a:xfrm>
            <a:custGeom>
              <a:avLst/>
              <a:pathLst>
                <a:path w="50412" h="19137">
                  <a:moveTo>
                    <a:pt x="0" y="0"/>
                  </a:moveTo>
                  <a:lnTo>
                    <a:pt x="50412" y="19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l241"/>
            <p:cNvSpPr/>
            <p:nvPr/>
          </p:nvSpPr>
          <p:spPr>
            <a:xfrm>
              <a:off x="8017031" y="4190427"/>
              <a:ext cx="23032" cy="9128"/>
            </a:xfrm>
            <a:custGeom>
              <a:avLst/>
              <a:pathLst>
                <a:path w="23032" h="9128">
                  <a:moveTo>
                    <a:pt x="0" y="0"/>
                  </a:moveTo>
                  <a:lnTo>
                    <a:pt x="23032" y="9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8063998" y="4059158"/>
              <a:ext cx="52743" cy="16887"/>
            </a:xfrm>
            <a:custGeom>
              <a:avLst/>
              <a:pathLst>
                <a:path w="52743" h="16887">
                  <a:moveTo>
                    <a:pt x="0" y="0"/>
                  </a:moveTo>
                  <a:lnTo>
                    <a:pt x="52743" y="16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243"/>
            <p:cNvSpPr/>
            <p:nvPr/>
          </p:nvSpPr>
          <p:spPr>
            <a:xfrm>
              <a:off x="8029272" y="4120770"/>
              <a:ext cx="12349" cy="4418"/>
            </a:xfrm>
            <a:custGeom>
              <a:avLst/>
              <a:pathLst>
                <a:path w="12349" h="4418">
                  <a:moveTo>
                    <a:pt x="0" y="0"/>
                  </a:moveTo>
                  <a:lnTo>
                    <a:pt x="12349" y="4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244"/>
            <p:cNvSpPr/>
            <p:nvPr/>
          </p:nvSpPr>
          <p:spPr>
            <a:xfrm>
              <a:off x="8077310" y="3967965"/>
              <a:ext cx="77345" cy="21038"/>
            </a:xfrm>
            <a:custGeom>
              <a:avLst/>
              <a:pathLst>
                <a:path w="77345" h="21038">
                  <a:moveTo>
                    <a:pt x="0" y="0"/>
                  </a:moveTo>
                  <a:lnTo>
                    <a:pt x="77345" y="21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245"/>
            <p:cNvSpPr/>
            <p:nvPr/>
          </p:nvSpPr>
          <p:spPr>
            <a:xfrm>
              <a:off x="7974144" y="4019486"/>
              <a:ext cx="80637" cy="25350"/>
            </a:xfrm>
            <a:custGeom>
              <a:avLst/>
              <a:pathLst>
                <a:path w="80637" h="25350">
                  <a:moveTo>
                    <a:pt x="0" y="0"/>
                  </a:moveTo>
                  <a:lnTo>
                    <a:pt x="80637" y="253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246"/>
            <p:cNvSpPr/>
            <p:nvPr/>
          </p:nvSpPr>
          <p:spPr>
            <a:xfrm>
              <a:off x="8064245" y="3474631"/>
              <a:ext cx="93247" cy="2161"/>
            </a:xfrm>
            <a:custGeom>
              <a:avLst/>
              <a:pathLst>
                <a:path w="93247" h="2161">
                  <a:moveTo>
                    <a:pt x="0" y="0"/>
                  </a:moveTo>
                  <a:lnTo>
                    <a:pt x="93247" y="2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247"/>
            <p:cNvSpPr/>
            <p:nvPr/>
          </p:nvSpPr>
          <p:spPr>
            <a:xfrm>
              <a:off x="7927562" y="4542890"/>
              <a:ext cx="1245" cy="757"/>
            </a:xfrm>
            <a:custGeom>
              <a:avLst/>
              <a:pathLst>
                <a:path w="1245" h="757">
                  <a:moveTo>
                    <a:pt x="0" y="0"/>
                  </a:moveTo>
                  <a:lnTo>
                    <a:pt x="1245" y="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248"/>
            <p:cNvSpPr/>
            <p:nvPr/>
          </p:nvSpPr>
          <p:spPr>
            <a:xfrm>
              <a:off x="7932300" y="4535062"/>
              <a:ext cx="1248" cy="751"/>
            </a:xfrm>
            <a:custGeom>
              <a:avLst/>
              <a:pathLst>
                <a:path w="1248" h="751">
                  <a:moveTo>
                    <a:pt x="0" y="0"/>
                  </a:moveTo>
                  <a:lnTo>
                    <a:pt x="1248" y="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249"/>
            <p:cNvSpPr/>
            <p:nvPr/>
          </p:nvSpPr>
          <p:spPr>
            <a:xfrm>
              <a:off x="7928689" y="4538224"/>
              <a:ext cx="1246" cy="754"/>
            </a:xfrm>
            <a:custGeom>
              <a:avLst/>
              <a:pathLst>
                <a:path w="1246" h="754">
                  <a:moveTo>
                    <a:pt x="0" y="0"/>
                  </a:moveTo>
                  <a:lnTo>
                    <a:pt x="1246" y="7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250"/>
            <p:cNvSpPr/>
            <p:nvPr/>
          </p:nvSpPr>
          <p:spPr>
            <a:xfrm>
              <a:off x="7935753" y="4526466"/>
              <a:ext cx="2503" cy="1493"/>
            </a:xfrm>
            <a:custGeom>
              <a:avLst/>
              <a:pathLst>
                <a:path w="2503" h="1493">
                  <a:moveTo>
                    <a:pt x="0" y="0"/>
                  </a:moveTo>
                  <a:lnTo>
                    <a:pt x="2503" y="14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7930981" y="4531600"/>
              <a:ext cx="1249" cy="750"/>
            </a:xfrm>
            <a:custGeom>
              <a:avLst/>
              <a:pathLst>
                <a:path w="1249" h="750">
                  <a:moveTo>
                    <a:pt x="0" y="0"/>
                  </a:moveTo>
                  <a:lnTo>
                    <a:pt x="1249" y="7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7939166" y="4517861"/>
              <a:ext cx="3764" cy="2223"/>
            </a:xfrm>
            <a:custGeom>
              <a:avLst/>
              <a:pathLst>
                <a:path w="3764" h="2223">
                  <a:moveTo>
                    <a:pt x="0" y="0"/>
                  </a:moveTo>
                  <a:lnTo>
                    <a:pt x="3764" y="2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7933834" y="4523992"/>
              <a:ext cx="1252" cy="745"/>
            </a:xfrm>
            <a:custGeom>
              <a:avLst/>
              <a:pathLst>
                <a:path w="1252" h="745">
                  <a:moveTo>
                    <a:pt x="0" y="0"/>
                  </a:moveTo>
                  <a:lnTo>
                    <a:pt x="1252" y="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7942539" y="4509247"/>
              <a:ext cx="5031" cy="2943"/>
            </a:xfrm>
            <a:custGeom>
              <a:avLst/>
              <a:pathLst>
                <a:path w="5031" h="2943">
                  <a:moveTo>
                    <a:pt x="0" y="0"/>
                  </a:moveTo>
                  <a:lnTo>
                    <a:pt x="5031" y="2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7936946" y="4515888"/>
              <a:ext cx="1255" cy="740"/>
            </a:xfrm>
            <a:custGeom>
              <a:avLst/>
              <a:pathLst>
                <a:path w="1255" h="740">
                  <a:moveTo>
                    <a:pt x="0" y="0"/>
                  </a:moveTo>
                  <a:lnTo>
                    <a:pt x="1255" y="7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7945872" y="4500625"/>
              <a:ext cx="6305" cy="3652"/>
            </a:xfrm>
            <a:custGeom>
              <a:avLst/>
              <a:pathLst>
                <a:path w="6305" h="3652">
                  <a:moveTo>
                    <a:pt x="0" y="0"/>
                  </a:moveTo>
                  <a:lnTo>
                    <a:pt x="6305" y="3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7913149" y="4566254"/>
              <a:ext cx="1235" cy="773"/>
            </a:xfrm>
            <a:custGeom>
              <a:avLst/>
              <a:pathLst>
                <a:path w="1235" h="773">
                  <a:moveTo>
                    <a:pt x="0" y="0"/>
                  </a:moveTo>
                  <a:lnTo>
                    <a:pt x="1235" y="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7917987" y="4558487"/>
              <a:ext cx="1238" cy="767"/>
            </a:xfrm>
            <a:custGeom>
              <a:avLst/>
              <a:pathLst>
                <a:path w="1238" h="767">
                  <a:moveTo>
                    <a:pt x="0" y="0"/>
                  </a:moveTo>
                  <a:lnTo>
                    <a:pt x="1238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259"/>
            <p:cNvSpPr/>
            <p:nvPr/>
          </p:nvSpPr>
          <p:spPr>
            <a:xfrm>
              <a:off x="7914335" y="4561603"/>
              <a:ext cx="1237" cy="770"/>
            </a:xfrm>
            <a:custGeom>
              <a:avLst/>
              <a:pathLst>
                <a:path w="1237" h="770">
                  <a:moveTo>
                    <a:pt x="0" y="0"/>
                  </a:moveTo>
                  <a:lnTo>
                    <a:pt x="1237" y="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260"/>
            <p:cNvSpPr/>
            <p:nvPr/>
          </p:nvSpPr>
          <p:spPr>
            <a:xfrm>
              <a:off x="7921549" y="4549936"/>
              <a:ext cx="2483" cy="1525"/>
            </a:xfrm>
            <a:custGeom>
              <a:avLst/>
              <a:pathLst>
                <a:path w="2483" h="1525">
                  <a:moveTo>
                    <a:pt x="0" y="0"/>
                  </a:moveTo>
                  <a:lnTo>
                    <a:pt x="2483" y="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261"/>
            <p:cNvSpPr/>
            <p:nvPr/>
          </p:nvSpPr>
          <p:spPr>
            <a:xfrm>
              <a:off x="7903374" y="4581727"/>
              <a:ext cx="1228" cy="783"/>
            </a:xfrm>
            <a:custGeom>
              <a:avLst/>
              <a:pathLst>
                <a:path w="1228" h="783">
                  <a:moveTo>
                    <a:pt x="0" y="0"/>
                  </a:moveTo>
                  <a:lnTo>
                    <a:pt x="1228" y="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262"/>
            <p:cNvSpPr/>
            <p:nvPr/>
          </p:nvSpPr>
          <p:spPr>
            <a:xfrm>
              <a:off x="7908278" y="4574001"/>
              <a:ext cx="1232" cy="778"/>
            </a:xfrm>
            <a:custGeom>
              <a:avLst/>
              <a:pathLst>
                <a:path w="1232" h="778">
                  <a:moveTo>
                    <a:pt x="0" y="0"/>
                  </a:moveTo>
                  <a:lnTo>
                    <a:pt x="1232" y="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263"/>
            <p:cNvSpPr/>
            <p:nvPr/>
          </p:nvSpPr>
          <p:spPr>
            <a:xfrm>
              <a:off x="7888465" y="4604778"/>
              <a:ext cx="1218" cy="799"/>
            </a:xfrm>
            <a:custGeom>
              <a:avLst/>
              <a:pathLst>
                <a:path w="1218" h="799">
                  <a:moveTo>
                    <a:pt x="0" y="0"/>
                  </a:moveTo>
                  <a:lnTo>
                    <a:pt x="1218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l264"/>
            <p:cNvSpPr/>
            <p:nvPr/>
          </p:nvSpPr>
          <p:spPr>
            <a:xfrm>
              <a:off x="7893468" y="4597115"/>
              <a:ext cx="1222" cy="794"/>
            </a:xfrm>
            <a:custGeom>
              <a:avLst/>
              <a:pathLst>
                <a:path w="1222" h="794">
                  <a:moveTo>
                    <a:pt x="0" y="0"/>
                  </a:moveTo>
                  <a:lnTo>
                    <a:pt x="1222" y="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l265"/>
            <p:cNvSpPr/>
            <p:nvPr/>
          </p:nvSpPr>
          <p:spPr>
            <a:xfrm>
              <a:off x="7889750" y="4600152"/>
              <a:ext cx="1220" cy="796"/>
            </a:xfrm>
            <a:custGeom>
              <a:avLst/>
              <a:pathLst>
                <a:path w="1220" h="796">
                  <a:moveTo>
                    <a:pt x="0" y="0"/>
                  </a:moveTo>
                  <a:lnTo>
                    <a:pt x="1220" y="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l266"/>
            <p:cNvSpPr/>
            <p:nvPr/>
          </p:nvSpPr>
          <p:spPr>
            <a:xfrm>
              <a:off x="7897212" y="4588643"/>
              <a:ext cx="2450" cy="1577"/>
            </a:xfrm>
            <a:custGeom>
              <a:avLst/>
              <a:pathLst>
                <a:path w="2450" h="1577">
                  <a:moveTo>
                    <a:pt x="0" y="0"/>
                  </a:moveTo>
                  <a:lnTo>
                    <a:pt x="2450" y="1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l267"/>
            <p:cNvSpPr/>
            <p:nvPr/>
          </p:nvSpPr>
          <p:spPr>
            <a:xfrm>
              <a:off x="7873262" y="4627636"/>
              <a:ext cx="1208" cy="814"/>
            </a:xfrm>
            <a:custGeom>
              <a:avLst/>
              <a:pathLst>
                <a:path w="1208" h="814">
                  <a:moveTo>
                    <a:pt x="0" y="0"/>
                  </a:moveTo>
                  <a:lnTo>
                    <a:pt x="1208" y="8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l268"/>
            <p:cNvSpPr/>
            <p:nvPr/>
          </p:nvSpPr>
          <p:spPr>
            <a:xfrm>
              <a:off x="7878362" y="4620038"/>
              <a:ext cx="1211" cy="809"/>
            </a:xfrm>
            <a:custGeom>
              <a:avLst/>
              <a:pathLst>
                <a:path w="1211" h="809">
                  <a:moveTo>
                    <a:pt x="0" y="0"/>
                  </a:moveTo>
                  <a:lnTo>
                    <a:pt x="1211" y="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l269"/>
            <p:cNvSpPr/>
            <p:nvPr/>
          </p:nvSpPr>
          <p:spPr>
            <a:xfrm>
              <a:off x="7862965" y="4642766"/>
              <a:ext cx="1201" cy="825"/>
            </a:xfrm>
            <a:custGeom>
              <a:avLst/>
              <a:pathLst>
                <a:path w="1201" h="825">
                  <a:moveTo>
                    <a:pt x="0" y="0"/>
                  </a:moveTo>
                  <a:lnTo>
                    <a:pt x="1201" y="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l270"/>
            <p:cNvSpPr/>
            <p:nvPr/>
          </p:nvSpPr>
          <p:spPr>
            <a:xfrm>
              <a:off x="7868130" y="4635212"/>
              <a:ext cx="1204" cy="819"/>
            </a:xfrm>
            <a:custGeom>
              <a:avLst/>
              <a:pathLst>
                <a:path w="1204" h="819">
                  <a:moveTo>
                    <a:pt x="0" y="0"/>
                  </a:moveTo>
                  <a:lnTo>
                    <a:pt x="1204" y="8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l271"/>
            <p:cNvSpPr/>
            <p:nvPr/>
          </p:nvSpPr>
          <p:spPr>
            <a:xfrm>
              <a:off x="7847278" y="4665294"/>
              <a:ext cx="1190" cy="840"/>
            </a:xfrm>
            <a:custGeom>
              <a:avLst/>
              <a:pathLst>
                <a:path w="1190" h="840">
                  <a:moveTo>
                    <a:pt x="0" y="0"/>
                  </a:moveTo>
                  <a:lnTo>
                    <a:pt x="1190" y="8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l272"/>
            <p:cNvSpPr/>
            <p:nvPr/>
          </p:nvSpPr>
          <p:spPr>
            <a:xfrm>
              <a:off x="7852539" y="4657807"/>
              <a:ext cx="1194" cy="835"/>
            </a:xfrm>
            <a:custGeom>
              <a:avLst/>
              <a:pathLst>
                <a:path w="1194" h="835">
                  <a:moveTo>
                    <a:pt x="0" y="0"/>
                  </a:moveTo>
                  <a:lnTo>
                    <a:pt x="1194" y="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l273"/>
            <p:cNvSpPr/>
            <p:nvPr/>
          </p:nvSpPr>
          <p:spPr>
            <a:xfrm>
              <a:off x="7836660" y="4680201"/>
              <a:ext cx="1183" cy="850"/>
            </a:xfrm>
            <a:custGeom>
              <a:avLst/>
              <a:pathLst>
                <a:path w="1183" h="850">
                  <a:moveTo>
                    <a:pt x="0" y="0"/>
                  </a:moveTo>
                  <a:lnTo>
                    <a:pt x="1183" y="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7841985" y="4672759"/>
              <a:ext cx="1187" cy="845"/>
            </a:xfrm>
            <a:custGeom>
              <a:avLst/>
              <a:pathLst>
                <a:path w="1187" h="845">
                  <a:moveTo>
                    <a:pt x="0" y="0"/>
                  </a:moveTo>
                  <a:lnTo>
                    <a:pt x="1187" y="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7836956" y="4674787"/>
              <a:ext cx="2370" cy="1696"/>
            </a:xfrm>
            <a:custGeom>
              <a:avLst/>
              <a:pathLst>
                <a:path w="2370" h="1696">
                  <a:moveTo>
                    <a:pt x="0" y="0"/>
                  </a:moveTo>
                  <a:lnTo>
                    <a:pt x="2370" y="1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7847527" y="4659878"/>
              <a:ext cx="2384" cy="1675"/>
            </a:xfrm>
            <a:custGeom>
              <a:avLst/>
              <a:pathLst>
                <a:path w="2384" h="1675">
                  <a:moveTo>
                    <a:pt x="0" y="0"/>
                  </a:moveTo>
                  <a:lnTo>
                    <a:pt x="2384" y="16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7809562" y="4717066"/>
              <a:ext cx="1164" cy="875"/>
            </a:xfrm>
            <a:custGeom>
              <a:avLst/>
              <a:pathLst>
                <a:path w="1164" h="875">
                  <a:moveTo>
                    <a:pt x="0" y="0"/>
                  </a:moveTo>
                  <a:lnTo>
                    <a:pt x="1164" y="8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7815044" y="4709739"/>
              <a:ext cx="1168" cy="870"/>
            </a:xfrm>
            <a:custGeom>
              <a:avLst/>
              <a:pathLst>
                <a:path w="1168" h="870">
                  <a:moveTo>
                    <a:pt x="0" y="0"/>
                  </a:moveTo>
                  <a:lnTo>
                    <a:pt x="1168" y="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7811140" y="4712533"/>
              <a:ext cx="1166" cy="873"/>
            </a:xfrm>
            <a:custGeom>
              <a:avLst/>
              <a:pathLst>
                <a:path w="1166" h="873">
                  <a:moveTo>
                    <a:pt x="0" y="0"/>
                  </a:moveTo>
                  <a:lnTo>
                    <a:pt x="1166" y="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7819323" y="4701524"/>
              <a:ext cx="2344" cy="1731"/>
            </a:xfrm>
            <a:custGeom>
              <a:avLst/>
              <a:pathLst>
                <a:path w="2344" h="1731">
                  <a:moveTo>
                    <a:pt x="0" y="0"/>
                  </a:moveTo>
                  <a:lnTo>
                    <a:pt x="2344" y="1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7814071" y="4706165"/>
              <a:ext cx="1169" cy="869"/>
            </a:xfrm>
            <a:custGeom>
              <a:avLst/>
              <a:pathLst>
                <a:path w="1169" h="869">
                  <a:moveTo>
                    <a:pt x="0" y="0"/>
                  </a:moveTo>
                  <a:lnTo>
                    <a:pt x="1169" y="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7823563" y="4693295"/>
              <a:ext cx="3528" cy="2581"/>
            </a:xfrm>
            <a:custGeom>
              <a:avLst/>
              <a:pathLst>
                <a:path w="3528" h="2581">
                  <a:moveTo>
                    <a:pt x="0" y="0"/>
                  </a:moveTo>
                  <a:lnTo>
                    <a:pt x="3528" y="2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7817656" y="4698874"/>
              <a:ext cx="1172" cy="865"/>
            </a:xfrm>
            <a:custGeom>
              <a:avLst/>
              <a:pathLst>
                <a:path w="1172" h="865">
                  <a:moveTo>
                    <a:pt x="0" y="0"/>
                  </a:moveTo>
                  <a:lnTo>
                    <a:pt x="1172" y="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7827764" y="4685053"/>
              <a:ext cx="4719" cy="3422"/>
            </a:xfrm>
            <a:custGeom>
              <a:avLst/>
              <a:pathLst>
                <a:path w="4719" h="3422">
                  <a:moveTo>
                    <a:pt x="0" y="0"/>
                  </a:moveTo>
                  <a:lnTo>
                    <a:pt x="4719" y="3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l285"/>
            <p:cNvSpPr/>
            <p:nvPr/>
          </p:nvSpPr>
          <p:spPr>
            <a:xfrm>
              <a:off x="7818018" y="4688532"/>
              <a:ext cx="4705" cy="3441"/>
            </a:xfrm>
            <a:custGeom>
              <a:avLst/>
              <a:pathLst>
                <a:path w="4705" h="3441">
                  <a:moveTo>
                    <a:pt x="0" y="0"/>
                  </a:moveTo>
                  <a:lnTo>
                    <a:pt x="4705" y="3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7836313" y="4663128"/>
              <a:ext cx="5944" cy="4214"/>
            </a:xfrm>
            <a:custGeom>
              <a:avLst/>
              <a:pathLst>
                <a:path w="5944" h="4214">
                  <a:moveTo>
                    <a:pt x="0" y="0"/>
                  </a:moveTo>
                  <a:lnTo>
                    <a:pt x="5944" y="4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l287"/>
            <p:cNvSpPr/>
            <p:nvPr/>
          </p:nvSpPr>
          <p:spPr>
            <a:xfrm>
              <a:off x="7826030" y="4675012"/>
              <a:ext cx="1182" cy="851"/>
            </a:xfrm>
            <a:custGeom>
              <a:avLst/>
              <a:pathLst>
                <a:path w="1182" h="851">
                  <a:moveTo>
                    <a:pt x="0" y="0"/>
                  </a:moveTo>
                  <a:lnTo>
                    <a:pt x="1182" y="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l288"/>
            <p:cNvSpPr/>
            <p:nvPr/>
          </p:nvSpPr>
          <p:spPr>
            <a:xfrm>
              <a:off x="7848186" y="4643655"/>
              <a:ext cx="10779" cy="7472"/>
            </a:xfrm>
            <a:custGeom>
              <a:avLst/>
              <a:pathLst>
                <a:path w="10779" h="7472">
                  <a:moveTo>
                    <a:pt x="0" y="0"/>
                  </a:moveTo>
                  <a:lnTo>
                    <a:pt x="10779" y="7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l289"/>
            <p:cNvSpPr/>
            <p:nvPr/>
          </p:nvSpPr>
          <p:spPr>
            <a:xfrm>
              <a:off x="7834798" y="4657702"/>
              <a:ext cx="2380" cy="1682"/>
            </a:xfrm>
            <a:custGeom>
              <a:avLst/>
              <a:pathLst>
                <a:path w="2380" h="1682">
                  <a:moveTo>
                    <a:pt x="0" y="0"/>
                  </a:moveTo>
                  <a:lnTo>
                    <a:pt x="2380" y="16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l290"/>
            <p:cNvSpPr/>
            <p:nvPr/>
          </p:nvSpPr>
          <p:spPr>
            <a:xfrm>
              <a:off x="7853521" y="4630766"/>
              <a:ext cx="12030" cy="8225"/>
            </a:xfrm>
            <a:custGeom>
              <a:avLst/>
              <a:pathLst>
                <a:path w="12030" h="8225">
                  <a:moveTo>
                    <a:pt x="0" y="0"/>
                  </a:moveTo>
                  <a:lnTo>
                    <a:pt x="12030" y="8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1"/>
            <p:cNvSpPr/>
            <p:nvPr/>
          </p:nvSpPr>
          <p:spPr>
            <a:xfrm>
              <a:off x="7841818" y="4642606"/>
              <a:ext cx="2393" cy="1663"/>
            </a:xfrm>
            <a:custGeom>
              <a:avLst/>
              <a:pathLst>
                <a:path w="2393" h="1663">
                  <a:moveTo>
                    <a:pt x="0" y="0"/>
                  </a:moveTo>
                  <a:lnTo>
                    <a:pt x="2393" y="1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l292"/>
            <p:cNvSpPr/>
            <p:nvPr/>
          </p:nvSpPr>
          <p:spPr>
            <a:xfrm>
              <a:off x="7861296" y="4614093"/>
              <a:ext cx="14520" cy="9747"/>
            </a:xfrm>
            <a:custGeom>
              <a:avLst/>
              <a:pathLst>
                <a:path w="14520" h="9747">
                  <a:moveTo>
                    <a:pt x="0" y="0"/>
                  </a:moveTo>
                  <a:lnTo>
                    <a:pt x="14520" y="97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l293"/>
            <p:cNvSpPr/>
            <p:nvPr/>
          </p:nvSpPr>
          <p:spPr>
            <a:xfrm>
              <a:off x="7850411" y="4627567"/>
              <a:ext cx="1203" cy="822"/>
            </a:xfrm>
            <a:custGeom>
              <a:avLst/>
              <a:pathLst>
                <a:path w="1203" h="822">
                  <a:moveTo>
                    <a:pt x="0" y="0"/>
                  </a:moveTo>
                  <a:lnTo>
                    <a:pt x="1203" y="8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l294"/>
            <p:cNvSpPr/>
            <p:nvPr/>
          </p:nvSpPr>
          <p:spPr>
            <a:xfrm>
              <a:off x="7867632" y="4601960"/>
              <a:ext cx="17013" cy="11262"/>
            </a:xfrm>
            <a:custGeom>
              <a:avLst/>
              <a:pathLst>
                <a:path w="17013" h="11262">
                  <a:moveTo>
                    <a:pt x="0" y="0"/>
                  </a:moveTo>
                  <a:lnTo>
                    <a:pt x="17013" y="1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7855440" y="4612355"/>
              <a:ext cx="3628" cy="2439"/>
            </a:xfrm>
            <a:custGeom>
              <a:avLst/>
              <a:pathLst>
                <a:path w="3628" h="2439">
                  <a:moveTo>
                    <a:pt x="0" y="0"/>
                  </a:moveTo>
                  <a:lnTo>
                    <a:pt x="3628" y="2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7875147" y="4582512"/>
              <a:ext cx="18343" cy="11891"/>
            </a:xfrm>
            <a:custGeom>
              <a:avLst/>
              <a:pathLst>
                <a:path w="18343" h="11891">
                  <a:moveTo>
                    <a:pt x="0" y="0"/>
                  </a:moveTo>
                  <a:lnTo>
                    <a:pt x="18343" y="11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7862924" y="4595869"/>
              <a:ext cx="2432" cy="1606"/>
            </a:xfrm>
            <a:custGeom>
              <a:avLst/>
              <a:pathLst>
                <a:path w="2432" h="1606">
                  <a:moveTo>
                    <a:pt x="0" y="0"/>
                  </a:moveTo>
                  <a:lnTo>
                    <a:pt x="2432" y="1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7883682" y="4563808"/>
              <a:ext cx="22147" cy="14058"/>
            </a:xfrm>
            <a:custGeom>
              <a:avLst/>
              <a:pathLst>
                <a:path w="22147" h="14058">
                  <a:moveTo>
                    <a:pt x="0" y="0"/>
                  </a:moveTo>
                  <a:lnTo>
                    <a:pt x="22147" y="14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7869705" y="4577509"/>
              <a:ext cx="3670" cy="2376"/>
            </a:xfrm>
            <a:custGeom>
              <a:avLst/>
              <a:pathLst>
                <a:path w="3670" h="2376">
                  <a:moveTo>
                    <a:pt x="0" y="0"/>
                  </a:moveTo>
                  <a:lnTo>
                    <a:pt x="3670" y="23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7893161" y="4540445"/>
              <a:ext cx="24790" cy="15330"/>
            </a:xfrm>
            <a:custGeom>
              <a:avLst/>
              <a:pathLst>
                <a:path w="24790" h="15330">
                  <a:moveTo>
                    <a:pt x="0" y="0"/>
                  </a:moveTo>
                  <a:lnTo>
                    <a:pt x="24790" y="15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7792928" y="4738905"/>
              <a:ext cx="1153" cy="890"/>
            </a:xfrm>
            <a:custGeom>
              <a:avLst/>
              <a:pathLst>
                <a:path w="1153" h="890">
                  <a:moveTo>
                    <a:pt x="0" y="0"/>
                  </a:moveTo>
                  <a:lnTo>
                    <a:pt x="1153" y="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7798503" y="4731649"/>
              <a:ext cx="1157" cy="885"/>
            </a:xfrm>
            <a:custGeom>
              <a:avLst/>
              <a:pathLst>
                <a:path w="1157" h="885">
                  <a:moveTo>
                    <a:pt x="0" y="0"/>
                  </a:moveTo>
                  <a:lnTo>
                    <a:pt x="1157" y="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3"/>
            <p:cNvSpPr/>
            <p:nvPr/>
          </p:nvSpPr>
          <p:spPr>
            <a:xfrm>
              <a:off x="7794564" y="4734392"/>
              <a:ext cx="1155" cy="888"/>
            </a:xfrm>
            <a:custGeom>
              <a:avLst/>
              <a:pathLst>
                <a:path w="1155" h="888">
                  <a:moveTo>
                    <a:pt x="0" y="0"/>
                  </a:moveTo>
                  <a:lnTo>
                    <a:pt x="1155" y="8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4"/>
            <p:cNvSpPr/>
            <p:nvPr/>
          </p:nvSpPr>
          <p:spPr>
            <a:xfrm>
              <a:off x="7802887" y="4723489"/>
              <a:ext cx="2322" cy="1761"/>
            </a:xfrm>
            <a:custGeom>
              <a:avLst/>
              <a:pathLst>
                <a:path w="2322" h="1761">
                  <a:moveTo>
                    <a:pt x="0" y="0"/>
                  </a:moveTo>
                  <a:lnTo>
                    <a:pt x="2322" y="1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5"/>
            <p:cNvSpPr/>
            <p:nvPr/>
          </p:nvSpPr>
          <p:spPr>
            <a:xfrm>
              <a:off x="7764587" y="4774823"/>
              <a:ext cx="1134" cy="914"/>
            </a:xfrm>
            <a:custGeom>
              <a:avLst/>
              <a:pathLst>
                <a:path w="1134" h="914">
                  <a:moveTo>
                    <a:pt x="0" y="0"/>
                  </a:moveTo>
                  <a:lnTo>
                    <a:pt x="1134" y="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l306"/>
            <p:cNvSpPr/>
            <p:nvPr/>
          </p:nvSpPr>
          <p:spPr>
            <a:xfrm>
              <a:off x="7770316" y="4767688"/>
              <a:ext cx="1138" cy="910"/>
            </a:xfrm>
            <a:custGeom>
              <a:avLst/>
              <a:pathLst>
                <a:path w="1138" h="910">
                  <a:moveTo>
                    <a:pt x="0" y="0"/>
                  </a:moveTo>
                  <a:lnTo>
                    <a:pt x="1138" y="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l307"/>
            <p:cNvSpPr/>
            <p:nvPr/>
          </p:nvSpPr>
          <p:spPr>
            <a:xfrm>
              <a:off x="7766319" y="4770346"/>
              <a:ext cx="1136" cy="912"/>
            </a:xfrm>
            <a:custGeom>
              <a:avLst/>
              <a:pathLst>
                <a:path w="1136" h="912">
                  <a:moveTo>
                    <a:pt x="0" y="0"/>
                  </a:moveTo>
                  <a:lnTo>
                    <a:pt x="1136" y="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l308"/>
            <p:cNvSpPr/>
            <p:nvPr/>
          </p:nvSpPr>
          <p:spPr>
            <a:xfrm>
              <a:off x="7774873" y="4759623"/>
              <a:ext cx="2284" cy="1810"/>
            </a:xfrm>
            <a:custGeom>
              <a:avLst/>
              <a:pathLst>
                <a:path w="2284" h="1810">
                  <a:moveTo>
                    <a:pt x="0" y="0"/>
                  </a:moveTo>
                  <a:lnTo>
                    <a:pt x="2284" y="1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l309"/>
            <p:cNvSpPr/>
            <p:nvPr/>
          </p:nvSpPr>
          <p:spPr>
            <a:xfrm>
              <a:off x="7741366" y="4803118"/>
              <a:ext cx="1118" cy="934"/>
            </a:xfrm>
            <a:custGeom>
              <a:avLst/>
              <a:pathLst>
                <a:path w="1118" h="934">
                  <a:moveTo>
                    <a:pt x="0" y="0"/>
                  </a:moveTo>
                  <a:lnTo>
                    <a:pt x="1118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l310"/>
            <p:cNvSpPr/>
            <p:nvPr/>
          </p:nvSpPr>
          <p:spPr>
            <a:xfrm>
              <a:off x="7747217" y="4796081"/>
              <a:ext cx="1122" cy="929"/>
            </a:xfrm>
            <a:custGeom>
              <a:avLst/>
              <a:pathLst>
                <a:path w="1122" h="929">
                  <a:moveTo>
                    <a:pt x="0" y="0"/>
                  </a:moveTo>
                  <a:lnTo>
                    <a:pt x="1122" y="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l311"/>
            <p:cNvSpPr/>
            <p:nvPr/>
          </p:nvSpPr>
          <p:spPr>
            <a:xfrm>
              <a:off x="7743175" y="4798671"/>
              <a:ext cx="1120" cy="931"/>
            </a:xfrm>
            <a:custGeom>
              <a:avLst/>
              <a:pathLst>
                <a:path w="1120" h="931">
                  <a:moveTo>
                    <a:pt x="0" y="0"/>
                  </a:moveTo>
                  <a:lnTo>
                    <a:pt x="1120" y="9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l312"/>
            <p:cNvSpPr/>
            <p:nvPr/>
          </p:nvSpPr>
          <p:spPr>
            <a:xfrm>
              <a:off x="7751910" y="4788095"/>
              <a:ext cx="2253" cy="1849"/>
            </a:xfrm>
            <a:custGeom>
              <a:avLst/>
              <a:pathLst>
                <a:path w="2253" h="1849">
                  <a:moveTo>
                    <a:pt x="0" y="0"/>
                  </a:moveTo>
                  <a:lnTo>
                    <a:pt x="2253" y="1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l313"/>
            <p:cNvSpPr/>
            <p:nvPr/>
          </p:nvSpPr>
          <p:spPr>
            <a:xfrm>
              <a:off x="7746427" y="4792462"/>
              <a:ext cx="1123" cy="928"/>
            </a:xfrm>
            <a:custGeom>
              <a:avLst/>
              <a:pathLst>
                <a:path w="1123" h="928">
                  <a:moveTo>
                    <a:pt x="0" y="0"/>
                  </a:moveTo>
                  <a:lnTo>
                    <a:pt x="1123" y="9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l314"/>
            <p:cNvSpPr/>
            <p:nvPr/>
          </p:nvSpPr>
          <p:spPr>
            <a:xfrm>
              <a:off x="7756566" y="4780094"/>
              <a:ext cx="3391" cy="2759"/>
            </a:xfrm>
            <a:custGeom>
              <a:avLst/>
              <a:pathLst>
                <a:path w="3391" h="2759">
                  <a:moveTo>
                    <a:pt x="0" y="0"/>
                  </a:moveTo>
                  <a:lnTo>
                    <a:pt x="3391" y="2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l315"/>
            <p:cNvSpPr/>
            <p:nvPr/>
          </p:nvSpPr>
          <p:spPr>
            <a:xfrm>
              <a:off x="7729576" y="4817115"/>
              <a:ext cx="1110" cy="943"/>
            </a:xfrm>
            <a:custGeom>
              <a:avLst/>
              <a:pathLst>
                <a:path w="1110" h="943">
                  <a:moveTo>
                    <a:pt x="0" y="0"/>
                  </a:moveTo>
                  <a:lnTo>
                    <a:pt x="1110" y="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l316"/>
            <p:cNvSpPr/>
            <p:nvPr/>
          </p:nvSpPr>
          <p:spPr>
            <a:xfrm>
              <a:off x="7735486" y="4810129"/>
              <a:ext cx="1114" cy="938"/>
            </a:xfrm>
            <a:custGeom>
              <a:avLst/>
              <a:pathLst>
                <a:path w="1114" h="938">
                  <a:moveTo>
                    <a:pt x="0" y="0"/>
                  </a:moveTo>
                  <a:lnTo>
                    <a:pt x="1114" y="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l317"/>
            <p:cNvSpPr/>
            <p:nvPr/>
          </p:nvSpPr>
          <p:spPr>
            <a:xfrm>
              <a:off x="7711667" y="4837921"/>
              <a:ext cx="1098" cy="957"/>
            </a:xfrm>
            <a:custGeom>
              <a:avLst/>
              <a:pathLst>
                <a:path w="1098" h="957">
                  <a:moveTo>
                    <a:pt x="0" y="0"/>
                  </a:moveTo>
                  <a:lnTo>
                    <a:pt x="1098" y="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7717666" y="4831011"/>
              <a:ext cx="1102" cy="953"/>
            </a:xfrm>
            <a:custGeom>
              <a:avLst/>
              <a:pathLst>
                <a:path w="1102" h="953">
                  <a:moveTo>
                    <a:pt x="0" y="0"/>
                  </a:moveTo>
                  <a:lnTo>
                    <a:pt x="1102" y="9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7713570" y="4833514"/>
              <a:ext cx="1100" cy="955"/>
            </a:xfrm>
            <a:custGeom>
              <a:avLst/>
              <a:pathLst>
                <a:path w="1100" h="955">
                  <a:moveTo>
                    <a:pt x="0" y="0"/>
                  </a:moveTo>
                  <a:lnTo>
                    <a:pt x="1100" y="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7722529" y="4823128"/>
              <a:ext cx="2213" cy="1896"/>
            </a:xfrm>
            <a:custGeom>
              <a:avLst/>
              <a:pathLst>
                <a:path w="2213" h="1896">
                  <a:moveTo>
                    <a:pt x="0" y="0"/>
                  </a:moveTo>
                  <a:lnTo>
                    <a:pt x="2213" y="18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7715851" y="4826424"/>
              <a:ext cx="2207" cy="1903"/>
            </a:xfrm>
            <a:custGeom>
              <a:avLst/>
              <a:pathLst>
                <a:path w="2207" h="1903">
                  <a:moveTo>
                    <a:pt x="0" y="0"/>
                  </a:moveTo>
                  <a:lnTo>
                    <a:pt x="2207" y="1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7729197" y="4810801"/>
              <a:ext cx="3337" cy="2823"/>
            </a:xfrm>
            <a:custGeom>
              <a:avLst/>
              <a:pathLst>
                <a:path w="3337" h="2823">
                  <a:moveTo>
                    <a:pt x="0" y="0"/>
                  </a:moveTo>
                  <a:lnTo>
                    <a:pt x="3337" y="2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7718110" y="4814842"/>
              <a:ext cx="4432" cy="3786"/>
            </a:xfrm>
            <a:custGeom>
              <a:avLst/>
              <a:pathLst>
                <a:path w="4432" h="3786">
                  <a:moveTo>
                    <a:pt x="0" y="0"/>
                  </a:moveTo>
                  <a:lnTo>
                    <a:pt x="4432" y="3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745873" y="4781668"/>
              <a:ext cx="5635" cy="4619"/>
            </a:xfrm>
            <a:custGeom>
              <a:avLst/>
              <a:pathLst>
                <a:path w="5635" h="4619">
                  <a:moveTo>
                    <a:pt x="0" y="0"/>
                  </a:moveTo>
                  <a:lnTo>
                    <a:pt x="5635" y="4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7728723" y="4795519"/>
              <a:ext cx="3352" cy="2805"/>
            </a:xfrm>
            <a:custGeom>
              <a:avLst/>
              <a:pathLst>
                <a:path w="3352" h="2805">
                  <a:moveTo>
                    <a:pt x="0" y="0"/>
                  </a:moveTo>
                  <a:lnTo>
                    <a:pt x="3352" y="28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760351" y="4756812"/>
              <a:ext cx="10253" cy="8179"/>
            </a:xfrm>
            <a:custGeom>
              <a:avLst/>
              <a:pathLst>
                <a:path w="10253" h="8179">
                  <a:moveTo>
                    <a:pt x="0" y="0"/>
                  </a:moveTo>
                  <a:lnTo>
                    <a:pt x="10253" y="8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743522" y="4775336"/>
              <a:ext cx="1128" cy="922"/>
            </a:xfrm>
            <a:custGeom>
              <a:avLst/>
              <a:pathLst>
                <a:path w="1128" h="922">
                  <a:moveTo>
                    <a:pt x="0" y="0"/>
                  </a:moveTo>
                  <a:lnTo>
                    <a:pt x="1128" y="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769077" y="4743441"/>
              <a:ext cx="13752" cy="10803"/>
            </a:xfrm>
            <a:custGeom>
              <a:avLst/>
              <a:pathLst>
                <a:path w="13752" h="10803">
                  <a:moveTo>
                    <a:pt x="0" y="0"/>
                  </a:moveTo>
                  <a:lnTo>
                    <a:pt x="13752" y="108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l329"/>
            <p:cNvSpPr/>
            <p:nvPr/>
          </p:nvSpPr>
          <p:spPr>
            <a:xfrm>
              <a:off x="7755238" y="4758539"/>
              <a:ext cx="1137" cy="911"/>
            </a:xfrm>
            <a:custGeom>
              <a:avLst/>
              <a:pathLst>
                <a:path w="1137" h="911">
                  <a:moveTo>
                    <a:pt x="0" y="0"/>
                  </a:moveTo>
                  <a:lnTo>
                    <a:pt x="1137" y="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7773522" y="4735392"/>
              <a:ext cx="14948" cy="11640"/>
            </a:xfrm>
            <a:custGeom>
              <a:avLst/>
              <a:pathLst>
                <a:path w="14948" h="11640">
                  <a:moveTo>
                    <a:pt x="0" y="0"/>
                  </a:moveTo>
                  <a:lnTo>
                    <a:pt x="14948" y="11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l331"/>
            <p:cNvSpPr/>
            <p:nvPr/>
          </p:nvSpPr>
          <p:spPr>
            <a:xfrm>
              <a:off x="7693493" y="4858496"/>
              <a:ext cx="1086" cy="971"/>
            </a:xfrm>
            <a:custGeom>
              <a:avLst/>
              <a:pathLst>
                <a:path w="1086" h="971">
                  <a:moveTo>
                    <a:pt x="0" y="0"/>
                  </a:moveTo>
                  <a:lnTo>
                    <a:pt x="1086" y="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l332"/>
            <p:cNvSpPr/>
            <p:nvPr/>
          </p:nvSpPr>
          <p:spPr>
            <a:xfrm>
              <a:off x="7699580" y="4851664"/>
              <a:ext cx="1090" cy="967"/>
            </a:xfrm>
            <a:custGeom>
              <a:avLst/>
              <a:pathLst>
                <a:path w="1090" h="967">
                  <a:moveTo>
                    <a:pt x="0" y="0"/>
                  </a:moveTo>
                  <a:lnTo>
                    <a:pt x="1090" y="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l333"/>
            <p:cNvSpPr/>
            <p:nvPr/>
          </p:nvSpPr>
          <p:spPr>
            <a:xfrm>
              <a:off x="7695452" y="4854114"/>
              <a:ext cx="1088" cy="969"/>
            </a:xfrm>
            <a:custGeom>
              <a:avLst/>
              <a:pathLst>
                <a:path w="1088" h="969">
                  <a:moveTo>
                    <a:pt x="0" y="0"/>
                  </a:moveTo>
                  <a:lnTo>
                    <a:pt x="1088" y="9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l334"/>
            <p:cNvSpPr/>
            <p:nvPr/>
          </p:nvSpPr>
          <p:spPr>
            <a:xfrm>
              <a:off x="7704544" y="4843843"/>
              <a:ext cx="2188" cy="1924"/>
            </a:xfrm>
            <a:custGeom>
              <a:avLst/>
              <a:pathLst>
                <a:path w="2188" h="1924">
                  <a:moveTo>
                    <a:pt x="0" y="0"/>
                  </a:moveTo>
                  <a:lnTo>
                    <a:pt x="2188" y="19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l335"/>
            <p:cNvSpPr/>
            <p:nvPr/>
          </p:nvSpPr>
          <p:spPr>
            <a:xfrm>
              <a:off x="7668854" y="4885565"/>
              <a:ext cx="1069" cy="990"/>
            </a:xfrm>
            <a:custGeom>
              <a:avLst/>
              <a:pathLst>
                <a:path w="1069" h="990">
                  <a:moveTo>
                    <a:pt x="0" y="0"/>
                  </a:moveTo>
                  <a:lnTo>
                    <a:pt x="1069" y="9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l336"/>
            <p:cNvSpPr/>
            <p:nvPr/>
          </p:nvSpPr>
          <p:spPr>
            <a:xfrm>
              <a:off x="7675057" y="4878837"/>
              <a:ext cx="1073" cy="985"/>
            </a:xfrm>
            <a:custGeom>
              <a:avLst/>
              <a:pathLst>
                <a:path w="1073" h="985">
                  <a:moveTo>
                    <a:pt x="0" y="0"/>
                  </a:moveTo>
                  <a:lnTo>
                    <a:pt x="1073" y="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l337"/>
            <p:cNvSpPr/>
            <p:nvPr/>
          </p:nvSpPr>
          <p:spPr>
            <a:xfrm>
              <a:off x="7670888" y="4881216"/>
              <a:ext cx="1071" cy="987"/>
            </a:xfrm>
            <a:custGeom>
              <a:avLst/>
              <a:pathLst>
                <a:path w="1071" h="987">
                  <a:moveTo>
                    <a:pt x="0" y="0"/>
                  </a:moveTo>
                  <a:lnTo>
                    <a:pt x="1071" y="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l338"/>
            <p:cNvSpPr/>
            <p:nvPr/>
          </p:nvSpPr>
          <p:spPr>
            <a:xfrm>
              <a:off x="7680154" y="4871102"/>
              <a:ext cx="2155" cy="1962"/>
            </a:xfrm>
            <a:custGeom>
              <a:avLst/>
              <a:pathLst>
                <a:path w="2155" h="1962">
                  <a:moveTo>
                    <a:pt x="0" y="0"/>
                  </a:moveTo>
                  <a:lnTo>
                    <a:pt x="2155" y="1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7674454" y="4875182"/>
              <a:ext cx="1074" cy="984"/>
            </a:xfrm>
            <a:custGeom>
              <a:avLst/>
              <a:pathLst>
                <a:path w="1074" h="984">
                  <a:moveTo>
                    <a:pt x="0" y="0"/>
                  </a:moveTo>
                  <a:lnTo>
                    <a:pt x="1074" y="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7685213" y="4863350"/>
              <a:ext cx="3245" cy="2929"/>
            </a:xfrm>
            <a:custGeom>
              <a:avLst/>
              <a:pathLst>
                <a:path w="3245" h="2929">
                  <a:moveTo>
                    <a:pt x="0" y="0"/>
                  </a:moveTo>
                  <a:lnTo>
                    <a:pt x="3245" y="2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7656362" y="4898940"/>
              <a:ext cx="1060" cy="999"/>
            </a:xfrm>
            <a:custGeom>
              <a:avLst/>
              <a:pathLst>
                <a:path w="1060" h="999">
                  <a:moveTo>
                    <a:pt x="0" y="0"/>
                  </a:moveTo>
                  <a:lnTo>
                    <a:pt x="1060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7662623" y="4892266"/>
              <a:ext cx="1065" cy="994"/>
            </a:xfrm>
            <a:custGeom>
              <a:avLst/>
              <a:pathLst>
                <a:path w="1065" h="994">
                  <a:moveTo>
                    <a:pt x="0" y="0"/>
                  </a:moveTo>
                  <a:lnTo>
                    <a:pt x="1065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7637412" y="4918802"/>
              <a:ext cx="1047" cy="1012"/>
            </a:xfrm>
            <a:custGeom>
              <a:avLst/>
              <a:pathLst>
                <a:path w="1047" h="1012">
                  <a:moveTo>
                    <a:pt x="0" y="0"/>
                  </a:moveTo>
                  <a:lnTo>
                    <a:pt x="1047" y="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7643757" y="4912208"/>
              <a:ext cx="1052" cy="1008"/>
            </a:xfrm>
            <a:custGeom>
              <a:avLst/>
              <a:pathLst>
                <a:path w="1052" h="1008">
                  <a:moveTo>
                    <a:pt x="0" y="0"/>
                  </a:moveTo>
                  <a:lnTo>
                    <a:pt x="1052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7624638" y="4931908"/>
              <a:ext cx="1039" cy="1021"/>
            </a:xfrm>
            <a:custGeom>
              <a:avLst/>
              <a:pathLst>
                <a:path w="1039" h="1021">
                  <a:moveTo>
                    <a:pt x="0" y="0"/>
                  </a:moveTo>
                  <a:lnTo>
                    <a:pt x="1039" y="1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7631039" y="4925369"/>
              <a:ext cx="1043" cy="1017"/>
            </a:xfrm>
            <a:custGeom>
              <a:avLst/>
              <a:pathLst>
                <a:path w="1043" h="1017">
                  <a:moveTo>
                    <a:pt x="0" y="0"/>
                  </a:moveTo>
                  <a:lnTo>
                    <a:pt x="1043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l347"/>
            <p:cNvSpPr/>
            <p:nvPr/>
          </p:nvSpPr>
          <p:spPr>
            <a:xfrm>
              <a:off x="7625759" y="4926603"/>
              <a:ext cx="2082" cy="2038"/>
            </a:xfrm>
            <a:custGeom>
              <a:avLst/>
              <a:pathLst>
                <a:path w="2082" h="2038">
                  <a:moveTo>
                    <a:pt x="0" y="0"/>
                  </a:moveTo>
                  <a:lnTo>
                    <a:pt x="2082" y="2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l348"/>
            <p:cNvSpPr/>
            <p:nvPr/>
          </p:nvSpPr>
          <p:spPr>
            <a:xfrm>
              <a:off x="7638488" y="4913488"/>
              <a:ext cx="2100" cy="2021"/>
            </a:xfrm>
            <a:custGeom>
              <a:avLst/>
              <a:pathLst>
                <a:path w="2100" h="2021">
                  <a:moveTo>
                    <a:pt x="0" y="0"/>
                  </a:moveTo>
                  <a:lnTo>
                    <a:pt x="2100" y="2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l349"/>
            <p:cNvSpPr/>
            <p:nvPr/>
          </p:nvSpPr>
          <p:spPr>
            <a:xfrm>
              <a:off x="7631091" y="4919044"/>
              <a:ext cx="1045" cy="1015"/>
            </a:xfrm>
            <a:custGeom>
              <a:avLst/>
              <a:pathLst>
                <a:path w="1045" h="1015">
                  <a:moveTo>
                    <a:pt x="0" y="0"/>
                  </a:moveTo>
                  <a:lnTo>
                    <a:pt x="1045" y="1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l350"/>
            <p:cNvSpPr/>
            <p:nvPr/>
          </p:nvSpPr>
          <p:spPr>
            <a:xfrm>
              <a:off x="7646904" y="4902576"/>
              <a:ext cx="4226" cy="4015"/>
            </a:xfrm>
            <a:custGeom>
              <a:avLst/>
              <a:pathLst>
                <a:path w="4226" h="4015">
                  <a:moveTo>
                    <a:pt x="0" y="0"/>
                  </a:moveTo>
                  <a:lnTo>
                    <a:pt x="4226" y="4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l351"/>
            <p:cNvSpPr/>
            <p:nvPr/>
          </p:nvSpPr>
          <p:spPr>
            <a:xfrm>
              <a:off x="7605267" y="4951361"/>
              <a:ext cx="1026" cy="1034"/>
            </a:xfrm>
            <a:custGeom>
              <a:avLst/>
              <a:pathLst>
                <a:path w="1026" h="1034">
                  <a:moveTo>
                    <a:pt x="0" y="0"/>
                  </a:moveTo>
                  <a:lnTo>
                    <a:pt x="1026" y="1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l352"/>
            <p:cNvSpPr/>
            <p:nvPr/>
          </p:nvSpPr>
          <p:spPr>
            <a:xfrm>
              <a:off x="7611752" y="4944904"/>
              <a:ext cx="1030" cy="1030"/>
            </a:xfrm>
            <a:custGeom>
              <a:avLst/>
              <a:pathLst>
                <a:path w="1030" h="1030">
                  <a:moveTo>
                    <a:pt x="0" y="0"/>
                  </a:moveTo>
                  <a:lnTo>
                    <a:pt x="1030" y="1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l353"/>
            <p:cNvSpPr/>
            <p:nvPr/>
          </p:nvSpPr>
          <p:spPr>
            <a:xfrm>
              <a:off x="7585650" y="4970564"/>
              <a:ext cx="1012" cy="1047"/>
            </a:xfrm>
            <a:custGeom>
              <a:avLst/>
              <a:pathLst>
                <a:path w="1012" h="1047">
                  <a:moveTo>
                    <a:pt x="0" y="0"/>
                  </a:moveTo>
                  <a:lnTo>
                    <a:pt x="1012" y="10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7592216" y="4964191"/>
              <a:ext cx="1017" cy="1043"/>
            </a:xfrm>
            <a:custGeom>
              <a:avLst/>
              <a:pathLst>
                <a:path w="1017" h="1043">
                  <a:moveTo>
                    <a:pt x="0" y="0"/>
                  </a:moveTo>
                  <a:lnTo>
                    <a:pt x="1017" y="10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7587921" y="4966335"/>
              <a:ext cx="1015" cy="1045"/>
            </a:xfrm>
            <a:custGeom>
              <a:avLst/>
              <a:pathLst>
                <a:path w="1015" h="1045">
                  <a:moveTo>
                    <a:pt x="0" y="0"/>
                  </a:moveTo>
                  <a:lnTo>
                    <a:pt x="1015" y="1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7597734" y="4956751"/>
              <a:ext cx="2043" cy="2078"/>
            </a:xfrm>
            <a:custGeom>
              <a:avLst/>
              <a:pathLst>
                <a:path w="2043" h="2078">
                  <a:moveTo>
                    <a:pt x="0" y="0"/>
                  </a:moveTo>
                  <a:lnTo>
                    <a:pt x="2043" y="2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7590798" y="4959466"/>
              <a:ext cx="2036" cy="2085"/>
            </a:xfrm>
            <a:custGeom>
              <a:avLst/>
              <a:pathLst>
                <a:path w="2036" h="2085">
                  <a:moveTo>
                    <a:pt x="0" y="0"/>
                  </a:moveTo>
                  <a:lnTo>
                    <a:pt x="2036" y="20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7605428" y="4945038"/>
              <a:ext cx="3084" cy="3098"/>
            </a:xfrm>
            <a:custGeom>
              <a:avLst/>
              <a:pathLst>
                <a:path w="3084" h="3098">
                  <a:moveTo>
                    <a:pt x="0" y="0"/>
                  </a:moveTo>
                  <a:lnTo>
                    <a:pt x="3084" y="3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7597107" y="4951232"/>
              <a:ext cx="1023" cy="1037"/>
            </a:xfrm>
            <a:custGeom>
              <a:avLst/>
              <a:pathLst>
                <a:path w="1023" h="1037">
                  <a:moveTo>
                    <a:pt x="0" y="0"/>
                  </a:moveTo>
                  <a:lnTo>
                    <a:pt x="1023" y="10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7614069" y="4934315"/>
              <a:ext cx="5174" cy="5130"/>
            </a:xfrm>
            <a:custGeom>
              <a:avLst/>
              <a:pathLst>
                <a:path w="5174" h="5130">
                  <a:moveTo>
                    <a:pt x="0" y="0"/>
                  </a:moveTo>
                  <a:lnTo>
                    <a:pt x="5174" y="5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7600466" y="4937638"/>
              <a:ext cx="5145" cy="5159"/>
            </a:xfrm>
            <a:custGeom>
              <a:avLst/>
              <a:pathLst>
                <a:path w="5145" h="5159">
                  <a:moveTo>
                    <a:pt x="0" y="0"/>
                  </a:moveTo>
                  <a:lnTo>
                    <a:pt x="5145" y="5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7632712" y="4904775"/>
              <a:ext cx="6307" cy="6056"/>
            </a:xfrm>
            <a:custGeom>
              <a:avLst/>
              <a:pathLst>
                <a:path w="6307" h="6056">
                  <a:moveTo>
                    <a:pt x="0" y="0"/>
                  </a:moveTo>
                  <a:lnTo>
                    <a:pt x="6307" y="6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7614598" y="4919252"/>
              <a:ext cx="2080" cy="2041"/>
            </a:xfrm>
            <a:custGeom>
              <a:avLst/>
              <a:pathLst>
                <a:path w="2080" h="2041">
                  <a:moveTo>
                    <a:pt x="0" y="0"/>
                  </a:moveTo>
                  <a:lnTo>
                    <a:pt x="2080" y="20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7647803" y="4884639"/>
              <a:ext cx="11692" cy="10967"/>
            </a:xfrm>
            <a:custGeom>
              <a:avLst/>
              <a:pathLst>
                <a:path w="11692" h="10967">
                  <a:moveTo>
                    <a:pt x="0" y="0"/>
                  </a:moveTo>
                  <a:lnTo>
                    <a:pt x="11692" y="10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7627091" y="4898003"/>
              <a:ext cx="4206" cy="4035"/>
            </a:xfrm>
            <a:custGeom>
              <a:avLst/>
              <a:pathLst>
                <a:path w="4206" h="4035">
                  <a:moveTo>
                    <a:pt x="0" y="0"/>
                  </a:moveTo>
                  <a:lnTo>
                    <a:pt x="4206" y="40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7665827" y="4856530"/>
              <a:ext cx="14017" cy="12745"/>
            </a:xfrm>
            <a:custGeom>
              <a:avLst/>
              <a:pathLst>
                <a:path w="14017" h="12745">
                  <a:moveTo>
                    <a:pt x="0" y="0"/>
                  </a:moveTo>
                  <a:lnTo>
                    <a:pt x="14017" y="12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7643402" y="4874412"/>
              <a:ext cx="3195" cy="2984"/>
            </a:xfrm>
            <a:custGeom>
              <a:avLst/>
              <a:pathLst>
                <a:path w="3195" h="2984">
                  <a:moveTo>
                    <a:pt x="0" y="0"/>
                  </a:moveTo>
                  <a:lnTo>
                    <a:pt x="3195" y="2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681455" y="4832564"/>
              <a:ext cx="18551" cy="16421"/>
            </a:xfrm>
            <a:custGeom>
              <a:avLst/>
              <a:pathLst>
                <a:path w="18551" h="16421">
                  <a:moveTo>
                    <a:pt x="0" y="0"/>
                  </a:moveTo>
                  <a:lnTo>
                    <a:pt x="18551" y="164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7647473" y="4839889"/>
              <a:ext cx="15095" cy="13726"/>
            </a:xfrm>
            <a:custGeom>
              <a:avLst/>
              <a:pathLst>
                <a:path w="15095" h="13726">
                  <a:moveTo>
                    <a:pt x="0" y="0"/>
                  </a:moveTo>
                  <a:lnTo>
                    <a:pt x="15095" y="137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7741548" y="4728930"/>
              <a:ext cx="22872" cy="18067"/>
            </a:xfrm>
            <a:custGeom>
              <a:avLst/>
              <a:pathLst>
                <a:path w="22872" h="18067">
                  <a:moveTo>
                    <a:pt x="0" y="0"/>
                  </a:moveTo>
                  <a:lnTo>
                    <a:pt x="22872" y="18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7692138" y="4782398"/>
              <a:ext cx="3334" cy="2827"/>
            </a:xfrm>
            <a:custGeom>
              <a:avLst/>
              <a:pathLst>
                <a:path w="3334" h="2827">
                  <a:moveTo>
                    <a:pt x="0" y="0"/>
                  </a:moveTo>
                  <a:lnTo>
                    <a:pt x="3334" y="28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7759348" y="4698880"/>
              <a:ext cx="39386" cy="30066"/>
            </a:xfrm>
            <a:custGeom>
              <a:avLst/>
              <a:pathLst>
                <a:path w="39386" h="30066">
                  <a:moveTo>
                    <a:pt x="0" y="0"/>
                  </a:moveTo>
                  <a:lnTo>
                    <a:pt x="39386" y="300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7700163" y="4720054"/>
              <a:ext cx="26114" cy="21015"/>
            </a:xfrm>
            <a:custGeom>
              <a:avLst/>
              <a:pathLst>
                <a:path w="26114" h="21015">
                  <a:moveTo>
                    <a:pt x="0" y="0"/>
                  </a:moveTo>
                  <a:lnTo>
                    <a:pt x="26114" y="210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7835964" y="4530202"/>
              <a:ext cx="45565" cy="28835"/>
            </a:xfrm>
            <a:custGeom>
              <a:avLst/>
              <a:pathLst>
                <a:path w="45565" h="28835">
                  <a:moveTo>
                    <a:pt x="0" y="0"/>
                  </a:moveTo>
                  <a:lnTo>
                    <a:pt x="45565" y="28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7545685" y="5008210"/>
              <a:ext cx="985" cy="1073"/>
            </a:xfrm>
            <a:custGeom>
              <a:avLst/>
              <a:pathLst>
                <a:path w="985" h="1073">
                  <a:moveTo>
                    <a:pt x="0" y="0"/>
                  </a:moveTo>
                  <a:lnTo>
                    <a:pt x="985" y="1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7552412" y="5002007"/>
              <a:ext cx="990" cy="1069"/>
            </a:xfrm>
            <a:custGeom>
              <a:avLst/>
              <a:pathLst>
                <a:path w="990" h="1069">
                  <a:moveTo>
                    <a:pt x="0" y="0"/>
                  </a:moveTo>
                  <a:lnTo>
                    <a:pt x="990" y="10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7548064" y="5004040"/>
              <a:ext cx="987" cy="1071"/>
            </a:xfrm>
            <a:custGeom>
              <a:avLst/>
              <a:pathLst>
                <a:path w="987" h="1071">
                  <a:moveTo>
                    <a:pt x="0" y="0"/>
                  </a:moveTo>
                  <a:lnTo>
                    <a:pt x="987" y="1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7558119" y="4994710"/>
              <a:ext cx="1989" cy="2130"/>
            </a:xfrm>
            <a:custGeom>
              <a:avLst/>
              <a:pathLst>
                <a:path w="1989" h="2130">
                  <a:moveTo>
                    <a:pt x="0" y="0"/>
                  </a:moveTo>
                  <a:lnTo>
                    <a:pt x="1989" y="2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7552107" y="4998315"/>
              <a:ext cx="991" cy="1068"/>
            </a:xfrm>
            <a:custGeom>
              <a:avLst/>
              <a:pathLst>
                <a:path w="991" h="1068">
                  <a:moveTo>
                    <a:pt x="0" y="0"/>
                  </a:moveTo>
                  <a:lnTo>
                    <a:pt x="991" y="10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7563789" y="4987393"/>
              <a:ext cx="2997" cy="3182"/>
            </a:xfrm>
            <a:custGeom>
              <a:avLst/>
              <a:pathLst>
                <a:path w="2997" h="3182">
                  <a:moveTo>
                    <a:pt x="0" y="0"/>
                  </a:moveTo>
                  <a:lnTo>
                    <a:pt x="2997" y="31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7556963" y="4991800"/>
              <a:ext cx="995" cy="1064"/>
            </a:xfrm>
            <a:custGeom>
              <a:avLst/>
              <a:pathLst>
                <a:path w="995" h="1064">
                  <a:moveTo>
                    <a:pt x="0" y="0"/>
                  </a:moveTo>
                  <a:lnTo>
                    <a:pt x="995" y="10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7569424" y="4980057"/>
              <a:ext cx="4015" cy="4226"/>
            </a:xfrm>
            <a:custGeom>
              <a:avLst/>
              <a:pathLst>
                <a:path w="4015" h="4226">
                  <a:moveTo>
                    <a:pt x="0" y="0"/>
                  </a:moveTo>
                  <a:lnTo>
                    <a:pt x="4015" y="42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7562206" y="4984880"/>
              <a:ext cx="999" cy="1060"/>
            </a:xfrm>
            <a:custGeom>
              <a:avLst/>
              <a:pathLst>
                <a:path w="999" h="1060">
                  <a:moveTo>
                    <a:pt x="0" y="0"/>
                  </a:moveTo>
                  <a:lnTo>
                    <a:pt x="999" y="10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7575023" y="4972700"/>
              <a:ext cx="5041" cy="5261"/>
            </a:xfrm>
            <a:custGeom>
              <a:avLst/>
              <a:pathLst>
                <a:path w="5041" h="5261">
                  <a:moveTo>
                    <a:pt x="0" y="0"/>
                  </a:moveTo>
                  <a:lnTo>
                    <a:pt x="5041" y="5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7504769" y="5044819"/>
              <a:ext cx="957" cy="1098"/>
            </a:xfrm>
            <a:custGeom>
              <a:avLst/>
              <a:pathLst>
                <a:path w="957" h="1098">
                  <a:moveTo>
                    <a:pt x="0" y="0"/>
                  </a:moveTo>
                  <a:lnTo>
                    <a:pt x="957" y="1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7511653" y="5038791"/>
              <a:ext cx="962" cy="1094"/>
            </a:xfrm>
            <a:custGeom>
              <a:avLst/>
              <a:pathLst>
                <a:path w="962" h="1094">
                  <a:moveTo>
                    <a:pt x="0" y="0"/>
                  </a:moveTo>
                  <a:lnTo>
                    <a:pt x="962" y="1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7507254" y="5040712"/>
              <a:ext cx="960" cy="1096"/>
            </a:xfrm>
            <a:custGeom>
              <a:avLst/>
              <a:pathLst>
                <a:path w="960" h="1096">
                  <a:moveTo>
                    <a:pt x="0" y="0"/>
                  </a:moveTo>
                  <a:lnTo>
                    <a:pt x="960" y="1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7517544" y="5031642"/>
              <a:ext cx="1934" cy="2180"/>
            </a:xfrm>
            <a:custGeom>
              <a:avLst/>
              <a:pathLst>
                <a:path w="1934" h="2180">
                  <a:moveTo>
                    <a:pt x="0" y="0"/>
                  </a:moveTo>
                  <a:lnTo>
                    <a:pt x="1934" y="21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7511443" y="5035092"/>
              <a:ext cx="963" cy="1093"/>
            </a:xfrm>
            <a:custGeom>
              <a:avLst/>
              <a:pathLst>
                <a:path w="963" h="1093">
                  <a:moveTo>
                    <a:pt x="0" y="0"/>
                  </a:moveTo>
                  <a:lnTo>
                    <a:pt x="963" y="10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7523400" y="5024473"/>
              <a:ext cx="2915" cy="3258"/>
            </a:xfrm>
            <a:custGeom>
              <a:avLst/>
              <a:pathLst>
                <a:path w="2915" h="3258">
                  <a:moveTo>
                    <a:pt x="0" y="0"/>
                  </a:moveTo>
                  <a:lnTo>
                    <a:pt x="2915" y="32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7490923" y="5056788"/>
              <a:ext cx="948" cy="1106"/>
            </a:xfrm>
            <a:custGeom>
              <a:avLst/>
              <a:pathLst>
                <a:path w="948" h="1106">
                  <a:moveTo>
                    <a:pt x="0" y="0"/>
                  </a:moveTo>
                  <a:lnTo>
                    <a:pt x="948" y="1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7497859" y="5050818"/>
              <a:ext cx="953" cy="1102"/>
            </a:xfrm>
            <a:custGeom>
              <a:avLst/>
              <a:pathLst>
                <a:path w="953" h="1102">
                  <a:moveTo>
                    <a:pt x="0" y="0"/>
                  </a:moveTo>
                  <a:lnTo>
                    <a:pt x="953" y="1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7462929" y="5080369"/>
              <a:ext cx="929" cy="1122"/>
            </a:xfrm>
            <a:custGeom>
              <a:avLst/>
              <a:pathLst>
                <a:path w="929" h="1122">
                  <a:moveTo>
                    <a:pt x="0" y="0"/>
                  </a:moveTo>
                  <a:lnTo>
                    <a:pt x="929" y="11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7469965" y="5074519"/>
              <a:ext cx="934" cy="1118"/>
            </a:xfrm>
            <a:custGeom>
              <a:avLst/>
              <a:pathLst>
                <a:path w="934" h="1118">
                  <a:moveTo>
                    <a:pt x="0" y="0"/>
                  </a:moveTo>
                  <a:lnTo>
                    <a:pt x="934" y="1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7434536" y="5103469"/>
              <a:ext cx="910" cy="1138"/>
            </a:xfrm>
            <a:custGeom>
              <a:avLst/>
              <a:pathLst>
                <a:path w="910" h="1138">
                  <a:moveTo>
                    <a:pt x="0" y="0"/>
                  </a:moveTo>
                  <a:lnTo>
                    <a:pt x="910" y="1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7441671" y="5097739"/>
              <a:ext cx="914" cy="1134"/>
            </a:xfrm>
            <a:custGeom>
              <a:avLst/>
              <a:pathLst>
                <a:path w="914" h="1134">
                  <a:moveTo>
                    <a:pt x="0" y="0"/>
                  </a:moveTo>
                  <a:lnTo>
                    <a:pt x="914" y="1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7437194" y="5099471"/>
              <a:ext cx="912" cy="1136"/>
            </a:xfrm>
            <a:custGeom>
              <a:avLst/>
              <a:pathLst>
                <a:path w="912" h="1136">
                  <a:moveTo>
                    <a:pt x="0" y="0"/>
                  </a:moveTo>
                  <a:lnTo>
                    <a:pt x="912" y="1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7447862" y="5090849"/>
              <a:ext cx="1839" cy="2261"/>
            </a:xfrm>
            <a:custGeom>
              <a:avLst/>
              <a:pathLst>
                <a:path w="1839" h="2261">
                  <a:moveTo>
                    <a:pt x="0" y="0"/>
                  </a:moveTo>
                  <a:lnTo>
                    <a:pt x="1839" y="2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7441619" y="5094035"/>
              <a:ext cx="916" cy="1133"/>
            </a:xfrm>
            <a:custGeom>
              <a:avLst/>
              <a:pathLst>
                <a:path w="916" h="1133">
                  <a:moveTo>
                    <a:pt x="0" y="0"/>
                  </a:moveTo>
                  <a:lnTo>
                    <a:pt x="916" y="11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7454018" y="5083936"/>
              <a:ext cx="2773" cy="3379"/>
            </a:xfrm>
            <a:custGeom>
              <a:avLst/>
              <a:pathLst>
                <a:path w="2773" h="3379">
                  <a:moveTo>
                    <a:pt x="0" y="0"/>
                  </a:moveTo>
                  <a:lnTo>
                    <a:pt x="2773" y="3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7445987" y="5086737"/>
              <a:ext cx="1840" cy="2260"/>
            </a:xfrm>
            <a:custGeom>
              <a:avLst/>
              <a:pathLst>
                <a:path w="1840" h="2260">
                  <a:moveTo>
                    <a:pt x="0" y="0"/>
                  </a:moveTo>
                  <a:lnTo>
                    <a:pt x="1840" y="2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7462723" y="5072965"/>
              <a:ext cx="3726" cy="4482"/>
            </a:xfrm>
            <a:custGeom>
              <a:avLst/>
              <a:pathLst>
                <a:path w="3726" h="4482">
                  <a:moveTo>
                    <a:pt x="0" y="0"/>
                  </a:moveTo>
                  <a:lnTo>
                    <a:pt x="3726" y="4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7453447" y="5078747"/>
              <a:ext cx="926" cy="1125"/>
            </a:xfrm>
            <a:custGeom>
              <a:avLst/>
              <a:pathLst>
                <a:path w="926" h="1125">
                  <a:moveTo>
                    <a:pt x="0" y="0"/>
                  </a:moveTo>
                  <a:lnTo>
                    <a:pt x="926" y="1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7472282" y="5063065"/>
              <a:ext cx="5633" cy="6687"/>
            </a:xfrm>
            <a:custGeom>
              <a:avLst/>
              <a:pathLst>
                <a:path w="5633" h="6687">
                  <a:moveTo>
                    <a:pt x="0" y="0"/>
                  </a:moveTo>
                  <a:lnTo>
                    <a:pt x="5633" y="6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7461954" y="5069813"/>
              <a:ext cx="932" cy="1120"/>
            </a:xfrm>
            <a:custGeom>
              <a:avLst/>
              <a:pathLst>
                <a:path w="932" h="1120">
                  <a:moveTo>
                    <a:pt x="0" y="0"/>
                  </a:moveTo>
                  <a:lnTo>
                    <a:pt x="932" y="11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7478301" y="5056064"/>
              <a:ext cx="6605" cy="7774"/>
            </a:xfrm>
            <a:custGeom>
              <a:avLst/>
              <a:pathLst>
                <a:path w="6605" h="7774">
                  <a:moveTo>
                    <a:pt x="0" y="0"/>
                  </a:moveTo>
                  <a:lnTo>
                    <a:pt x="6605" y="77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7468269" y="5060728"/>
              <a:ext cx="1876" cy="2230"/>
            </a:xfrm>
            <a:custGeom>
              <a:avLst/>
              <a:pathLst>
                <a:path w="1876" h="2230">
                  <a:moveTo>
                    <a:pt x="0" y="0"/>
                  </a:moveTo>
                  <a:lnTo>
                    <a:pt x="1876" y="22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7486788" y="5044970"/>
              <a:ext cx="7605" cy="8836"/>
            </a:xfrm>
            <a:custGeom>
              <a:avLst/>
              <a:pathLst>
                <a:path w="7605" h="8836">
                  <a:moveTo>
                    <a:pt x="0" y="0"/>
                  </a:moveTo>
                  <a:lnTo>
                    <a:pt x="7605" y="88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7473773" y="5048436"/>
              <a:ext cx="3777" cy="4439"/>
            </a:xfrm>
            <a:custGeom>
              <a:avLst/>
              <a:pathLst>
                <a:path w="3777" h="4439">
                  <a:moveTo>
                    <a:pt x="0" y="0"/>
                  </a:moveTo>
                  <a:lnTo>
                    <a:pt x="3777" y="4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7507754" y="5018897"/>
              <a:ext cx="9677" cy="10897"/>
            </a:xfrm>
            <a:custGeom>
              <a:avLst/>
              <a:pathLst>
                <a:path w="9677" h="10897">
                  <a:moveTo>
                    <a:pt x="0" y="0"/>
                  </a:moveTo>
                  <a:lnTo>
                    <a:pt x="9677" y="108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7489886" y="5032656"/>
              <a:ext cx="956" cy="1099"/>
            </a:xfrm>
            <a:custGeom>
              <a:avLst/>
              <a:pathLst>
                <a:path w="956" h="1099">
                  <a:moveTo>
                    <a:pt x="0" y="0"/>
                  </a:moveTo>
                  <a:lnTo>
                    <a:pt x="956" y="1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7519457" y="5006464"/>
              <a:ext cx="13669" cy="15147"/>
            </a:xfrm>
            <a:custGeom>
              <a:avLst/>
              <a:pathLst>
                <a:path w="13669" h="15147">
                  <a:moveTo>
                    <a:pt x="0" y="0"/>
                  </a:moveTo>
                  <a:lnTo>
                    <a:pt x="13669" y="15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7503766" y="5018538"/>
              <a:ext cx="966" cy="1090"/>
            </a:xfrm>
            <a:custGeom>
              <a:avLst/>
              <a:pathLst>
                <a:path w="966" h="1090">
                  <a:moveTo>
                    <a:pt x="0" y="0"/>
                  </a:moveTo>
                  <a:lnTo>
                    <a:pt x="966" y="1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7525196" y="4999295"/>
              <a:ext cx="14715" cy="16166"/>
            </a:xfrm>
            <a:custGeom>
              <a:avLst/>
              <a:pathLst>
                <a:path w="14715" h="16166">
                  <a:moveTo>
                    <a:pt x="0" y="0"/>
                  </a:moveTo>
                  <a:lnTo>
                    <a:pt x="14715" y="16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7508672" y="5002447"/>
              <a:ext cx="5842" cy="6506"/>
            </a:xfrm>
            <a:custGeom>
              <a:avLst/>
              <a:pathLst>
                <a:path w="5842" h="6506">
                  <a:moveTo>
                    <a:pt x="0" y="0"/>
                  </a:moveTo>
                  <a:lnTo>
                    <a:pt x="5842" y="6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7552564" y="4961900"/>
              <a:ext cx="16063" cy="16903"/>
            </a:xfrm>
            <a:custGeom>
              <a:avLst/>
              <a:pathLst>
                <a:path w="16063" h="16903">
                  <a:moveTo>
                    <a:pt x="0" y="0"/>
                  </a:moveTo>
                  <a:lnTo>
                    <a:pt x="16063" y="16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7412984" y="5120473"/>
              <a:ext cx="895" cy="1149"/>
            </a:xfrm>
            <a:custGeom>
              <a:avLst/>
              <a:pathLst>
                <a:path w="895" h="1149">
                  <a:moveTo>
                    <a:pt x="0" y="0"/>
                  </a:moveTo>
                  <a:lnTo>
                    <a:pt x="895" y="1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7420192" y="5114836"/>
              <a:ext cx="900" cy="1146"/>
            </a:xfrm>
            <a:custGeom>
              <a:avLst/>
              <a:pathLst>
                <a:path w="900" h="1146">
                  <a:moveTo>
                    <a:pt x="0" y="0"/>
                  </a:moveTo>
                  <a:lnTo>
                    <a:pt x="900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7415693" y="5116510"/>
              <a:ext cx="897" cy="1147"/>
            </a:xfrm>
            <a:custGeom>
              <a:avLst/>
              <a:pathLst>
                <a:path w="897" h="1147">
                  <a:moveTo>
                    <a:pt x="0" y="0"/>
                  </a:moveTo>
                  <a:lnTo>
                    <a:pt x="897" y="1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7426471" y="5108025"/>
              <a:ext cx="1810" cy="2284"/>
            </a:xfrm>
            <a:custGeom>
              <a:avLst/>
              <a:pathLst>
                <a:path w="1810" h="2284">
                  <a:moveTo>
                    <a:pt x="0" y="0"/>
                  </a:moveTo>
                  <a:lnTo>
                    <a:pt x="1810" y="2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l421"/>
            <p:cNvSpPr/>
            <p:nvPr/>
          </p:nvSpPr>
          <p:spPr>
            <a:xfrm>
              <a:off x="7383914" y="5142714"/>
              <a:ext cx="875" cy="1164"/>
            </a:xfrm>
            <a:custGeom>
              <a:avLst/>
              <a:pathLst>
                <a:path w="875" h="1164">
                  <a:moveTo>
                    <a:pt x="0" y="0"/>
                  </a:moveTo>
                  <a:lnTo>
                    <a:pt x="875" y="1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l422"/>
            <p:cNvSpPr/>
            <p:nvPr/>
          </p:nvSpPr>
          <p:spPr>
            <a:xfrm>
              <a:off x="7391217" y="5137201"/>
              <a:ext cx="880" cy="1161"/>
            </a:xfrm>
            <a:custGeom>
              <a:avLst/>
              <a:pathLst>
                <a:path w="880" h="1161">
                  <a:moveTo>
                    <a:pt x="0" y="0"/>
                  </a:moveTo>
                  <a:lnTo>
                    <a:pt x="880" y="1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l423"/>
            <p:cNvSpPr/>
            <p:nvPr/>
          </p:nvSpPr>
          <p:spPr>
            <a:xfrm>
              <a:off x="7386690" y="5138798"/>
              <a:ext cx="878" cy="1163"/>
            </a:xfrm>
            <a:custGeom>
              <a:avLst/>
              <a:pathLst>
                <a:path w="878" h="1163">
                  <a:moveTo>
                    <a:pt x="0" y="0"/>
                  </a:moveTo>
                  <a:lnTo>
                    <a:pt x="878" y="1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l424"/>
            <p:cNvSpPr/>
            <p:nvPr/>
          </p:nvSpPr>
          <p:spPr>
            <a:xfrm>
              <a:off x="7397611" y="5130498"/>
              <a:ext cx="1771" cy="2314"/>
            </a:xfrm>
            <a:custGeom>
              <a:avLst/>
              <a:pathLst>
                <a:path w="1771" h="2314">
                  <a:moveTo>
                    <a:pt x="0" y="0"/>
                  </a:moveTo>
                  <a:lnTo>
                    <a:pt x="1771" y="2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l425"/>
            <p:cNvSpPr/>
            <p:nvPr/>
          </p:nvSpPr>
          <p:spPr>
            <a:xfrm>
              <a:off x="7391275" y="5133497"/>
              <a:ext cx="881" cy="1160"/>
            </a:xfrm>
            <a:custGeom>
              <a:avLst/>
              <a:pathLst>
                <a:path w="881" h="1160">
                  <a:moveTo>
                    <a:pt x="0" y="0"/>
                  </a:moveTo>
                  <a:lnTo>
                    <a:pt x="881" y="11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l426"/>
            <p:cNvSpPr/>
            <p:nvPr/>
          </p:nvSpPr>
          <p:spPr>
            <a:xfrm>
              <a:off x="7403971" y="5123773"/>
              <a:ext cx="2671" cy="3461"/>
            </a:xfrm>
            <a:custGeom>
              <a:avLst/>
              <a:pathLst>
                <a:path w="2671" h="3461">
                  <a:moveTo>
                    <a:pt x="0" y="0"/>
                  </a:moveTo>
                  <a:lnTo>
                    <a:pt x="2671" y="3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7361864" y="5159067"/>
              <a:ext cx="860" cy="1176"/>
            </a:xfrm>
            <a:custGeom>
              <a:avLst/>
              <a:pathLst>
                <a:path w="860" h="1176">
                  <a:moveTo>
                    <a:pt x="0" y="0"/>
                  </a:moveTo>
                  <a:lnTo>
                    <a:pt x="860" y="1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7369237" y="5153648"/>
              <a:ext cx="865" cy="1172"/>
            </a:xfrm>
            <a:custGeom>
              <a:avLst/>
              <a:pathLst>
                <a:path w="865" h="1172">
                  <a:moveTo>
                    <a:pt x="0" y="0"/>
                  </a:moveTo>
                  <a:lnTo>
                    <a:pt x="865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7364690" y="5155187"/>
              <a:ext cx="863" cy="1174"/>
            </a:xfrm>
            <a:custGeom>
              <a:avLst/>
              <a:pathLst>
                <a:path w="863" h="1174">
                  <a:moveTo>
                    <a:pt x="0" y="0"/>
                  </a:moveTo>
                  <a:lnTo>
                    <a:pt x="863" y="1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7375716" y="5147028"/>
              <a:ext cx="1741" cy="2337"/>
            </a:xfrm>
            <a:custGeom>
              <a:avLst/>
              <a:pathLst>
                <a:path w="1741" h="2337">
                  <a:moveTo>
                    <a:pt x="0" y="0"/>
                  </a:moveTo>
                  <a:lnTo>
                    <a:pt x="1741" y="2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7332142" y="5180430"/>
              <a:ext cx="840" cy="1190"/>
            </a:xfrm>
            <a:custGeom>
              <a:avLst/>
              <a:pathLst>
                <a:path w="840" h="1190">
                  <a:moveTo>
                    <a:pt x="0" y="0"/>
                  </a:moveTo>
                  <a:lnTo>
                    <a:pt x="840" y="1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7339606" y="5175137"/>
              <a:ext cx="845" cy="1187"/>
            </a:xfrm>
            <a:custGeom>
              <a:avLst/>
              <a:pathLst>
                <a:path w="845" h="1187">
                  <a:moveTo>
                    <a:pt x="0" y="0"/>
                  </a:moveTo>
                  <a:lnTo>
                    <a:pt x="845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7335034" y="5176599"/>
              <a:ext cx="842" cy="1188"/>
            </a:xfrm>
            <a:custGeom>
              <a:avLst/>
              <a:pathLst>
                <a:path w="842" h="1188">
                  <a:moveTo>
                    <a:pt x="0" y="0"/>
                  </a:moveTo>
                  <a:lnTo>
                    <a:pt x="842" y="11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7346198" y="5168629"/>
              <a:ext cx="1701" cy="2366"/>
            </a:xfrm>
            <a:custGeom>
              <a:avLst/>
              <a:pathLst>
                <a:path w="1701" h="2366">
                  <a:moveTo>
                    <a:pt x="0" y="0"/>
                  </a:moveTo>
                  <a:lnTo>
                    <a:pt x="1701" y="2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l435"/>
            <p:cNvSpPr/>
            <p:nvPr/>
          </p:nvSpPr>
          <p:spPr>
            <a:xfrm>
              <a:off x="7302059" y="5201282"/>
              <a:ext cx="819" cy="1204"/>
            </a:xfrm>
            <a:custGeom>
              <a:avLst/>
              <a:pathLst>
                <a:path w="819" h="1204">
                  <a:moveTo>
                    <a:pt x="0" y="0"/>
                  </a:moveTo>
                  <a:lnTo>
                    <a:pt x="819" y="1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l436"/>
            <p:cNvSpPr/>
            <p:nvPr/>
          </p:nvSpPr>
          <p:spPr>
            <a:xfrm>
              <a:off x="7309613" y="5196117"/>
              <a:ext cx="825" cy="1201"/>
            </a:xfrm>
            <a:custGeom>
              <a:avLst/>
              <a:pathLst>
                <a:path w="825" h="1201">
                  <a:moveTo>
                    <a:pt x="0" y="0"/>
                  </a:moveTo>
                  <a:lnTo>
                    <a:pt x="825" y="1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l437"/>
            <p:cNvSpPr/>
            <p:nvPr/>
          </p:nvSpPr>
          <p:spPr>
            <a:xfrm>
              <a:off x="7305017" y="5197501"/>
              <a:ext cx="822" cy="1203"/>
            </a:xfrm>
            <a:custGeom>
              <a:avLst/>
              <a:pathLst>
                <a:path w="822" h="1203">
                  <a:moveTo>
                    <a:pt x="0" y="0"/>
                  </a:moveTo>
                  <a:lnTo>
                    <a:pt x="822" y="12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l438"/>
            <p:cNvSpPr/>
            <p:nvPr/>
          </p:nvSpPr>
          <p:spPr>
            <a:xfrm>
              <a:off x="7316315" y="5189723"/>
              <a:ext cx="1660" cy="2395"/>
            </a:xfrm>
            <a:custGeom>
              <a:avLst/>
              <a:pathLst>
                <a:path w="1660" h="2395">
                  <a:moveTo>
                    <a:pt x="0" y="0"/>
                  </a:moveTo>
                  <a:lnTo>
                    <a:pt x="1660" y="2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l439"/>
            <p:cNvSpPr/>
            <p:nvPr/>
          </p:nvSpPr>
          <p:spPr>
            <a:xfrm>
              <a:off x="7271625" y="5221618"/>
              <a:ext cx="799" cy="1218"/>
            </a:xfrm>
            <a:custGeom>
              <a:avLst/>
              <a:pathLst>
                <a:path w="799" h="1218">
                  <a:moveTo>
                    <a:pt x="0" y="0"/>
                  </a:moveTo>
                  <a:lnTo>
                    <a:pt x="799" y="1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279266" y="5216582"/>
              <a:ext cx="804" cy="1215"/>
            </a:xfrm>
            <a:custGeom>
              <a:avLst/>
              <a:pathLst>
                <a:path w="804" h="1215">
                  <a:moveTo>
                    <a:pt x="0" y="0"/>
                  </a:moveTo>
                  <a:lnTo>
                    <a:pt x="804" y="1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240848" y="5241430"/>
              <a:ext cx="778" cy="1232"/>
            </a:xfrm>
            <a:custGeom>
              <a:avLst/>
              <a:pathLst>
                <a:path w="778" h="1232">
                  <a:moveTo>
                    <a:pt x="0" y="0"/>
                  </a:moveTo>
                  <a:lnTo>
                    <a:pt x="778" y="1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248574" y="5236526"/>
              <a:ext cx="783" cy="1228"/>
            </a:xfrm>
            <a:custGeom>
              <a:avLst/>
              <a:pathLst>
                <a:path w="783" h="1228">
                  <a:moveTo>
                    <a:pt x="0" y="0"/>
                  </a:moveTo>
                  <a:lnTo>
                    <a:pt x="783" y="1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7243933" y="5237752"/>
              <a:ext cx="781" cy="1230"/>
            </a:xfrm>
            <a:custGeom>
              <a:avLst/>
              <a:pathLst>
                <a:path w="781" h="1230">
                  <a:moveTo>
                    <a:pt x="0" y="0"/>
                  </a:moveTo>
                  <a:lnTo>
                    <a:pt x="781" y="12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7255490" y="5230364"/>
              <a:ext cx="1577" cy="2450"/>
            </a:xfrm>
            <a:custGeom>
              <a:avLst/>
              <a:pathLst>
                <a:path w="1577" h="2450">
                  <a:moveTo>
                    <a:pt x="0" y="0"/>
                  </a:moveTo>
                  <a:lnTo>
                    <a:pt x="1577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7248933" y="5232839"/>
              <a:ext cx="784" cy="1227"/>
            </a:xfrm>
            <a:custGeom>
              <a:avLst/>
              <a:pathLst>
                <a:path w="784" h="1227">
                  <a:moveTo>
                    <a:pt x="0" y="0"/>
                  </a:moveTo>
                  <a:lnTo>
                    <a:pt x="784" y="12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7262375" y="5224176"/>
              <a:ext cx="2382" cy="3666"/>
            </a:xfrm>
            <a:custGeom>
              <a:avLst/>
              <a:pathLst>
                <a:path w="2382" h="3666">
                  <a:moveTo>
                    <a:pt x="0" y="0"/>
                  </a:moveTo>
                  <a:lnTo>
                    <a:pt x="2382" y="36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7254083" y="5226070"/>
              <a:ext cx="1579" cy="2449"/>
            </a:xfrm>
            <a:custGeom>
              <a:avLst/>
              <a:pathLst>
                <a:path w="1579" h="2449">
                  <a:moveTo>
                    <a:pt x="0" y="0"/>
                  </a:moveTo>
                  <a:lnTo>
                    <a:pt x="1579" y="2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7272241" y="5214236"/>
              <a:ext cx="3207" cy="4867"/>
            </a:xfrm>
            <a:custGeom>
              <a:avLst/>
              <a:pathLst>
                <a:path w="3207" h="4867">
                  <a:moveTo>
                    <a:pt x="0" y="0"/>
                  </a:moveTo>
                  <a:lnTo>
                    <a:pt x="3207" y="48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7262381" y="5218955"/>
              <a:ext cx="795" cy="1220"/>
            </a:xfrm>
            <a:custGeom>
              <a:avLst/>
              <a:pathLst>
                <a:path w="795" h="1220">
                  <a:moveTo>
                    <a:pt x="0" y="0"/>
                  </a:moveTo>
                  <a:lnTo>
                    <a:pt x="795" y="12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7282837" y="5205456"/>
              <a:ext cx="4858" cy="7270"/>
            </a:xfrm>
            <a:custGeom>
              <a:avLst/>
              <a:pathLst>
                <a:path w="4858" h="7270">
                  <a:moveTo>
                    <a:pt x="0" y="0"/>
                  </a:moveTo>
                  <a:lnTo>
                    <a:pt x="4858" y="7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7271826" y="5211019"/>
              <a:ext cx="802" cy="1216"/>
            </a:xfrm>
            <a:custGeom>
              <a:avLst/>
              <a:pathLst>
                <a:path w="802" h="1216">
                  <a:moveTo>
                    <a:pt x="0" y="0"/>
                  </a:moveTo>
                  <a:lnTo>
                    <a:pt x="802" y="1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7289594" y="5199165"/>
              <a:ext cx="5703" cy="8458"/>
            </a:xfrm>
            <a:custGeom>
              <a:avLst/>
              <a:pathLst>
                <a:path w="5703" h="8458">
                  <a:moveTo>
                    <a:pt x="0" y="0"/>
                  </a:moveTo>
                  <a:lnTo>
                    <a:pt x="5703" y="8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7278299" y="5201477"/>
              <a:ext cx="2426" cy="3637"/>
            </a:xfrm>
            <a:custGeom>
              <a:avLst/>
              <a:pathLst>
                <a:path w="2426" h="3637">
                  <a:moveTo>
                    <a:pt x="0" y="0"/>
                  </a:moveTo>
                  <a:lnTo>
                    <a:pt x="2426" y="3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7304061" y="5184017"/>
              <a:ext cx="6611" cy="9603"/>
            </a:xfrm>
            <a:custGeom>
              <a:avLst/>
              <a:pathLst>
                <a:path w="6611" h="9603">
                  <a:moveTo>
                    <a:pt x="0" y="0"/>
                  </a:moveTo>
                  <a:lnTo>
                    <a:pt x="6611" y="9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7290394" y="5191588"/>
              <a:ext cx="817" cy="1206"/>
            </a:xfrm>
            <a:custGeom>
              <a:avLst/>
              <a:pathLst>
                <a:path w="817" h="1206">
                  <a:moveTo>
                    <a:pt x="0" y="0"/>
                  </a:moveTo>
                  <a:lnTo>
                    <a:pt x="817" y="1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7316301" y="5173749"/>
              <a:ext cx="9188" cy="13136"/>
            </a:xfrm>
            <a:custGeom>
              <a:avLst/>
              <a:pathLst>
                <a:path w="9188" h="13136">
                  <a:moveTo>
                    <a:pt x="0" y="0"/>
                  </a:moveTo>
                  <a:lnTo>
                    <a:pt x="9188" y="13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7300901" y="5179115"/>
              <a:ext cx="2479" cy="3601"/>
            </a:xfrm>
            <a:custGeom>
              <a:avLst/>
              <a:pathLst>
                <a:path w="2479" h="3601">
                  <a:moveTo>
                    <a:pt x="0" y="0"/>
                  </a:moveTo>
                  <a:lnTo>
                    <a:pt x="2479" y="3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7330461" y="5158389"/>
              <a:ext cx="10161" cy="14233"/>
            </a:xfrm>
            <a:custGeom>
              <a:avLst/>
              <a:pathLst>
                <a:path w="10161" h="14233">
                  <a:moveTo>
                    <a:pt x="0" y="0"/>
                  </a:moveTo>
                  <a:lnTo>
                    <a:pt x="10161" y="14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7314888" y="5167622"/>
              <a:ext cx="836" cy="1193"/>
            </a:xfrm>
            <a:custGeom>
              <a:avLst/>
              <a:pathLst>
                <a:path w="836" h="1193">
                  <a:moveTo>
                    <a:pt x="0" y="0"/>
                  </a:moveTo>
                  <a:lnTo>
                    <a:pt x="836" y="1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7342489" y="5147939"/>
              <a:ext cx="12834" cy="17696"/>
            </a:xfrm>
            <a:custGeom>
              <a:avLst/>
              <a:pathLst>
                <a:path w="12834" h="17696">
                  <a:moveTo>
                    <a:pt x="0" y="0"/>
                  </a:moveTo>
                  <a:lnTo>
                    <a:pt x="12834" y="17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l461"/>
            <p:cNvSpPr/>
            <p:nvPr/>
          </p:nvSpPr>
          <p:spPr>
            <a:xfrm>
              <a:off x="7326189" y="5154276"/>
              <a:ext cx="2538" cy="3559"/>
            </a:xfrm>
            <a:custGeom>
              <a:avLst/>
              <a:pathLst>
                <a:path w="2538" h="3559">
                  <a:moveTo>
                    <a:pt x="0" y="0"/>
                  </a:moveTo>
                  <a:lnTo>
                    <a:pt x="2538" y="35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7356339" y="5132372"/>
              <a:ext cx="13870" cy="18744"/>
            </a:xfrm>
            <a:custGeom>
              <a:avLst/>
              <a:pathLst>
                <a:path w="13870" h="18744">
                  <a:moveTo>
                    <a:pt x="0" y="0"/>
                  </a:moveTo>
                  <a:lnTo>
                    <a:pt x="13870" y="18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l463"/>
            <p:cNvSpPr/>
            <p:nvPr/>
          </p:nvSpPr>
          <p:spPr>
            <a:xfrm>
              <a:off x="7217546" y="5255944"/>
              <a:ext cx="762" cy="1241"/>
            </a:xfrm>
            <a:custGeom>
              <a:avLst/>
              <a:pathLst>
                <a:path w="762" h="1241">
                  <a:moveTo>
                    <a:pt x="0" y="0"/>
                  </a:moveTo>
                  <a:lnTo>
                    <a:pt x="762" y="1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l464"/>
            <p:cNvSpPr/>
            <p:nvPr/>
          </p:nvSpPr>
          <p:spPr>
            <a:xfrm>
              <a:off x="7225334" y="5251139"/>
              <a:ext cx="767" cy="1238"/>
            </a:xfrm>
            <a:custGeom>
              <a:avLst/>
              <a:pathLst>
                <a:path w="767" h="1238">
                  <a:moveTo>
                    <a:pt x="0" y="0"/>
                  </a:moveTo>
                  <a:lnTo>
                    <a:pt x="767" y="1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l465"/>
            <p:cNvSpPr/>
            <p:nvPr/>
          </p:nvSpPr>
          <p:spPr>
            <a:xfrm>
              <a:off x="7220678" y="5252305"/>
              <a:ext cx="765" cy="1240"/>
            </a:xfrm>
            <a:custGeom>
              <a:avLst/>
              <a:pathLst>
                <a:path w="765" h="1240">
                  <a:moveTo>
                    <a:pt x="0" y="0"/>
                  </a:moveTo>
                  <a:lnTo>
                    <a:pt x="765" y="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l466"/>
            <p:cNvSpPr/>
            <p:nvPr/>
          </p:nvSpPr>
          <p:spPr>
            <a:xfrm>
              <a:off x="7232329" y="5245066"/>
              <a:ext cx="1546" cy="2470"/>
            </a:xfrm>
            <a:custGeom>
              <a:avLst/>
              <a:pathLst>
                <a:path w="1546" h="2470">
                  <a:moveTo>
                    <a:pt x="0" y="0"/>
                  </a:moveTo>
                  <a:lnTo>
                    <a:pt x="1546" y="2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l467"/>
            <p:cNvSpPr/>
            <p:nvPr/>
          </p:nvSpPr>
          <p:spPr>
            <a:xfrm>
              <a:off x="7186191" y="5274828"/>
              <a:ext cx="741" cy="1254"/>
            </a:xfrm>
            <a:custGeom>
              <a:avLst/>
              <a:pathLst>
                <a:path w="741" h="1254">
                  <a:moveTo>
                    <a:pt x="0" y="0"/>
                  </a:moveTo>
                  <a:lnTo>
                    <a:pt x="741" y="1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l468"/>
            <p:cNvSpPr/>
            <p:nvPr/>
          </p:nvSpPr>
          <p:spPr>
            <a:xfrm>
              <a:off x="7194060" y="5270157"/>
              <a:ext cx="746" cy="1251"/>
            </a:xfrm>
            <a:custGeom>
              <a:avLst/>
              <a:pathLst>
                <a:path w="746" h="1251">
                  <a:moveTo>
                    <a:pt x="0" y="0"/>
                  </a:moveTo>
                  <a:lnTo>
                    <a:pt x="746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l469"/>
            <p:cNvSpPr/>
            <p:nvPr/>
          </p:nvSpPr>
          <p:spPr>
            <a:xfrm>
              <a:off x="7189384" y="5271244"/>
              <a:ext cx="743" cy="1253"/>
            </a:xfrm>
            <a:custGeom>
              <a:avLst/>
              <a:pathLst>
                <a:path w="743" h="1253">
                  <a:moveTo>
                    <a:pt x="0" y="0"/>
                  </a:moveTo>
                  <a:lnTo>
                    <a:pt x="743" y="12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l470"/>
            <p:cNvSpPr/>
            <p:nvPr/>
          </p:nvSpPr>
          <p:spPr>
            <a:xfrm>
              <a:off x="7201157" y="5264204"/>
              <a:ext cx="1503" cy="2496"/>
            </a:xfrm>
            <a:custGeom>
              <a:avLst/>
              <a:pathLst>
                <a:path w="1503" h="2496">
                  <a:moveTo>
                    <a:pt x="0" y="0"/>
                  </a:moveTo>
                  <a:lnTo>
                    <a:pt x="1503" y="24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7194529" y="5266483"/>
              <a:ext cx="747" cy="1250"/>
            </a:xfrm>
            <a:custGeom>
              <a:avLst/>
              <a:pathLst>
                <a:path w="747" h="1250">
                  <a:moveTo>
                    <a:pt x="0" y="0"/>
                  </a:moveTo>
                  <a:lnTo>
                    <a:pt x="747" y="12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7208223" y="5258224"/>
              <a:ext cx="2271" cy="3735"/>
            </a:xfrm>
            <a:custGeom>
              <a:avLst/>
              <a:pathLst>
                <a:path w="2271" h="3735">
                  <a:moveTo>
                    <a:pt x="0" y="0"/>
                  </a:moveTo>
                  <a:lnTo>
                    <a:pt x="2271" y="3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7199126" y="5258622"/>
              <a:ext cx="2257" cy="3744"/>
            </a:xfrm>
            <a:custGeom>
              <a:avLst/>
              <a:pathLst>
                <a:path w="2257" h="3744">
                  <a:moveTo>
                    <a:pt x="0" y="0"/>
                  </a:moveTo>
                  <a:lnTo>
                    <a:pt x="2257" y="3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7223432" y="5243743"/>
              <a:ext cx="3076" cy="4951"/>
            </a:xfrm>
            <a:custGeom>
              <a:avLst/>
              <a:pathLst>
                <a:path w="3076" h="4951">
                  <a:moveTo>
                    <a:pt x="0" y="0"/>
                  </a:moveTo>
                  <a:lnTo>
                    <a:pt x="3076" y="49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7162466" y="5288639"/>
              <a:ext cx="725" cy="1264"/>
            </a:xfrm>
            <a:custGeom>
              <a:avLst/>
              <a:pathLst>
                <a:path w="725" h="1264">
                  <a:moveTo>
                    <a:pt x="0" y="0"/>
                  </a:moveTo>
                  <a:lnTo>
                    <a:pt x="725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7170394" y="5284069"/>
              <a:ext cx="730" cy="1261"/>
            </a:xfrm>
            <a:custGeom>
              <a:avLst/>
              <a:pathLst>
                <a:path w="730" h="1261">
                  <a:moveTo>
                    <a:pt x="0" y="0"/>
                  </a:moveTo>
                  <a:lnTo>
                    <a:pt x="730" y="1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7165705" y="5285095"/>
              <a:ext cx="727" cy="1262"/>
            </a:xfrm>
            <a:custGeom>
              <a:avLst/>
              <a:pathLst>
                <a:path w="727" h="1262">
                  <a:moveTo>
                    <a:pt x="0" y="0"/>
                  </a:moveTo>
                  <a:lnTo>
                    <a:pt x="727" y="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7177567" y="5278207"/>
              <a:ext cx="1471" cy="2515"/>
            </a:xfrm>
            <a:custGeom>
              <a:avLst/>
              <a:pathLst>
                <a:path w="1471" h="2515">
                  <a:moveTo>
                    <a:pt x="0" y="0"/>
                  </a:moveTo>
                  <a:lnTo>
                    <a:pt x="1471" y="25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l479"/>
            <p:cNvSpPr/>
            <p:nvPr/>
          </p:nvSpPr>
          <p:spPr>
            <a:xfrm>
              <a:off x="7138566" y="5302144"/>
              <a:ext cx="708" cy="1273"/>
            </a:xfrm>
            <a:custGeom>
              <a:avLst/>
              <a:pathLst>
                <a:path w="708" h="1273">
                  <a:moveTo>
                    <a:pt x="0" y="0"/>
                  </a:moveTo>
                  <a:lnTo>
                    <a:pt x="708" y="12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l480"/>
            <p:cNvSpPr/>
            <p:nvPr/>
          </p:nvSpPr>
          <p:spPr>
            <a:xfrm>
              <a:off x="7146552" y="5297676"/>
              <a:ext cx="714" cy="1270"/>
            </a:xfrm>
            <a:custGeom>
              <a:avLst/>
              <a:pathLst>
                <a:path w="714" h="1270">
                  <a:moveTo>
                    <a:pt x="0" y="0"/>
                  </a:moveTo>
                  <a:lnTo>
                    <a:pt x="714" y="1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l481"/>
            <p:cNvSpPr/>
            <p:nvPr/>
          </p:nvSpPr>
          <p:spPr>
            <a:xfrm>
              <a:off x="7141850" y="5298643"/>
              <a:ext cx="711" cy="1271"/>
            </a:xfrm>
            <a:custGeom>
              <a:avLst/>
              <a:pathLst>
                <a:path w="711" h="1271">
                  <a:moveTo>
                    <a:pt x="0" y="0"/>
                  </a:moveTo>
                  <a:lnTo>
                    <a:pt x="711" y="12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l482"/>
            <p:cNvSpPr/>
            <p:nvPr/>
          </p:nvSpPr>
          <p:spPr>
            <a:xfrm>
              <a:off x="7153799" y="5291907"/>
              <a:ext cx="1439" cy="2534"/>
            </a:xfrm>
            <a:custGeom>
              <a:avLst/>
              <a:pathLst>
                <a:path w="1439" h="2534">
                  <a:moveTo>
                    <a:pt x="0" y="0"/>
                  </a:moveTo>
                  <a:lnTo>
                    <a:pt x="1439" y="2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l483"/>
            <p:cNvSpPr/>
            <p:nvPr/>
          </p:nvSpPr>
          <p:spPr>
            <a:xfrm>
              <a:off x="7114495" y="5315343"/>
              <a:ext cx="692" cy="1282"/>
            </a:xfrm>
            <a:custGeom>
              <a:avLst/>
              <a:pathLst>
                <a:path w="692" h="1282">
                  <a:moveTo>
                    <a:pt x="0" y="0"/>
                  </a:moveTo>
                  <a:lnTo>
                    <a:pt x="692" y="1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7122537" y="5310978"/>
              <a:ext cx="697" cy="1279"/>
            </a:xfrm>
            <a:custGeom>
              <a:avLst/>
              <a:pathLst>
                <a:path w="697" h="1279">
                  <a:moveTo>
                    <a:pt x="0" y="0"/>
                  </a:moveTo>
                  <a:lnTo>
                    <a:pt x="697" y="1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7098354" y="5323970"/>
              <a:ext cx="681" cy="1288"/>
            </a:xfrm>
            <a:custGeom>
              <a:avLst/>
              <a:pathLst>
                <a:path w="681" h="1288">
                  <a:moveTo>
                    <a:pt x="0" y="0"/>
                  </a:moveTo>
                  <a:lnTo>
                    <a:pt x="681" y="1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7106433" y="5319674"/>
              <a:ext cx="687" cy="1285"/>
            </a:xfrm>
            <a:custGeom>
              <a:avLst/>
              <a:pathLst>
                <a:path w="687" h="1285">
                  <a:moveTo>
                    <a:pt x="0" y="0"/>
                  </a:moveTo>
                  <a:lnTo>
                    <a:pt x="687" y="1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l487"/>
            <p:cNvSpPr/>
            <p:nvPr/>
          </p:nvSpPr>
          <p:spPr>
            <a:xfrm>
              <a:off x="7101028" y="5319253"/>
              <a:ext cx="1368" cy="2573"/>
            </a:xfrm>
            <a:custGeom>
              <a:avLst/>
              <a:pathLst>
                <a:path w="1368" h="2573">
                  <a:moveTo>
                    <a:pt x="0" y="0"/>
                  </a:moveTo>
                  <a:lnTo>
                    <a:pt x="1368" y="2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l488"/>
            <p:cNvSpPr/>
            <p:nvPr/>
          </p:nvSpPr>
          <p:spPr>
            <a:xfrm>
              <a:off x="7117128" y="5310603"/>
              <a:ext cx="1390" cy="2561"/>
            </a:xfrm>
            <a:custGeom>
              <a:avLst/>
              <a:pathLst>
                <a:path w="1390" h="2561">
                  <a:moveTo>
                    <a:pt x="0" y="0"/>
                  </a:moveTo>
                  <a:lnTo>
                    <a:pt x="1390" y="2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l489"/>
            <p:cNvSpPr/>
            <p:nvPr/>
          </p:nvSpPr>
          <p:spPr>
            <a:xfrm>
              <a:off x="7108397" y="5313661"/>
              <a:ext cx="689" cy="1283"/>
            </a:xfrm>
            <a:custGeom>
              <a:avLst/>
              <a:pathLst>
                <a:path w="689" h="1283">
                  <a:moveTo>
                    <a:pt x="0" y="0"/>
                  </a:moveTo>
                  <a:lnTo>
                    <a:pt x="689" y="12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l490"/>
            <p:cNvSpPr/>
            <p:nvPr/>
          </p:nvSpPr>
          <p:spPr>
            <a:xfrm>
              <a:off x="7128451" y="5302749"/>
              <a:ext cx="2813" cy="5105"/>
            </a:xfrm>
            <a:custGeom>
              <a:avLst/>
              <a:pathLst>
                <a:path w="2813" h="5105">
                  <a:moveTo>
                    <a:pt x="0" y="0"/>
                  </a:moveTo>
                  <a:lnTo>
                    <a:pt x="2813" y="5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l491"/>
            <p:cNvSpPr/>
            <p:nvPr/>
          </p:nvSpPr>
          <p:spPr>
            <a:xfrm>
              <a:off x="7116349" y="5304391"/>
              <a:ext cx="2089" cy="3840"/>
            </a:xfrm>
            <a:custGeom>
              <a:avLst/>
              <a:pathLst>
                <a:path w="2089" h="3840">
                  <a:moveTo>
                    <a:pt x="0" y="0"/>
                  </a:moveTo>
                  <a:lnTo>
                    <a:pt x="2089" y="38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2"/>
            <p:cNvSpPr/>
            <p:nvPr/>
          </p:nvSpPr>
          <p:spPr>
            <a:xfrm>
              <a:off x="7144251" y="5288937"/>
              <a:ext cx="3578" cy="6347"/>
            </a:xfrm>
            <a:custGeom>
              <a:avLst/>
              <a:pathLst>
                <a:path w="3578" h="6347">
                  <a:moveTo>
                    <a:pt x="0" y="0"/>
                  </a:moveTo>
                  <a:lnTo>
                    <a:pt x="3578" y="6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3"/>
            <p:cNvSpPr/>
            <p:nvPr/>
          </p:nvSpPr>
          <p:spPr>
            <a:xfrm>
              <a:off x="7128210" y="5292891"/>
              <a:ext cx="2118" cy="3824"/>
            </a:xfrm>
            <a:custGeom>
              <a:avLst/>
              <a:pathLst>
                <a:path w="2118" h="3824">
                  <a:moveTo>
                    <a:pt x="0" y="0"/>
                  </a:moveTo>
                  <a:lnTo>
                    <a:pt x="2118" y="3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7165787" y="5271578"/>
              <a:ext cx="5854" cy="10082"/>
            </a:xfrm>
            <a:custGeom>
              <a:avLst/>
              <a:pathLst>
                <a:path w="5854" h="10082">
                  <a:moveTo>
                    <a:pt x="0" y="0"/>
                  </a:moveTo>
                  <a:lnTo>
                    <a:pt x="5854" y="10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7049499" y="5349021"/>
              <a:ext cx="648" cy="1305"/>
            </a:xfrm>
            <a:custGeom>
              <a:avLst/>
              <a:pathLst>
                <a:path w="648" h="1305">
                  <a:moveTo>
                    <a:pt x="0" y="0"/>
                  </a:moveTo>
                  <a:lnTo>
                    <a:pt x="648" y="13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7057686" y="5344933"/>
              <a:ext cx="653" cy="1302"/>
            </a:xfrm>
            <a:custGeom>
              <a:avLst/>
              <a:pathLst>
                <a:path w="653" h="1302">
                  <a:moveTo>
                    <a:pt x="0" y="0"/>
                  </a:moveTo>
                  <a:lnTo>
                    <a:pt x="653" y="1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7052943" y="5345677"/>
              <a:ext cx="651" cy="1303"/>
            </a:xfrm>
            <a:custGeom>
              <a:avLst/>
              <a:pathLst>
                <a:path w="651" h="1303">
                  <a:moveTo>
                    <a:pt x="0" y="0"/>
                  </a:moveTo>
                  <a:lnTo>
                    <a:pt x="651" y="13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7065196" y="5339510"/>
              <a:ext cx="1318" cy="2599"/>
            </a:xfrm>
            <a:custGeom>
              <a:avLst/>
              <a:pathLst>
                <a:path w="1318" h="2599">
                  <a:moveTo>
                    <a:pt x="0" y="0"/>
                  </a:moveTo>
                  <a:lnTo>
                    <a:pt x="1318" y="2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7058419" y="5341302"/>
              <a:ext cx="655" cy="1301"/>
            </a:xfrm>
            <a:custGeom>
              <a:avLst/>
              <a:pathLst>
                <a:path w="655" h="1301">
                  <a:moveTo>
                    <a:pt x="0" y="0"/>
                  </a:moveTo>
                  <a:lnTo>
                    <a:pt x="655" y="13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7072677" y="5334058"/>
              <a:ext cx="1994" cy="3890"/>
            </a:xfrm>
            <a:custGeom>
              <a:avLst/>
              <a:pathLst>
                <a:path w="1994" h="3890">
                  <a:moveTo>
                    <a:pt x="0" y="0"/>
                  </a:moveTo>
                  <a:lnTo>
                    <a:pt x="1994" y="3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7064895" y="5336394"/>
              <a:ext cx="660" cy="1299"/>
            </a:xfrm>
            <a:custGeom>
              <a:avLst/>
              <a:pathLst>
                <a:path w="660" h="1299">
                  <a:moveTo>
                    <a:pt x="0" y="0"/>
                  </a:moveTo>
                  <a:lnTo>
                    <a:pt x="660" y="1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7080129" y="5328577"/>
              <a:ext cx="2681" cy="5175"/>
            </a:xfrm>
            <a:custGeom>
              <a:avLst/>
              <a:pathLst>
                <a:path w="2681" h="5175">
                  <a:moveTo>
                    <a:pt x="0" y="0"/>
                  </a:moveTo>
                  <a:lnTo>
                    <a:pt x="2681" y="51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7071854" y="5331204"/>
              <a:ext cx="665" cy="1296"/>
            </a:xfrm>
            <a:custGeom>
              <a:avLst/>
              <a:pathLst>
                <a:path w="665" h="1296">
                  <a:moveTo>
                    <a:pt x="0" y="0"/>
                  </a:moveTo>
                  <a:lnTo>
                    <a:pt x="665" y="1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7087552" y="5323068"/>
              <a:ext cx="3380" cy="6455"/>
            </a:xfrm>
            <a:custGeom>
              <a:avLst/>
              <a:pathLst>
                <a:path w="3380" h="6455">
                  <a:moveTo>
                    <a:pt x="0" y="0"/>
                  </a:moveTo>
                  <a:lnTo>
                    <a:pt x="3380" y="6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l505"/>
            <p:cNvSpPr/>
            <p:nvPr/>
          </p:nvSpPr>
          <p:spPr>
            <a:xfrm>
              <a:off x="7024835" y="5361075"/>
              <a:ext cx="631" cy="1313"/>
            </a:xfrm>
            <a:custGeom>
              <a:avLst/>
              <a:pathLst>
                <a:path w="631" h="1313">
                  <a:moveTo>
                    <a:pt x="0" y="0"/>
                  </a:moveTo>
                  <a:lnTo>
                    <a:pt x="631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7033073" y="5357092"/>
              <a:ext cx="637" cy="1310"/>
            </a:xfrm>
            <a:custGeom>
              <a:avLst/>
              <a:pathLst>
                <a:path w="637" h="1310">
                  <a:moveTo>
                    <a:pt x="0" y="0"/>
                  </a:moveTo>
                  <a:lnTo>
                    <a:pt x="637" y="1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l507"/>
            <p:cNvSpPr/>
            <p:nvPr/>
          </p:nvSpPr>
          <p:spPr>
            <a:xfrm>
              <a:off x="7028322" y="5357776"/>
              <a:ext cx="634" cy="1312"/>
            </a:xfrm>
            <a:custGeom>
              <a:avLst/>
              <a:pathLst>
                <a:path w="634" h="1312">
                  <a:moveTo>
                    <a:pt x="0" y="0"/>
                  </a:moveTo>
                  <a:lnTo>
                    <a:pt x="634" y="13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l508"/>
            <p:cNvSpPr/>
            <p:nvPr/>
          </p:nvSpPr>
          <p:spPr>
            <a:xfrm>
              <a:off x="7040652" y="5351766"/>
              <a:ext cx="1285" cy="2616"/>
            </a:xfrm>
            <a:custGeom>
              <a:avLst/>
              <a:pathLst>
                <a:path w="1285" h="2616">
                  <a:moveTo>
                    <a:pt x="0" y="0"/>
                  </a:moveTo>
                  <a:lnTo>
                    <a:pt x="1285" y="2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l509"/>
            <p:cNvSpPr/>
            <p:nvPr/>
          </p:nvSpPr>
          <p:spPr>
            <a:xfrm>
              <a:off x="7000018" y="5372812"/>
              <a:ext cx="614" cy="1321"/>
            </a:xfrm>
            <a:custGeom>
              <a:avLst/>
              <a:pathLst>
                <a:path w="614" h="1321">
                  <a:moveTo>
                    <a:pt x="0" y="0"/>
                  </a:moveTo>
                  <a:lnTo>
                    <a:pt x="614" y="1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l510"/>
            <p:cNvSpPr/>
            <p:nvPr/>
          </p:nvSpPr>
          <p:spPr>
            <a:xfrm>
              <a:off x="7008307" y="5368935"/>
              <a:ext cx="620" cy="1318"/>
            </a:xfrm>
            <a:custGeom>
              <a:avLst/>
              <a:pathLst>
                <a:path w="620" h="1318">
                  <a:moveTo>
                    <a:pt x="0" y="0"/>
                  </a:moveTo>
                  <a:lnTo>
                    <a:pt x="620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l511"/>
            <p:cNvSpPr/>
            <p:nvPr/>
          </p:nvSpPr>
          <p:spPr>
            <a:xfrm>
              <a:off x="6975053" y="5384231"/>
              <a:ext cx="597" cy="1329"/>
            </a:xfrm>
            <a:custGeom>
              <a:avLst/>
              <a:pathLst>
                <a:path w="597" h="1329">
                  <a:moveTo>
                    <a:pt x="0" y="0"/>
                  </a:moveTo>
                  <a:lnTo>
                    <a:pt x="597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l512"/>
            <p:cNvSpPr/>
            <p:nvPr/>
          </p:nvSpPr>
          <p:spPr>
            <a:xfrm>
              <a:off x="6983391" y="5380460"/>
              <a:ext cx="603" cy="1326"/>
            </a:xfrm>
            <a:custGeom>
              <a:avLst/>
              <a:pathLst>
                <a:path w="603" h="1326">
                  <a:moveTo>
                    <a:pt x="0" y="0"/>
                  </a:moveTo>
                  <a:lnTo>
                    <a:pt x="603" y="1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l513"/>
            <p:cNvSpPr/>
            <p:nvPr/>
          </p:nvSpPr>
          <p:spPr>
            <a:xfrm>
              <a:off x="6978624" y="5381022"/>
              <a:ext cx="600" cy="1327"/>
            </a:xfrm>
            <a:custGeom>
              <a:avLst/>
              <a:pathLst>
                <a:path w="600" h="1327">
                  <a:moveTo>
                    <a:pt x="0" y="0"/>
                  </a:moveTo>
                  <a:lnTo>
                    <a:pt x="600" y="13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l514"/>
            <p:cNvSpPr/>
            <p:nvPr/>
          </p:nvSpPr>
          <p:spPr>
            <a:xfrm>
              <a:off x="6991104" y="5375330"/>
              <a:ext cx="1218" cy="2648"/>
            </a:xfrm>
            <a:custGeom>
              <a:avLst/>
              <a:pathLst>
                <a:path w="1218" h="2648">
                  <a:moveTo>
                    <a:pt x="0" y="0"/>
                  </a:moveTo>
                  <a:lnTo>
                    <a:pt x="1218" y="26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6983659" y="5375534"/>
              <a:ext cx="1209" cy="2651"/>
            </a:xfrm>
            <a:custGeom>
              <a:avLst/>
              <a:pathLst>
                <a:path w="1209" h="2651">
                  <a:moveTo>
                    <a:pt x="0" y="0"/>
                  </a:moveTo>
                  <a:lnTo>
                    <a:pt x="1209" y="26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7002312" y="5366918"/>
              <a:ext cx="1852" cy="3960"/>
            </a:xfrm>
            <a:custGeom>
              <a:avLst/>
              <a:pathLst>
                <a:path w="1852" h="3960">
                  <a:moveTo>
                    <a:pt x="0" y="0"/>
                  </a:moveTo>
                  <a:lnTo>
                    <a:pt x="1852" y="39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6992385" y="5369925"/>
              <a:ext cx="611" cy="1323"/>
            </a:xfrm>
            <a:custGeom>
              <a:avLst/>
              <a:pathLst>
                <a:path w="611" h="1323">
                  <a:moveTo>
                    <a:pt x="0" y="0"/>
                  </a:moveTo>
                  <a:lnTo>
                    <a:pt x="611" y="1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7014076" y="5359758"/>
              <a:ext cx="3129" cy="6580"/>
            </a:xfrm>
            <a:custGeom>
              <a:avLst/>
              <a:pathLst>
                <a:path w="3129" h="6580">
                  <a:moveTo>
                    <a:pt x="0" y="0"/>
                  </a:moveTo>
                  <a:lnTo>
                    <a:pt x="3129" y="6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6958330" y="5391665"/>
              <a:ext cx="586" cy="1334"/>
            </a:xfrm>
            <a:custGeom>
              <a:avLst/>
              <a:pathLst>
                <a:path w="586" h="1334">
                  <a:moveTo>
                    <a:pt x="0" y="0"/>
                  </a:moveTo>
                  <a:lnTo>
                    <a:pt x="586" y="1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6966700" y="5387966"/>
              <a:ext cx="592" cy="1331"/>
            </a:xfrm>
            <a:custGeom>
              <a:avLst/>
              <a:pathLst>
                <a:path w="592" h="1331">
                  <a:moveTo>
                    <a:pt x="0" y="0"/>
                  </a:moveTo>
                  <a:lnTo>
                    <a:pt x="592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6907787" y="5413108"/>
              <a:ext cx="551" cy="1348"/>
            </a:xfrm>
            <a:custGeom>
              <a:avLst/>
              <a:pathLst>
                <a:path w="551" h="1348">
                  <a:moveTo>
                    <a:pt x="0" y="0"/>
                  </a:moveTo>
                  <a:lnTo>
                    <a:pt x="551" y="1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6916249" y="5409624"/>
              <a:ext cx="557" cy="1346"/>
            </a:xfrm>
            <a:custGeom>
              <a:avLst/>
              <a:pathLst>
                <a:path w="557" h="1346">
                  <a:moveTo>
                    <a:pt x="0" y="0"/>
                  </a:moveTo>
                  <a:lnTo>
                    <a:pt x="557" y="1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l523"/>
            <p:cNvSpPr/>
            <p:nvPr/>
          </p:nvSpPr>
          <p:spPr>
            <a:xfrm>
              <a:off x="6911465" y="5410023"/>
              <a:ext cx="554" cy="1347"/>
            </a:xfrm>
            <a:custGeom>
              <a:avLst/>
              <a:pathLst>
                <a:path w="554" h="1347">
                  <a:moveTo>
                    <a:pt x="0" y="0"/>
                  </a:moveTo>
                  <a:lnTo>
                    <a:pt x="554" y="1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l524"/>
            <p:cNvSpPr/>
            <p:nvPr/>
          </p:nvSpPr>
          <p:spPr>
            <a:xfrm>
              <a:off x="6924132" y="5404760"/>
              <a:ext cx="1126" cy="2688"/>
            </a:xfrm>
            <a:custGeom>
              <a:avLst/>
              <a:pathLst>
                <a:path w="1126" h="2688">
                  <a:moveTo>
                    <a:pt x="0" y="0"/>
                  </a:moveTo>
                  <a:lnTo>
                    <a:pt x="1126" y="26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6917244" y="5406056"/>
              <a:ext cx="559" cy="1345"/>
            </a:xfrm>
            <a:custGeom>
              <a:avLst/>
              <a:pathLst>
                <a:path w="559" h="1345">
                  <a:moveTo>
                    <a:pt x="0" y="0"/>
                  </a:moveTo>
                  <a:lnTo>
                    <a:pt x="559" y="13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l526"/>
            <p:cNvSpPr/>
            <p:nvPr/>
          </p:nvSpPr>
          <p:spPr>
            <a:xfrm>
              <a:off x="6931989" y="5399865"/>
              <a:ext cx="1707" cy="4024"/>
            </a:xfrm>
            <a:custGeom>
              <a:avLst/>
              <a:pathLst>
                <a:path w="1707" h="4024">
                  <a:moveTo>
                    <a:pt x="0" y="0"/>
                  </a:moveTo>
                  <a:lnTo>
                    <a:pt x="1707" y="40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6924058" y="5401631"/>
              <a:ext cx="564" cy="1343"/>
            </a:xfrm>
            <a:custGeom>
              <a:avLst/>
              <a:pathLst>
                <a:path w="564" h="1343">
                  <a:moveTo>
                    <a:pt x="0" y="0"/>
                  </a:moveTo>
                  <a:lnTo>
                    <a:pt x="564" y="13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l528"/>
            <p:cNvSpPr/>
            <p:nvPr/>
          </p:nvSpPr>
          <p:spPr>
            <a:xfrm>
              <a:off x="6939819" y="5394939"/>
              <a:ext cx="2299" cy="5356"/>
            </a:xfrm>
            <a:custGeom>
              <a:avLst/>
              <a:pathLst>
                <a:path w="2299" h="5356">
                  <a:moveTo>
                    <a:pt x="0" y="0"/>
                  </a:moveTo>
                  <a:lnTo>
                    <a:pt x="2299" y="53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6931375" y="5396959"/>
              <a:ext cx="569" cy="1341"/>
            </a:xfrm>
            <a:custGeom>
              <a:avLst/>
              <a:pathLst>
                <a:path w="569" h="1341">
                  <a:moveTo>
                    <a:pt x="0" y="0"/>
                  </a:moveTo>
                  <a:lnTo>
                    <a:pt x="569" y="13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6947622" y="5389982"/>
              <a:ext cx="2903" cy="6683"/>
            </a:xfrm>
            <a:custGeom>
              <a:avLst/>
              <a:pathLst>
                <a:path w="2903" h="6683">
                  <a:moveTo>
                    <a:pt x="0" y="0"/>
                  </a:moveTo>
                  <a:lnTo>
                    <a:pt x="2903" y="6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6938356" y="5390809"/>
              <a:ext cx="1150" cy="2678"/>
            </a:xfrm>
            <a:custGeom>
              <a:avLst/>
              <a:pathLst>
                <a:path w="1150" h="2678">
                  <a:moveTo>
                    <a:pt x="0" y="0"/>
                  </a:moveTo>
                  <a:lnTo>
                    <a:pt x="1150" y="26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6958982" y="5381822"/>
              <a:ext cx="3535" cy="7997"/>
            </a:xfrm>
            <a:custGeom>
              <a:avLst/>
              <a:pathLst>
                <a:path w="3535" h="7997">
                  <a:moveTo>
                    <a:pt x="0" y="0"/>
                  </a:moveTo>
                  <a:lnTo>
                    <a:pt x="3535" y="79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6890820" y="5419967"/>
              <a:ext cx="540" cy="1353"/>
            </a:xfrm>
            <a:custGeom>
              <a:avLst/>
              <a:pathLst>
                <a:path w="540" h="1353">
                  <a:moveTo>
                    <a:pt x="0" y="0"/>
                  </a:moveTo>
                  <a:lnTo>
                    <a:pt x="540" y="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l534"/>
            <p:cNvSpPr/>
            <p:nvPr/>
          </p:nvSpPr>
          <p:spPr>
            <a:xfrm>
              <a:off x="6899311" y="5416556"/>
              <a:ext cx="546" cy="1351"/>
            </a:xfrm>
            <a:custGeom>
              <a:avLst/>
              <a:pathLst>
                <a:path w="546" h="1351">
                  <a:moveTo>
                    <a:pt x="0" y="0"/>
                  </a:moveTo>
                  <a:lnTo>
                    <a:pt x="546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l535"/>
            <p:cNvSpPr/>
            <p:nvPr/>
          </p:nvSpPr>
          <p:spPr>
            <a:xfrm>
              <a:off x="6856712" y="5433250"/>
              <a:ext cx="517" cy="1362"/>
            </a:xfrm>
            <a:custGeom>
              <a:avLst/>
              <a:pathLst>
                <a:path w="517" h="1362">
                  <a:moveTo>
                    <a:pt x="0" y="0"/>
                  </a:moveTo>
                  <a:lnTo>
                    <a:pt x="517" y="13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l536"/>
            <p:cNvSpPr/>
            <p:nvPr/>
          </p:nvSpPr>
          <p:spPr>
            <a:xfrm>
              <a:off x="6865260" y="5429984"/>
              <a:ext cx="523" cy="1360"/>
            </a:xfrm>
            <a:custGeom>
              <a:avLst/>
              <a:pathLst>
                <a:path w="523" h="1360">
                  <a:moveTo>
                    <a:pt x="0" y="0"/>
                  </a:moveTo>
                  <a:lnTo>
                    <a:pt x="523" y="1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l537"/>
            <p:cNvSpPr/>
            <p:nvPr/>
          </p:nvSpPr>
          <p:spPr>
            <a:xfrm>
              <a:off x="6860467" y="5430260"/>
              <a:ext cx="520" cy="1361"/>
            </a:xfrm>
            <a:custGeom>
              <a:avLst/>
              <a:pathLst>
                <a:path w="520" h="1361">
                  <a:moveTo>
                    <a:pt x="0" y="0"/>
                  </a:moveTo>
                  <a:lnTo>
                    <a:pt x="520" y="1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6873265" y="5425323"/>
              <a:ext cx="1057" cy="2716"/>
            </a:xfrm>
            <a:custGeom>
              <a:avLst/>
              <a:pathLst>
                <a:path w="1057" h="2716">
                  <a:moveTo>
                    <a:pt x="0" y="0"/>
                  </a:moveTo>
                  <a:lnTo>
                    <a:pt x="1057" y="2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6866346" y="5426442"/>
              <a:ext cx="524" cy="1359"/>
            </a:xfrm>
            <a:custGeom>
              <a:avLst/>
              <a:pathLst>
                <a:path w="524" h="1359">
                  <a:moveTo>
                    <a:pt x="0" y="0"/>
                  </a:moveTo>
                  <a:lnTo>
                    <a:pt x="524" y="1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6881245" y="5420631"/>
              <a:ext cx="1603" cy="4067"/>
            </a:xfrm>
            <a:custGeom>
              <a:avLst/>
              <a:pathLst>
                <a:path w="1603" h="4067">
                  <a:moveTo>
                    <a:pt x="0" y="0"/>
                  </a:moveTo>
                  <a:lnTo>
                    <a:pt x="1603" y="4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6830985" y="5442828"/>
              <a:ext cx="499" cy="1369"/>
            </a:xfrm>
            <a:custGeom>
              <a:avLst/>
              <a:pathLst>
                <a:path w="499" h="1369">
                  <a:moveTo>
                    <a:pt x="0" y="0"/>
                  </a:moveTo>
                  <a:lnTo>
                    <a:pt x="499" y="1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6839574" y="5439672"/>
              <a:ext cx="505" cy="1366"/>
            </a:xfrm>
            <a:custGeom>
              <a:avLst/>
              <a:pathLst>
                <a:path w="505" h="1366">
                  <a:moveTo>
                    <a:pt x="0" y="0"/>
                  </a:moveTo>
                  <a:lnTo>
                    <a:pt x="505" y="1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6805137" y="5452077"/>
              <a:ext cx="482" cy="1375"/>
            </a:xfrm>
            <a:custGeom>
              <a:avLst/>
              <a:pathLst>
                <a:path w="482" h="1375">
                  <a:moveTo>
                    <a:pt x="0" y="0"/>
                  </a:moveTo>
                  <a:lnTo>
                    <a:pt x="482" y="1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6813766" y="5449031"/>
              <a:ext cx="488" cy="1373"/>
            </a:xfrm>
            <a:custGeom>
              <a:avLst/>
              <a:pathLst>
                <a:path w="488" h="1373">
                  <a:moveTo>
                    <a:pt x="0" y="0"/>
                  </a:moveTo>
                  <a:lnTo>
                    <a:pt x="488" y="1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6808968" y="5449184"/>
              <a:ext cx="485" cy="1374"/>
            </a:xfrm>
            <a:custGeom>
              <a:avLst/>
              <a:pathLst>
                <a:path w="485" h="1374">
                  <a:moveTo>
                    <a:pt x="0" y="0"/>
                  </a:moveTo>
                  <a:lnTo>
                    <a:pt x="485" y="13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6821888" y="5444577"/>
              <a:ext cx="987" cy="2742"/>
            </a:xfrm>
            <a:custGeom>
              <a:avLst/>
              <a:pathLst>
                <a:path w="987" h="2742">
                  <a:moveTo>
                    <a:pt x="0" y="0"/>
                  </a:moveTo>
                  <a:lnTo>
                    <a:pt x="987" y="2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6814453" y="5444145"/>
              <a:ext cx="979" cy="2745"/>
            </a:xfrm>
            <a:custGeom>
              <a:avLst/>
              <a:pathLst>
                <a:path w="979" h="2745">
                  <a:moveTo>
                    <a:pt x="0" y="0"/>
                  </a:moveTo>
                  <a:lnTo>
                    <a:pt x="979" y="2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6833773" y="5437151"/>
              <a:ext cx="1508" cy="4103"/>
            </a:xfrm>
            <a:custGeom>
              <a:avLst/>
              <a:pathLst>
                <a:path w="1508" h="4103">
                  <a:moveTo>
                    <a:pt x="0" y="0"/>
                  </a:moveTo>
                  <a:lnTo>
                    <a:pt x="1508" y="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6823625" y="5439301"/>
              <a:ext cx="496" cy="1370"/>
            </a:xfrm>
            <a:custGeom>
              <a:avLst/>
              <a:pathLst>
                <a:path w="496" h="1370">
                  <a:moveTo>
                    <a:pt x="0" y="0"/>
                  </a:moveTo>
                  <a:lnTo>
                    <a:pt x="496" y="1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6846104" y="5431020"/>
              <a:ext cx="2557" cy="6823"/>
            </a:xfrm>
            <a:custGeom>
              <a:avLst/>
              <a:pathLst>
                <a:path w="2557" h="6823">
                  <a:moveTo>
                    <a:pt x="0" y="0"/>
                  </a:moveTo>
                  <a:lnTo>
                    <a:pt x="2557" y="6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6832861" y="5429722"/>
              <a:ext cx="2015" cy="5470"/>
            </a:xfrm>
            <a:custGeom>
              <a:avLst/>
              <a:pathLst>
                <a:path w="2015" h="5470">
                  <a:moveTo>
                    <a:pt x="0" y="0"/>
                  </a:moveTo>
                  <a:lnTo>
                    <a:pt x="2015" y="5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6870623" y="5415404"/>
              <a:ext cx="3177" cy="8146"/>
            </a:xfrm>
            <a:custGeom>
              <a:avLst/>
              <a:pathLst>
                <a:path w="3177" h="8146">
                  <a:moveTo>
                    <a:pt x="0" y="0"/>
                  </a:moveTo>
                  <a:lnTo>
                    <a:pt x="3177" y="8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6850743" y="5419927"/>
              <a:ext cx="1033" cy="2725"/>
            </a:xfrm>
            <a:custGeom>
              <a:avLst/>
              <a:pathLst>
                <a:path w="1033" h="2725">
                  <a:moveTo>
                    <a:pt x="0" y="0"/>
                  </a:moveTo>
                  <a:lnTo>
                    <a:pt x="1033" y="2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6889634" y="5404743"/>
              <a:ext cx="5433" cy="13523"/>
            </a:xfrm>
            <a:custGeom>
              <a:avLst/>
              <a:pathLst>
                <a:path w="5433" h="13523">
                  <a:moveTo>
                    <a:pt x="0" y="0"/>
                  </a:moveTo>
                  <a:lnTo>
                    <a:pt x="5433" y="13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6865985" y="5401569"/>
              <a:ext cx="4240" cy="10860"/>
            </a:xfrm>
            <a:custGeom>
              <a:avLst/>
              <a:pathLst>
                <a:path w="4240" h="10860">
                  <a:moveTo>
                    <a:pt x="0" y="0"/>
                  </a:moveTo>
                  <a:lnTo>
                    <a:pt x="4240" y="10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6941695" y="5370310"/>
              <a:ext cx="6985" cy="16032"/>
            </a:xfrm>
            <a:custGeom>
              <a:avLst/>
              <a:pathLst>
                <a:path w="6985" h="16032">
                  <a:moveTo>
                    <a:pt x="0" y="0"/>
                  </a:moveTo>
                  <a:lnTo>
                    <a:pt x="6985" y="160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l557"/>
            <p:cNvSpPr/>
            <p:nvPr/>
          </p:nvSpPr>
          <p:spPr>
            <a:xfrm>
              <a:off x="6900654" y="5378223"/>
              <a:ext cx="3337" cy="8082"/>
            </a:xfrm>
            <a:custGeom>
              <a:avLst/>
              <a:pathLst>
                <a:path w="3337" h="8082">
                  <a:moveTo>
                    <a:pt x="0" y="0"/>
                  </a:moveTo>
                  <a:lnTo>
                    <a:pt x="3337" y="8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l558"/>
            <p:cNvSpPr/>
            <p:nvPr/>
          </p:nvSpPr>
          <p:spPr>
            <a:xfrm>
              <a:off x="6990874" y="5338480"/>
              <a:ext cx="12370" cy="26392"/>
            </a:xfrm>
            <a:custGeom>
              <a:avLst/>
              <a:pathLst>
                <a:path w="12370" h="26392">
                  <a:moveTo>
                    <a:pt x="0" y="0"/>
                  </a:moveTo>
                  <a:lnTo>
                    <a:pt x="12370" y="26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6944234" y="5354878"/>
              <a:ext cx="1762" cy="4001"/>
            </a:xfrm>
            <a:custGeom>
              <a:avLst/>
              <a:pathLst>
                <a:path w="1762" h="4001">
                  <a:moveTo>
                    <a:pt x="0" y="0"/>
                  </a:moveTo>
                  <a:lnTo>
                    <a:pt x="1762" y="4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7017890" y="5320719"/>
              <a:ext cx="16601" cy="34061"/>
            </a:xfrm>
            <a:custGeom>
              <a:avLst/>
              <a:pathLst>
                <a:path w="16601" h="34061">
                  <a:moveTo>
                    <a:pt x="0" y="0"/>
                  </a:moveTo>
                  <a:lnTo>
                    <a:pt x="16601" y="34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6977548" y="5330221"/>
              <a:ext cx="3678" cy="7932"/>
            </a:xfrm>
            <a:custGeom>
              <a:avLst/>
              <a:pathLst>
                <a:path w="3678" h="7932">
                  <a:moveTo>
                    <a:pt x="0" y="0"/>
                  </a:moveTo>
                  <a:lnTo>
                    <a:pt x="3678" y="79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7060262" y="5289629"/>
              <a:ext cx="19449" cy="37523"/>
            </a:xfrm>
            <a:custGeom>
              <a:avLst/>
              <a:pathLst>
                <a:path w="19449" h="37523">
                  <a:moveTo>
                    <a:pt x="0" y="0"/>
                  </a:moveTo>
                  <a:lnTo>
                    <a:pt x="19449" y="37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7012065" y="5295988"/>
              <a:ext cx="7062" cy="14391"/>
            </a:xfrm>
            <a:custGeom>
              <a:avLst/>
              <a:pathLst>
                <a:path w="7062" h="14391">
                  <a:moveTo>
                    <a:pt x="0" y="0"/>
                  </a:moveTo>
                  <a:lnTo>
                    <a:pt x="7062" y="143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7121887" y="5237962"/>
              <a:ext cx="25165" cy="44368"/>
            </a:xfrm>
            <a:custGeom>
              <a:avLst/>
              <a:pathLst>
                <a:path w="25165" h="44368">
                  <a:moveTo>
                    <a:pt x="0" y="0"/>
                  </a:moveTo>
                  <a:lnTo>
                    <a:pt x="25165" y="44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7062644" y="5258775"/>
              <a:ext cx="4765" cy="9020"/>
            </a:xfrm>
            <a:custGeom>
              <a:avLst/>
              <a:pathLst>
                <a:path w="4765" h="9020">
                  <a:moveTo>
                    <a:pt x="0" y="0"/>
                  </a:moveTo>
                  <a:lnTo>
                    <a:pt x="4765" y="9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7176303" y="5194046"/>
              <a:ext cx="35000" cy="57177"/>
            </a:xfrm>
            <a:custGeom>
              <a:avLst/>
              <a:pathLst>
                <a:path w="35000" h="57177">
                  <a:moveTo>
                    <a:pt x="0" y="0"/>
                  </a:moveTo>
                  <a:lnTo>
                    <a:pt x="35000" y="57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l567"/>
            <p:cNvSpPr/>
            <p:nvPr/>
          </p:nvSpPr>
          <p:spPr>
            <a:xfrm>
              <a:off x="7106282" y="5203247"/>
              <a:ext cx="13703" cy="24061"/>
            </a:xfrm>
            <a:custGeom>
              <a:avLst/>
              <a:pathLst>
                <a:path w="13703" h="24061">
                  <a:moveTo>
                    <a:pt x="0" y="0"/>
                  </a:moveTo>
                  <a:lnTo>
                    <a:pt x="13703" y="24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l568"/>
            <p:cNvSpPr/>
            <p:nvPr/>
          </p:nvSpPr>
          <p:spPr>
            <a:xfrm>
              <a:off x="7295914" y="5080899"/>
              <a:ext cx="45398" cy="62491"/>
            </a:xfrm>
            <a:custGeom>
              <a:avLst/>
              <a:pathLst>
                <a:path w="45398" h="62491">
                  <a:moveTo>
                    <a:pt x="0" y="0"/>
                  </a:moveTo>
                  <a:lnTo>
                    <a:pt x="45398" y="624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l569"/>
            <p:cNvSpPr/>
            <p:nvPr/>
          </p:nvSpPr>
          <p:spPr>
            <a:xfrm>
              <a:off x="7199629" y="5139796"/>
              <a:ext cx="3160" cy="4898"/>
            </a:xfrm>
            <a:custGeom>
              <a:avLst/>
              <a:pathLst>
                <a:path w="3160" h="4898">
                  <a:moveTo>
                    <a:pt x="0" y="0"/>
                  </a:moveTo>
                  <a:lnTo>
                    <a:pt x="3160" y="4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l570"/>
            <p:cNvSpPr/>
            <p:nvPr/>
          </p:nvSpPr>
          <p:spPr>
            <a:xfrm>
              <a:off x="7333828" y="5045342"/>
              <a:ext cx="63804" cy="83304"/>
            </a:xfrm>
            <a:custGeom>
              <a:avLst/>
              <a:pathLst>
                <a:path w="63804" h="83304">
                  <a:moveTo>
                    <a:pt x="0" y="0"/>
                  </a:moveTo>
                  <a:lnTo>
                    <a:pt x="63804" y="83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l571"/>
            <p:cNvSpPr/>
            <p:nvPr/>
          </p:nvSpPr>
          <p:spPr>
            <a:xfrm>
              <a:off x="7265164" y="5090346"/>
              <a:ext cx="2516" cy="3575"/>
            </a:xfrm>
            <a:custGeom>
              <a:avLst/>
              <a:pathLst>
                <a:path w="2516" h="3575">
                  <a:moveTo>
                    <a:pt x="0" y="0"/>
                  </a:moveTo>
                  <a:lnTo>
                    <a:pt x="2516" y="3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l572"/>
            <p:cNvSpPr/>
            <p:nvPr/>
          </p:nvSpPr>
          <p:spPr>
            <a:xfrm>
              <a:off x="7352573" y="5025250"/>
              <a:ext cx="68515" cy="87026"/>
            </a:xfrm>
            <a:custGeom>
              <a:avLst/>
              <a:pathLst>
                <a:path w="68515" h="87026">
                  <a:moveTo>
                    <a:pt x="0" y="0"/>
                  </a:moveTo>
                  <a:lnTo>
                    <a:pt x="68515" y="870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l573"/>
            <p:cNvSpPr/>
            <p:nvPr/>
          </p:nvSpPr>
          <p:spPr>
            <a:xfrm>
              <a:off x="7290154" y="5032669"/>
              <a:ext cx="19150" cy="25714"/>
            </a:xfrm>
            <a:custGeom>
              <a:avLst/>
              <a:pathLst>
                <a:path w="19150" h="25714">
                  <a:moveTo>
                    <a:pt x="0" y="0"/>
                  </a:moveTo>
                  <a:lnTo>
                    <a:pt x="19150" y="25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l574"/>
            <p:cNvSpPr/>
            <p:nvPr/>
          </p:nvSpPr>
          <p:spPr>
            <a:xfrm>
              <a:off x="7452637" y="4897757"/>
              <a:ext cx="78124" cy="84571"/>
            </a:xfrm>
            <a:custGeom>
              <a:avLst/>
              <a:pathLst>
                <a:path w="78124" h="84571">
                  <a:moveTo>
                    <a:pt x="0" y="0"/>
                  </a:moveTo>
                  <a:lnTo>
                    <a:pt x="78124" y="84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l575"/>
            <p:cNvSpPr/>
            <p:nvPr/>
          </p:nvSpPr>
          <p:spPr>
            <a:xfrm>
              <a:off x="6770494" y="5463891"/>
              <a:ext cx="458" cy="1383"/>
            </a:xfrm>
            <a:custGeom>
              <a:avLst/>
              <a:pathLst>
                <a:path w="458" h="1383">
                  <a:moveTo>
                    <a:pt x="0" y="0"/>
                  </a:moveTo>
                  <a:lnTo>
                    <a:pt x="458" y="13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l576"/>
            <p:cNvSpPr/>
            <p:nvPr/>
          </p:nvSpPr>
          <p:spPr>
            <a:xfrm>
              <a:off x="6779174" y="5460993"/>
              <a:ext cx="464" cy="1381"/>
            </a:xfrm>
            <a:custGeom>
              <a:avLst/>
              <a:pathLst>
                <a:path w="464" h="1381">
                  <a:moveTo>
                    <a:pt x="0" y="0"/>
                  </a:moveTo>
                  <a:lnTo>
                    <a:pt x="464" y="1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l577"/>
            <p:cNvSpPr/>
            <p:nvPr/>
          </p:nvSpPr>
          <p:spPr>
            <a:xfrm>
              <a:off x="6774374" y="5461065"/>
              <a:ext cx="461" cy="1382"/>
            </a:xfrm>
            <a:custGeom>
              <a:avLst/>
              <a:pathLst>
                <a:path w="461" h="1382">
                  <a:moveTo>
                    <a:pt x="0" y="0"/>
                  </a:moveTo>
                  <a:lnTo>
                    <a:pt x="461" y="1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l578"/>
            <p:cNvSpPr/>
            <p:nvPr/>
          </p:nvSpPr>
          <p:spPr>
            <a:xfrm>
              <a:off x="6787370" y="5456679"/>
              <a:ext cx="940" cy="2758"/>
            </a:xfrm>
            <a:custGeom>
              <a:avLst/>
              <a:pathLst>
                <a:path w="940" h="2758">
                  <a:moveTo>
                    <a:pt x="0" y="0"/>
                  </a:moveTo>
                  <a:lnTo>
                    <a:pt x="940" y="2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l579"/>
            <p:cNvSpPr/>
            <p:nvPr/>
          </p:nvSpPr>
          <p:spPr>
            <a:xfrm>
              <a:off x="6726914" y="5477826"/>
              <a:ext cx="429" cy="1392"/>
            </a:xfrm>
            <a:custGeom>
              <a:avLst/>
              <a:pathLst>
                <a:path w="429" h="1392">
                  <a:moveTo>
                    <a:pt x="0" y="0"/>
                  </a:moveTo>
                  <a:lnTo>
                    <a:pt x="429" y="1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80"/>
            <p:cNvSpPr/>
            <p:nvPr/>
          </p:nvSpPr>
          <p:spPr>
            <a:xfrm>
              <a:off x="6735654" y="5475113"/>
              <a:ext cx="434" cy="1390"/>
            </a:xfrm>
            <a:custGeom>
              <a:avLst/>
              <a:pathLst>
                <a:path w="434" h="1390">
                  <a:moveTo>
                    <a:pt x="0" y="0"/>
                  </a:moveTo>
                  <a:lnTo>
                    <a:pt x="434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1"/>
            <p:cNvSpPr/>
            <p:nvPr/>
          </p:nvSpPr>
          <p:spPr>
            <a:xfrm>
              <a:off x="6730853" y="5475082"/>
              <a:ext cx="431" cy="1391"/>
            </a:xfrm>
            <a:custGeom>
              <a:avLst/>
              <a:pathLst>
                <a:path w="431" h="1391">
                  <a:moveTo>
                    <a:pt x="0" y="0"/>
                  </a:moveTo>
                  <a:lnTo>
                    <a:pt x="431" y="13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6743941" y="5470974"/>
              <a:ext cx="881" cy="2778"/>
            </a:xfrm>
            <a:custGeom>
              <a:avLst/>
              <a:pathLst>
                <a:path w="881" h="2778">
                  <a:moveTo>
                    <a:pt x="0" y="0"/>
                  </a:moveTo>
                  <a:lnTo>
                    <a:pt x="881" y="2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6736964" y="5471648"/>
              <a:ext cx="436" cy="1390"/>
            </a:xfrm>
            <a:custGeom>
              <a:avLst/>
              <a:pathLst>
                <a:path w="436" h="1390">
                  <a:moveTo>
                    <a:pt x="0" y="0"/>
                  </a:moveTo>
                  <a:lnTo>
                    <a:pt x="436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6752204" y="5466802"/>
              <a:ext cx="1340" cy="4161"/>
            </a:xfrm>
            <a:custGeom>
              <a:avLst/>
              <a:pathLst>
                <a:path w="1340" h="4161">
                  <a:moveTo>
                    <a:pt x="0" y="0"/>
                  </a:moveTo>
                  <a:lnTo>
                    <a:pt x="1340" y="4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6744147" y="5467851"/>
              <a:ext cx="441" cy="1388"/>
            </a:xfrm>
            <a:custGeom>
              <a:avLst/>
              <a:pathLst>
                <a:path w="441" h="1388">
                  <a:moveTo>
                    <a:pt x="0" y="0"/>
                  </a:moveTo>
                  <a:lnTo>
                    <a:pt x="441" y="13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6760444" y="5462597"/>
              <a:ext cx="1810" cy="5541"/>
            </a:xfrm>
            <a:custGeom>
              <a:avLst/>
              <a:pathLst>
                <a:path w="1810" h="5541">
                  <a:moveTo>
                    <a:pt x="0" y="0"/>
                  </a:moveTo>
                  <a:lnTo>
                    <a:pt x="1810" y="55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6750959" y="5461079"/>
              <a:ext cx="1341" cy="4161"/>
            </a:xfrm>
            <a:custGeom>
              <a:avLst/>
              <a:pathLst>
                <a:path w="1341" h="4161">
                  <a:moveTo>
                    <a:pt x="0" y="0"/>
                  </a:moveTo>
                  <a:lnTo>
                    <a:pt x="1341" y="4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6778546" y="5451978"/>
              <a:ext cx="2330" cy="6904"/>
            </a:xfrm>
            <a:custGeom>
              <a:avLst/>
              <a:pathLst>
                <a:path w="2330" h="6904">
                  <a:moveTo>
                    <a:pt x="0" y="0"/>
                  </a:moveTo>
                  <a:lnTo>
                    <a:pt x="2330" y="69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6764311" y="5455191"/>
              <a:ext cx="456" cy="1384"/>
            </a:xfrm>
            <a:custGeom>
              <a:avLst/>
              <a:pathLst>
                <a:path w="456" h="1384">
                  <a:moveTo>
                    <a:pt x="0" y="0"/>
                  </a:moveTo>
                  <a:lnTo>
                    <a:pt x="456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6793161" y="5445444"/>
              <a:ext cx="3810" cy="11018"/>
            </a:xfrm>
            <a:custGeom>
              <a:avLst/>
              <a:pathLst>
                <a:path w="3810" h="11018">
                  <a:moveTo>
                    <a:pt x="0" y="0"/>
                  </a:moveTo>
                  <a:lnTo>
                    <a:pt x="3810" y="110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6700627" y="5485738"/>
              <a:ext cx="411" cy="1398"/>
            </a:xfrm>
            <a:custGeom>
              <a:avLst/>
              <a:pathLst>
                <a:path w="411" h="1398">
                  <a:moveTo>
                    <a:pt x="0" y="0"/>
                  </a:moveTo>
                  <a:lnTo>
                    <a:pt x="411" y="1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6709401" y="5483138"/>
              <a:ext cx="417" cy="1396"/>
            </a:xfrm>
            <a:custGeom>
              <a:avLst/>
              <a:pathLst>
                <a:path w="417" h="1396">
                  <a:moveTo>
                    <a:pt x="0" y="0"/>
                  </a:moveTo>
                  <a:lnTo>
                    <a:pt x="417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3"/>
            <p:cNvSpPr/>
            <p:nvPr/>
          </p:nvSpPr>
          <p:spPr>
            <a:xfrm>
              <a:off x="6683047" y="5490826"/>
              <a:ext cx="399" cy="1401"/>
            </a:xfrm>
            <a:custGeom>
              <a:avLst/>
              <a:pathLst>
                <a:path w="399" h="1401">
                  <a:moveTo>
                    <a:pt x="0" y="0"/>
                  </a:moveTo>
                  <a:lnTo>
                    <a:pt x="399" y="14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6691843" y="5488301"/>
              <a:ext cx="405" cy="1399"/>
            </a:xfrm>
            <a:custGeom>
              <a:avLst/>
              <a:pathLst>
                <a:path w="405" h="1399">
                  <a:moveTo>
                    <a:pt x="0" y="0"/>
                  </a:moveTo>
                  <a:lnTo>
                    <a:pt x="405" y="1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5"/>
            <p:cNvSpPr/>
            <p:nvPr/>
          </p:nvSpPr>
          <p:spPr>
            <a:xfrm>
              <a:off x="6686642" y="5486767"/>
              <a:ext cx="804" cy="2801"/>
            </a:xfrm>
            <a:custGeom>
              <a:avLst/>
              <a:pathLst>
                <a:path w="804" h="2801">
                  <a:moveTo>
                    <a:pt x="0" y="0"/>
                  </a:moveTo>
                  <a:lnTo>
                    <a:pt x="804" y="2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l596"/>
            <p:cNvSpPr/>
            <p:nvPr/>
          </p:nvSpPr>
          <p:spPr>
            <a:xfrm>
              <a:off x="6704187" y="5481648"/>
              <a:ext cx="828" cy="2794"/>
            </a:xfrm>
            <a:custGeom>
              <a:avLst/>
              <a:pathLst>
                <a:path w="828" h="2794">
                  <a:moveTo>
                    <a:pt x="0" y="0"/>
                  </a:moveTo>
                  <a:lnTo>
                    <a:pt x="828" y="2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l597"/>
            <p:cNvSpPr/>
            <p:nvPr/>
          </p:nvSpPr>
          <p:spPr>
            <a:xfrm>
              <a:off x="6647760" y="5500551"/>
              <a:ext cx="375" cy="1408"/>
            </a:xfrm>
            <a:custGeom>
              <a:avLst/>
              <a:pathLst>
                <a:path w="375" h="1408">
                  <a:moveTo>
                    <a:pt x="0" y="0"/>
                  </a:moveTo>
                  <a:lnTo>
                    <a:pt x="375" y="1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l598"/>
            <p:cNvSpPr/>
            <p:nvPr/>
          </p:nvSpPr>
          <p:spPr>
            <a:xfrm>
              <a:off x="6656597" y="5498176"/>
              <a:ext cx="381" cy="1406"/>
            </a:xfrm>
            <a:custGeom>
              <a:avLst/>
              <a:pathLst>
                <a:path w="381" h="1406">
                  <a:moveTo>
                    <a:pt x="0" y="0"/>
                  </a:moveTo>
                  <a:lnTo>
                    <a:pt x="381" y="14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l599"/>
            <p:cNvSpPr/>
            <p:nvPr/>
          </p:nvSpPr>
          <p:spPr>
            <a:xfrm>
              <a:off x="6651802" y="5497961"/>
              <a:ext cx="378" cy="1407"/>
            </a:xfrm>
            <a:custGeom>
              <a:avLst/>
              <a:pathLst>
                <a:path w="378" h="1407">
                  <a:moveTo>
                    <a:pt x="0" y="0"/>
                  </a:moveTo>
                  <a:lnTo>
                    <a:pt x="378" y="14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l600"/>
            <p:cNvSpPr/>
            <p:nvPr/>
          </p:nvSpPr>
          <p:spPr>
            <a:xfrm>
              <a:off x="6665037" y="5494359"/>
              <a:ext cx="774" cy="2810"/>
            </a:xfrm>
            <a:custGeom>
              <a:avLst/>
              <a:pathLst>
                <a:path w="774" h="2810">
                  <a:moveTo>
                    <a:pt x="0" y="0"/>
                  </a:moveTo>
                  <a:lnTo>
                    <a:pt x="774" y="2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l601"/>
            <p:cNvSpPr/>
            <p:nvPr/>
          </p:nvSpPr>
          <p:spPr>
            <a:xfrm>
              <a:off x="6658039" y="5494764"/>
              <a:ext cx="382" cy="1406"/>
            </a:xfrm>
            <a:custGeom>
              <a:avLst/>
              <a:pathLst>
                <a:path w="382" h="1406">
                  <a:moveTo>
                    <a:pt x="0" y="0"/>
                  </a:moveTo>
                  <a:lnTo>
                    <a:pt x="382" y="14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l602"/>
            <p:cNvSpPr/>
            <p:nvPr/>
          </p:nvSpPr>
          <p:spPr>
            <a:xfrm>
              <a:off x="6673454" y="5490507"/>
              <a:ext cx="1179" cy="4210"/>
            </a:xfrm>
            <a:custGeom>
              <a:avLst/>
              <a:pathLst>
                <a:path w="1179" h="4210">
                  <a:moveTo>
                    <a:pt x="0" y="0"/>
                  </a:moveTo>
                  <a:lnTo>
                    <a:pt x="1179" y="4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6621188" y="5507449"/>
              <a:ext cx="357" cy="1412"/>
            </a:xfrm>
            <a:custGeom>
              <a:avLst/>
              <a:pathLst>
                <a:path w="357" h="1412">
                  <a:moveTo>
                    <a:pt x="0" y="0"/>
                  </a:moveTo>
                  <a:lnTo>
                    <a:pt x="357" y="14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6630055" y="5505187"/>
              <a:ext cx="363" cy="1411"/>
            </a:xfrm>
            <a:custGeom>
              <a:avLst/>
              <a:pathLst>
                <a:path w="363" h="1411">
                  <a:moveTo>
                    <a:pt x="0" y="0"/>
                  </a:moveTo>
                  <a:lnTo>
                    <a:pt x="363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6594531" y="5514005"/>
              <a:ext cx="339" cy="1417"/>
            </a:xfrm>
            <a:custGeom>
              <a:avLst/>
              <a:pathLst>
                <a:path w="339" h="1417">
                  <a:moveTo>
                    <a:pt x="0" y="0"/>
                  </a:moveTo>
                  <a:lnTo>
                    <a:pt x="339" y="1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6603426" y="5511858"/>
              <a:ext cx="345" cy="1415"/>
            </a:xfrm>
            <a:custGeom>
              <a:avLst/>
              <a:pathLst>
                <a:path w="345" h="1415">
                  <a:moveTo>
                    <a:pt x="0" y="0"/>
                  </a:moveTo>
                  <a:lnTo>
                    <a:pt x="345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6598637" y="5511519"/>
              <a:ext cx="342" cy="1416"/>
            </a:xfrm>
            <a:custGeom>
              <a:avLst/>
              <a:pathLst>
                <a:path w="342" h="1416">
                  <a:moveTo>
                    <a:pt x="0" y="0"/>
                  </a:moveTo>
                  <a:lnTo>
                    <a:pt x="342" y="14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6611961" y="5508258"/>
              <a:ext cx="702" cy="2828"/>
            </a:xfrm>
            <a:custGeom>
              <a:avLst/>
              <a:pathLst>
                <a:path w="702" h="2828">
                  <a:moveTo>
                    <a:pt x="0" y="0"/>
                  </a:moveTo>
                  <a:lnTo>
                    <a:pt x="702" y="2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6576713" y="5518186"/>
              <a:ext cx="326" cy="1420"/>
            </a:xfrm>
            <a:custGeom>
              <a:avLst/>
              <a:pathLst>
                <a:path w="326" h="1420">
                  <a:moveTo>
                    <a:pt x="0" y="0"/>
                  </a:moveTo>
                  <a:lnTo>
                    <a:pt x="326" y="1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6585626" y="5516115"/>
              <a:ext cx="332" cy="1418"/>
            </a:xfrm>
            <a:custGeom>
              <a:avLst/>
              <a:pathLst>
                <a:path w="332" h="1418">
                  <a:moveTo>
                    <a:pt x="0" y="0"/>
                  </a:moveTo>
                  <a:lnTo>
                    <a:pt x="332" y="1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l611"/>
            <p:cNvSpPr/>
            <p:nvPr/>
          </p:nvSpPr>
          <p:spPr>
            <a:xfrm>
              <a:off x="6549921" y="5524173"/>
              <a:ext cx="308" cy="1424"/>
            </a:xfrm>
            <a:custGeom>
              <a:avLst/>
              <a:pathLst>
                <a:path w="308" h="1424">
                  <a:moveTo>
                    <a:pt x="0" y="0"/>
                  </a:moveTo>
                  <a:lnTo>
                    <a:pt x="308" y="1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l612"/>
            <p:cNvSpPr/>
            <p:nvPr/>
          </p:nvSpPr>
          <p:spPr>
            <a:xfrm>
              <a:off x="6558860" y="5522215"/>
              <a:ext cx="314" cy="1422"/>
            </a:xfrm>
            <a:custGeom>
              <a:avLst/>
              <a:pathLst>
                <a:path w="314" h="1422">
                  <a:moveTo>
                    <a:pt x="0" y="0"/>
                  </a:moveTo>
                  <a:lnTo>
                    <a:pt x="314" y="1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l613"/>
            <p:cNvSpPr/>
            <p:nvPr/>
          </p:nvSpPr>
          <p:spPr>
            <a:xfrm>
              <a:off x="6554080" y="5521775"/>
              <a:ext cx="311" cy="1423"/>
            </a:xfrm>
            <a:custGeom>
              <a:avLst/>
              <a:pathLst>
                <a:path w="311" h="1423">
                  <a:moveTo>
                    <a:pt x="0" y="0"/>
                  </a:moveTo>
                  <a:lnTo>
                    <a:pt x="311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l614"/>
            <p:cNvSpPr/>
            <p:nvPr/>
          </p:nvSpPr>
          <p:spPr>
            <a:xfrm>
              <a:off x="6567470" y="5518798"/>
              <a:ext cx="641" cy="2843"/>
            </a:xfrm>
            <a:custGeom>
              <a:avLst/>
              <a:pathLst>
                <a:path w="641" h="2843">
                  <a:moveTo>
                    <a:pt x="0" y="0"/>
                  </a:moveTo>
                  <a:lnTo>
                    <a:pt x="641" y="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l615"/>
            <p:cNvSpPr/>
            <p:nvPr/>
          </p:nvSpPr>
          <p:spPr>
            <a:xfrm>
              <a:off x="6560145" y="5517452"/>
              <a:ext cx="632" cy="2845"/>
            </a:xfrm>
            <a:custGeom>
              <a:avLst/>
              <a:pathLst>
                <a:path w="632" h="2845">
                  <a:moveTo>
                    <a:pt x="0" y="0"/>
                  </a:moveTo>
                  <a:lnTo>
                    <a:pt x="632" y="2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l616"/>
            <p:cNvSpPr/>
            <p:nvPr/>
          </p:nvSpPr>
          <p:spPr>
            <a:xfrm>
              <a:off x="6580181" y="5512897"/>
              <a:ext cx="989" cy="4258"/>
            </a:xfrm>
            <a:custGeom>
              <a:avLst/>
              <a:pathLst>
                <a:path w="989" h="4258">
                  <a:moveTo>
                    <a:pt x="0" y="0"/>
                  </a:moveTo>
                  <a:lnTo>
                    <a:pt x="989" y="42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l617"/>
            <p:cNvSpPr/>
            <p:nvPr/>
          </p:nvSpPr>
          <p:spPr>
            <a:xfrm>
              <a:off x="6569199" y="5510935"/>
              <a:ext cx="969" cy="4263"/>
            </a:xfrm>
            <a:custGeom>
              <a:avLst/>
              <a:pathLst>
                <a:path w="969" h="4263">
                  <a:moveTo>
                    <a:pt x="0" y="0"/>
                  </a:moveTo>
                  <a:lnTo>
                    <a:pt x="969" y="4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l618"/>
            <p:cNvSpPr/>
            <p:nvPr/>
          </p:nvSpPr>
          <p:spPr>
            <a:xfrm>
              <a:off x="6603569" y="5502821"/>
              <a:ext cx="1732" cy="7077"/>
            </a:xfrm>
            <a:custGeom>
              <a:avLst/>
              <a:pathLst>
                <a:path w="1732" h="7077">
                  <a:moveTo>
                    <a:pt x="0" y="0"/>
                  </a:moveTo>
                  <a:lnTo>
                    <a:pt x="1732" y="70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l619"/>
            <p:cNvSpPr/>
            <p:nvPr/>
          </p:nvSpPr>
          <p:spPr>
            <a:xfrm>
              <a:off x="6585731" y="5504112"/>
              <a:ext cx="669" cy="2836"/>
            </a:xfrm>
            <a:custGeom>
              <a:avLst/>
              <a:pathLst>
                <a:path w="669" h="2836">
                  <a:moveTo>
                    <a:pt x="0" y="0"/>
                  </a:moveTo>
                  <a:lnTo>
                    <a:pt x="669" y="28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l620"/>
            <p:cNvSpPr/>
            <p:nvPr/>
          </p:nvSpPr>
          <p:spPr>
            <a:xfrm>
              <a:off x="6622742" y="5495025"/>
              <a:ext cx="2881" cy="11297"/>
            </a:xfrm>
            <a:custGeom>
              <a:avLst/>
              <a:pathLst>
                <a:path w="2881" h="11297">
                  <a:moveTo>
                    <a:pt x="0" y="0"/>
                  </a:moveTo>
                  <a:lnTo>
                    <a:pt x="2881" y="11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l621"/>
            <p:cNvSpPr/>
            <p:nvPr/>
          </p:nvSpPr>
          <p:spPr>
            <a:xfrm>
              <a:off x="6603909" y="5498236"/>
              <a:ext cx="347" cy="1415"/>
            </a:xfrm>
            <a:custGeom>
              <a:avLst/>
              <a:pathLst>
                <a:path w="347" h="1415">
                  <a:moveTo>
                    <a:pt x="0" y="0"/>
                  </a:moveTo>
                  <a:lnTo>
                    <a:pt x="347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l622"/>
            <p:cNvSpPr/>
            <p:nvPr/>
          </p:nvSpPr>
          <p:spPr>
            <a:xfrm>
              <a:off x="6635590" y="5490199"/>
              <a:ext cx="3691" cy="14098"/>
            </a:xfrm>
            <a:custGeom>
              <a:avLst/>
              <a:pathLst>
                <a:path w="3691" h="14098">
                  <a:moveTo>
                    <a:pt x="0" y="0"/>
                  </a:moveTo>
                  <a:lnTo>
                    <a:pt x="3691" y="14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l623"/>
            <p:cNvSpPr/>
            <p:nvPr/>
          </p:nvSpPr>
          <p:spPr>
            <a:xfrm>
              <a:off x="6618331" y="5488628"/>
              <a:ext cx="1433" cy="5650"/>
            </a:xfrm>
            <a:custGeom>
              <a:avLst/>
              <a:pathLst>
                <a:path w="1433" h="5650">
                  <a:moveTo>
                    <a:pt x="0" y="0"/>
                  </a:moveTo>
                  <a:lnTo>
                    <a:pt x="1433" y="5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l624"/>
            <p:cNvSpPr/>
            <p:nvPr/>
          </p:nvSpPr>
          <p:spPr>
            <a:xfrm>
              <a:off x="6661483" y="5477197"/>
              <a:ext cx="4267" cy="15452"/>
            </a:xfrm>
            <a:custGeom>
              <a:avLst/>
              <a:pathLst>
                <a:path w="4267" h="15452">
                  <a:moveTo>
                    <a:pt x="0" y="0"/>
                  </a:moveTo>
                  <a:lnTo>
                    <a:pt x="4267" y="15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l625"/>
            <p:cNvSpPr/>
            <p:nvPr/>
          </p:nvSpPr>
          <p:spPr>
            <a:xfrm>
              <a:off x="6638445" y="5477391"/>
              <a:ext cx="1492" cy="5635"/>
            </a:xfrm>
            <a:custGeom>
              <a:avLst/>
              <a:pathLst>
                <a:path w="1492" h="5635">
                  <a:moveTo>
                    <a:pt x="0" y="0"/>
                  </a:moveTo>
                  <a:lnTo>
                    <a:pt x="1492" y="56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6689298" y="5463240"/>
              <a:ext cx="6122" cy="20985"/>
            </a:xfrm>
            <a:custGeom>
              <a:avLst/>
              <a:pathLst>
                <a:path w="6122" h="20985">
                  <a:moveTo>
                    <a:pt x="0" y="0"/>
                  </a:moveTo>
                  <a:lnTo>
                    <a:pt x="6122" y="20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6663525" y="5469070"/>
              <a:ext cx="390" cy="1404"/>
            </a:xfrm>
            <a:custGeom>
              <a:avLst/>
              <a:pathLst>
                <a:path w="390" h="1404">
                  <a:moveTo>
                    <a:pt x="0" y="0"/>
                  </a:moveTo>
                  <a:lnTo>
                    <a:pt x="390" y="14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6710548" y="5455397"/>
              <a:ext cx="8038" cy="26497"/>
            </a:xfrm>
            <a:custGeom>
              <a:avLst/>
              <a:pathLst>
                <a:path w="8038" h="26497">
                  <a:moveTo>
                    <a:pt x="0" y="0"/>
                  </a:moveTo>
                  <a:lnTo>
                    <a:pt x="8038" y="264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6683414" y="5449775"/>
              <a:ext cx="3662" cy="12594"/>
            </a:xfrm>
            <a:custGeom>
              <a:avLst/>
              <a:pathLst>
                <a:path w="3662" h="12594">
                  <a:moveTo>
                    <a:pt x="0" y="0"/>
                  </a:moveTo>
                  <a:lnTo>
                    <a:pt x="3662" y="12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6769424" y="5422755"/>
              <a:ext cx="9329" cy="27614"/>
            </a:xfrm>
            <a:custGeom>
              <a:avLst/>
              <a:pathLst>
                <a:path w="9329" h="27614">
                  <a:moveTo>
                    <a:pt x="0" y="0"/>
                  </a:moveTo>
                  <a:lnTo>
                    <a:pt x="9329" y="27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6523055" y="5529815"/>
              <a:ext cx="290" cy="1428"/>
            </a:xfrm>
            <a:custGeom>
              <a:avLst/>
              <a:pathLst>
                <a:path w="290" h="1428">
                  <a:moveTo>
                    <a:pt x="0" y="0"/>
                  </a:moveTo>
                  <a:lnTo>
                    <a:pt x="29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6532019" y="5527973"/>
              <a:ext cx="296" cy="1426"/>
            </a:xfrm>
            <a:custGeom>
              <a:avLst/>
              <a:pathLst>
                <a:path w="296" h="1426">
                  <a:moveTo>
                    <a:pt x="0" y="0"/>
                  </a:moveTo>
                  <a:lnTo>
                    <a:pt x="296" y="14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6527245" y="5527471"/>
              <a:ext cx="293" cy="1427"/>
            </a:xfrm>
            <a:custGeom>
              <a:avLst/>
              <a:pathLst>
                <a:path w="293" h="1427">
                  <a:moveTo>
                    <a:pt x="0" y="0"/>
                  </a:moveTo>
                  <a:lnTo>
                    <a:pt x="293" y="1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6540672" y="5524666"/>
              <a:ext cx="605" cy="2851"/>
            </a:xfrm>
            <a:custGeom>
              <a:avLst/>
              <a:pathLst>
                <a:path w="605" h="2851">
                  <a:moveTo>
                    <a:pt x="0" y="0"/>
                  </a:moveTo>
                  <a:lnTo>
                    <a:pt x="605" y="2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6505105" y="5533386"/>
              <a:ext cx="278" cy="1430"/>
            </a:xfrm>
            <a:custGeom>
              <a:avLst/>
              <a:pathLst>
                <a:path w="278" h="1430">
                  <a:moveTo>
                    <a:pt x="0" y="0"/>
                  </a:moveTo>
                  <a:lnTo>
                    <a:pt x="278" y="1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6514084" y="5531620"/>
              <a:ext cx="284" cy="1429"/>
            </a:xfrm>
            <a:custGeom>
              <a:avLst/>
              <a:pathLst>
                <a:path w="284" h="1429">
                  <a:moveTo>
                    <a:pt x="0" y="0"/>
                  </a:moveTo>
                  <a:lnTo>
                    <a:pt x="284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6487126" y="5536803"/>
              <a:ext cx="265" cy="1432"/>
            </a:xfrm>
            <a:custGeom>
              <a:avLst/>
              <a:pathLst>
                <a:path w="265" h="1432">
                  <a:moveTo>
                    <a:pt x="0" y="0"/>
                  </a:moveTo>
                  <a:lnTo>
                    <a:pt x="265" y="1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6496119" y="5535113"/>
              <a:ext cx="272" cy="1431"/>
            </a:xfrm>
            <a:custGeom>
              <a:avLst/>
              <a:pathLst>
                <a:path w="272" h="1431">
                  <a:moveTo>
                    <a:pt x="0" y="0"/>
                  </a:moveTo>
                  <a:lnTo>
                    <a:pt x="272" y="1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l639"/>
            <p:cNvSpPr/>
            <p:nvPr/>
          </p:nvSpPr>
          <p:spPr>
            <a:xfrm>
              <a:off x="6491085" y="5533098"/>
              <a:ext cx="538" cy="2864"/>
            </a:xfrm>
            <a:custGeom>
              <a:avLst/>
              <a:pathLst>
                <a:path w="538" h="2864">
                  <a:moveTo>
                    <a:pt x="0" y="0"/>
                  </a:moveTo>
                  <a:lnTo>
                    <a:pt x="538" y="28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l640"/>
            <p:cNvSpPr/>
            <p:nvPr/>
          </p:nvSpPr>
          <p:spPr>
            <a:xfrm>
              <a:off x="6509033" y="5529647"/>
              <a:ext cx="562" cy="2859"/>
            </a:xfrm>
            <a:custGeom>
              <a:avLst/>
              <a:pathLst>
                <a:path w="562" h="2859">
                  <a:moveTo>
                    <a:pt x="0" y="0"/>
                  </a:moveTo>
                  <a:lnTo>
                    <a:pt x="562" y="28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l641"/>
            <p:cNvSpPr/>
            <p:nvPr/>
          </p:nvSpPr>
          <p:spPr>
            <a:xfrm>
              <a:off x="6460103" y="5541640"/>
              <a:ext cx="247" cy="1436"/>
            </a:xfrm>
            <a:custGeom>
              <a:avLst/>
              <a:pathLst>
                <a:path w="247" h="1436">
                  <a:moveTo>
                    <a:pt x="0" y="0"/>
                  </a:moveTo>
                  <a:lnTo>
                    <a:pt x="247" y="1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l642"/>
            <p:cNvSpPr/>
            <p:nvPr/>
          </p:nvSpPr>
          <p:spPr>
            <a:xfrm>
              <a:off x="6469118" y="5540066"/>
              <a:ext cx="253" cy="1435"/>
            </a:xfrm>
            <a:custGeom>
              <a:avLst/>
              <a:pathLst>
                <a:path w="253" h="1435">
                  <a:moveTo>
                    <a:pt x="0" y="0"/>
                  </a:moveTo>
                  <a:lnTo>
                    <a:pt x="253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l643"/>
            <p:cNvSpPr/>
            <p:nvPr/>
          </p:nvSpPr>
          <p:spPr>
            <a:xfrm>
              <a:off x="6464361" y="5539422"/>
              <a:ext cx="250" cy="1435"/>
            </a:xfrm>
            <a:custGeom>
              <a:avLst/>
              <a:pathLst>
                <a:path w="250" h="1435">
                  <a:moveTo>
                    <a:pt x="0" y="0"/>
                  </a:moveTo>
                  <a:lnTo>
                    <a:pt x="250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6477865" y="5537020"/>
              <a:ext cx="519" cy="2868"/>
            </a:xfrm>
            <a:custGeom>
              <a:avLst/>
              <a:pathLst>
                <a:path w="519" h="2868">
                  <a:moveTo>
                    <a:pt x="0" y="0"/>
                  </a:moveTo>
                  <a:lnTo>
                    <a:pt x="519" y="2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6423981" y="5547551"/>
              <a:ext cx="223" cy="1440"/>
            </a:xfrm>
            <a:custGeom>
              <a:avLst/>
              <a:pathLst>
                <a:path w="223" h="1440">
                  <a:moveTo>
                    <a:pt x="0" y="0"/>
                  </a:moveTo>
                  <a:lnTo>
                    <a:pt x="223" y="1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6433021" y="5546131"/>
              <a:ext cx="229" cy="1439"/>
            </a:xfrm>
            <a:custGeom>
              <a:avLst/>
              <a:pathLst>
                <a:path w="229" h="1439">
                  <a:moveTo>
                    <a:pt x="0" y="0"/>
                  </a:moveTo>
                  <a:lnTo>
                    <a:pt x="229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6428275" y="5545406"/>
              <a:ext cx="226" cy="1439"/>
            </a:xfrm>
            <a:custGeom>
              <a:avLst/>
              <a:pathLst>
                <a:path w="226" h="1439">
                  <a:moveTo>
                    <a:pt x="0" y="0"/>
                  </a:moveTo>
                  <a:lnTo>
                    <a:pt x="226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6441819" y="5543235"/>
              <a:ext cx="470" cy="2876"/>
            </a:xfrm>
            <a:custGeom>
              <a:avLst/>
              <a:pathLst>
                <a:path w="470" h="2876">
                  <a:moveTo>
                    <a:pt x="0" y="0"/>
                  </a:moveTo>
                  <a:lnTo>
                    <a:pt x="470" y="2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6434818" y="5542892"/>
              <a:ext cx="230" cy="1439"/>
            </a:xfrm>
            <a:custGeom>
              <a:avLst/>
              <a:pathLst>
                <a:path w="230" h="1439">
                  <a:moveTo>
                    <a:pt x="0" y="0"/>
                  </a:moveTo>
                  <a:lnTo>
                    <a:pt x="230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6450599" y="5540301"/>
              <a:ext cx="724" cy="4311"/>
            </a:xfrm>
            <a:custGeom>
              <a:avLst/>
              <a:pathLst>
                <a:path w="724" h="4311">
                  <a:moveTo>
                    <a:pt x="0" y="0"/>
                  </a:moveTo>
                  <a:lnTo>
                    <a:pt x="724" y="43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6369621" y="5555259"/>
              <a:ext cx="186" cy="1445"/>
            </a:xfrm>
            <a:custGeom>
              <a:avLst/>
              <a:pathLst>
                <a:path w="186" h="1445">
                  <a:moveTo>
                    <a:pt x="0" y="0"/>
                  </a:moveTo>
                  <a:lnTo>
                    <a:pt x="186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6378695" y="5554071"/>
              <a:ext cx="192" cy="1444"/>
            </a:xfrm>
            <a:custGeom>
              <a:avLst/>
              <a:pathLst>
                <a:path w="192" h="1444">
                  <a:moveTo>
                    <a:pt x="0" y="0"/>
                  </a:moveTo>
                  <a:lnTo>
                    <a:pt x="192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6373969" y="5553225"/>
              <a:ext cx="189" cy="1445"/>
            </a:xfrm>
            <a:custGeom>
              <a:avLst/>
              <a:pathLst>
                <a:path w="189" h="1445">
                  <a:moveTo>
                    <a:pt x="0" y="0"/>
                  </a:moveTo>
                  <a:lnTo>
                    <a:pt x="189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6387564" y="5551401"/>
              <a:ext cx="396" cy="2887"/>
            </a:xfrm>
            <a:custGeom>
              <a:avLst/>
              <a:pathLst>
                <a:path w="396" h="2887">
                  <a:moveTo>
                    <a:pt x="0" y="0"/>
                  </a:moveTo>
                  <a:lnTo>
                    <a:pt x="396" y="2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l655"/>
            <p:cNvSpPr/>
            <p:nvPr/>
          </p:nvSpPr>
          <p:spPr>
            <a:xfrm>
              <a:off x="6380575" y="5550880"/>
              <a:ext cx="193" cy="1444"/>
            </a:xfrm>
            <a:custGeom>
              <a:avLst/>
              <a:pathLst>
                <a:path w="193" h="1444">
                  <a:moveTo>
                    <a:pt x="0" y="0"/>
                  </a:moveTo>
                  <a:lnTo>
                    <a:pt x="193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l656"/>
            <p:cNvSpPr/>
            <p:nvPr/>
          </p:nvSpPr>
          <p:spPr>
            <a:xfrm>
              <a:off x="6396417" y="5548694"/>
              <a:ext cx="613" cy="4328"/>
            </a:xfrm>
            <a:custGeom>
              <a:avLst/>
              <a:pathLst>
                <a:path w="613" h="4328">
                  <a:moveTo>
                    <a:pt x="0" y="0"/>
                  </a:moveTo>
                  <a:lnTo>
                    <a:pt x="613" y="43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6388298" y="5548358"/>
              <a:ext cx="199" cy="1443"/>
            </a:xfrm>
            <a:custGeom>
              <a:avLst/>
              <a:pathLst>
                <a:path w="199" h="1443">
                  <a:moveTo>
                    <a:pt x="0" y="0"/>
                  </a:moveTo>
                  <a:lnTo>
                    <a:pt x="199" y="14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6405251" y="5545949"/>
              <a:ext cx="843" cy="5768"/>
            </a:xfrm>
            <a:custGeom>
              <a:avLst/>
              <a:pathLst>
                <a:path w="843" h="5768">
                  <a:moveTo>
                    <a:pt x="0" y="0"/>
                  </a:moveTo>
                  <a:lnTo>
                    <a:pt x="843" y="5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6396572" y="5545727"/>
              <a:ext cx="204" cy="1442"/>
            </a:xfrm>
            <a:custGeom>
              <a:avLst/>
              <a:pathLst>
                <a:path w="204" h="1442">
                  <a:moveTo>
                    <a:pt x="0" y="0"/>
                  </a:moveTo>
                  <a:lnTo>
                    <a:pt x="204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6414067" y="5543168"/>
              <a:ext cx="1084" cy="7205"/>
            </a:xfrm>
            <a:custGeom>
              <a:avLst/>
              <a:pathLst>
                <a:path w="1084" h="7205">
                  <a:moveTo>
                    <a:pt x="0" y="0"/>
                  </a:moveTo>
                  <a:lnTo>
                    <a:pt x="1084" y="7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6351460" y="5557519"/>
              <a:ext cx="173" cy="1446"/>
            </a:xfrm>
            <a:custGeom>
              <a:avLst/>
              <a:pathLst>
                <a:path w="173" h="1446">
                  <a:moveTo>
                    <a:pt x="0" y="0"/>
                  </a:moveTo>
                  <a:lnTo>
                    <a:pt x="173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6360543" y="5556409"/>
              <a:ext cx="179" cy="1446"/>
            </a:xfrm>
            <a:custGeom>
              <a:avLst/>
              <a:pathLst>
                <a:path w="179" h="1446">
                  <a:moveTo>
                    <a:pt x="0" y="0"/>
                  </a:moveTo>
                  <a:lnTo>
                    <a:pt x="179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6333280" y="5559624"/>
              <a:ext cx="161" cy="1448"/>
            </a:xfrm>
            <a:custGeom>
              <a:avLst/>
              <a:pathLst>
                <a:path w="161" h="1448">
                  <a:moveTo>
                    <a:pt x="0" y="0"/>
                  </a:moveTo>
                  <a:lnTo>
                    <a:pt x="161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6342372" y="5558591"/>
              <a:ext cx="167" cy="1447"/>
            </a:xfrm>
            <a:custGeom>
              <a:avLst/>
              <a:pathLst>
                <a:path w="167" h="1447">
                  <a:moveTo>
                    <a:pt x="0" y="0"/>
                  </a:moveTo>
                  <a:lnTo>
                    <a:pt x="167" y="1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6305978" y="5562489"/>
              <a:ext cx="142" cy="1450"/>
            </a:xfrm>
            <a:custGeom>
              <a:avLst/>
              <a:pathLst>
                <a:path w="142" h="1450">
                  <a:moveTo>
                    <a:pt x="0" y="0"/>
                  </a:moveTo>
                  <a:lnTo>
                    <a:pt x="142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6315082" y="5561573"/>
              <a:ext cx="149" cy="1449"/>
            </a:xfrm>
            <a:custGeom>
              <a:avLst/>
              <a:pathLst>
                <a:path w="149" h="1449">
                  <a:moveTo>
                    <a:pt x="0" y="0"/>
                  </a:moveTo>
                  <a:lnTo>
                    <a:pt x="149" y="1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6310384" y="5560586"/>
              <a:ext cx="145" cy="1450"/>
            </a:xfrm>
            <a:custGeom>
              <a:avLst/>
              <a:pathLst>
                <a:path w="145" h="1450">
                  <a:moveTo>
                    <a:pt x="0" y="0"/>
                  </a:moveTo>
                  <a:lnTo>
                    <a:pt x="145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6324028" y="5559169"/>
              <a:ext cx="310" cy="2898"/>
            </a:xfrm>
            <a:custGeom>
              <a:avLst/>
              <a:pathLst>
                <a:path w="310" h="2898">
                  <a:moveTo>
                    <a:pt x="0" y="0"/>
                  </a:moveTo>
                  <a:lnTo>
                    <a:pt x="310" y="2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6316906" y="5556989"/>
              <a:ext cx="301" cy="2899"/>
            </a:xfrm>
            <a:custGeom>
              <a:avLst/>
              <a:pathLst>
                <a:path w="301" h="2899">
                  <a:moveTo>
                    <a:pt x="0" y="0"/>
                  </a:moveTo>
                  <a:lnTo>
                    <a:pt x="301" y="28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6337333" y="5554768"/>
              <a:ext cx="493" cy="4344"/>
            </a:xfrm>
            <a:custGeom>
              <a:avLst/>
              <a:pathLst>
                <a:path w="493" h="4344">
                  <a:moveTo>
                    <a:pt x="0" y="0"/>
                  </a:moveTo>
                  <a:lnTo>
                    <a:pt x="493" y="4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6326807" y="5553005"/>
              <a:ext cx="315" cy="2897"/>
            </a:xfrm>
            <a:custGeom>
              <a:avLst/>
              <a:pathLst>
                <a:path w="315" h="2897">
                  <a:moveTo>
                    <a:pt x="0" y="0"/>
                  </a:moveTo>
                  <a:lnTo>
                    <a:pt x="315" y="28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6355118" y="5549736"/>
              <a:ext cx="884" cy="7233"/>
            </a:xfrm>
            <a:custGeom>
              <a:avLst/>
              <a:pathLst>
                <a:path w="884" h="7233">
                  <a:moveTo>
                    <a:pt x="0" y="0"/>
                  </a:moveTo>
                  <a:lnTo>
                    <a:pt x="884" y="7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6339965" y="5542731"/>
              <a:ext cx="1003" cy="8686"/>
            </a:xfrm>
            <a:custGeom>
              <a:avLst/>
              <a:pathLst>
                <a:path w="1003" h="8686">
                  <a:moveTo>
                    <a:pt x="0" y="0"/>
                  </a:moveTo>
                  <a:lnTo>
                    <a:pt x="1003" y="86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6403846" y="5534372"/>
              <a:ext cx="1476" cy="10094"/>
            </a:xfrm>
            <a:custGeom>
              <a:avLst/>
              <a:pathLst>
                <a:path w="1476" h="10094">
                  <a:moveTo>
                    <a:pt x="0" y="0"/>
                  </a:moveTo>
                  <a:lnTo>
                    <a:pt x="1476" y="10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6371180" y="5533013"/>
              <a:ext cx="756" cy="5780"/>
            </a:xfrm>
            <a:custGeom>
              <a:avLst/>
              <a:pathLst>
                <a:path w="756" h="5780">
                  <a:moveTo>
                    <a:pt x="0" y="0"/>
                  </a:moveTo>
                  <a:lnTo>
                    <a:pt x="756" y="5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6439642" y="5522916"/>
              <a:ext cx="3069" cy="18695"/>
            </a:xfrm>
            <a:custGeom>
              <a:avLst/>
              <a:pathLst>
                <a:path w="3069" h="18695">
                  <a:moveTo>
                    <a:pt x="0" y="0"/>
                  </a:moveTo>
                  <a:lnTo>
                    <a:pt x="3069" y="18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6404814" y="5523918"/>
              <a:ext cx="637" cy="4325"/>
            </a:xfrm>
            <a:custGeom>
              <a:avLst/>
              <a:pathLst>
                <a:path w="637" h="4325">
                  <a:moveTo>
                    <a:pt x="0" y="0"/>
                  </a:moveTo>
                  <a:lnTo>
                    <a:pt x="637" y="4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6466775" y="5513839"/>
              <a:ext cx="4339" cy="24392"/>
            </a:xfrm>
            <a:custGeom>
              <a:avLst/>
              <a:pathLst>
                <a:path w="4339" h="24392">
                  <a:moveTo>
                    <a:pt x="0" y="0"/>
                  </a:moveTo>
                  <a:lnTo>
                    <a:pt x="4339" y="24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6434896" y="5513354"/>
              <a:ext cx="935" cy="5753"/>
            </a:xfrm>
            <a:custGeom>
              <a:avLst/>
              <a:pathLst>
                <a:path w="935" h="5753">
                  <a:moveTo>
                    <a:pt x="0" y="0"/>
                  </a:moveTo>
                  <a:lnTo>
                    <a:pt x="935" y="57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6494560" y="5502769"/>
              <a:ext cx="5503" cy="28623"/>
            </a:xfrm>
            <a:custGeom>
              <a:avLst/>
              <a:pathLst>
                <a:path w="5503" h="28623">
                  <a:moveTo>
                    <a:pt x="0" y="0"/>
                  </a:moveTo>
                  <a:lnTo>
                    <a:pt x="5503" y="286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l681"/>
            <p:cNvSpPr/>
            <p:nvPr/>
          </p:nvSpPr>
          <p:spPr>
            <a:xfrm>
              <a:off x="6464002" y="5503971"/>
              <a:ext cx="763" cy="4304"/>
            </a:xfrm>
            <a:custGeom>
              <a:avLst/>
              <a:pathLst>
                <a:path w="763" h="4304">
                  <a:moveTo>
                    <a:pt x="0" y="0"/>
                  </a:moveTo>
                  <a:lnTo>
                    <a:pt x="763" y="4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6526807" y="5491841"/>
              <a:ext cx="7152" cy="34238"/>
            </a:xfrm>
            <a:custGeom>
              <a:avLst/>
              <a:pathLst>
                <a:path w="7152" h="34238">
                  <a:moveTo>
                    <a:pt x="0" y="0"/>
                  </a:moveTo>
                  <a:lnTo>
                    <a:pt x="7152" y="34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3"/>
            <p:cNvSpPr/>
            <p:nvPr/>
          </p:nvSpPr>
          <p:spPr>
            <a:xfrm>
              <a:off x="6278641" y="5565005"/>
              <a:ext cx="124" cy="1452"/>
            </a:xfrm>
            <a:custGeom>
              <a:avLst/>
              <a:pathLst>
                <a:path w="124" h="1452">
                  <a:moveTo>
                    <a:pt x="0" y="0"/>
                  </a:moveTo>
                  <a:lnTo>
                    <a:pt x="124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4"/>
            <p:cNvSpPr/>
            <p:nvPr/>
          </p:nvSpPr>
          <p:spPr>
            <a:xfrm>
              <a:off x="6287757" y="5564205"/>
              <a:ext cx="130" cy="1451"/>
            </a:xfrm>
            <a:custGeom>
              <a:avLst/>
              <a:pathLst>
                <a:path w="130" h="1451">
                  <a:moveTo>
                    <a:pt x="0" y="0"/>
                  </a:moveTo>
                  <a:lnTo>
                    <a:pt x="130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5"/>
            <p:cNvSpPr/>
            <p:nvPr/>
          </p:nvSpPr>
          <p:spPr>
            <a:xfrm>
              <a:off x="6283072" y="5563158"/>
              <a:ext cx="127" cy="1451"/>
            </a:xfrm>
            <a:custGeom>
              <a:avLst/>
              <a:pathLst>
                <a:path w="127" h="1451">
                  <a:moveTo>
                    <a:pt x="0" y="0"/>
                  </a:moveTo>
                  <a:lnTo>
                    <a:pt x="127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6"/>
            <p:cNvSpPr/>
            <p:nvPr/>
          </p:nvSpPr>
          <p:spPr>
            <a:xfrm>
              <a:off x="6296732" y="5561916"/>
              <a:ext cx="273" cy="2901"/>
            </a:xfrm>
            <a:custGeom>
              <a:avLst/>
              <a:pathLst>
                <a:path w="273" h="2901">
                  <a:moveTo>
                    <a:pt x="0" y="0"/>
                  </a:moveTo>
                  <a:lnTo>
                    <a:pt x="273" y="29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7"/>
            <p:cNvSpPr/>
            <p:nvPr/>
          </p:nvSpPr>
          <p:spPr>
            <a:xfrm>
              <a:off x="6242146" y="5567815"/>
              <a:ext cx="99" cy="1453"/>
            </a:xfrm>
            <a:custGeom>
              <a:avLst/>
              <a:pathLst>
                <a:path w="99" h="1453">
                  <a:moveTo>
                    <a:pt x="0" y="0"/>
                  </a:moveTo>
                  <a:lnTo>
                    <a:pt x="99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8"/>
            <p:cNvSpPr/>
            <p:nvPr/>
          </p:nvSpPr>
          <p:spPr>
            <a:xfrm>
              <a:off x="6251274" y="5567171"/>
              <a:ext cx="105" cy="1453"/>
            </a:xfrm>
            <a:custGeom>
              <a:avLst/>
              <a:pathLst>
                <a:path w="105" h="1453">
                  <a:moveTo>
                    <a:pt x="0" y="0"/>
                  </a:moveTo>
                  <a:lnTo>
                    <a:pt x="105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9"/>
            <p:cNvSpPr/>
            <p:nvPr/>
          </p:nvSpPr>
          <p:spPr>
            <a:xfrm>
              <a:off x="6246608" y="5566044"/>
              <a:ext cx="102" cy="1453"/>
            </a:xfrm>
            <a:custGeom>
              <a:avLst/>
              <a:pathLst>
                <a:path w="102" h="1453">
                  <a:moveTo>
                    <a:pt x="0" y="0"/>
                  </a:moveTo>
                  <a:lnTo>
                    <a:pt x="102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l690"/>
            <p:cNvSpPr/>
            <p:nvPr/>
          </p:nvSpPr>
          <p:spPr>
            <a:xfrm>
              <a:off x="6260288" y="5565035"/>
              <a:ext cx="223" cy="2906"/>
            </a:xfrm>
            <a:custGeom>
              <a:avLst/>
              <a:pathLst>
                <a:path w="223" h="2906">
                  <a:moveTo>
                    <a:pt x="0" y="0"/>
                  </a:moveTo>
                  <a:lnTo>
                    <a:pt x="223" y="29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6253341" y="5564097"/>
              <a:ext cx="107" cy="1453"/>
            </a:xfrm>
            <a:custGeom>
              <a:avLst/>
              <a:pathLst>
                <a:path w="107" h="1453">
                  <a:moveTo>
                    <a:pt x="0" y="0"/>
                  </a:moveTo>
                  <a:lnTo>
                    <a:pt x="107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6269286" y="5562861"/>
              <a:ext cx="354" cy="4357"/>
            </a:xfrm>
            <a:custGeom>
              <a:avLst/>
              <a:pathLst>
                <a:path w="354" h="4357">
                  <a:moveTo>
                    <a:pt x="0" y="0"/>
                  </a:moveTo>
                  <a:lnTo>
                    <a:pt x="354" y="4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6223882" y="5568986"/>
              <a:ext cx="87" cy="1454"/>
            </a:xfrm>
            <a:custGeom>
              <a:avLst/>
              <a:pathLst>
                <a:path w="87" h="1454">
                  <a:moveTo>
                    <a:pt x="0" y="0"/>
                  </a:moveTo>
                  <a:lnTo>
                    <a:pt x="87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6233015" y="5568420"/>
              <a:ext cx="93" cy="1454"/>
            </a:xfrm>
            <a:custGeom>
              <a:avLst/>
              <a:pathLst>
                <a:path w="93" h="1454">
                  <a:moveTo>
                    <a:pt x="0" y="0"/>
                  </a:moveTo>
                  <a:lnTo>
                    <a:pt x="93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6205609" y="5570001"/>
              <a:ext cx="74" cy="1455"/>
            </a:xfrm>
            <a:custGeom>
              <a:avLst/>
              <a:pathLst>
                <a:path w="74" h="1455">
                  <a:moveTo>
                    <a:pt x="0" y="0"/>
                  </a:moveTo>
                  <a:lnTo>
                    <a:pt x="74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6214746" y="5569513"/>
              <a:ext cx="80" cy="1455"/>
            </a:xfrm>
            <a:custGeom>
              <a:avLst/>
              <a:pathLst>
                <a:path w="80" h="1455">
                  <a:moveTo>
                    <a:pt x="0" y="0"/>
                  </a:moveTo>
                  <a:lnTo>
                    <a:pt x="8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6187327" y="5570860"/>
              <a:ext cx="62" cy="1456"/>
            </a:xfrm>
            <a:custGeom>
              <a:avLst/>
              <a:pathLst>
                <a:path w="62" h="1456">
                  <a:moveTo>
                    <a:pt x="0" y="0"/>
                  </a:moveTo>
                  <a:lnTo>
                    <a:pt x="62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6196469" y="5570450"/>
              <a:ext cx="68" cy="1455"/>
            </a:xfrm>
            <a:custGeom>
              <a:avLst/>
              <a:pathLst>
                <a:path w="68" h="1455">
                  <a:moveTo>
                    <a:pt x="0" y="0"/>
                  </a:moveTo>
                  <a:lnTo>
                    <a:pt x="68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6159893" y="5571855"/>
              <a:ext cx="43" cy="1456"/>
            </a:xfrm>
            <a:custGeom>
              <a:avLst/>
              <a:pathLst>
                <a:path w="43" h="1456">
                  <a:moveTo>
                    <a:pt x="0" y="0"/>
                  </a:moveTo>
                  <a:lnTo>
                    <a:pt x="43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6169039" y="5571563"/>
              <a:ext cx="49" cy="1456"/>
            </a:xfrm>
            <a:custGeom>
              <a:avLst/>
              <a:pathLst>
                <a:path w="49" h="1456">
                  <a:moveTo>
                    <a:pt x="0" y="0"/>
                  </a:moveTo>
                  <a:lnTo>
                    <a:pt x="49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6132449" y="5572500"/>
              <a:ext cx="24" cy="1457"/>
            </a:xfrm>
            <a:custGeom>
              <a:avLst/>
              <a:pathLst>
                <a:path w="24" h="1457">
                  <a:moveTo>
                    <a:pt x="0" y="0"/>
                  </a:moveTo>
                  <a:lnTo>
                    <a:pt x="24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6141598" y="5572324"/>
              <a:ext cx="31" cy="1457"/>
            </a:xfrm>
            <a:custGeom>
              <a:avLst/>
              <a:pathLst>
                <a:path w="31" h="1457">
                  <a:moveTo>
                    <a:pt x="0" y="0"/>
                  </a:moveTo>
                  <a:lnTo>
                    <a:pt x="31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6136995" y="5570960"/>
              <a:ext cx="27" cy="1457"/>
            </a:xfrm>
            <a:custGeom>
              <a:avLst/>
              <a:pathLst>
                <a:path w="27" h="1457">
                  <a:moveTo>
                    <a:pt x="0" y="0"/>
                  </a:moveTo>
                  <a:lnTo>
                    <a:pt x="27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6150709" y="5570652"/>
              <a:ext cx="74" cy="2913"/>
            </a:xfrm>
            <a:custGeom>
              <a:avLst/>
              <a:pathLst>
                <a:path w="74" h="2913">
                  <a:moveTo>
                    <a:pt x="0" y="0"/>
                  </a:moveTo>
                  <a:lnTo>
                    <a:pt x="74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6143787" y="5567903"/>
              <a:ext cx="65" cy="2914"/>
            </a:xfrm>
            <a:custGeom>
              <a:avLst/>
              <a:pathLst>
                <a:path w="65" h="2914">
                  <a:moveTo>
                    <a:pt x="0" y="0"/>
                  </a:moveTo>
                  <a:lnTo>
                    <a:pt x="65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6164326" y="5567344"/>
              <a:ext cx="139" cy="4369"/>
            </a:xfrm>
            <a:custGeom>
              <a:avLst/>
              <a:pathLst>
                <a:path w="139" h="4369">
                  <a:moveTo>
                    <a:pt x="0" y="0"/>
                  </a:moveTo>
                  <a:lnTo>
                    <a:pt x="139" y="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6154018" y="5566191"/>
              <a:ext cx="39" cy="1456"/>
            </a:xfrm>
            <a:custGeom>
              <a:avLst/>
              <a:pathLst>
                <a:path w="39" h="1456">
                  <a:moveTo>
                    <a:pt x="0" y="0"/>
                  </a:moveTo>
                  <a:lnTo>
                    <a:pt x="39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6177960" y="5565405"/>
              <a:ext cx="279" cy="7281"/>
            </a:xfrm>
            <a:custGeom>
              <a:avLst/>
              <a:pathLst>
                <a:path w="279" h="7281">
                  <a:moveTo>
                    <a:pt x="0" y="0"/>
                  </a:moveTo>
                  <a:lnTo>
                    <a:pt x="279" y="72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6165894" y="5562919"/>
              <a:ext cx="95" cy="2913"/>
            </a:xfrm>
            <a:custGeom>
              <a:avLst/>
              <a:pathLst>
                <a:path w="95" h="2913">
                  <a:moveTo>
                    <a:pt x="0" y="0"/>
                  </a:moveTo>
                  <a:lnTo>
                    <a:pt x="95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l710"/>
            <p:cNvSpPr/>
            <p:nvPr/>
          </p:nvSpPr>
          <p:spPr>
            <a:xfrm>
              <a:off x="6191507" y="5561924"/>
              <a:ext cx="391" cy="8735"/>
            </a:xfrm>
            <a:custGeom>
              <a:avLst/>
              <a:pathLst>
                <a:path w="391" h="8735">
                  <a:moveTo>
                    <a:pt x="0" y="0"/>
                  </a:moveTo>
                  <a:lnTo>
                    <a:pt x="391" y="8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l711"/>
            <p:cNvSpPr/>
            <p:nvPr/>
          </p:nvSpPr>
          <p:spPr>
            <a:xfrm>
              <a:off x="6178589" y="5559547"/>
              <a:ext cx="113" cy="2912"/>
            </a:xfrm>
            <a:custGeom>
              <a:avLst/>
              <a:pathLst>
                <a:path w="113" h="2912">
                  <a:moveTo>
                    <a:pt x="0" y="0"/>
                  </a:moveTo>
                  <a:lnTo>
                    <a:pt x="113" y="2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l712"/>
            <p:cNvSpPr/>
            <p:nvPr/>
          </p:nvSpPr>
          <p:spPr>
            <a:xfrm>
              <a:off x="6209556" y="5558119"/>
              <a:ext cx="621" cy="11642"/>
            </a:xfrm>
            <a:custGeom>
              <a:avLst/>
              <a:pathLst>
                <a:path w="621" h="11642">
                  <a:moveTo>
                    <a:pt x="0" y="0"/>
                  </a:moveTo>
                  <a:lnTo>
                    <a:pt x="621" y="11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l713"/>
            <p:cNvSpPr/>
            <p:nvPr/>
          </p:nvSpPr>
          <p:spPr>
            <a:xfrm>
              <a:off x="6114148" y="5572734"/>
              <a:ext cx="12" cy="1457"/>
            </a:xfrm>
            <a:custGeom>
              <a:avLst/>
              <a:pathLst>
                <a:path w="12" h="1457">
                  <a:moveTo>
                    <a:pt x="0" y="0"/>
                  </a:moveTo>
                  <a:lnTo>
                    <a:pt x="12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l714"/>
            <p:cNvSpPr/>
            <p:nvPr/>
          </p:nvSpPr>
          <p:spPr>
            <a:xfrm>
              <a:off x="6123299" y="5572637"/>
              <a:ext cx="18" cy="1457"/>
            </a:xfrm>
            <a:custGeom>
              <a:avLst/>
              <a:pathLst>
                <a:path w="18" h="1457">
                  <a:moveTo>
                    <a:pt x="0" y="0"/>
                  </a:moveTo>
                  <a:lnTo>
                    <a:pt x="18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l715"/>
            <p:cNvSpPr/>
            <p:nvPr/>
          </p:nvSpPr>
          <p:spPr>
            <a:xfrm>
              <a:off x="6095847" y="5572812"/>
              <a:ext cx="0" cy="1457"/>
            </a:xfrm>
            <a:custGeom>
              <a:avLst/>
              <a:pathLst>
                <a:path w="0" h="1457">
                  <a:moveTo>
                    <a:pt x="0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l716"/>
            <p:cNvSpPr/>
            <p:nvPr/>
          </p:nvSpPr>
          <p:spPr>
            <a:xfrm>
              <a:off x="6104998" y="5572793"/>
              <a:ext cx="6" cy="1457"/>
            </a:xfrm>
            <a:custGeom>
              <a:avLst/>
              <a:pathLst>
                <a:path w="6" h="1457">
                  <a:moveTo>
                    <a:pt x="0" y="0"/>
                  </a:moveTo>
                  <a:lnTo>
                    <a:pt x="6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l717"/>
            <p:cNvSpPr/>
            <p:nvPr/>
          </p:nvSpPr>
          <p:spPr>
            <a:xfrm>
              <a:off x="6068377" y="5572637"/>
              <a:ext cx="18" cy="1457"/>
            </a:xfrm>
            <a:custGeom>
              <a:avLst/>
              <a:pathLst>
                <a:path w="18" h="1457">
                  <a:moveTo>
                    <a:pt x="18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l718"/>
            <p:cNvSpPr/>
            <p:nvPr/>
          </p:nvSpPr>
          <p:spPr>
            <a:xfrm>
              <a:off x="6077533" y="5572734"/>
              <a:ext cx="12" cy="1457"/>
            </a:xfrm>
            <a:custGeom>
              <a:avLst/>
              <a:pathLst>
                <a:path w="12" h="1457">
                  <a:moveTo>
                    <a:pt x="12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l719"/>
            <p:cNvSpPr/>
            <p:nvPr/>
          </p:nvSpPr>
          <p:spPr>
            <a:xfrm>
              <a:off x="6040911" y="5572109"/>
              <a:ext cx="37" cy="1456"/>
            </a:xfrm>
            <a:custGeom>
              <a:avLst/>
              <a:pathLst>
                <a:path w="37" h="1456">
                  <a:moveTo>
                    <a:pt x="37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l720"/>
            <p:cNvSpPr/>
            <p:nvPr/>
          </p:nvSpPr>
          <p:spPr>
            <a:xfrm>
              <a:off x="6050065" y="5572324"/>
              <a:ext cx="31" cy="1457"/>
            </a:xfrm>
            <a:custGeom>
              <a:avLst/>
              <a:pathLst>
                <a:path w="31" h="1457">
                  <a:moveTo>
                    <a:pt x="31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l721"/>
            <p:cNvSpPr/>
            <p:nvPr/>
          </p:nvSpPr>
          <p:spPr>
            <a:xfrm>
              <a:off x="6045522" y="5570765"/>
              <a:ext cx="34" cy="1456"/>
            </a:xfrm>
            <a:custGeom>
              <a:avLst/>
              <a:pathLst>
                <a:path w="34" h="1456">
                  <a:moveTo>
                    <a:pt x="34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l722"/>
            <p:cNvSpPr/>
            <p:nvPr/>
          </p:nvSpPr>
          <p:spPr>
            <a:xfrm>
              <a:off x="6059221" y="5571043"/>
              <a:ext cx="49" cy="2914"/>
            </a:xfrm>
            <a:custGeom>
              <a:avLst/>
              <a:pathLst>
                <a:path w="49" h="2914">
                  <a:moveTo>
                    <a:pt x="49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l723"/>
            <p:cNvSpPr/>
            <p:nvPr/>
          </p:nvSpPr>
          <p:spPr>
            <a:xfrm>
              <a:off x="6004305" y="5570860"/>
              <a:ext cx="62" cy="1456"/>
            </a:xfrm>
            <a:custGeom>
              <a:avLst/>
              <a:pathLst>
                <a:path w="62" h="1456">
                  <a:moveTo>
                    <a:pt x="62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l724"/>
            <p:cNvSpPr/>
            <p:nvPr/>
          </p:nvSpPr>
          <p:spPr>
            <a:xfrm>
              <a:off x="6013454" y="5571231"/>
              <a:ext cx="55" cy="1456"/>
            </a:xfrm>
            <a:custGeom>
              <a:avLst/>
              <a:pathLst>
                <a:path w="55" h="1456">
                  <a:moveTo>
                    <a:pt x="55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l725"/>
            <p:cNvSpPr/>
            <p:nvPr/>
          </p:nvSpPr>
          <p:spPr>
            <a:xfrm>
              <a:off x="6008938" y="5569594"/>
              <a:ext cx="59" cy="1456"/>
            </a:xfrm>
            <a:custGeom>
              <a:avLst/>
              <a:pathLst>
                <a:path w="59" h="1456">
                  <a:moveTo>
                    <a:pt x="59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l726"/>
            <p:cNvSpPr/>
            <p:nvPr/>
          </p:nvSpPr>
          <p:spPr>
            <a:xfrm>
              <a:off x="6022605" y="5570106"/>
              <a:ext cx="99" cy="2913"/>
            </a:xfrm>
            <a:custGeom>
              <a:avLst/>
              <a:pathLst>
                <a:path w="99" h="2913">
                  <a:moveTo>
                    <a:pt x="99" y="0"/>
                  </a:moveTo>
                  <a:lnTo>
                    <a:pt x="0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l727"/>
            <p:cNvSpPr/>
            <p:nvPr/>
          </p:nvSpPr>
          <p:spPr>
            <a:xfrm>
              <a:off x="6015851" y="5568405"/>
              <a:ext cx="54" cy="1456"/>
            </a:xfrm>
            <a:custGeom>
              <a:avLst/>
              <a:pathLst>
                <a:path w="54" h="1456">
                  <a:moveTo>
                    <a:pt x="54" y="0"/>
                  </a:moveTo>
                  <a:lnTo>
                    <a:pt x="0" y="1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l728"/>
            <p:cNvSpPr/>
            <p:nvPr/>
          </p:nvSpPr>
          <p:spPr>
            <a:xfrm>
              <a:off x="6031758" y="5568942"/>
              <a:ext cx="130" cy="4370"/>
            </a:xfrm>
            <a:custGeom>
              <a:avLst/>
              <a:pathLst>
                <a:path w="130" h="4370">
                  <a:moveTo>
                    <a:pt x="130" y="0"/>
                  </a:moveTo>
                  <a:lnTo>
                    <a:pt x="0" y="4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l729"/>
            <p:cNvSpPr/>
            <p:nvPr/>
          </p:nvSpPr>
          <p:spPr>
            <a:xfrm>
              <a:off x="6023896" y="5564319"/>
              <a:ext cx="146" cy="4369"/>
            </a:xfrm>
            <a:custGeom>
              <a:avLst/>
              <a:pathLst>
                <a:path w="146" h="4369">
                  <a:moveTo>
                    <a:pt x="146" y="0"/>
                  </a:moveTo>
                  <a:lnTo>
                    <a:pt x="0" y="4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l730"/>
            <p:cNvSpPr/>
            <p:nvPr/>
          </p:nvSpPr>
          <p:spPr>
            <a:xfrm>
              <a:off x="6052413" y="5565086"/>
              <a:ext cx="118" cy="5828"/>
            </a:xfrm>
            <a:custGeom>
              <a:avLst/>
              <a:pathLst>
                <a:path w="118" h="5828">
                  <a:moveTo>
                    <a:pt x="118" y="0"/>
                  </a:moveTo>
                  <a:lnTo>
                    <a:pt x="0" y="5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l731"/>
            <p:cNvSpPr/>
            <p:nvPr/>
          </p:nvSpPr>
          <p:spPr>
            <a:xfrm>
              <a:off x="6038286" y="5561836"/>
              <a:ext cx="78" cy="2913"/>
            </a:xfrm>
            <a:custGeom>
              <a:avLst/>
              <a:pathLst>
                <a:path w="78" h="2913">
                  <a:moveTo>
                    <a:pt x="78" y="0"/>
                  </a:moveTo>
                  <a:lnTo>
                    <a:pt x="0" y="2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l732"/>
            <p:cNvSpPr/>
            <p:nvPr/>
          </p:nvSpPr>
          <p:spPr>
            <a:xfrm>
              <a:off x="6072971" y="5562489"/>
              <a:ext cx="108" cy="10201"/>
            </a:xfrm>
            <a:custGeom>
              <a:avLst/>
              <a:pathLst>
                <a:path w="108" h="10201">
                  <a:moveTo>
                    <a:pt x="108" y="0"/>
                  </a:moveTo>
                  <a:lnTo>
                    <a:pt x="0" y="10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l733"/>
            <p:cNvSpPr/>
            <p:nvPr/>
          </p:nvSpPr>
          <p:spPr>
            <a:xfrm>
              <a:off x="6055721" y="5560776"/>
              <a:ext cx="27" cy="1457"/>
            </a:xfrm>
            <a:custGeom>
              <a:avLst/>
              <a:pathLst>
                <a:path w="27" h="1457">
                  <a:moveTo>
                    <a:pt x="27" y="0"/>
                  </a:moveTo>
                  <a:lnTo>
                    <a:pt x="0" y="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l734"/>
            <p:cNvSpPr/>
            <p:nvPr/>
          </p:nvSpPr>
          <p:spPr>
            <a:xfrm>
              <a:off x="6086690" y="5561134"/>
              <a:ext cx="55" cy="13116"/>
            </a:xfrm>
            <a:custGeom>
              <a:avLst/>
              <a:pathLst>
                <a:path w="55" h="13116">
                  <a:moveTo>
                    <a:pt x="55" y="0"/>
                  </a:moveTo>
                  <a:lnTo>
                    <a:pt x="0" y="13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l735"/>
            <p:cNvSpPr/>
            <p:nvPr/>
          </p:nvSpPr>
          <p:spPr>
            <a:xfrm>
              <a:off x="6071246" y="5558097"/>
              <a:ext cx="33" cy="2914"/>
            </a:xfrm>
            <a:custGeom>
              <a:avLst/>
              <a:pathLst>
                <a:path w="33" h="2914">
                  <a:moveTo>
                    <a:pt x="33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l736"/>
            <p:cNvSpPr/>
            <p:nvPr/>
          </p:nvSpPr>
          <p:spPr>
            <a:xfrm>
              <a:off x="6100391" y="5558234"/>
              <a:ext cx="31" cy="14573"/>
            </a:xfrm>
            <a:custGeom>
              <a:avLst/>
              <a:pathLst>
                <a:path w="31" h="14573">
                  <a:moveTo>
                    <a:pt x="0" y="0"/>
                  </a:moveTo>
                  <a:lnTo>
                    <a:pt x="31" y="14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l737"/>
            <p:cNvSpPr/>
            <p:nvPr/>
          </p:nvSpPr>
          <p:spPr>
            <a:xfrm>
              <a:off x="6085835" y="5555300"/>
              <a:ext cx="13" cy="2914"/>
            </a:xfrm>
            <a:custGeom>
              <a:avLst/>
              <a:pathLst>
                <a:path w="13" h="2914">
                  <a:moveTo>
                    <a:pt x="13" y="0"/>
                  </a:moveTo>
                  <a:lnTo>
                    <a:pt x="0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l738"/>
            <p:cNvSpPr/>
            <p:nvPr/>
          </p:nvSpPr>
          <p:spPr>
            <a:xfrm>
              <a:off x="6118537" y="5555203"/>
              <a:ext cx="186" cy="17487"/>
            </a:xfrm>
            <a:custGeom>
              <a:avLst/>
              <a:pathLst>
                <a:path w="186" h="17487">
                  <a:moveTo>
                    <a:pt x="0" y="0"/>
                  </a:moveTo>
                  <a:lnTo>
                    <a:pt x="186" y="17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l739"/>
            <p:cNvSpPr/>
            <p:nvPr/>
          </p:nvSpPr>
          <p:spPr>
            <a:xfrm>
              <a:off x="5976867" y="5569513"/>
              <a:ext cx="80" cy="1455"/>
            </a:xfrm>
            <a:custGeom>
              <a:avLst/>
              <a:pathLst>
                <a:path w="80" h="1455">
                  <a:moveTo>
                    <a:pt x="80" y="0"/>
                  </a:moveTo>
                  <a:lnTo>
                    <a:pt x="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l740"/>
            <p:cNvSpPr/>
            <p:nvPr/>
          </p:nvSpPr>
          <p:spPr>
            <a:xfrm>
              <a:off x="5986011" y="5570001"/>
              <a:ext cx="74" cy="1455"/>
            </a:xfrm>
            <a:custGeom>
              <a:avLst/>
              <a:pathLst>
                <a:path w="74" h="1455">
                  <a:moveTo>
                    <a:pt x="74" y="0"/>
                  </a:moveTo>
                  <a:lnTo>
                    <a:pt x="0" y="14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l741"/>
            <p:cNvSpPr/>
            <p:nvPr/>
          </p:nvSpPr>
          <p:spPr>
            <a:xfrm>
              <a:off x="5949449" y="5567815"/>
              <a:ext cx="99" cy="1453"/>
            </a:xfrm>
            <a:custGeom>
              <a:avLst/>
              <a:pathLst>
                <a:path w="99" h="1453">
                  <a:moveTo>
                    <a:pt x="99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l742"/>
            <p:cNvSpPr/>
            <p:nvPr/>
          </p:nvSpPr>
          <p:spPr>
            <a:xfrm>
              <a:off x="5958586" y="5568420"/>
              <a:ext cx="93" cy="1454"/>
            </a:xfrm>
            <a:custGeom>
              <a:avLst/>
              <a:pathLst>
                <a:path w="93" h="1454">
                  <a:moveTo>
                    <a:pt x="93" y="0"/>
                  </a:moveTo>
                  <a:lnTo>
                    <a:pt x="0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l743"/>
            <p:cNvSpPr/>
            <p:nvPr/>
          </p:nvSpPr>
          <p:spPr>
            <a:xfrm>
              <a:off x="5931183" y="5566488"/>
              <a:ext cx="111" cy="1453"/>
            </a:xfrm>
            <a:custGeom>
              <a:avLst/>
              <a:pathLst>
                <a:path w="111" h="1453">
                  <a:moveTo>
                    <a:pt x="111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l744"/>
            <p:cNvSpPr/>
            <p:nvPr/>
          </p:nvSpPr>
          <p:spPr>
            <a:xfrm>
              <a:off x="5940314" y="5567171"/>
              <a:ext cx="105" cy="1453"/>
            </a:xfrm>
            <a:custGeom>
              <a:avLst/>
              <a:pathLst>
                <a:path w="105" h="1453">
                  <a:moveTo>
                    <a:pt x="105" y="0"/>
                  </a:moveTo>
                  <a:lnTo>
                    <a:pt x="0" y="1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l745"/>
            <p:cNvSpPr/>
            <p:nvPr/>
          </p:nvSpPr>
          <p:spPr>
            <a:xfrm>
              <a:off x="5912929" y="5565005"/>
              <a:ext cx="124" cy="1452"/>
            </a:xfrm>
            <a:custGeom>
              <a:avLst/>
              <a:pathLst>
                <a:path w="124" h="1452">
                  <a:moveTo>
                    <a:pt x="124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l746"/>
            <p:cNvSpPr/>
            <p:nvPr/>
          </p:nvSpPr>
          <p:spPr>
            <a:xfrm>
              <a:off x="5922054" y="5565766"/>
              <a:ext cx="118" cy="1452"/>
            </a:xfrm>
            <a:custGeom>
              <a:avLst/>
              <a:pathLst>
                <a:path w="118" h="1452">
                  <a:moveTo>
                    <a:pt x="118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l747"/>
            <p:cNvSpPr/>
            <p:nvPr/>
          </p:nvSpPr>
          <p:spPr>
            <a:xfrm>
              <a:off x="5894689" y="5563367"/>
              <a:ext cx="136" cy="1450"/>
            </a:xfrm>
            <a:custGeom>
              <a:avLst/>
              <a:pathLst>
                <a:path w="136" h="1450">
                  <a:moveTo>
                    <a:pt x="136" y="0"/>
                  </a:moveTo>
                  <a:lnTo>
                    <a:pt x="0" y="1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l748"/>
            <p:cNvSpPr/>
            <p:nvPr/>
          </p:nvSpPr>
          <p:spPr>
            <a:xfrm>
              <a:off x="5903807" y="5564205"/>
              <a:ext cx="130" cy="1451"/>
            </a:xfrm>
            <a:custGeom>
              <a:avLst/>
              <a:pathLst>
                <a:path w="130" h="1451">
                  <a:moveTo>
                    <a:pt x="130" y="0"/>
                  </a:moveTo>
                  <a:lnTo>
                    <a:pt x="0" y="14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l749"/>
            <p:cNvSpPr/>
            <p:nvPr/>
          </p:nvSpPr>
          <p:spPr>
            <a:xfrm>
              <a:off x="5899381" y="5560888"/>
              <a:ext cx="267" cy="2902"/>
            </a:xfrm>
            <a:custGeom>
              <a:avLst/>
              <a:pathLst>
                <a:path w="267" h="2902">
                  <a:moveTo>
                    <a:pt x="267" y="0"/>
                  </a:moveTo>
                  <a:lnTo>
                    <a:pt x="0" y="2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l750"/>
            <p:cNvSpPr/>
            <p:nvPr/>
          </p:nvSpPr>
          <p:spPr>
            <a:xfrm>
              <a:off x="5917613" y="5562486"/>
              <a:ext cx="242" cy="2904"/>
            </a:xfrm>
            <a:custGeom>
              <a:avLst/>
              <a:pathLst>
                <a:path w="242" h="2904">
                  <a:moveTo>
                    <a:pt x="242" y="0"/>
                  </a:moveTo>
                  <a:lnTo>
                    <a:pt x="0" y="29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l751"/>
            <p:cNvSpPr/>
            <p:nvPr/>
          </p:nvSpPr>
          <p:spPr>
            <a:xfrm>
              <a:off x="5908750" y="5558803"/>
              <a:ext cx="254" cy="2903"/>
            </a:xfrm>
            <a:custGeom>
              <a:avLst/>
              <a:pathLst>
                <a:path w="254" h="2903">
                  <a:moveTo>
                    <a:pt x="254" y="0"/>
                  </a:moveTo>
                  <a:lnTo>
                    <a:pt x="0" y="2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l752"/>
            <p:cNvSpPr/>
            <p:nvPr/>
          </p:nvSpPr>
          <p:spPr>
            <a:xfrm>
              <a:off x="5935857" y="5561021"/>
              <a:ext cx="435" cy="5813"/>
            </a:xfrm>
            <a:custGeom>
              <a:avLst/>
              <a:pathLst>
                <a:path w="435" h="5813">
                  <a:moveTo>
                    <a:pt x="435" y="0"/>
                  </a:moveTo>
                  <a:lnTo>
                    <a:pt x="0" y="5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l753"/>
            <p:cNvSpPr/>
            <p:nvPr/>
          </p:nvSpPr>
          <p:spPr>
            <a:xfrm>
              <a:off x="5858253" y="5559624"/>
              <a:ext cx="161" cy="1448"/>
            </a:xfrm>
            <a:custGeom>
              <a:avLst/>
              <a:pathLst>
                <a:path w="161" h="1448">
                  <a:moveTo>
                    <a:pt x="161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l754"/>
            <p:cNvSpPr/>
            <p:nvPr/>
          </p:nvSpPr>
          <p:spPr>
            <a:xfrm>
              <a:off x="5867356" y="5560618"/>
              <a:ext cx="155" cy="1449"/>
            </a:xfrm>
            <a:custGeom>
              <a:avLst/>
              <a:pathLst>
                <a:path w="155" h="1449">
                  <a:moveTo>
                    <a:pt x="155" y="0"/>
                  </a:moveTo>
                  <a:lnTo>
                    <a:pt x="0" y="14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l755"/>
            <p:cNvSpPr/>
            <p:nvPr/>
          </p:nvSpPr>
          <p:spPr>
            <a:xfrm>
              <a:off x="5862962" y="5558677"/>
              <a:ext cx="158" cy="1448"/>
            </a:xfrm>
            <a:custGeom>
              <a:avLst/>
              <a:pathLst>
                <a:path w="158" h="1448">
                  <a:moveTo>
                    <a:pt x="158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l756"/>
            <p:cNvSpPr/>
            <p:nvPr/>
          </p:nvSpPr>
          <p:spPr>
            <a:xfrm>
              <a:off x="5876463" y="5560123"/>
              <a:ext cx="298" cy="2899"/>
            </a:xfrm>
            <a:custGeom>
              <a:avLst/>
              <a:pathLst>
                <a:path w="298" h="2899">
                  <a:moveTo>
                    <a:pt x="298" y="0"/>
                  </a:moveTo>
                  <a:lnTo>
                    <a:pt x="0" y="28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l757"/>
            <p:cNvSpPr/>
            <p:nvPr/>
          </p:nvSpPr>
          <p:spPr>
            <a:xfrm>
              <a:off x="5830971" y="5556409"/>
              <a:ext cx="179" cy="1446"/>
            </a:xfrm>
            <a:custGeom>
              <a:avLst/>
              <a:pathLst>
                <a:path w="179" h="1446">
                  <a:moveTo>
                    <a:pt x="179" y="0"/>
                  </a:moveTo>
                  <a:lnTo>
                    <a:pt x="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l758"/>
            <p:cNvSpPr/>
            <p:nvPr/>
          </p:nvSpPr>
          <p:spPr>
            <a:xfrm>
              <a:off x="5840061" y="5557519"/>
              <a:ext cx="173" cy="1446"/>
            </a:xfrm>
            <a:custGeom>
              <a:avLst/>
              <a:pathLst>
                <a:path w="173" h="1446">
                  <a:moveTo>
                    <a:pt x="173" y="0"/>
                  </a:moveTo>
                  <a:lnTo>
                    <a:pt x="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l759"/>
            <p:cNvSpPr/>
            <p:nvPr/>
          </p:nvSpPr>
          <p:spPr>
            <a:xfrm>
              <a:off x="5812807" y="5554071"/>
              <a:ext cx="192" cy="1444"/>
            </a:xfrm>
            <a:custGeom>
              <a:avLst/>
              <a:pathLst>
                <a:path w="192" h="1444">
                  <a:moveTo>
                    <a:pt x="192" y="0"/>
                  </a:moveTo>
                  <a:lnTo>
                    <a:pt x="0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l760"/>
            <p:cNvSpPr/>
            <p:nvPr/>
          </p:nvSpPr>
          <p:spPr>
            <a:xfrm>
              <a:off x="5821887" y="5555259"/>
              <a:ext cx="186" cy="1445"/>
            </a:xfrm>
            <a:custGeom>
              <a:avLst/>
              <a:pathLst>
                <a:path w="186" h="1445">
                  <a:moveTo>
                    <a:pt x="186" y="0"/>
                  </a:moveTo>
                  <a:lnTo>
                    <a:pt x="0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l761"/>
            <p:cNvSpPr/>
            <p:nvPr/>
          </p:nvSpPr>
          <p:spPr>
            <a:xfrm>
              <a:off x="5817536" y="5551780"/>
              <a:ext cx="378" cy="2890"/>
            </a:xfrm>
            <a:custGeom>
              <a:avLst/>
              <a:pathLst>
                <a:path w="378" h="2890">
                  <a:moveTo>
                    <a:pt x="378" y="0"/>
                  </a:moveTo>
                  <a:lnTo>
                    <a:pt x="0" y="2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l762"/>
            <p:cNvSpPr/>
            <p:nvPr/>
          </p:nvSpPr>
          <p:spPr>
            <a:xfrm>
              <a:off x="5835692" y="5554076"/>
              <a:ext cx="353" cy="2893"/>
            </a:xfrm>
            <a:custGeom>
              <a:avLst/>
              <a:pathLst>
                <a:path w="353" h="2893">
                  <a:moveTo>
                    <a:pt x="353" y="0"/>
                  </a:moveTo>
                  <a:lnTo>
                    <a:pt x="0" y="28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l763"/>
            <p:cNvSpPr/>
            <p:nvPr/>
          </p:nvSpPr>
          <p:spPr>
            <a:xfrm>
              <a:off x="5826977" y="5551501"/>
              <a:ext cx="183" cy="1445"/>
            </a:xfrm>
            <a:custGeom>
              <a:avLst/>
              <a:pathLst>
                <a:path w="183" h="1445">
                  <a:moveTo>
                    <a:pt x="183" y="0"/>
                  </a:moveTo>
                  <a:lnTo>
                    <a:pt x="0" y="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l764"/>
            <p:cNvSpPr/>
            <p:nvPr/>
          </p:nvSpPr>
          <p:spPr>
            <a:xfrm>
              <a:off x="5849155" y="5554248"/>
              <a:ext cx="670" cy="5790"/>
            </a:xfrm>
            <a:custGeom>
              <a:avLst/>
              <a:pathLst>
                <a:path w="670" h="5790">
                  <a:moveTo>
                    <a:pt x="670" y="0"/>
                  </a:moveTo>
                  <a:lnTo>
                    <a:pt x="0" y="57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l765"/>
            <p:cNvSpPr/>
            <p:nvPr/>
          </p:nvSpPr>
          <p:spPr>
            <a:xfrm>
              <a:off x="5838489" y="5548564"/>
              <a:ext cx="525" cy="4340"/>
            </a:xfrm>
            <a:custGeom>
              <a:avLst/>
              <a:pathLst>
                <a:path w="525" h="4340">
                  <a:moveTo>
                    <a:pt x="525" y="0"/>
                  </a:moveTo>
                  <a:lnTo>
                    <a:pt x="0" y="4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l766"/>
            <p:cNvSpPr/>
            <p:nvPr/>
          </p:nvSpPr>
          <p:spPr>
            <a:xfrm>
              <a:off x="5869940" y="5552165"/>
              <a:ext cx="768" cy="7246"/>
            </a:xfrm>
            <a:custGeom>
              <a:avLst/>
              <a:pathLst>
                <a:path w="768" h="7246">
                  <a:moveTo>
                    <a:pt x="768" y="0"/>
                  </a:moveTo>
                  <a:lnTo>
                    <a:pt x="0" y="72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l767"/>
            <p:cNvSpPr/>
            <p:nvPr/>
          </p:nvSpPr>
          <p:spPr>
            <a:xfrm>
              <a:off x="5854855" y="5548976"/>
              <a:ext cx="164" cy="1448"/>
            </a:xfrm>
            <a:custGeom>
              <a:avLst/>
              <a:pathLst>
                <a:path w="164" h="1448">
                  <a:moveTo>
                    <a:pt x="164" y="0"/>
                  </a:moveTo>
                  <a:lnTo>
                    <a:pt x="0" y="1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l768"/>
            <p:cNvSpPr/>
            <p:nvPr/>
          </p:nvSpPr>
          <p:spPr>
            <a:xfrm>
              <a:off x="5885574" y="5552337"/>
              <a:ext cx="1142" cy="11602"/>
            </a:xfrm>
            <a:custGeom>
              <a:avLst/>
              <a:pathLst>
                <a:path w="1142" h="11602">
                  <a:moveTo>
                    <a:pt x="1142" y="0"/>
                  </a:moveTo>
                  <a:lnTo>
                    <a:pt x="0" y="11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l769"/>
            <p:cNvSpPr/>
            <p:nvPr/>
          </p:nvSpPr>
          <p:spPr>
            <a:xfrm>
              <a:off x="5870862" y="5542020"/>
              <a:ext cx="922" cy="8695"/>
            </a:xfrm>
            <a:custGeom>
              <a:avLst/>
              <a:pathLst>
                <a:path w="922" h="8695">
                  <a:moveTo>
                    <a:pt x="922" y="0"/>
                  </a:moveTo>
                  <a:lnTo>
                    <a:pt x="0" y="8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l770"/>
            <p:cNvSpPr/>
            <p:nvPr/>
          </p:nvSpPr>
          <p:spPr>
            <a:xfrm>
              <a:off x="5922645" y="5546882"/>
              <a:ext cx="1062" cy="13073"/>
            </a:xfrm>
            <a:custGeom>
              <a:avLst/>
              <a:pathLst>
                <a:path w="1062" h="13073">
                  <a:moveTo>
                    <a:pt x="1062" y="0"/>
                  </a:moveTo>
                  <a:lnTo>
                    <a:pt x="0" y="13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l771"/>
            <p:cNvSpPr/>
            <p:nvPr/>
          </p:nvSpPr>
          <p:spPr>
            <a:xfrm>
              <a:off x="5897731" y="5541708"/>
              <a:ext cx="271" cy="2902"/>
            </a:xfrm>
            <a:custGeom>
              <a:avLst/>
              <a:pathLst>
                <a:path w="271" h="2902">
                  <a:moveTo>
                    <a:pt x="271" y="0"/>
                  </a:moveTo>
                  <a:lnTo>
                    <a:pt x="0" y="2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l772"/>
            <p:cNvSpPr/>
            <p:nvPr/>
          </p:nvSpPr>
          <p:spPr>
            <a:xfrm>
              <a:off x="5954113" y="5546309"/>
              <a:ext cx="1445" cy="21812"/>
            </a:xfrm>
            <a:custGeom>
              <a:avLst/>
              <a:pathLst>
                <a:path w="1445" h="21812">
                  <a:moveTo>
                    <a:pt x="1445" y="0"/>
                  </a:moveTo>
                  <a:lnTo>
                    <a:pt x="0" y="218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l773"/>
            <p:cNvSpPr/>
            <p:nvPr/>
          </p:nvSpPr>
          <p:spPr>
            <a:xfrm>
              <a:off x="5926765" y="5542752"/>
              <a:ext cx="116" cy="1452"/>
            </a:xfrm>
            <a:custGeom>
              <a:avLst/>
              <a:pathLst>
                <a:path w="116" h="1452">
                  <a:moveTo>
                    <a:pt x="116" y="0"/>
                  </a:moveTo>
                  <a:lnTo>
                    <a:pt x="0" y="1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l774"/>
            <p:cNvSpPr/>
            <p:nvPr/>
          </p:nvSpPr>
          <p:spPr>
            <a:xfrm>
              <a:off x="5967725" y="5545709"/>
              <a:ext cx="1479" cy="24731"/>
            </a:xfrm>
            <a:custGeom>
              <a:avLst/>
              <a:pathLst>
                <a:path w="1479" h="24731">
                  <a:moveTo>
                    <a:pt x="1479" y="0"/>
                  </a:moveTo>
                  <a:lnTo>
                    <a:pt x="0" y="24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l775"/>
            <p:cNvSpPr/>
            <p:nvPr/>
          </p:nvSpPr>
          <p:spPr>
            <a:xfrm>
              <a:off x="5948035" y="5541429"/>
              <a:ext cx="203" cy="2907"/>
            </a:xfrm>
            <a:custGeom>
              <a:avLst/>
              <a:pathLst>
                <a:path w="203" h="2907">
                  <a:moveTo>
                    <a:pt x="203" y="0"/>
                  </a:moveTo>
                  <a:lnTo>
                    <a:pt x="0" y="29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l776"/>
            <p:cNvSpPr/>
            <p:nvPr/>
          </p:nvSpPr>
          <p:spPr>
            <a:xfrm>
              <a:off x="5981516" y="5543566"/>
              <a:ext cx="1399" cy="26195"/>
            </a:xfrm>
            <a:custGeom>
              <a:avLst/>
              <a:pathLst>
                <a:path w="1399" h="26195">
                  <a:moveTo>
                    <a:pt x="1399" y="0"/>
                  </a:moveTo>
                  <a:lnTo>
                    <a:pt x="0" y="261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l777"/>
            <p:cNvSpPr/>
            <p:nvPr/>
          </p:nvSpPr>
          <p:spPr>
            <a:xfrm>
              <a:off x="5965573" y="5541114"/>
              <a:ext cx="89" cy="1454"/>
            </a:xfrm>
            <a:custGeom>
              <a:avLst/>
              <a:pathLst>
                <a:path w="89" h="1454">
                  <a:moveTo>
                    <a:pt x="89" y="0"/>
                  </a:moveTo>
                  <a:lnTo>
                    <a:pt x="0" y="14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l778"/>
            <p:cNvSpPr/>
            <p:nvPr/>
          </p:nvSpPr>
          <p:spPr>
            <a:xfrm>
              <a:off x="5995157" y="5542790"/>
              <a:ext cx="1368" cy="29115"/>
            </a:xfrm>
            <a:custGeom>
              <a:avLst/>
              <a:pathLst>
                <a:path w="1368" h="29115">
                  <a:moveTo>
                    <a:pt x="1368" y="0"/>
                  </a:moveTo>
                  <a:lnTo>
                    <a:pt x="0" y="29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l779"/>
            <p:cNvSpPr/>
            <p:nvPr/>
          </p:nvSpPr>
          <p:spPr>
            <a:xfrm>
              <a:off x="5981091" y="5521635"/>
              <a:ext cx="1106" cy="20373"/>
            </a:xfrm>
            <a:custGeom>
              <a:avLst/>
              <a:pathLst>
                <a:path w="1106" h="20373">
                  <a:moveTo>
                    <a:pt x="1106" y="0"/>
                  </a:moveTo>
                  <a:lnTo>
                    <a:pt x="0" y="20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80"/>
            <p:cNvSpPr/>
            <p:nvPr/>
          </p:nvSpPr>
          <p:spPr>
            <a:xfrm>
              <a:off x="6102102" y="5524709"/>
              <a:ext cx="91" cy="30604"/>
            </a:xfrm>
            <a:custGeom>
              <a:avLst/>
              <a:pathLst>
                <a:path w="91" h="30604">
                  <a:moveTo>
                    <a:pt x="0" y="0"/>
                  </a:moveTo>
                  <a:lnTo>
                    <a:pt x="91" y="30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1"/>
            <p:cNvSpPr/>
            <p:nvPr/>
          </p:nvSpPr>
          <p:spPr>
            <a:xfrm>
              <a:off x="6042128" y="5509461"/>
              <a:ext cx="373" cy="14569"/>
            </a:xfrm>
            <a:custGeom>
              <a:avLst/>
              <a:pathLst>
                <a:path w="373" h="14569">
                  <a:moveTo>
                    <a:pt x="373" y="0"/>
                  </a:moveTo>
                  <a:lnTo>
                    <a:pt x="0" y="14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2"/>
            <p:cNvSpPr/>
            <p:nvPr/>
          </p:nvSpPr>
          <p:spPr>
            <a:xfrm>
              <a:off x="6191725" y="5507935"/>
              <a:ext cx="2349" cy="50954"/>
            </a:xfrm>
            <a:custGeom>
              <a:avLst/>
              <a:pathLst>
                <a:path w="2349" h="50954">
                  <a:moveTo>
                    <a:pt x="0" y="0"/>
                  </a:moveTo>
                  <a:lnTo>
                    <a:pt x="2349" y="509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3"/>
            <p:cNvSpPr/>
            <p:nvPr/>
          </p:nvSpPr>
          <p:spPr>
            <a:xfrm>
              <a:off x="6117097" y="5507121"/>
              <a:ext cx="29" cy="2914"/>
            </a:xfrm>
            <a:custGeom>
              <a:avLst/>
              <a:pathLst>
                <a:path w="29" h="2914">
                  <a:moveTo>
                    <a:pt x="0" y="0"/>
                  </a:moveTo>
                  <a:lnTo>
                    <a:pt x="29" y="2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4"/>
            <p:cNvSpPr/>
            <p:nvPr/>
          </p:nvSpPr>
          <p:spPr>
            <a:xfrm>
              <a:off x="6224392" y="5503251"/>
              <a:ext cx="4056" cy="65456"/>
            </a:xfrm>
            <a:custGeom>
              <a:avLst/>
              <a:pathLst>
                <a:path w="4056" h="65456">
                  <a:moveTo>
                    <a:pt x="0" y="0"/>
                  </a:moveTo>
                  <a:lnTo>
                    <a:pt x="4056" y="65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5"/>
            <p:cNvSpPr/>
            <p:nvPr/>
          </p:nvSpPr>
          <p:spPr>
            <a:xfrm>
              <a:off x="6170560" y="5500053"/>
              <a:ext cx="210" cy="5825"/>
            </a:xfrm>
            <a:custGeom>
              <a:avLst/>
              <a:pathLst>
                <a:path w="210" h="5825">
                  <a:moveTo>
                    <a:pt x="0" y="0"/>
                  </a:moveTo>
                  <a:lnTo>
                    <a:pt x="210" y="5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6"/>
            <p:cNvSpPr/>
            <p:nvPr/>
          </p:nvSpPr>
          <p:spPr>
            <a:xfrm>
              <a:off x="6256021" y="5495201"/>
              <a:ext cx="5294" cy="68292"/>
            </a:xfrm>
            <a:custGeom>
              <a:avLst/>
              <a:pathLst>
                <a:path w="5294" h="68292">
                  <a:moveTo>
                    <a:pt x="0" y="0"/>
                  </a:moveTo>
                  <a:lnTo>
                    <a:pt x="5294" y="682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6213067" y="5493704"/>
              <a:ext cx="247" cy="4365"/>
            </a:xfrm>
            <a:custGeom>
              <a:avLst/>
              <a:pathLst>
                <a:path w="247" h="4365">
                  <a:moveTo>
                    <a:pt x="0" y="0"/>
                  </a:moveTo>
                  <a:lnTo>
                    <a:pt x="247" y="43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l788"/>
            <p:cNvSpPr/>
            <p:nvPr/>
          </p:nvSpPr>
          <p:spPr>
            <a:xfrm>
              <a:off x="6283170" y="5488527"/>
              <a:ext cx="6732" cy="74021"/>
            </a:xfrm>
            <a:custGeom>
              <a:avLst/>
              <a:pathLst>
                <a:path w="6732" h="74021">
                  <a:moveTo>
                    <a:pt x="0" y="0"/>
                  </a:moveTo>
                  <a:lnTo>
                    <a:pt x="6732" y="74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5785600" y="5550275"/>
              <a:ext cx="210" cy="1442"/>
            </a:xfrm>
            <a:custGeom>
              <a:avLst/>
              <a:pathLst>
                <a:path w="210" h="1442">
                  <a:moveTo>
                    <a:pt x="210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5794664" y="5551579"/>
              <a:ext cx="204" cy="1442"/>
            </a:xfrm>
            <a:custGeom>
              <a:avLst/>
              <a:pathLst>
                <a:path w="204" h="1442">
                  <a:moveTo>
                    <a:pt x="204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5790339" y="5549490"/>
              <a:ext cx="207" cy="1442"/>
            </a:xfrm>
            <a:custGeom>
              <a:avLst/>
              <a:pathLst>
                <a:path w="207" h="1442">
                  <a:moveTo>
                    <a:pt x="207" y="0"/>
                  </a:moveTo>
                  <a:lnTo>
                    <a:pt x="0" y="1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5803733" y="5551401"/>
              <a:ext cx="396" cy="2887"/>
            </a:xfrm>
            <a:custGeom>
              <a:avLst/>
              <a:pathLst>
                <a:path w="396" h="2887">
                  <a:moveTo>
                    <a:pt x="396" y="0"/>
                  </a:moveTo>
                  <a:lnTo>
                    <a:pt x="0" y="2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l793"/>
            <p:cNvSpPr/>
            <p:nvPr/>
          </p:nvSpPr>
          <p:spPr>
            <a:xfrm>
              <a:off x="5767490" y="5547551"/>
              <a:ext cx="223" cy="1440"/>
            </a:xfrm>
            <a:custGeom>
              <a:avLst/>
              <a:pathLst>
                <a:path w="223" h="1440">
                  <a:moveTo>
                    <a:pt x="223" y="0"/>
                  </a:moveTo>
                  <a:lnTo>
                    <a:pt x="0" y="1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l794"/>
            <p:cNvSpPr/>
            <p:nvPr/>
          </p:nvSpPr>
          <p:spPr>
            <a:xfrm>
              <a:off x="5776542" y="5548933"/>
              <a:ext cx="216" cy="1441"/>
            </a:xfrm>
            <a:custGeom>
              <a:avLst/>
              <a:pathLst>
                <a:path w="216" h="1441">
                  <a:moveTo>
                    <a:pt x="216" y="0"/>
                  </a:moveTo>
                  <a:lnTo>
                    <a:pt x="0" y="1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l795"/>
            <p:cNvSpPr/>
            <p:nvPr/>
          </p:nvSpPr>
          <p:spPr>
            <a:xfrm>
              <a:off x="5749404" y="5544673"/>
              <a:ext cx="235" cy="1438"/>
            </a:xfrm>
            <a:custGeom>
              <a:avLst/>
              <a:pathLst>
                <a:path w="235" h="1438">
                  <a:moveTo>
                    <a:pt x="235" y="0"/>
                  </a:moveTo>
                  <a:lnTo>
                    <a:pt x="0" y="1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l796"/>
            <p:cNvSpPr/>
            <p:nvPr/>
          </p:nvSpPr>
          <p:spPr>
            <a:xfrm>
              <a:off x="5758444" y="5546131"/>
              <a:ext cx="229" cy="1439"/>
            </a:xfrm>
            <a:custGeom>
              <a:avLst/>
              <a:pathLst>
                <a:path w="229" h="1439">
                  <a:moveTo>
                    <a:pt x="229" y="0"/>
                  </a:moveTo>
                  <a:lnTo>
                    <a:pt x="0" y="1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l797"/>
            <p:cNvSpPr/>
            <p:nvPr/>
          </p:nvSpPr>
          <p:spPr>
            <a:xfrm>
              <a:off x="5754156" y="5542529"/>
              <a:ext cx="464" cy="2877"/>
            </a:xfrm>
            <a:custGeom>
              <a:avLst/>
              <a:pathLst>
                <a:path w="464" h="2877">
                  <a:moveTo>
                    <a:pt x="464" y="0"/>
                  </a:moveTo>
                  <a:lnTo>
                    <a:pt x="0" y="2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5772236" y="5545365"/>
              <a:ext cx="439" cy="2881"/>
            </a:xfrm>
            <a:custGeom>
              <a:avLst/>
              <a:pathLst>
                <a:path w="439" h="2881">
                  <a:moveTo>
                    <a:pt x="439" y="0"/>
                  </a:moveTo>
                  <a:lnTo>
                    <a:pt x="0" y="2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5731343" y="5541640"/>
              <a:ext cx="247" cy="1436"/>
            </a:xfrm>
            <a:custGeom>
              <a:avLst/>
              <a:pathLst>
                <a:path w="247" h="1436">
                  <a:moveTo>
                    <a:pt x="247" y="0"/>
                  </a:moveTo>
                  <a:lnTo>
                    <a:pt x="0" y="1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5740371" y="5543176"/>
              <a:ext cx="241" cy="1437"/>
            </a:xfrm>
            <a:custGeom>
              <a:avLst/>
              <a:pathLst>
                <a:path w="241" h="1437">
                  <a:moveTo>
                    <a:pt x="241" y="0"/>
                  </a:moveTo>
                  <a:lnTo>
                    <a:pt x="0" y="1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5713309" y="5538454"/>
              <a:ext cx="259" cy="1434"/>
            </a:xfrm>
            <a:custGeom>
              <a:avLst/>
              <a:pathLst>
                <a:path w="259" h="1434">
                  <a:moveTo>
                    <a:pt x="259" y="0"/>
                  </a:moveTo>
                  <a:lnTo>
                    <a:pt x="0" y="1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5722323" y="5540066"/>
              <a:ext cx="253" cy="1435"/>
            </a:xfrm>
            <a:custGeom>
              <a:avLst/>
              <a:pathLst>
                <a:path w="253" h="1435">
                  <a:moveTo>
                    <a:pt x="253" y="0"/>
                  </a:moveTo>
                  <a:lnTo>
                    <a:pt x="0" y="14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5718072" y="5536396"/>
              <a:ext cx="513" cy="2869"/>
            </a:xfrm>
            <a:custGeom>
              <a:avLst/>
              <a:pathLst>
                <a:path w="513" h="2869">
                  <a:moveTo>
                    <a:pt x="513" y="0"/>
                  </a:moveTo>
                  <a:lnTo>
                    <a:pt x="0" y="2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l804"/>
            <p:cNvSpPr/>
            <p:nvPr/>
          </p:nvSpPr>
          <p:spPr>
            <a:xfrm>
              <a:off x="5736101" y="5539539"/>
              <a:ext cx="489" cy="2873"/>
            </a:xfrm>
            <a:custGeom>
              <a:avLst/>
              <a:pathLst>
                <a:path w="489" h="2873">
                  <a:moveTo>
                    <a:pt x="489" y="0"/>
                  </a:moveTo>
                  <a:lnTo>
                    <a:pt x="0" y="2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l805"/>
            <p:cNvSpPr/>
            <p:nvPr/>
          </p:nvSpPr>
          <p:spPr>
            <a:xfrm>
              <a:off x="5668348" y="5529815"/>
              <a:ext cx="290" cy="1428"/>
            </a:xfrm>
            <a:custGeom>
              <a:avLst/>
              <a:pathLst>
                <a:path w="290" h="1428">
                  <a:moveTo>
                    <a:pt x="290" y="0"/>
                  </a:moveTo>
                  <a:lnTo>
                    <a:pt x="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l806"/>
            <p:cNvSpPr/>
            <p:nvPr/>
          </p:nvSpPr>
          <p:spPr>
            <a:xfrm>
              <a:off x="5677326" y="5531620"/>
              <a:ext cx="284" cy="1429"/>
            </a:xfrm>
            <a:custGeom>
              <a:avLst/>
              <a:pathLst>
                <a:path w="284" h="1429">
                  <a:moveTo>
                    <a:pt x="284" y="0"/>
                  </a:moveTo>
                  <a:lnTo>
                    <a:pt x="0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l807"/>
            <p:cNvSpPr/>
            <p:nvPr/>
          </p:nvSpPr>
          <p:spPr>
            <a:xfrm>
              <a:off x="5673123" y="5529293"/>
              <a:ext cx="287" cy="1428"/>
            </a:xfrm>
            <a:custGeom>
              <a:avLst/>
              <a:pathLst>
                <a:path w="287" h="1428">
                  <a:moveTo>
                    <a:pt x="287" y="0"/>
                  </a:moveTo>
                  <a:lnTo>
                    <a:pt x="0" y="1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l808"/>
            <p:cNvSpPr/>
            <p:nvPr/>
          </p:nvSpPr>
          <p:spPr>
            <a:xfrm>
              <a:off x="5686310" y="5531955"/>
              <a:ext cx="556" cy="2861"/>
            </a:xfrm>
            <a:custGeom>
              <a:avLst/>
              <a:pathLst>
                <a:path w="556" h="2861">
                  <a:moveTo>
                    <a:pt x="556" y="0"/>
                  </a:moveTo>
                  <a:lnTo>
                    <a:pt x="0" y="28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l809"/>
            <p:cNvSpPr/>
            <p:nvPr/>
          </p:nvSpPr>
          <p:spPr>
            <a:xfrm>
              <a:off x="5680137" y="5529205"/>
              <a:ext cx="282" cy="1429"/>
            </a:xfrm>
            <a:custGeom>
              <a:avLst/>
              <a:pathLst>
                <a:path w="282" h="1429">
                  <a:moveTo>
                    <a:pt x="282" y="0"/>
                  </a:moveTo>
                  <a:lnTo>
                    <a:pt x="0" y="1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l810"/>
            <p:cNvSpPr/>
            <p:nvPr/>
          </p:nvSpPr>
          <p:spPr>
            <a:xfrm>
              <a:off x="5695303" y="5532250"/>
              <a:ext cx="816" cy="4295"/>
            </a:xfrm>
            <a:custGeom>
              <a:avLst/>
              <a:pathLst>
                <a:path w="816" h="4295">
                  <a:moveTo>
                    <a:pt x="816" y="0"/>
                  </a:moveTo>
                  <a:lnTo>
                    <a:pt x="0" y="42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l811"/>
            <p:cNvSpPr/>
            <p:nvPr/>
          </p:nvSpPr>
          <p:spPr>
            <a:xfrm>
              <a:off x="5688266" y="5529312"/>
              <a:ext cx="277" cy="1430"/>
            </a:xfrm>
            <a:custGeom>
              <a:avLst/>
              <a:pathLst>
                <a:path w="277" h="1430">
                  <a:moveTo>
                    <a:pt x="277" y="0"/>
                  </a:moveTo>
                  <a:lnTo>
                    <a:pt x="0" y="1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5704302" y="5532504"/>
              <a:ext cx="1063" cy="5731"/>
            </a:xfrm>
            <a:custGeom>
              <a:avLst/>
              <a:pathLst>
                <a:path w="1063" h="5731">
                  <a:moveTo>
                    <a:pt x="1063" y="0"/>
                  </a:moveTo>
                  <a:lnTo>
                    <a:pt x="0" y="57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5696952" y="5525197"/>
              <a:ext cx="1086" cy="5727"/>
            </a:xfrm>
            <a:custGeom>
              <a:avLst/>
              <a:pathLst>
                <a:path w="1086" h="5727">
                  <a:moveTo>
                    <a:pt x="1086" y="0"/>
                  </a:moveTo>
                  <a:lnTo>
                    <a:pt x="0" y="5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5727584" y="5530808"/>
              <a:ext cx="1253" cy="7178"/>
            </a:xfrm>
            <a:custGeom>
              <a:avLst/>
              <a:pathLst>
                <a:path w="1253" h="7178">
                  <a:moveTo>
                    <a:pt x="1253" y="0"/>
                  </a:moveTo>
                  <a:lnTo>
                    <a:pt x="0" y="71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5632519" y="5522215"/>
              <a:ext cx="314" cy="1422"/>
            </a:xfrm>
            <a:custGeom>
              <a:avLst/>
              <a:pathLst>
                <a:path w="314" h="1422">
                  <a:moveTo>
                    <a:pt x="314" y="0"/>
                  </a:moveTo>
                  <a:lnTo>
                    <a:pt x="0" y="1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5641464" y="5524173"/>
              <a:ext cx="308" cy="1424"/>
            </a:xfrm>
            <a:custGeom>
              <a:avLst/>
              <a:pathLst>
                <a:path w="308" h="1424">
                  <a:moveTo>
                    <a:pt x="308" y="0"/>
                  </a:moveTo>
                  <a:lnTo>
                    <a:pt x="0" y="1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5637302" y="5521775"/>
              <a:ext cx="311" cy="1423"/>
            </a:xfrm>
            <a:custGeom>
              <a:avLst/>
              <a:pathLst>
                <a:path w="311" h="1423">
                  <a:moveTo>
                    <a:pt x="311" y="0"/>
                  </a:moveTo>
                  <a:lnTo>
                    <a:pt x="0" y="1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5650417" y="5524666"/>
              <a:ext cx="605" cy="2851"/>
            </a:xfrm>
            <a:custGeom>
              <a:avLst/>
              <a:pathLst>
                <a:path w="605" h="2851">
                  <a:moveTo>
                    <a:pt x="605" y="0"/>
                  </a:moveTo>
                  <a:lnTo>
                    <a:pt x="0" y="28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5605735" y="5516115"/>
              <a:ext cx="332" cy="1418"/>
            </a:xfrm>
            <a:custGeom>
              <a:avLst/>
              <a:pathLst>
                <a:path w="332" h="1418">
                  <a:moveTo>
                    <a:pt x="332" y="0"/>
                  </a:moveTo>
                  <a:lnTo>
                    <a:pt x="0" y="14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5614654" y="5518186"/>
              <a:ext cx="326" cy="1420"/>
            </a:xfrm>
            <a:custGeom>
              <a:avLst/>
              <a:pathLst>
                <a:path w="326" h="1420">
                  <a:moveTo>
                    <a:pt x="326" y="0"/>
                  </a:moveTo>
                  <a:lnTo>
                    <a:pt x="0" y="1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5610523" y="5515736"/>
              <a:ext cx="329" cy="1419"/>
            </a:xfrm>
            <a:custGeom>
              <a:avLst/>
              <a:pathLst>
                <a:path w="329" h="1419">
                  <a:moveTo>
                    <a:pt x="329" y="0"/>
                  </a:moveTo>
                  <a:lnTo>
                    <a:pt x="0" y="1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5623582" y="5518798"/>
              <a:ext cx="641" cy="2843"/>
            </a:xfrm>
            <a:custGeom>
              <a:avLst/>
              <a:pathLst>
                <a:path w="641" h="2843">
                  <a:moveTo>
                    <a:pt x="641" y="0"/>
                  </a:moveTo>
                  <a:lnTo>
                    <a:pt x="0" y="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5579031" y="5509672"/>
              <a:ext cx="351" cy="1414"/>
            </a:xfrm>
            <a:custGeom>
              <a:avLst/>
              <a:pathLst>
                <a:path w="351" h="1414">
                  <a:moveTo>
                    <a:pt x="351" y="0"/>
                  </a:moveTo>
                  <a:lnTo>
                    <a:pt x="0" y="14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5587923" y="5511858"/>
              <a:ext cx="345" cy="1415"/>
            </a:xfrm>
            <a:custGeom>
              <a:avLst/>
              <a:pathLst>
                <a:path w="345" h="1415">
                  <a:moveTo>
                    <a:pt x="345" y="0"/>
                  </a:moveTo>
                  <a:lnTo>
                    <a:pt x="0" y="1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5552413" y="5502888"/>
              <a:ext cx="369" cy="1409"/>
            </a:xfrm>
            <a:custGeom>
              <a:avLst/>
              <a:pathLst>
                <a:path w="369" h="1409">
                  <a:moveTo>
                    <a:pt x="369" y="0"/>
                  </a:moveTo>
                  <a:lnTo>
                    <a:pt x="0" y="14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l826"/>
            <p:cNvSpPr/>
            <p:nvPr/>
          </p:nvSpPr>
          <p:spPr>
            <a:xfrm>
              <a:off x="5561276" y="5505187"/>
              <a:ext cx="363" cy="1411"/>
            </a:xfrm>
            <a:custGeom>
              <a:avLst/>
              <a:pathLst>
                <a:path w="363" h="1411">
                  <a:moveTo>
                    <a:pt x="363" y="0"/>
                  </a:moveTo>
                  <a:lnTo>
                    <a:pt x="0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l827"/>
            <p:cNvSpPr/>
            <p:nvPr/>
          </p:nvSpPr>
          <p:spPr>
            <a:xfrm>
              <a:off x="5557209" y="5502632"/>
              <a:ext cx="366" cy="1410"/>
            </a:xfrm>
            <a:custGeom>
              <a:avLst/>
              <a:pathLst>
                <a:path w="366" h="1410">
                  <a:moveTo>
                    <a:pt x="366" y="0"/>
                  </a:moveTo>
                  <a:lnTo>
                    <a:pt x="0" y="14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l828"/>
            <p:cNvSpPr/>
            <p:nvPr/>
          </p:nvSpPr>
          <p:spPr>
            <a:xfrm>
              <a:off x="5570149" y="5506036"/>
              <a:ext cx="714" cy="2825"/>
            </a:xfrm>
            <a:custGeom>
              <a:avLst/>
              <a:pathLst>
                <a:path w="714" h="2825">
                  <a:moveTo>
                    <a:pt x="714" y="0"/>
                  </a:moveTo>
                  <a:lnTo>
                    <a:pt x="0" y="2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l829"/>
            <p:cNvSpPr/>
            <p:nvPr/>
          </p:nvSpPr>
          <p:spPr>
            <a:xfrm>
              <a:off x="5517060" y="5493314"/>
              <a:ext cx="393" cy="1403"/>
            </a:xfrm>
            <a:custGeom>
              <a:avLst/>
              <a:pathLst>
                <a:path w="393" h="1403">
                  <a:moveTo>
                    <a:pt x="393" y="0"/>
                  </a:moveTo>
                  <a:lnTo>
                    <a:pt x="0" y="1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l830"/>
            <p:cNvSpPr/>
            <p:nvPr/>
          </p:nvSpPr>
          <p:spPr>
            <a:xfrm>
              <a:off x="5525883" y="5495764"/>
              <a:ext cx="387" cy="1405"/>
            </a:xfrm>
            <a:custGeom>
              <a:avLst/>
              <a:pathLst>
                <a:path w="387" h="1405">
                  <a:moveTo>
                    <a:pt x="387" y="0"/>
                  </a:moveTo>
                  <a:lnTo>
                    <a:pt x="0" y="1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l831"/>
            <p:cNvSpPr/>
            <p:nvPr/>
          </p:nvSpPr>
          <p:spPr>
            <a:xfrm>
              <a:off x="5521860" y="5493140"/>
              <a:ext cx="390" cy="1404"/>
            </a:xfrm>
            <a:custGeom>
              <a:avLst/>
              <a:pathLst>
                <a:path w="390" h="1404">
                  <a:moveTo>
                    <a:pt x="390" y="0"/>
                  </a:moveTo>
                  <a:lnTo>
                    <a:pt x="0" y="14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l832"/>
            <p:cNvSpPr/>
            <p:nvPr/>
          </p:nvSpPr>
          <p:spPr>
            <a:xfrm>
              <a:off x="5534716" y="5496770"/>
              <a:ext cx="762" cy="2813"/>
            </a:xfrm>
            <a:custGeom>
              <a:avLst/>
              <a:pathLst>
                <a:path w="762" h="2813">
                  <a:moveTo>
                    <a:pt x="762" y="0"/>
                  </a:moveTo>
                  <a:lnTo>
                    <a:pt x="0" y="2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l833"/>
            <p:cNvSpPr/>
            <p:nvPr/>
          </p:nvSpPr>
          <p:spPr>
            <a:xfrm>
              <a:off x="5528862" y="5493560"/>
              <a:ext cx="385" cy="1405"/>
            </a:xfrm>
            <a:custGeom>
              <a:avLst/>
              <a:pathLst>
                <a:path w="385" h="1405">
                  <a:moveTo>
                    <a:pt x="385" y="0"/>
                  </a:moveTo>
                  <a:lnTo>
                    <a:pt x="0" y="1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l834"/>
            <p:cNvSpPr/>
            <p:nvPr/>
          </p:nvSpPr>
          <p:spPr>
            <a:xfrm>
              <a:off x="5543559" y="5497735"/>
              <a:ext cx="1125" cy="4224"/>
            </a:xfrm>
            <a:custGeom>
              <a:avLst/>
              <a:pathLst>
                <a:path w="1125" h="4224">
                  <a:moveTo>
                    <a:pt x="1125" y="0"/>
                  </a:moveTo>
                  <a:lnTo>
                    <a:pt x="0" y="42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l835"/>
            <p:cNvSpPr/>
            <p:nvPr/>
          </p:nvSpPr>
          <p:spPr>
            <a:xfrm>
              <a:off x="5473108" y="5480501"/>
              <a:ext cx="423" cy="1394"/>
            </a:xfrm>
            <a:custGeom>
              <a:avLst/>
              <a:pathLst>
                <a:path w="423" h="1394">
                  <a:moveTo>
                    <a:pt x="423" y="0"/>
                  </a:moveTo>
                  <a:lnTo>
                    <a:pt x="0" y="13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l836"/>
            <p:cNvSpPr/>
            <p:nvPr/>
          </p:nvSpPr>
          <p:spPr>
            <a:xfrm>
              <a:off x="5481876" y="5483138"/>
              <a:ext cx="417" cy="1396"/>
            </a:xfrm>
            <a:custGeom>
              <a:avLst/>
              <a:pathLst>
                <a:path w="417" h="1396">
                  <a:moveTo>
                    <a:pt x="417" y="0"/>
                  </a:moveTo>
                  <a:lnTo>
                    <a:pt x="0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l837"/>
            <p:cNvSpPr/>
            <p:nvPr/>
          </p:nvSpPr>
          <p:spPr>
            <a:xfrm>
              <a:off x="5477911" y="5480428"/>
              <a:ext cx="420" cy="1395"/>
            </a:xfrm>
            <a:custGeom>
              <a:avLst/>
              <a:pathLst>
                <a:path w="420" h="1395">
                  <a:moveTo>
                    <a:pt x="420" y="0"/>
                  </a:moveTo>
                  <a:lnTo>
                    <a:pt x="0" y="1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l838"/>
            <p:cNvSpPr/>
            <p:nvPr/>
          </p:nvSpPr>
          <p:spPr>
            <a:xfrm>
              <a:off x="5490656" y="5484340"/>
              <a:ext cx="822" cy="2796"/>
            </a:xfrm>
            <a:custGeom>
              <a:avLst/>
              <a:pathLst>
                <a:path w="822" h="2796">
                  <a:moveTo>
                    <a:pt x="822" y="0"/>
                  </a:moveTo>
                  <a:lnTo>
                    <a:pt x="0" y="2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l839"/>
            <p:cNvSpPr/>
            <p:nvPr/>
          </p:nvSpPr>
          <p:spPr>
            <a:xfrm>
              <a:off x="5484901" y="5480998"/>
              <a:ext cx="415" cy="1396"/>
            </a:xfrm>
            <a:custGeom>
              <a:avLst/>
              <a:pathLst>
                <a:path w="415" h="1396">
                  <a:moveTo>
                    <a:pt x="415" y="0"/>
                  </a:moveTo>
                  <a:lnTo>
                    <a:pt x="0" y="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l840"/>
            <p:cNvSpPr/>
            <p:nvPr/>
          </p:nvSpPr>
          <p:spPr>
            <a:xfrm>
              <a:off x="5499447" y="5485501"/>
              <a:ext cx="1215" cy="4199"/>
            </a:xfrm>
            <a:custGeom>
              <a:avLst/>
              <a:pathLst>
                <a:path w="1215" h="4199">
                  <a:moveTo>
                    <a:pt x="1215" y="0"/>
                  </a:moveTo>
                  <a:lnTo>
                    <a:pt x="0" y="4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l841"/>
            <p:cNvSpPr/>
            <p:nvPr/>
          </p:nvSpPr>
          <p:spPr>
            <a:xfrm>
              <a:off x="5492985" y="5481866"/>
              <a:ext cx="410" cy="1398"/>
            </a:xfrm>
            <a:custGeom>
              <a:avLst/>
              <a:pathLst>
                <a:path w="410" h="1398">
                  <a:moveTo>
                    <a:pt x="410" y="0"/>
                  </a:moveTo>
                  <a:lnTo>
                    <a:pt x="0" y="13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l842"/>
            <p:cNvSpPr/>
            <p:nvPr/>
          </p:nvSpPr>
          <p:spPr>
            <a:xfrm>
              <a:off x="5508248" y="5486621"/>
              <a:ext cx="1596" cy="5606"/>
            </a:xfrm>
            <a:custGeom>
              <a:avLst/>
              <a:pathLst>
                <a:path w="1596" h="5606">
                  <a:moveTo>
                    <a:pt x="1596" y="0"/>
                  </a:moveTo>
                  <a:lnTo>
                    <a:pt x="0" y="5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l843"/>
            <p:cNvSpPr/>
            <p:nvPr/>
          </p:nvSpPr>
          <p:spPr>
            <a:xfrm>
              <a:off x="5501615" y="5478660"/>
              <a:ext cx="1619" cy="5600"/>
            </a:xfrm>
            <a:custGeom>
              <a:avLst/>
              <a:pathLst>
                <a:path w="1619" h="5600">
                  <a:moveTo>
                    <a:pt x="1619" y="0"/>
                  </a:moveTo>
                  <a:lnTo>
                    <a:pt x="0" y="5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l844"/>
            <p:cNvSpPr/>
            <p:nvPr/>
          </p:nvSpPr>
          <p:spPr>
            <a:xfrm>
              <a:off x="5536962" y="5488627"/>
              <a:ext cx="1902" cy="7034"/>
            </a:xfrm>
            <a:custGeom>
              <a:avLst/>
              <a:pathLst>
                <a:path w="1902" h="7034">
                  <a:moveTo>
                    <a:pt x="1902" y="0"/>
                  </a:moveTo>
                  <a:lnTo>
                    <a:pt x="0" y="7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l845"/>
            <p:cNvSpPr/>
            <p:nvPr/>
          </p:nvSpPr>
          <p:spPr>
            <a:xfrm>
              <a:off x="5521028" y="5479510"/>
              <a:ext cx="1177" cy="4210"/>
            </a:xfrm>
            <a:custGeom>
              <a:avLst/>
              <a:pathLst>
                <a:path w="1177" h="4210">
                  <a:moveTo>
                    <a:pt x="1177" y="0"/>
                  </a:moveTo>
                  <a:lnTo>
                    <a:pt x="0" y="4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l846"/>
            <p:cNvSpPr/>
            <p:nvPr/>
          </p:nvSpPr>
          <p:spPr>
            <a:xfrm>
              <a:off x="5564216" y="5491638"/>
              <a:ext cx="3254" cy="12706"/>
            </a:xfrm>
            <a:custGeom>
              <a:avLst/>
              <a:pathLst>
                <a:path w="3254" h="12706">
                  <a:moveTo>
                    <a:pt x="3254" y="0"/>
                  </a:moveTo>
                  <a:lnTo>
                    <a:pt x="0" y="12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l847"/>
            <p:cNvSpPr/>
            <p:nvPr/>
          </p:nvSpPr>
          <p:spPr>
            <a:xfrm>
              <a:off x="5544805" y="5482883"/>
              <a:ext cx="754" cy="2815"/>
            </a:xfrm>
            <a:custGeom>
              <a:avLst/>
              <a:pathLst>
                <a:path w="754" h="2815">
                  <a:moveTo>
                    <a:pt x="754" y="0"/>
                  </a:moveTo>
                  <a:lnTo>
                    <a:pt x="0" y="2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l848"/>
            <p:cNvSpPr/>
            <p:nvPr/>
          </p:nvSpPr>
          <p:spPr>
            <a:xfrm>
              <a:off x="5583824" y="5493787"/>
              <a:ext cx="4176" cy="16982"/>
            </a:xfrm>
            <a:custGeom>
              <a:avLst/>
              <a:pathLst>
                <a:path w="4176" h="16982">
                  <a:moveTo>
                    <a:pt x="4176" y="0"/>
                  </a:moveTo>
                  <a:lnTo>
                    <a:pt x="0" y="16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l849"/>
            <p:cNvSpPr/>
            <p:nvPr/>
          </p:nvSpPr>
          <p:spPr>
            <a:xfrm>
              <a:off x="5566752" y="5487033"/>
              <a:ext cx="362" cy="1411"/>
            </a:xfrm>
            <a:custGeom>
              <a:avLst/>
              <a:pathLst>
                <a:path w="362" h="1411">
                  <a:moveTo>
                    <a:pt x="362" y="0"/>
                  </a:moveTo>
                  <a:lnTo>
                    <a:pt x="0" y="1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l850"/>
            <p:cNvSpPr/>
            <p:nvPr/>
          </p:nvSpPr>
          <p:spPr>
            <a:xfrm>
              <a:off x="5596825" y="5495579"/>
              <a:ext cx="4746" cy="19843"/>
            </a:xfrm>
            <a:custGeom>
              <a:avLst/>
              <a:pathLst>
                <a:path w="4746" h="19843">
                  <a:moveTo>
                    <a:pt x="4746" y="0"/>
                  </a:moveTo>
                  <a:lnTo>
                    <a:pt x="0" y="19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l851"/>
            <p:cNvSpPr/>
            <p:nvPr/>
          </p:nvSpPr>
          <p:spPr>
            <a:xfrm>
              <a:off x="5584325" y="5487134"/>
              <a:ext cx="1052" cy="4243"/>
            </a:xfrm>
            <a:custGeom>
              <a:avLst/>
              <a:pathLst>
                <a:path w="1052" h="4243">
                  <a:moveTo>
                    <a:pt x="1052" y="0"/>
                  </a:moveTo>
                  <a:lnTo>
                    <a:pt x="0" y="42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l852"/>
            <p:cNvSpPr/>
            <p:nvPr/>
          </p:nvSpPr>
          <p:spPr>
            <a:xfrm>
              <a:off x="5617536" y="5495969"/>
              <a:ext cx="4880" cy="21308"/>
            </a:xfrm>
            <a:custGeom>
              <a:avLst/>
              <a:pathLst>
                <a:path w="4880" h="21308">
                  <a:moveTo>
                    <a:pt x="4880" y="0"/>
                  </a:moveTo>
                  <a:lnTo>
                    <a:pt x="0" y="21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l853"/>
            <p:cNvSpPr/>
            <p:nvPr/>
          </p:nvSpPr>
          <p:spPr>
            <a:xfrm>
              <a:off x="5603877" y="5487382"/>
              <a:ext cx="1014" cy="4252"/>
            </a:xfrm>
            <a:custGeom>
              <a:avLst/>
              <a:pathLst>
                <a:path w="1014" h="4252">
                  <a:moveTo>
                    <a:pt x="1014" y="0"/>
                  </a:moveTo>
                  <a:lnTo>
                    <a:pt x="0" y="4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l854"/>
            <p:cNvSpPr/>
            <p:nvPr/>
          </p:nvSpPr>
          <p:spPr>
            <a:xfrm>
              <a:off x="5644316" y="5497588"/>
              <a:ext cx="5528" cy="25643"/>
            </a:xfrm>
            <a:custGeom>
              <a:avLst/>
              <a:pathLst>
                <a:path w="5528" h="25643">
                  <a:moveTo>
                    <a:pt x="5528" y="0"/>
                  </a:moveTo>
                  <a:lnTo>
                    <a:pt x="0" y="256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l855"/>
            <p:cNvSpPr/>
            <p:nvPr/>
          </p:nvSpPr>
          <p:spPr>
            <a:xfrm>
              <a:off x="5627341" y="5491186"/>
              <a:ext cx="322" cy="1421"/>
            </a:xfrm>
            <a:custGeom>
              <a:avLst/>
              <a:pathLst>
                <a:path w="322" h="1421">
                  <a:moveTo>
                    <a:pt x="322" y="0"/>
                  </a:moveTo>
                  <a:lnTo>
                    <a:pt x="0" y="14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l856"/>
            <p:cNvSpPr/>
            <p:nvPr/>
          </p:nvSpPr>
          <p:spPr>
            <a:xfrm>
              <a:off x="5659379" y="5499435"/>
              <a:ext cx="6226" cy="29964"/>
            </a:xfrm>
            <a:custGeom>
              <a:avLst/>
              <a:pathLst>
                <a:path w="6226" h="29964">
                  <a:moveTo>
                    <a:pt x="6226" y="0"/>
                  </a:moveTo>
                  <a:lnTo>
                    <a:pt x="0" y="29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l857"/>
            <p:cNvSpPr/>
            <p:nvPr/>
          </p:nvSpPr>
          <p:spPr>
            <a:xfrm>
              <a:off x="5455605" y="5475113"/>
              <a:ext cx="434" cy="1390"/>
            </a:xfrm>
            <a:custGeom>
              <a:avLst/>
              <a:pathLst>
                <a:path w="434" h="1390">
                  <a:moveTo>
                    <a:pt x="434" y="0"/>
                  </a:moveTo>
                  <a:lnTo>
                    <a:pt x="0" y="1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l858"/>
            <p:cNvSpPr/>
            <p:nvPr/>
          </p:nvSpPr>
          <p:spPr>
            <a:xfrm>
              <a:off x="5464351" y="5477826"/>
              <a:ext cx="429" cy="1392"/>
            </a:xfrm>
            <a:custGeom>
              <a:avLst/>
              <a:pathLst>
                <a:path w="429" h="1392">
                  <a:moveTo>
                    <a:pt x="429" y="0"/>
                  </a:moveTo>
                  <a:lnTo>
                    <a:pt x="0" y="1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l859"/>
            <p:cNvSpPr/>
            <p:nvPr/>
          </p:nvSpPr>
          <p:spPr>
            <a:xfrm>
              <a:off x="5438150" y="5469577"/>
              <a:ext cx="446" cy="1387"/>
            </a:xfrm>
            <a:custGeom>
              <a:avLst/>
              <a:pathLst>
                <a:path w="446" h="1387">
                  <a:moveTo>
                    <a:pt x="446" y="0"/>
                  </a:moveTo>
                  <a:lnTo>
                    <a:pt x="0" y="1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l860"/>
            <p:cNvSpPr/>
            <p:nvPr/>
          </p:nvSpPr>
          <p:spPr>
            <a:xfrm>
              <a:off x="5446872" y="5472364"/>
              <a:ext cx="440" cy="1389"/>
            </a:xfrm>
            <a:custGeom>
              <a:avLst/>
              <a:pathLst>
                <a:path w="440" h="1389">
                  <a:moveTo>
                    <a:pt x="440" y="0"/>
                  </a:moveTo>
                  <a:lnTo>
                    <a:pt x="0" y="13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l861"/>
            <p:cNvSpPr/>
            <p:nvPr/>
          </p:nvSpPr>
          <p:spPr>
            <a:xfrm>
              <a:off x="5394722" y="5455086"/>
              <a:ext cx="476" cy="1377"/>
            </a:xfrm>
            <a:custGeom>
              <a:avLst/>
              <a:pathLst>
                <a:path w="476" h="1377">
                  <a:moveTo>
                    <a:pt x="476" y="0"/>
                  </a:moveTo>
                  <a:lnTo>
                    <a:pt x="0" y="1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l862"/>
            <p:cNvSpPr/>
            <p:nvPr/>
          </p:nvSpPr>
          <p:spPr>
            <a:xfrm>
              <a:off x="5403383" y="5458058"/>
              <a:ext cx="470" cy="1379"/>
            </a:xfrm>
            <a:custGeom>
              <a:avLst/>
              <a:pathLst>
                <a:path w="470" h="1379">
                  <a:moveTo>
                    <a:pt x="470" y="0"/>
                  </a:moveTo>
                  <a:lnTo>
                    <a:pt x="0" y="1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l863"/>
            <p:cNvSpPr/>
            <p:nvPr/>
          </p:nvSpPr>
          <p:spPr>
            <a:xfrm>
              <a:off x="5399524" y="5455198"/>
              <a:ext cx="473" cy="1378"/>
            </a:xfrm>
            <a:custGeom>
              <a:avLst/>
              <a:pathLst>
                <a:path w="473" h="1378">
                  <a:moveTo>
                    <a:pt x="473" y="0"/>
                  </a:moveTo>
                  <a:lnTo>
                    <a:pt x="0" y="1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l864"/>
            <p:cNvSpPr/>
            <p:nvPr/>
          </p:nvSpPr>
          <p:spPr>
            <a:xfrm>
              <a:off x="5412056" y="5459612"/>
              <a:ext cx="929" cy="2762"/>
            </a:xfrm>
            <a:custGeom>
              <a:avLst/>
              <a:pathLst>
                <a:path w="929" h="2762">
                  <a:moveTo>
                    <a:pt x="929" y="0"/>
                  </a:moveTo>
                  <a:lnTo>
                    <a:pt x="0" y="2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l865"/>
            <p:cNvSpPr/>
            <p:nvPr/>
          </p:nvSpPr>
          <p:spPr>
            <a:xfrm>
              <a:off x="5406488" y="5456036"/>
              <a:ext cx="468" cy="1379"/>
            </a:xfrm>
            <a:custGeom>
              <a:avLst/>
              <a:pathLst>
                <a:path w="468" h="1379">
                  <a:moveTo>
                    <a:pt x="468" y="0"/>
                  </a:moveTo>
                  <a:lnTo>
                    <a:pt x="0" y="1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l866"/>
            <p:cNvSpPr/>
            <p:nvPr/>
          </p:nvSpPr>
          <p:spPr>
            <a:xfrm>
              <a:off x="5420742" y="5461125"/>
              <a:ext cx="1375" cy="4150"/>
            </a:xfrm>
            <a:custGeom>
              <a:avLst/>
              <a:pathLst>
                <a:path w="1375" h="4150">
                  <a:moveTo>
                    <a:pt x="1375" y="0"/>
                  </a:moveTo>
                  <a:lnTo>
                    <a:pt x="0" y="4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l867"/>
            <p:cNvSpPr/>
            <p:nvPr/>
          </p:nvSpPr>
          <p:spPr>
            <a:xfrm>
              <a:off x="5377440" y="5449031"/>
              <a:ext cx="488" cy="1373"/>
            </a:xfrm>
            <a:custGeom>
              <a:avLst/>
              <a:pathLst>
                <a:path w="488" h="1373">
                  <a:moveTo>
                    <a:pt x="488" y="0"/>
                  </a:moveTo>
                  <a:lnTo>
                    <a:pt x="0" y="1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l868"/>
            <p:cNvSpPr/>
            <p:nvPr/>
          </p:nvSpPr>
          <p:spPr>
            <a:xfrm>
              <a:off x="5386075" y="5452077"/>
              <a:ext cx="482" cy="1375"/>
            </a:xfrm>
            <a:custGeom>
              <a:avLst/>
              <a:pathLst>
                <a:path w="482" h="1375">
                  <a:moveTo>
                    <a:pt x="482" y="0"/>
                  </a:moveTo>
                  <a:lnTo>
                    <a:pt x="0" y="1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l869"/>
            <p:cNvSpPr/>
            <p:nvPr/>
          </p:nvSpPr>
          <p:spPr>
            <a:xfrm>
              <a:off x="5360210" y="5442828"/>
              <a:ext cx="499" cy="1369"/>
            </a:xfrm>
            <a:custGeom>
              <a:avLst/>
              <a:pathLst>
                <a:path w="499" h="1369">
                  <a:moveTo>
                    <a:pt x="499" y="0"/>
                  </a:moveTo>
                  <a:lnTo>
                    <a:pt x="0" y="13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l870"/>
            <p:cNvSpPr/>
            <p:nvPr/>
          </p:nvSpPr>
          <p:spPr>
            <a:xfrm>
              <a:off x="5368818" y="5445948"/>
              <a:ext cx="493" cy="1371"/>
            </a:xfrm>
            <a:custGeom>
              <a:avLst/>
              <a:pathLst>
                <a:path w="493" h="1371">
                  <a:moveTo>
                    <a:pt x="493" y="0"/>
                  </a:moveTo>
                  <a:lnTo>
                    <a:pt x="0" y="1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l871"/>
            <p:cNvSpPr/>
            <p:nvPr/>
          </p:nvSpPr>
          <p:spPr>
            <a:xfrm>
              <a:off x="5283355" y="5413108"/>
              <a:ext cx="551" cy="1348"/>
            </a:xfrm>
            <a:custGeom>
              <a:avLst/>
              <a:pathLst>
                <a:path w="551" h="1348">
                  <a:moveTo>
                    <a:pt x="551" y="0"/>
                  </a:moveTo>
                  <a:lnTo>
                    <a:pt x="0" y="1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l872"/>
            <p:cNvSpPr/>
            <p:nvPr/>
          </p:nvSpPr>
          <p:spPr>
            <a:xfrm>
              <a:off x="5291837" y="5416556"/>
              <a:ext cx="546" cy="1351"/>
            </a:xfrm>
            <a:custGeom>
              <a:avLst/>
              <a:pathLst>
                <a:path w="546" h="1351">
                  <a:moveTo>
                    <a:pt x="546" y="0"/>
                  </a:moveTo>
                  <a:lnTo>
                    <a:pt x="0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l873"/>
            <p:cNvSpPr/>
            <p:nvPr/>
          </p:nvSpPr>
          <p:spPr>
            <a:xfrm>
              <a:off x="5288144" y="5413487"/>
              <a:ext cx="549" cy="1349"/>
            </a:xfrm>
            <a:custGeom>
              <a:avLst/>
              <a:pathLst>
                <a:path w="549" h="1349">
                  <a:moveTo>
                    <a:pt x="549" y="0"/>
                  </a:moveTo>
                  <a:lnTo>
                    <a:pt x="0" y="1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4"/>
            <p:cNvSpPr/>
            <p:nvPr/>
          </p:nvSpPr>
          <p:spPr>
            <a:xfrm>
              <a:off x="5300334" y="5418614"/>
              <a:ext cx="1080" cy="2706"/>
            </a:xfrm>
            <a:custGeom>
              <a:avLst/>
              <a:pathLst>
                <a:path w="1080" h="2706">
                  <a:moveTo>
                    <a:pt x="1080" y="0"/>
                  </a:moveTo>
                  <a:lnTo>
                    <a:pt x="0" y="27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l875"/>
            <p:cNvSpPr/>
            <p:nvPr/>
          </p:nvSpPr>
          <p:spPr>
            <a:xfrm>
              <a:off x="5295050" y="5414709"/>
              <a:ext cx="544" cy="1351"/>
            </a:xfrm>
            <a:custGeom>
              <a:avLst/>
              <a:pathLst>
                <a:path w="544" h="1351">
                  <a:moveTo>
                    <a:pt x="544" y="0"/>
                  </a:moveTo>
                  <a:lnTo>
                    <a:pt x="0" y="1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l876"/>
            <p:cNvSpPr/>
            <p:nvPr/>
          </p:nvSpPr>
          <p:spPr>
            <a:xfrm>
              <a:off x="5308846" y="5420631"/>
              <a:ext cx="1603" cy="4067"/>
            </a:xfrm>
            <a:custGeom>
              <a:avLst/>
              <a:pathLst>
                <a:path w="1603" h="4067">
                  <a:moveTo>
                    <a:pt x="1603" y="0"/>
                  </a:moveTo>
                  <a:lnTo>
                    <a:pt x="0" y="4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l877"/>
            <p:cNvSpPr/>
            <p:nvPr/>
          </p:nvSpPr>
          <p:spPr>
            <a:xfrm>
              <a:off x="5303017" y="5416330"/>
              <a:ext cx="539" cy="1353"/>
            </a:xfrm>
            <a:custGeom>
              <a:avLst/>
              <a:pathLst>
                <a:path w="539" h="1353">
                  <a:moveTo>
                    <a:pt x="539" y="0"/>
                  </a:moveTo>
                  <a:lnTo>
                    <a:pt x="0" y="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l878"/>
            <p:cNvSpPr/>
            <p:nvPr/>
          </p:nvSpPr>
          <p:spPr>
            <a:xfrm>
              <a:off x="5317371" y="5422607"/>
              <a:ext cx="2115" cy="5432"/>
            </a:xfrm>
            <a:custGeom>
              <a:avLst/>
              <a:pathLst>
                <a:path w="2115" h="5432">
                  <a:moveTo>
                    <a:pt x="2115" y="0"/>
                  </a:moveTo>
                  <a:lnTo>
                    <a:pt x="0" y="5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9"/>
            <p:cNvSpPr/>
            <p:nvPr/>
          </p:nvSpPr>
          <p:spPr>
            <a:xfrm>
              <a:off x="5311515" y="5418128"/>
              <a:ext cx="534" cy="1355"/>
            </a:xfrm>
            <a:custGeom>
              <a:avLst/>
              <a:pathLst>
                <a:path w="534" h="1355">
                  <a:moveTo>
                    <a:pt x="534" y="0"/>
                  </a:moveTo>
                  <a:lnTo>
                    <a:pt x="0" y="1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80"/>
            <p:cNvSpPr/>
            <p:nvPr/>
          </p:nvSpPr>
          <p:spPr>
            <a:xfrm>
              <a:off x="5325911" y="5424543"/>
              <a:ext cx="2615" cy="6801"/>
            </a:xfrm>
            <a:custGeom>
              <a:avLst/>
              <a:pathLst>
                <a:path w="2615" h="6801">
                  <a:moveTo>
                    <a:pt x="2615" y="0"/>
                  </a:moveTo>
                  <a:lnTo>
                    <a:pt x="0" y="6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1"/>
            <p:cNvSpPr/>
            <p:nvPr/>
          </p:nvSpPr>
          <p:spPr>
            <a:xfrm>
              <a:off x="5320281" y="5419994"/>
              <a:ext cx="528" cy="1358"/>
            </a:xfrm>
            <a:custGeom>
              <a:avLst/>
              <a:pathLst>
                <a:path w="528" h="1358">
                  <a:moveTo>
                    <a:pt x="528" y="0"/>
                  </a:moveTo>
                  <a:lnTo>
                    <a:pt x="0" y="13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2"/>
            <p:cNvSpPr/>
            <p:nvPr/>
          </p:nvSpPr>
          <p:spPr>
            <a:xfrm>
              <a:off x="5334465" y="5426437"/>
              <a:ext cx="3103" cy="8175"/>
            </a:xfrm>
            <a:custGeom>
              <a:avLst/>
              <a:pathLst>
                <a:path w="3103" h="8175">
                  <a:moveTo>
                    <a:pt x="3103" y="0"/>
                  </a:moveTo>
                  <a:lnTo>
                    <a:pt x="0" y="81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3"/>
            <p:cNvSpPr/>
            <p:nvPr/>
          </p:nvSpPr>
          <p:spPr>
            <a:xfrm>
              <a:off x="5329183" y="5421873"/>
              <a:ext cx="522" cy="1360"/>
            </a:xfrm>
            <a:custGeom>
              <a:avLst/>
              <a:pathLst>
                <a:path w="522" h="1360">
                  <a:moveTo>
                    <a:pt x="522" y="0"/>
                  </a:moveTo>
                  <a:lnTo>
                    <a:pt x="0" y="1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4"/>
            <p:cNvSpPr/>
            <p:nvPr/>
          </p:nvSpPr>
          <p:spPr>
            <a:xfrm>
              <a:off x="5343033" y="5428291"/>
              <a:ext cx="3579" cy="9552"/>
            </a:xfrm>
            <a:custGeom>
              <a:avLst/>
              <a:pathLst>
                <a:path w="3579" h="9552">
                  <a:moveTo>
                    <a:pt x="3579" y="0"/>
                  </a:moveTo>
                  <a:lnTo>
                    <a:pt x="0" y="9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5"/>
            <p:cNvSpPr/>
            <p:nvPr/>
          </p:nvSpPr>
          <p:spPr>
            <a:xfrm>
              <a:off x="5338152" y="5423737"/>
              <a:ext cx="517" cy="1362"/>
            </a:xfrm>
            <a:custGeom>
              <a:avLst/>
              <a:pathLst>
                <a:path w="517" h="1362">
                  <a:moveTo>
                    <a:pt x="517" y="0"/>
                  </a:moveTo>
                  <a:lnTo>
                    <a:pt x="0" y="13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6"/>
            <p:cNvSpPr/>
            <p:nvPr/>
          </p:nvSpPr>
          <p:spPr>
            <a:xfrm>
              <a:off x="5351615" y="5430104"/>
              <a:ext cx="4044" cy="10934"/>
            </a:xfrm>
            <a:custGeom>
              <a:avLst/>
              <a:pathLst>
                <a:path w="4044" h="10934">
                  <a:moveTo>
                    <a:pt x="4044" y="0"/>
                  </a:moveTo>
                  <a:lnTo>
                    <a:pt x="0" y="10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l887"/>
            <p:cNvSpPr/>
            <p:nvPr/>
          </p:nvSpPr>
          <p:spPr>
            <a:xfrm>
              <a:off x="5347158" y="5424209"/>
              <a:ext cx="1022" cy="2729"/>
            </a:xfrm>
            <a:custGeom>
              <a:avLst/>
              <a:pathLst>
                <a:path w="1022" h="2729">
                  <a:moveTo>
                    <a:pt x="1022" y="0"/>
                  </a:moveTo>
                  <a:lnTo>
                    <a:pt x="0" y="27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l888"/>
            <p:cNvSpPr/>
            <p:nvPr/>
          </p:nvSpPr>
          <p:spPr>
            <a:xfrm>
              <a:off x="5365009" y="5432062"/>
              <a:ext cx="4471" cy="12330"/>
            </a:xfrm>
            <a:custGeom>
              <a:avLst/>
              <a:pathLst>
                <a:path w="4471" h="12330">
                  <a:moveTo>
                    <a:pt x="4471" y="0"/>
                  </a:moveTo>
                  <a:lnTo>
                    <a:pt x="0" y="12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l889"/>
            <p:cNvSpPr/>
            <p:nvPr/>
          </p:nvSpPr>
          <p:spPr>
            <a:xfrm>
              <a:off x="5358820" y="5425429"/>
              <a:ext cx="1008" cy="2734"/>
            </a:xfrm>
            <a:custGeom>
              <a:avLst/>
              <a:pathLst>
                <a:path w="1008" h="2734">
                  <a:moveTo>
                    <a:pt x="1008" y="0"/>
                  </a:moveTo>
                  <a:lnTo>
                    <a:pt x="0" y="27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l890"/>
            <p:cNvSpPr/>
            <p:nvPr/>
          </p:nvSpPr>
          <p:spPr>
            <a:xfrm>
              <a:off x="5382241" y="5435441"/>
              <a:ext cx="5336" cy="15117"/>
            </a:xfrm>
            <a:custGeom>
              <a:avLst/>
              <a:pathLst>
                <a:path w="5336" h="15117">
                  <a:moveTo>
                    <a:pt x="5336" y="0"/>
                  </a:moveTo>
                  <a:lnTo>
                    <a:pt x="0" y="15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l891"/>
            <p:cNvSpPr/>
            <p:nvPr/>
          </p:nvSpPr>
          <p:spPr>
            <a:xfrm>
              <a:off x="5373685" y="5425000"/>
              <a:ext cx="1978" cy="5483"/>
            </a:xfrm>
            <a:custGeom>
              <a:avLst/>
              <a:pathLst>
                <a:path w="1978" h="5483">
                  <a:moveTo>
                    <a:pt x="1978" y="0"/>
                  </a:moveTo>
                  <a:lnTo>
                    <a:pt x="0" y="5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l892"/>
            <p:cNvSpPr/>
            <p:nvPr/>
          </p:nvSpPr>
          <p:spPr>
            <a:xfrm>
              <a:off x="5414532" y="5440633"/>
              <a:ext cx="6029" cy="17961"/>
            </a:xfrm>
            <a:custGeom>
              <a:avLst/>
              <a:pathLst>
                <a:path w="6029" h="17961">
                  <a:moveTo>
                    <a:pt x="6029" y="0"/>
                  </a:moveTo>
                  <a:lnTo>
                    <a:pt x="0" y="17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l893"/>
            <p:cNvSpPr/>
            <p:nvPr/>
          </p:nvSpPr>
          <p:spPr>
            <a:xfrm>
              <a:off x="5398069" y="5431566"/>
              <a:ext cx="479" cy="1376"/>
            </a:xfrm>
            <a:custGeom>
              <a:avLst/>
              <a:pathLst>
                <a:path w="479" h="1376">
                  <a:moveTo>
                    <a:pt x="479" y="0"/>
                  </a:moveTo>
                  <a:lnTo>
                    <a:pt x="0" y="13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l894"/>
            <p:cNvSpPr/>
            <p:nvPr/>
          </p:nvSpPr>
          <p:spPr>
            <a:xfrm>
              <a:off x="5429440" y="5444588"/>
              <a:ext cx="7696" cy="23549"/>
            </a:xfrm>
            <a:custGeom>
              <a:avLst/>
              <a:pathLst>
                <a:path w="7696" h="23549">
                  <a:moveTo>
                    <a:pt x="7696" y="0"/>
                  </a:moveTo>
                  <a:lnTo>
                    <a:pt x="0" y="23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l895"/>
            <p:cNvSpPr/>
            <p:nvPr/>
          </p:nvSpPr>
          <p:spPr>
            <a:xfrm>
              <a:off x="5417811" y="5435408"/>
              <a:ext cx="932" cy="2761"/>
            </a:xfrm>
            <a:custGeom>
              <a:avLst/>
              <a:pathLst>
                <a:path w="932" h="2761">
                  <a:moveTo>
                    <a:pt x="932" y="0"/>
                  </a:moveTo>
                  <a:lnTo>
                    <a:pt x="0" y="2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l896"/>
            <p:cNvSpPr/>
            <p:nvPr/>
          </p:nvSpPr>
          <p:spPr>
            <a:xfrm>
              <a:off x="5442953" y="5445988"/>
              <a:ext cx="7989" cy="24986"/>
            </a:xfrm>
            <a:custGeom>
              <a:avLst/>
              <a:pathLst>
                <a:path w="7989" h="24986">
                  <a:moveTo>
                    <a:pt x="7989" y="0"/>
                  </a:moveTo>
                  <a:lnTo>
                    <a:pt x="0" y="24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l897"/>
            <p:cNvSpPr/>
            <p:nvPr/>
          </p:nvSpPr>
          <p:spPr>
            <a:xfrm>
              <a:off x="5434821" y="5437993"/>
              <a:ext cx="909" cy="2769"/>
            </a:xfrm>
            <a:custGeom>
              <a:avLst/>
              <a:pathLst>
                <a:path w="909" h="2769">
                  <a:moveTo>
                    <a:pt x="909" y="0"/>
                  </a:moveTo>
                  <a:lnTo>
                    <a:pt x="0" y="27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l898"/>
            <p:cNvSpPr/>
            <p:nvPr/>
          </p:nvSpPr>
          <p:spPr>
            <a:xfrm>
              <a:off x="5460409" y="5448636"/>
              <a:ext cx="8639" cy="27837"/>
            </a:xfrm>
            <a:custGeom>
              <a:avLst/>
              <a:pathLst>
                <a:path w="8639" h="27837">
                  <a:moveTo>
                    <a:pt x="8639" y="0"/>
                  </a:moveTo>
                  <a:lnTo>
                    <a:pt x="0" y="27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l899"/>
            <p:cNvSpPr/>
            <p:nvPr/>
          </p:nvSpPr>
          <p:spPr>
            <a:xfrm>
              <a:off x="5452368" y="5412842"/>
              <a:ext cx="9756" cy="30542"/>
            </a:xfrm>
            <a:custGeom>
              <a:avLst/>
              <a:pathLst>
                <a:path w="9756" h="30542">
                  <a:moveTo>
                    <a:pt x="9756" y="0"/>
                  </a:moveTo>
                  <a:lnTo>
                    <a:pt x="0" y="305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l900"/>
            <p:cNvSpPr/>
            <p:nvPr/>
          </p:nvSpPr>
          <p:spPr>
            <a:xfrm>
              <a:off x="5646616" y="5464067"/>
              <a:ext cx="6811" cy="31330"/>
            </a:xfrm>
            <a:custGeom>
              <a:avLst/>
              <a:pathLst>
                <a:path w="6811" h="31330">
                  <a:moveTo>
                    <a:pt x="6811" y="0"/>
                  </a:moveTo>
                  <a:lnTo>
                    <a:pt x="0" y="31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l901"/>
            <p:cNvSpPr/>
            <p:nvPr/>
          </p:nvSpPr>
          <p:spPr>
            <a:xfrm>
              <a:off x="5557166" y="5428059"/>
              <a:ext cx="3392" cy="12670"/>
            </a:xfrm>
            <a:custGeom>
              <a:avLst/>
              <a:pathLst>
                <a:path w="3392" h="12670">
                  <a:moveTo>
                    <a:pt x="3392" y="0"/>
                  </a:moveTo>
                  <a:lnTo>
                    <a:pt x="0" y="12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l902"/>
            <p:cNvSpPr/>
            <p:nvPr/>
          </p:nvSpPr>
          <p:spPr>
            <a:xfrm>
              <a:off x="5713428" y="5464973"/>
              <a:ext cx="11493" cy="63086"/>
            </a:xfrm>
            <a:custGeom>
              <a:avLst/>
              <a:pathLst>
                <a:path w="11493" h="63086">
                  <a:moveTo>
                    <a:pt x="11493" y="0"/>
                  </a:moveTo>
                  <a:lnTo>
                    <a:pt x="0" y="63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l903"/>
            <p:cNvSpPr/>
            <p:nvPr/>
          </p:nvSpPr>
          <p:spPr>
            <a:xfrm>
              <a:off x="5642364" y="5442501"/>
              <a:ext cx="1277" cy="5687"/>
            </a:xfrm>
            <a:custGeom>
              <a:avLst/>
              <a:pathLst>
                <a:path w="1277" h="5687">
                  <a:moveTo>
                    <a:pt x="1277" y="0"/>
                  </a:moveTo>
                  <a:lnTo>
                    <a:pt x="0" y="5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l904"/>
            <p:cNvSpPr/>
            <p:nvPr/>
          </p:nvSpPr>
          <p:spPr>
            <a:xfrm>
              <a:off x="5763645" y="5467661"/>
              <a:ext cx="11985" cy="76305"/>
            </a:xfrm>
            <a:custGeom>
              <a:avLst/>
              <a:pathLst>
                <a:path w="11985" h="76305">
                  <a:moveTo>
                    <a:pt x="11985" y="0"/>
                  </a:moveTo>
                  <a:lnTo>
                    <a:pt x="0" y="763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l905"/>
            <p:cNvSpPr/>
            <p:nvPr/>
          </p:nvSpPr>
          <p:spPr>
            <a:xfrm>
              <a:off x="5709431" y="5451861"/>
              <a:ext cx="818" cy="4294"/>
            </a:xfrm>
            <a:custGeom>
              <a:avLst/>
              <a:pathLst>
                <a:path w="818" h="4294">
                  <a:moveTo>
                    <a:pt x="818" y="0"/>
                  </a:moveTo>
                  <a:lnTo>
                    <a:pt x="0" y="42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l906"/>
            <p:cNvSpPr/>
            <p:nvPr/>
          </p:nvSpPr>
          <p:spPr>
            <a:xfrm>
              <a:off x="5797337" y="5468196"/>
              <a:ext cx="11574" cy="82260"/>
            </a:xfrm>
            <a:custGeom>
              <a:avLst/>
              <a:pathLst>
                <a:path w="11574" h="82260">
                  <a:moveTo>
                    <a:pt x="11574" y="0"/>
                  </a:moveTo>
                  <a:lnTo>
                    <a:pt x="0" y="82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l907"/>
            <p:cNvSpPr/>
            <p:nvPr/>
          </p:nvSpPr>
          <p:spPr>
            <a:xfrm>
              <a:off x="5759482" y="5382985"/>
              <a:ext cx="12854" cy="77641"/>
            </a:xfrm>
            <a:custGeom>
              <a:avLst/>
              <a:pathLst>
                <a:path w="12854" h="77641">
                  <a:moveTo>
                    <a:pt x="12854" y="0"/>
                  </a:moveTo>
                  <a:lnTo>
                    <a:pt x="0" y="776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l908"/>
            <p:cNvSpPr/>
            <p:nvPr/>
          </p:nvSpPr>
          <p:spPr>
            <a:xfrm>
              <a:off x="6241701" y="5404207"/>
              <a:ext cx="6439" cy="87205"/>
            </a:xfrm>
            <a:custGeom>
              <a:avLst/>
              <a:pathLst>
                <a:path w="6439" h="87205">
                  <a:moveTo>
                    <a:pt x="0" y="0"/>
                  </a:moveTo>
                  <a:lnTo>
                    <a:pt x="6439" y="87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l909"/>
            <p:cNvSpPr/>
            <p:nvPr/>
          </p:nvSpPr>
          <p:spPr>
            <a:xfrm>
              <a:off x="6006387" y="5368255"/>
              <a:ext cx="1777" cy="39309"/>
            </a:xfrm>
            <a:custGeom>
              <a:avLst/>
              <a:pathLst>
                <a:path w="1777" h="39309">
                  <a:moveTo>
                    <a:pt x="1777" y="0"/>
                  </a:moveTo>
                  <a:lnTo>
                    <a:pt x="0" y="393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l910"/>
            <p:cNvSpPr/>
            <p:nvPr/>
          </p:nvSpPr>
          <p:spPr>
            <a:xfrm>
              <a:off x="6463947" y="5335017"/>
              <a:ext cx="31504" cy="163127"/>
            </a:xfrm>
            <a:custGeom>
              <a:avLst/>
              <a:pathLst>
                <a:path w="31504" h="163127">
                  <a:moveTo>
                    <a:pt x="0" y="0"/>
                  </a:moveTo>
                  <a:lnTo>
                    <a:pt x="31504" y="163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l911"/>
            <p:cNvSpPr/>
            <p:nvPr/>
          </p:nvSpPr>
          <p:spPr>
            <a:xfrm>
              <a:off x="6233963" y="5322942"/>
              <a:ext cx="3073" cy="42152"/>
            </a:xfrm>
            <a:custGeom>
              <a:avLst/>
              <a:pathLst>
                <a:path w="3073" h="42152">
                  <a:moveTo>
                    <a:pt x="0" y="0"/>
                  </a:moveTo>
                  <a:lnTo>
                    <a:pt x="3073" y="421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l912"/>
            <p:cNvSpPr/>
            <p:nvPr/>
          </p:nvSpPr>
          <p:spPr>
            <a:xfrm>
              <a:off x="6664977" y="5240680"/>
              <a:ext cx="61586" cy="196045"/>
            </a:xfrm>
            <a:custGeom>
              <a:avLst/>
              <a:pathLst>
                <a:path w="61586" h="196045">
                  <a:moveTo>
                    <a:pt x="0" y="0"/>
                  </a:moveTo>
                  <a:lnTo>
                    <a:pt x="61586" y="196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l913"/>
            <p:cNvSpPr/>
            <p:nvPr/>
          </p:nvSpPr>
          <p:spPr>
            <a:xfrm>
              <a:off x="6424259" y="5149716"/>
              <a:ext cx="27595" cy="144586"/>
            </a:xfrm>
            <a:custGeom>
              <a:avLst/>
              <a:pathLst>
                <a:path w="27595" h="144586">
                  <a:moveTo>
                    <a:pt x="0" y="0"/>
                  </a:moveTo>
                  <a:lnTo>
                    <a:pt x="27595" y="1445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l914"/>
            <p:cNvSpPr/>
            <p:nvPr/>
          </p:nvSpPr>
          <p:spPr>
            <a:xfrm>
              <a:off x="7214908" y="4776747"/>
              <a:ext cx="158269" cy="190613"/>
            </a:xfrm>
            <a:custGeom>
              <a:avLst/>
              <a:pathLst>
                <a:path w="158269" h="190613">
                  <a:moveTo>
                    <a:pt x="0" y="0"/>
                  </a:moveTo>
                  <a:lnTo>
                    <a:pt x="158269" y="1906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l915"/>
            <p:cNvSpPr/>
            <p:nvPr/>
          </p:nvSpPr>
          <p:spPr>
            <a:xfrm>
              <a:off x="5257998" y="5402549"/>
              <a:ext cx="569" cy="1341"/>
            </a:xfrm>
            <a:custGeom>
              <a:avLst/>
              <a:pathLst>
                <a:path w="569" h="1341">
                  <a:moveTo>
                    <a:pt x="569" y="0"/>
                  </a:moveTo>
                  <a:lnTo>
                    <a:pt x="0" y="13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l916"/>
            <p:cNvSpPr/>
            <p:nvPr/>
          </p:nvSpPr>
          <p:spPr>
            <a:xfrm>
              <a:off x="5266435" y="5406104"/>
              <a:ext cx="563" cy="1344"/>
            </a:xfrm>
            <a:custGeom>
              <a:avLst/>
              <a:pathLst>
                <a:path w="563" h="1344">
                  <a:moveTo>
                    <a:pt x="563" y="0"/>
                  </a:moveTo>
                  <a:lnTo>
                    <a:pt x="0" y="1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l917"/>
            <p:cNvSpPr/>
            <p:nvPr/>
          </p:nvSpPr>
          <p:spPr>
            <a:xfrm>
              <a:off x="5262781" y="5402988"/>
              <a:ext cx="566" cy="1342"/>
            </a:xfrm>
            <a:custGeom>
              <a:avLst/>
              <a:pathLst>
                <a:path w="566" h="1342">
                  <a:moveTo>
                    <a:pt x="566" y="0"/>
                  </a:moveTo>
                  <a:lnTo>
                    <a:pt x="0" y="13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l918"/>
            <p:cNvSpPr/>
            <p:nvPr/>
          </p:nvSpPr>
          <p:spPr>
            <a:xfrm>
              <a:off x="5274888" y="5408278"/>
              <a:ext cx="1115" cy="2692"/>
            </a:xfrm>
            <a:custGeom>
              <a:avLst/>
              <a:pathLst>
                <a:path w="1115" h="2692">
                  <a:moveTo>
                    <a:pt x="1115" y="0"/>
                  </a:moveTo>
                  <a:lnTo>
                    <a:pt x="0" y="26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l919"/>
            <p:cNvSpPr/>
            <p:nvPr/>
          </p:nvSpPr>
          <p:spPr>
            <a:xfrm>
              <a:off x="5224403" y="5387966"/>
              <a:ext cx="592" cy="1331"/>
            </a:xfrm>
            <a:custGeom>
              <a:avLst/>
              <a:pathLst>
                <a:path w="592" h="1331">
                  <a:moveTo>
                    <a:pt x="592" y="0"/>
                  </a:moveTo>
                  <a:lnTo>
                    <a:pt x="0" y="13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l920"/>
            <p:cNvSpPr/>
            <p:nvPr/>
          </p:nvSpPr>
          <p:spPr>
            <a:xfrm>
              <a:off x="5232778" y="5391665"/>
              <a:ext cx="586" cy="1334"/>
            </a:xfrm>
            <a:custGeom>
              <a:avLst/>
              <a:pathLst>
                <a:path w="586" h="1334">
                  <a:moveTo>
                    <a:pt x="586" y="0"/>
                  </a:moveTo>
                  <a:lnTo>
                    <a:pt x="0" y="1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l921"/>
            <p:cNvSpPr/>
            <p:nvPr/>
          </p:nvSpPr>
          <p:spPr>
            <a:xfrm>
              <a:off x="5207700" y="5380460"/>
              <a:ext cx="603" cy="1326"/>
            </a:xfrm>
            <a:custGeom>
              <a:avLst/>
              <a:pathLst>
                <a:path w="603" h="1326">
                  <a:moveTo>
                    <a:pt x="603" y="0"/>
                  </a:moveTo>
                  <a:lnTo>
                    <a:pt x="0" y="1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l922"/>
            <p:cNvSpPr/>
            <p:nvPr/>
          </p:nvSpPr>
          <p:spPr>
            <a:xfrm>
              <a:off x="5216043" y="5384231"/>
              <a:ext cx="597" cy="1329"/>
            </a:xfrm>
            <a:custGeom>
              <a:avLst/>
              <a:pathLst>
                <a:path w="597" h="1329">
                  <a:moveTo>
                    <a:pt x="597" y="0"/>
                  </a:moveTo>
                  <a:lnTo>
                    <a:pt x="0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l923"/>
            <p:cNvSpPr/>
            <p:nvPr/>
          </p:nvSpPr>
          <p:spPr>
            <a:xfrm>
              <a:off x="5212470" y="5379694"/>
              <a:ext cx="1201" cy="2655"/>
            </a:xfrm>
            <a:custGeom>
              <a:avLst/>
              <a:pathLst>
                <a:path w="1201" h="2655">
                  <a:moveTo>
                    <a:pt x="1201" y="0"/>
                  </a:moveTo>
                  <a:lnTo>
                    <a:pt x="0" y="2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l924"/>
            <p:cNvSpPr/>
            <p:nvPr/>
          </p:nvSpPr>
          <p:spPr>
            <a:xfrm>
              <a:off x="5229177" y="5387154"/>
              <a:ext cx="1178" cy="2665"/>
            </a:xfrm>
            <a:custGeom>
              <a:avLst/>
              <a:pathLst>
                <a:path w="1178" h="2665">
                  <a:moveTo>
                    <a:pt x="1178" y="0"/>
                  </a:moveTo>
                  <a:lnTo>
                    <a:pt x="0" y="2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l925"/>
            <p:cNvSpPr/>
            <p:nvPr/>
          </p:nvSpPr>
          <p:spPr>
            <a:xfrm>
              <a:off x="5222005" y="5382112"/>
              <a:ext cx="594" cy="1330"/>
            </a:xfrm>
            <a:custGeom>
              <a:avLst/>
              <a:pathLst>
                <a:path w="594" h="1330">
                  <a:moveTo>
                    <a:pt x="594" y="0"/>
                  </a:moveTo>
                  <a:lnTo>
                    <a:pt x="0" y="1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l926"/>
            <p:cNvSpPr/>
            <p:nvPr/>
          </p:nvSpPr>
          <p:spPr>
            <a:xfrm>
              <a:off x="5241169" y="5391319"/>
              <a:ext cx="2322" cy="5346"/>
            </a:xfrm>
            <a:custGeom>
              <a:avLst/>
              <a:pathLst>
                <a:path w="2322" h="5346">
                  <a:moveTo>
                    <a:pt x="2322" y="0"/>
                  </a:moveTo>
                  <a:lnTo>
                    <a:pt x="0" y="5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l927"/>
            <p:cNvSpPr/>
            <p:nvPr/>
          </p:nvSpPr>
          <p:spPr>
            <a:xfrm>
              <a:off x="5233034" y="5385409"/>
              <a:ext cx="587" cy="1333"/>
            </a:xfrm>
            <a:custGeom>
              <a:avLst/>
              <a:pathLst>
                <a:path w="587" h="1333">
                  <a:moveTo>
                    <a:pt x="587" y="0"/>
                  </a:moveTo>
                  <a:lnTo>
                    <a:pt x="0" y="13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l928"/>
            <p:cNvSpPr/>
            <p:nvPr/>
          </p:nvSpPr>
          <p:spPr>
            <a:xfrm>
              <a:off x="5249576" y="5393600"/>
              <a:ext cx="2874" cy="6695"/>
            </a:xfrm>
            <a:custGeom>
              <a:avLst/>
              <a:pathLst>
                <a:path w="2874" h="6695">
                  <a:moveTo>
                    <a:pt x="2874" y="0"/>
                  </a:moveTo>
                  <a:lnTo>
                    <a:pt x="0" y="6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l929"/>
            <p:cNvSpPr/>
            <p:nvPr/>
          </p:nvSpPr>
          <p:spPr>
            <a:xfrm>
              <a:off x="5174489" y="5365023"/>
              <a:ext cx="625" cy="1316"/>
            </a:xfrm>
            <a:custGeom>
              <a:avLst/>
              <a:pathLst>
                <a:path w="625" h="1316">
                  <a:moveTo>
                    <a:pt x="625" y="0"/>
                  </a:moveTo>
                  <a:lnTo>
                    <a:pt x="0" y="1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l930"/>
            <p:cNvSpPr/>
            <p:nvPr/>
          </p:nvSpPr>
          <p:spPr>
            <a:xfrm>
              <a:off x="5182767" y="5368935"/>
              <a:ext cx="620" cy="1318"/>
            </a:xfrm>
            <a:custGeom>
              <a:avLst/>
              <a:pathLst>
                <a:path w="620" h="1318">
                  <a:moveTo>
                    <a:pt x="620" y="0"/>
                  </a:moveTo>
                  <a:lnTo>
                    <a:pt x="0" y="1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l931"/>
            <p:cNvSpPr/>
            <p:nvPr/>
          </p:nvSpPr>
          <p:spPr>
            <a:xfrm>
              <a:off x="5179249" y="5365666"/>
              <a:ext cx="623" cy="1317"/>
            </a:xfrm>
            <a:custGeom>
              <a:avLst/>
              <a:pathLst>
                <a:path w="623" h="1317">
                  <a:moveTo>
                    <a:pt x="623" y="0"/>
                  </a:moveTo>
                  <a:lnTo>
                    <a:pt x="0" y="1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l932"/>
            <p:cNvSpPr/>
            <p:nvPr/>
          </p:nvSpPr>
          <p:spPr>
            <a:xfrm>
              <a:off x="5191061" y="5371491"/>
              <a:ext cx="1229" cy="2642"/>
            </a:xfrm>
            <a:custGeom>
              <a:avLst/>
              <a:pathLst>
                <a:path w="1229" h="2642">
                  <a:moveTo>
                    <a:pt x="1229" y="0"/>
                  </a:moveTo>
                  <a:lnTo>
                    <a:pt x="0" y="2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l933"/>
            <p:cNvSpPr/>
            <p:nvPr/>
          </p:nvSpPr>
          <p:spPr>
            <a:xfrm>
              <a:off x="5186077" y="5367269"/>
              <a:ext cx="618" cy="1319"/>
            </a:xfrm>
            <a:custGeom>
              <a:avLst/>
              <a:pathLst>
                <a:path w="618" h="1319">
                  <a:moveTo>
                    <a:pt x="618" y="0"/>
                  </a:moveTo>
                  <a:lnTo>
                    <a:pt x="0" y="13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l934"/>
            <p:cNvSpPr/>
            <p:nvPr/>
          </p:nvSpPr>
          <p:spPr>
            <a:xfrm>
              <a:off x="5199372" y="5374006"/>
              <a:ext cx="1827" cy="3972"/>
            </a:xfrm>
            <a:custGeom>
              <a:avLst/>
              <a:pathLst>
                <a:path w="1827" h="3972">
                  <a:moveTo>
                    <a:pt x="1827" y="0"/>
                  </a:moveTo>
                  <a:lnTo>
                    <a:pt x="0" y="39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l935"/>
            <p:cNvSpPr/>
            <p:nvPr/>
          </p:nvSpPr>
          <p:spPr>
            <a:xfrm>
              <a:off x="5157984" y="5357092"/>
              <a:ext cx="637" cy="1310"/>
            </a:xfrm>
            <a:custGeom>
              <a:avLst/>
              <a:pathLst>
                <a:path w="637" h="1310">
                  <a:moveTo>
                    <a:pt x="637" y="0"/>
                  </a:moveTo>
                  <a:lnTo>
                    <a:pt x="0" y="1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l936"/>
            <p:cNvSpPr/>
            <p:nvPr/>
          </p:nvSpPr>
          <p:spPr>
            <a:xfrm>
              <a:off x="5166228" y="5361075"/>
              <a:ext cx="631" cy="1313"/>
            </a:xfrm>
            <a:custGeom>
              <a:avLst/>
              <a:pathLst>
                <a:path w="631" h="1313">
                  <a:moveTo>
                    <a:pt x="631" y="0"/>
                  </a:moveTo>
                  <a:lnTo>
                    <a:pt x="0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l937"/>
            <p:cNvSpPr/>
            <p:nvPr/>
          </p:nvSpPr>
          <p:spPr>
            <a:xfrm>
              <a:off x="5117023" y="5336652"/>
              <a:ext cx="664" cy="1296"/>
            </a:xfrm>
            <a:custGeom>
              <a:avLst/>
              <a:pathLst>
                <a:path w="664" h="1296">
                  <a:moveTo>
                    <a:pt x="664" y="0"/>
                  </a:moveTo>
                  <a:lnTo>
                    <a:pt x="0" y="1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l938"/>
            <p:cNvSpPr/>
            <p:nvPr/>
          </p:nvSpPr>
          <p:spPr>
            <a:xfrm>
              <a:off x="5125180" y="5340810"/>
              <a:ext cx="659" cy="1299"/>
            </a:xfrm>
            <a:custGeom>
              <a:avLst/>
              <a:pathLst>
                <a:path w="659" h="1299">
                  <a:moveTo>
                    <a:pt x="659" y="0"/>
                  </a:moveTo>
                  <a:lnTo>
                    <a:pt x="0" y="1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l939"/>
            <p:cNvSpPr/>
            <p:nvPr/>
          </p:nvSpPr>
          <p:spPr>
            <a:xfrm>
              <a:off x="5121761" y="5337437"/>
              <a:ext cx="662" cy="1298"/>
            </a:xfrm>
            <a:custGeom>
              <a:avLst/>
              <a:pathLst>
                <a:path w="662" h="1298">
                  <a:moveTo>
                    <a:pt x="662" y="0"/>
                  </a:moveTo>
                  <a:lnTo>
                    <a:pt x="0" y="12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l940"/>
            <p:cNvSpPr/>
            <p:nvPr/>
          </p:nvSpPr>
          <p:spPr>
            <a:xfrm>
              <a:off x="5133355" y="5343630"/>
              <a:ext cx="1307" cy="2604"/>
            </a:xfrm>
            <a:custGeom>
              <a:avLst/>
              <a:pathLst>
                <a:path w="1307" h="2604">
                  <a:moveTo>
                    <a:pt x="1307" y="0"/>
                  </a:moveTo>
                  <a:lnTo>
                    <a:pt x="0" y="2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l941"/>
            <p:cNvSpPr/>
            <p:nvPr/>
          </p:nvSpPr>
          <p:spPr>
            <a:xfrm>
              <a:off x="5128538" y="5339243"/>
              <a:ext cx="658" cy="1300"/>
            </a:xfrm>
            <a:custGeom>
              <a:avLst/>
              <a:pathLst>
                <a:path w="658" h="1300">
                  <a:moveTo>
                    <a:pt x="658" y="0"/>
                  </a:moveTo>
                  <a:lnTo>
                    <a:pt x="0" y="13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l942"/>
            <p:cNvSpPr/>
            <p:nvPr/>
          </p:nvSpPr>
          <p:spPr>
            <a:xfrm>
              <a:off x="5141547" y="5346410"/>
              <a:ext cx="1944" cy="3915"/>
            </a:xfrm>
            <a:custGeom>
              <a:avLst/>
              <a:pathLst>
                <a:path w="1944" h="3915">
                  <a:moveTo>
                    <a:pt x="1944" y="0"/>
                  </a:moveTo>
                  <a:lnTo>
                    <a:pt x="0" y="39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l943"/>
            <p:cNvSpPr/>
            <p:nvPr/>
          </p:nvSpPr>
          <p:spPr>
            <a:xfrm>
              <a:off x="5136337" y="5341537"/>
              <a:ext cx="653" cy="1302"/>
            </a:xfrm>
            <a:custGeom>
              <a:avLst/>
              <a:pathLst>
                <a:path w="653" h="1302">
                  <a:moveTo>
                    <a:pt x="653" y="0"/>
                  </a:moveTo>
                  <a:lnTo>
                    <a:pt x="0" y="1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l944"/>
            <p:cNvSpPr/>
            <p:nvPr/>
          </p:nvSpPr>
          <p:spPr>
            <a:xfrm>
              <a:off x="5149757" y="5349150"/>
              <a:ext cx="2570" cy="5232"/>
            </a:xfrm>
            <a:custGeom>
              <a:avLst/>
              <a:pathLst>
                <a:path w="2570" h="5232">
                  <a:moveTo>
                    <a:pt x="2570" y="0"/>
                  </a:moveTo>
                  <a:lnTo>
                    <a:pt x="0" y="5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l945"/>
            <p:cNvSpPr/>
            <p:nvPr/>
          </p:nvSpPr>
          <p:spPr>
            <a:xfrm>
              <a:off x="5144651" y="5342748"/>
              <a:ext cx="1295" cy="2610"/>
            </a:xfrm>
            <a:custGeom>
              <a:avLst/>
              <a:pathLst>
                <a:path w="1295" h="2610">
                  <a:moveTo>
                    <a:pt x="1295" y="0"/>
                  </a:moveTo>
                  <a:lnTo>
                    <a:pt x="0" y="2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l946"/>
            <p:cNvSpPr/>
            <p:nvPr/>
          </p:nvSpPr>
          <p:spPr>
            <a:xfrm>
              <a:off x="5162738" y="5352527"/>
              <a:ext cx="3171" cy="6560"/>
            </a:xfrm>
            <a:custGeom>
              <a:avLst/>
              <a:pathLst>
                <a:path w="3171" h="6560">
                  <a:moveTo>
                    <a:pt x="3171" y="0"/>
                  </a:moveTo>
                  <a:lnTo>
                    <a:pt x="0" y="6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l947"/>
            <p:cNvSpPr/>
            <p:nvPr/>
          </p:nvSpPr>
          <p:spPr>
            <a:xfrm>
              <a:off x="5155916" y="5342429"/>
              <a:ext cx="2564" cy="5235"/>
            </a:xfrm>
            <a:custGeom>
              <a:avLst/>
              <a:pathLst>
                <a:path w="2564" h="5235">
                  <a:moveTo>
                    <a:pt x="2564" y="0"/>
                  </a:moveTo>
                  <a:lnTo>
                    <a:pt x="0" y="5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l948"/>
            <p:cNvSpPr/>
            <p:nvPr/>
          </p:nvSpPr>
          <p:spPr>
            <a:xfrm>
              <a:off x="5193941" y="5361399"/>
              <a:ext cx="4297" cy="9252"/>
            </a:xfrm>
            <a:custGeom>
              <a:avLst/>
              <a:pathLst>
                <a:path w="4297" h="9252">
                  <a:moveTo>
                    <a:pt x="4297" y="0"/>
                  </a:moveTo>
                  <a:lnTo>
                    <a:pt x="0" y="9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l949"/>
            <p:cNvSpPr/>
            <p:nvPr/>
          </p:nvSpPr>
          <p:spPr>
            <a:xfrm>
              <a:off x="5092659" y="5323970"/>
              <a:ext cx="681" cy="1288"/>
            </a:xfrm>
            <a:custGeom>
              <a:avLst/>
              <a:pathLst>
                <a:path w="681" h="1288">
                  <a:moveTo>
                    <a:pt x="681" y="0"/>
                  </a:moveTo>
                  <a:lnTo>
                    <a:pt x="0" y="1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l950"/>
            <p:cNvSpPr/>
            <p:nvPr/>
          </p:nvSpPr>
          <p:spPr>
            <a:xfrm>
              <a:off x="5100762" y="5328232"/>
              <a:ext cx="676" cy="1291"/>
            </a:xfrm>
            <a:custGeom>
              <a:avLst/>
              <a:pathLst>
                <a:path w="676" h="1291">
                  <a:moveTo>
                    <a:pt x="676" y="0"/>
                  </a:moveTo>
                  <a:lnTo>
                    <a:pt x="0" y="1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l951"/>
            <p:cNvSpPr/>
            <p:nvPr/>
          </p:nvSpPr>
          <p:spPr>
            <a:xfrm>
              <a:off x="5097387" y="5324816"/>
              <a:ext cx="678" cy="1289"/>
            </a:xfrm>
            <a:custGeom>
              <a:avLst/>
              <a:pathLst>
                <a:path w="678" h="1289">
                  <a:moveTo>
                    <a:pt x="678" y="0"/>
                  </a:moveTo>
                  <a:lnTo>
                    <a:pt x="0" y="12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l952"/>
            <p:cNvSpPr/>
            <p:nvPr/>
          </p:nvSpPr>
          <p:spPr>
            <a:xfrm>
              <a:off x="5108883" y="5331165"/>
              <a:ext cx="1340" cy="2587"/>
            </a:xfrm>
            <a:custGeom>
              <a:avLst/>
              <a:pathLst>
                <a:path w="1340" h="2587">
                  <a:moveTo>
                    <a:pt x="1340" y="0"/>
                  </a:moveTo>
                  <a:lnTo>
                    <a:pt x="0" y="2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l953"/>
            <p:cNvSpPr/>
            <p:nvPr/>
          </p:nvSpPr>
          <p:spPr>
            <a:xfrm>
              <a:off x="5076507" y="5315343"/>
              <a:ext cx="692" cy="1282"/>
            </a:xfrm>
            <a:custGeom>
              <a:avLst/>
              <a:pathLst>
                <a:path w="692" h="1282">
                  <a:moveTo>
                    <a:pt x="692" y="0"/>
                  </a:moveTo>
                  <a:lnTo>
                    <a:pt x="0" y="1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l954"/>
            <p:cNvSpPr/>
            <p:nvPr/>
          </p:nvSpPr>
          <p:spPr>
            <a:xfrm>
              <a:off x="5084574" y="5319674"/>
              <a:ext cx="687" cy="1285"/>
            </a:xfrm>
            <a:custGeom>
              <a:avLst/>
              <a:pathLst>
                <a:path w="687" h="1285">
                  <a:moveTo>
                    <a:pt x="687" y="0"/>
                  </a:moveTo>
                  <a:lnTo>
                    <a:pt x="0" y="1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l955"/>
            <p:cNvSpPr/>
            <p:nvPr/>
          </p:nvSpPr>
          <p:spPr>
            <a:xfrm>
              <a:off x="5052420" y="5302144"/>
              <a:ext cx="708" cy="1273"/>
            </a:xfrm>
            <a:custGeom>
              <a:avLst/>
              <a:pathLst>
                <a:path w="708" h="1273">
                  <a:moveTo>
                    <a:pt x="708" y="0"/>
                  </a:moveTo>
                  <a:lnTo>
                    <a:pt x="0" y="12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l956"/>
            <p:cNvSpPr/>
            <p:nvPr/>
          </p:nvSpPr>
          <p:spPr>
            <a:xfrm>
              <a:off x="5060430" y="5306578"/>
              <a:ext cx="703" cy="1276"/>
            </a:xfrm>
            <a:custGeom>
              <a:avLst/>
              <a:pathLst>
                <a:path w="703" h="1276">
                  <a:moveTo>
                    <a:pt x="703" y="0"/>
                  </a:moveTo>
                  <a:lnTo>
                    <a:pt x="0" y="12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l957"/>
            <p:cNvSpPr/>
            <p:nvPr/>
          </p:nvSpPr>
          <p:spPr>
            <a:xfrm>
              <a:off x="5057129" y="5303091"/>
              <a:ext cx="706" cy="1274"/>
            </a:xfrm>
            <a:custGeom>
              <a:avLst/>
              <a:pathLst>
                <a:path w="706" h="1274">
                  <a:moveTo>
                    <a:pt x="706" y="0"/>
                  </a:moveTo>
                  <a:lnTo>
                    <a:pt x="0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l958"/>
            <p:cNvSpPr/>
            <p:nvPr/>
          </p:nvSpPr>
          <p:spPr>
            <a:xfrm>
              <a:off x="5068459" y="5309698"/>
              <a:ext cx="1395" cy="2558"/>
            </a:xfrm>
            <a:custGeom>
              <a:avLst/>
              <a:pathLst>
                <a:path w="1395" h="2558">
                  <a:moveTo>
                    <a:pt x="1395" y="0"/>
                  </a:moveTo>
                  <a:lnTo>
                    <a:pt x="0" y="25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l959"/>
            <p:cNvSpPr/>
            <p:nvPr/>
          </p:nvSpPr>
          <p:spPr>
            <a:xfrm>
              <a:off x="5020570" y="5284069"/>
              <a:ext cx="730" cy="1261"/>
            </a:xfrm>
            <a:custGeom>
              <a:avLst/>
              <a:pathLst>
                <a:path w="730" h="1261">
                  <a:moveTo>
                    <a:pt x="730" y="0"/>
                  </a:moveTo>
                  <a:lnTo>
                    <a:pt x="0" y="1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l960"/>
            <p:cNvSpPr/>
            <p:nvPr/>
          </p:nvSpPr>
          <p:spPr>
            <a:xfrm>
              <a:off x="5028503" y="5288639"/>
              <a:ext cx="725" cy="1264"/>
            </a:xfrm>
            <a:custGeom>
              <a:avLst/>
              <a:pathLst>
                <a:path w="725" h="1264">
                  <a:moveTo>
                    <a:pt x="725" y="0"/>
                  </a:moveTo>
                  <a:lnTo>
                    <a:pt x="0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l961"/>
            <p:cNvSpPr/>
            <p:nvPr/>
          </p:nvSpPr>
          <p:spPr>
            <a:xfrm>
              <a:off x="5025262" y="5285095"/>
              <a:ext cx="727" cy="1262"/>
            </a:xfrm>
            <a:custGeom>
              <a:avLst/>
              <a:pathLst>
                <a:path w="727" h="1262">
                  <a:moveTo>
                    <a:pt x="727" y="0"/>
                  </a:moveTo>
                  <a:lnTo>
                    <a:pt x="0" y="1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l962"/>
            <p:cNvSpPr/>
            <p:nvPr/>
          </p:nvSpPr>
          <p:spPr>
            <a:xfrm>
              <a:off x="5036456" y="5291907"/>
              <a:ext cx="1439" cy="2534"/>
            </a:xfrm>
            <a:custGeom>
              <a:avLst/>
              <a:pathLst>
                <a:path w="1439" h="2534">
                  <a:moveTo>
                    <a:pt x="1439" y="0"/>
                  </a:moveTo>
                  <a:lnTo>
                    <a:pt x="0" y="2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l963"/>
            <p:cNvSpPr/>
            <p:nvPr/>
          </p:nvSpPr>
          <p:spPr>
            <a:xfrm>
              <a:off x="5031937" y="5287246"/>
              <a:ext cx="723" cy="1264"/>
            </a:xfrm>
            <a:custGeom>
              <a:avLst/>
              <a:pathLst>
                <a:path w="723" h="1264">
                  <a:moveTo>
                    <a:pt x="723" y="0"/>
                  </a:moveTo>
                  <a:lnTo>
                    <a:pt x="0" y="1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l964"/>
            <p:cNvSpPr/>
            <p:nvPr/>
          </p:nvSpPr>
          <p:spPr>
            <a:xfrm>
              <a:off x="5044428" y="5295136"/>
              <a:ext cx="2142" cy="3811"/>
            </a:xfrm>
            <a:custGeom>
              <a:avLst/>
              <a:pathLst>
                <a:path w="2142" h="3811">
                  <a:moveTo>
                    <a:pt x="2142" y="0"/>
                  </a:moveTo>
                  <a:lnTo>
                    <a:pt x="0" y="38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l965"/>
            <p:cNvSpPr/>
            <p:nvPr/>
          </p:nvSpPr>
          <p:spPr>
            <a:xfrm>
              <a:off x="5039609" y="5287401"/>
              <a:ext cx="2157" cy="3803"/>
            </a:xfrm>
            <a:custGeom>
              <a:avLst/>
              <a:pathLst>
                <a:path w="2157" h="3803">
                  <a:moveTo>
                    <a:pt x="2157" y="0"/>
                  </a:moveTo>
                  <a:lnTo>
                    <a:pt x="0" y="38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5063840" y="5301295"/>
              <a:ext cx="2808" cy="5108"/>
            </a:xfrm>
            <a:custGeom>
              <a:avLst/>
              <a:pathLst>
                <a:path w="2808" h="5108">
                  <a:moveTo>
                    <a:pt x="2808" y="0"/>
                  </a:moveTo>
                  <a:lnTo>
                    <a:pt x="0" y="5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5054184" y="5291845"/>
              <a:ext cx="1421" cy="2544"/>
            </a:xfrm>
            <a:custGeom>
              <a:avLst/>
              <a:pathLst>
                <a:path w="1421" h="2544">
                  <a:moveTo>
                    <a:pt x="1421" y="0"/>
                  </a:moveTo>
                  <a:lnTo>
                    <a:pt x="0" y="2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5081228" y="5308526"/>
              <a:ext cx="4828" cy="8986"/>
            </a:xfrm>
            <a:custGeom>
              <a:avLst/>
              <a:pathLst>
                <a:path w="4828" h="8986">
                  <a:moveTo>
                    <a:pt x="4828" y="0"/>
                  </a:moveTo>
                  <a:lnTo>
                    <a:pt x="0" y="8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l969"/>
            <p:cNvSpPr/>
            <p:nvPr/>
          </p:nvSpPr>
          <p:spPr>
            <a:xfrm>
              <a:off x="5070796" y="5296413"/>
              <a:ext cx="2100" cy="3834"/>
            </a:xfrm>
            <a:custGeom>
              <a:avLst/>
              <a:pathLst>
                <a:path w="2100" h="3834">
                  <a:moveTo>
                    <a:pt x="2100" y="0"/>
                  </a:moveTo>
                  <a:lnTo>
                    <a:pt x="0" y="3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5104140" y="5316374"/>
              <a:ext cx="6071" cy="11626"/>
            </a:xfrm>
            <a:custGeom>
              <a:avLst/>
              <a:pathLst>
                <a:path w="6071" h="11626">
                  <a:moveTo>
                    <a:pt x="6071" y="0"/>
                  </a:moveTo>
                  <a:lnTo>
                    <a:pt x="0" y="11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5091505" y="5292350"/>
              <a:ext cx="7561" cy="14135"/>
            </a:xfrm>
            <a:custGeom>
              <a:avLst/>
              <a:pathLst>
                <a:path w="7561" h="14135">
                  <a:moveTo>
                    <a:pt x="7561" y="0"/>
                  </a:moveTo>
                  <a:lnTo>
                    <a:pt x="0" y="14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5178311" y="5336232"/>
              <a:ext cx="7531" cy="15783"/>
            </a:xfrm>
            <a:custGeom>
              <a:avLst/>
              <a:pathLst>
                <a:path w="7531" h="15783">
                  <a:moveTo>
                    <a:pt x="7531" y="0"/>
                  </a:moveTo>
                  <a:lnTo>
                    <a:pt x="0" y="15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l973"/>
            <p:cNvSpPr/>
            <p:nvPr/>
          </p:nvSpPr>
          <p:spPr>
            <a:xfrm>
              <a:off x="4973385" y="5255944"/>
              <a:ext cx="762" cy="1241"/>
            </a:xfrm>
            <a:custGeom>
              <a:avLst/>
              <a:pathLst>
                <a:path w="762" h="1241">
                  <a:moveTo>
                    <a:pt x="762" y="0"/>
                  </a:moveTo>
                  <a:lnTo>
                    <a:pt x="0" y="1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l974"/>
            <p:cNvSpPr/>
            <p:nvPr/>
          </p:nvSpPr>
          <p:spPr>
            <a:xfrm>
              <a:off x="4981199" y="5260715"/>
              <a:ext cx="757" cy="1245"/>
            </a:xfrm>
            <a:custGeom>
              <a:avLst/>
              <a:pathLst>
                <a:path w="757" h="1245">
                  <a:moveTo>
                    <a:pt x="757" y="0"/>
                  </a:moveTo>
                  <a:lnTo>
                    <a:pt x="0" y="12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l975"/>
            <p:cNvSpPr/>
            <p:nvPr/>
          </p:nvSpPr>
          <p:spPr>
            <a:xfrm>
              <a:off x="4950067" y="5241430"/>
              <a:ext cx="778" cy="1232"/>
            </a:xfrm>
            <a:custGeom>
              <a:avLst/>
              <a:pathLst>
                <a:path w="778" h="1232">
                  <a:moveTo>
                    <a:pt x="778" y="0"/>
                  </a:moveTo>
                  <a:lnTo>
                    <a:pt x="0" y="1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l976"/>
            <p:cNvSpPr/>
            <p:nvPr/>
          </p:nvSpPr>
          <p:spPr>
            <a:xfrm>
              <a:off x="4957819" y="5246301"/>
              <a:ext cx="773" cy="1235"/>
            </a:xfrm>
            <a:custGeom>
              <a:avLst/>
              <a:pathLst>
                <a:path w="773" h="1235">
                  <a:moveTo>
                    <a:pt x="773" y="0"/>
                  </a:moveTo>
                  <a:lnTo>
                    <a:pt x="0" y="1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l977"/>
            <p:cNvSpPr/>
            <p:nvPr/>
          </p:nvSpPr>
          <p:spPr>
            <a:xfrm>
              <a:off x="4954716" y="5242636"/>
              <a:ext cx="775" cy="1233"/>
            </a:xfrm>
            <a:custGeom>
              <a:avLst/>
              <a:pathLst>
                <a:path w="775" h="1233">
                  <a:moveTo>
                    <a:pt x="775" y="0"/>
                  </a:moveTo>
                  <a:lnTo>
                    <a:pt x="0" y="1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8"/>
            <p:cNvSpPr/>
            <p:nvPr/>
          </p:nvSpPr>
          <p:spPr>
            <a:xfrm>
              <a:off x="4965592" y="5249900"/>
              <a:ext cx="1535" cy="2477"/>
            </a:xfrm>
            <a:custGeom>
              <a:avLst/>
              <a:pathLst>
                <a:path w="1535" h="2477">
                  <a:moveTo>
                    <a:pt x="1535" y="0"/>
                  </a:moveTo>
                  <a:lnTo>
                    <a:pt x="0" y="24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9"/>
            <p:cNvSpPr/>
            <p:nvPr/>
          </p:nvSpPr>
          <p:spPr>
            <a:xfrm>
              <a:off x="4961304" y="5243805"/>
              <a:ext cx="1543" cy="2472"/>
            </a:xfrm>
            <a:custGeom>
              <a:avLst/>
              <a:pathLst>
                <a:path w="1543" h="2472">
                  <a:moveTo>
                    <a:pt x="1543" y="0"/>
                  </a:moveTo>
                  <a:lnTo>
                    <a:pt x="0" y="2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80"/>
            <p:cNvSpPr/>
            <p:nvPr/>
          </p:nvSpPr>
          <p:spPr>
            <a:xfrm>
              <a:off x="4978050" y="5254603"/>
              <a:ext cx="2279" cy="3730"/>
            </a:xfrm>
            <a:custGeom>
              <a:avLst/>
              <a:pathLst>
                <a:path w="2279" h="3730">
                  <a:moveTo>
                    <a:pt x="2279" y="0"/>
                  </a:moveTo>
                  <a:lnTo>
                    <a:pt x="0" y="3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1"/>
            <p:cNvSpPr/>
            <p:nvPr/>
          </p:nvSpPr>
          <p:spPr>
            <a:xfrm>
              <a:off x="4971576" y="5247985"/>
              <a:ext cx="765" cy="1239"/>
            </a:xfrm>
            <a:custGeom>
              <a:avLst/>
              <a:pathLst>
                <a:path w="765" h="1239">
                  <a:moveTo>
                    <a:pt x="765" y="0"/>
                  </a:moveTo>
                  <a:lnTo>
                    <a:pt x="0" y="1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2"/>
            <p:cNvSpPr/>
            <p:nvPr/>
          </p:nvSpPr>
          <p:spPr>
            <a:xfrm>
              <a:off x="4989033" y="5260459"/>
              <a:ext cx="3759" cy="6242"/>
            </a:xfrm>
            <a:custGeom>
              <a:avLst/>
              <a:pathLst>
                <a:path w="3759" h="6242">
                  <a:moveTo>
                    <a:pt x="3759" y="0"/>
                  </a:moveTo>
                  <a:lnTo>
                    <a:pt x="0" y="62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3"/>
            <p:cNvSpPr/>
            <p:nvPr/>
          </p:nvSpPr>
          <p:spPr>
            <a:xfrm>
              <a:off x="4982550" y="5253006"/>
              <a:ext cx="758" cy="1244"/>
            </a:xfrm>
            <a:custGeom>
              <a:avLst/>
              <a:pathLst>
                <a:path w="758" h="1244">
                  <a:moveTo>
                    <a:pt x="758" y="0"/>
                  </a:moveTo>
                  <a:lnTo>
                    <a:pt x="0" y="12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4"/>
            <p:cNvSpPr/>
            <p:nvPr/>
          </p:nvSpPr>
          <p:spPr>
            <a:xfrm>
              <a:off x="4996887" y="5263899"/>
              <a:ext cx="4479" cy="7509"/>
            </a:xfrm>
            <a:custGeom>
              <a:avLst/>
              <a:pathLst>
                <a:path w="4479" h="7509">
                  <a:moveTo>
                    <a:pt x="4479" y="0"/>
                  </a:moveTo>
                  <a:lnTo>
                    <a:pt x="0" y="75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5"/>
            <p:cNvSpPr/>
            <p:nvPr/>
          </p:nvSpPr>
          <p:spPr>
            <a:xfrm>
              <a:off x="4992324" y="5257227"/>
              <a:ext cx="752" cy="1247"/>
            </a:xfrm>
            <a:custGeom>
              <a:avLst/>
              <a:pathLst>
                <a:path w="752" h="1247">
                  <a:moveTo>
                    <a:pt x="752" y="0"/>
                  </a:moveTo>
                  <a:lnTo>
                    <a:pt x="0" y="1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l986"/>
            <p:cNvSpPr/>
            <p:nvPr/>
          </p:nvSpPr>
          <p:spPr>
            <a:xfrm>
              <a:off x="5004762" y="5267299"/>
              <a:ext cx="5188" cy="8783"/>
            </a:xfrm>
            <a:custGeom>
              <a:avLst/>
              <a:pathLst>
                <a:path w="5188" h="8783">
                  <a:moveTo>
                    <a:pt x="5188" y="0"/>
                  </a:moveTo>
                  <a:lnTo>
                    <a:pt x="0" y="8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7"/>
            <p:cNvSpPr/>
            <p:nvPr/>
          </p:nvSpPr>
          <p:spPr>
            <a:xfrm>
              <a:off x="5001502" y="5261031"/>
              <a:ext cx="746" cy="1251"/>
            </a:xfrm>
            <a:custGeom>
              <a:avLst/>
              <a:pathLst>
                <a:path w="746" h="1251">
                  <a:moveTo>
                    <a:pt x="746" y="0"/>
                  </a:moveTo>
                  <a:lnTo>
                    <a:pt x="0" y="12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l988"/>
            <p:cNvSpPr/>
            <p:nvPr/>
          </p:nvSpPr>
          <p:spPr>
            <a:xfrm>
              <a:off x="5012656" y="5270660"/>
              <a:ext cx="5886" cy="10063"/>
            </a:xfrm>
            <a:custGeom>
              <a:avLst/>
              <a:pathLst>
                <a:path w="5886" h="10063">
                  <a:moveTo>
                    <a:pt x="5886" y="0"/>
                  </a:moveTo>
                  <a:lnTo>
                    <a:pt x="0" y="100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l989"/>
            <p:cNvSpPr/>
            <p:nvPr/>
          </p:nvSpPr>
          <p:spPr>
            <a:xfrm>
              <a:off x="4903999" y="5211515"/>
              <a:ext cx="809" cy="1211"/>
            </a:xfrm>
            <a:custGeom>
              <a:avLst/>
              <a:pathLst>
                <a:path w="809" h="1211">
                  <a:moveTo>
                    <a:pt x="809" y="0"/>
                  </a:moveTo>
                  <a:lnTo>
                    <a:pt x="0" y="1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l990"/>
            <p:cNvSpPr/>
            <p:nvPr/>
          </p:nvSpPr>
          <p:spPr>
            <a:xfrm>
              <a:off x="4911623" y="5216582"/>
              <a:ext cx="804" cy="1215"/>
            </a:xfrm>
            <a:custGeom>
              <a:avLst/>
              <a:pathLst>
                <a:path w="804" h="1215">
                  <a:moveTo>
                    <a:pt x="804" y="0"/>
                  </a:moveTo>
                  <a:lnTo>
                    <a:pt x="0" y="1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l991"/>
            <p:cNvSpPr/>
            <p:nvPr/>
          </p:nvSpPr>
          <p:spPr>
            <a:xfrm>
              <a:off x="4873719" y="5190920"/>
              <a:ext cx="830" cy="1197"/>
            </a:xfrm>
            <a:custGeom>
              <a:avLst/>
              <a:pathLst>
                <a:path w="830" h="1197">
                  <a:moveTo>
                    <a:pt x="830" y="0"/>
                  </a:moveTo>
                  <a:lnTo>
                    <a:pt x="0" y="1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l992"/>
            <p:cNvSpPr/>
            <p:nvPr/>
          </p:nvSpPr>
          <p:spPr>
            <a:xfrm>
              <a:off x="4881256" y="5196117"/>
              <a:ext cx="825" cy="1201"/>
            </a:xfrm>
            <a:custGeom>
              <a:avLst/>
              <a:pathLst>
                <a:path w="825" h="1201">
                  <a:moveTo>
                    <a:pt x="825" y="0"/>
                  </a:moveTo>
                  <a:lnTo>
                    <a:pt x="0" y="1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l993"/>
            <p:cNvSpPr/>
            <p:nvPr/>
          </p:nvSpPr>
          <p:spPr>
            <a:xfrm>
              <a:off x="4851242" y="5175137"/>
              <a:ext cx="845" cy="1187"/>
            </a:xfrm>
            <a:custGeom>
              <a:avLst/>
              <a:pathLst>
                <a:path w="845" h="1187">
                  <a:moveTo>
                    <a:pt x="845" y="0"/>
                  </a:moveTo>
                  <a:lnTo>
                    <a:pt x="0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l994"/>
            <p:cNvSpPr/>
            <p:nvPr/>
          </p:nvSpPr>
          <p:spPr>
            <a:xfrm>
              <a:off x="4858712" y="5180430"/>
              <a:ext cx="840" cy="1190"/>
            </a:xfrm>
            <a:custGeom>
              <a:avLst/>
              <a:pathLst>
                <a:path w="840" h="1190">
                  <a:moveTo>
                    <a:pt x="840" y="0"/>
                  </a:moveTo>
                  <a:lnTo>
                    <a:pt x="0" y="1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l995"/>
            <p:cNvSpPr/>
            <p:nvPr/>
          </p:nvSpPr>
          <p:spPr>
            <a:xfrm>
              <a:off x="4821591" y="5153648"/>
              <a:ext cx="865" cy="1172"/>
            </a:xfrm>
            <a:custGeom>
              <a:avLst/>
              <a:pathLst>
                <a:path w="865" h="1172">
                  <a:moveTo>
                    <a:pt x="865" y="0"/>
                  </a:moveTo>
                  <a:lnTo>
                    <a:pt x="0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l996"/>
            <p:cNvSpPr/>
            <p:nvPr/>
          </p:nvSpPr>
          <p:spPr>
            <a:xfrm>
              <a:off x="4828970" y="5159067"/>
              <a:ext cx="860" cy="1176"/>
            </a:xfrm>
            <a:custGeom>
              <a:avLst/>
              <a:pathLst>
                <a:path w="860" h="1176">
                  <a:moveTo>
                    <a:pt x="860" y="0"/>
                  </a:moveTo>
                  <a:lnTo>
                    <a:pt x="0" y="1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l997"/>
            <p:cNvSpPr/>
            <p:nvPr/>
          </p:nvSpPr>
          <p:spPr>
            <a:xfrm>
              <a:off x="4826141" y="5155187"/>
              <a:ext cx="863" cy="1174"/>
            </a:xfrm>
            <a:custGeom>
              <a:avLst/>
              <a:pathLst>
                <a:path w="863" h="1174">
                  <a:moveTo>
                    <a:pt x="863" y="0"/>
                  </a:moveTo>
                  <a:lnTo>
                    <a:pt x="0" y="1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l998"/>
            <p:cNvSpPr/>
            <p:nvPr/>
          </p:nvSpPr>
          <p:spPr>
            <a:xfrm>
              <a:off x="4836371" y="5163276"/>
              <a:ext cx="1711" cy="2359"/>
            </a:xfrm>
            <a:custGeom>
              <a:avLst/>
              <a:pathLst>
                <a:path w="1711" h="2359">
                  <a:moveTo>
                    <a:pt x="1711" y="0"/>
                  </a:moveTo>
                  <a:lnTo>
                    <a:pt x="0" y="2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l999"/>
            <p:cNvSpPr/>
            <p:nvPr/>
          </p:nvSpPr>
          <p:spPr>
            <a:xfrm>
              <a:off x="4832537" y="5158063"/>
              <a:ext cx="859" cy="1177"/>
            </a:xfrm>
            <a:custGeom>
              <a:avLst/>
              <a:pathLst>
                <a:path w="859" h="1177">
                  <a:moveTo>
                    <a:pt x="859" y="0"/>
                  </a:moveTo>
                  <a:lnTo>
                    <a:pt x="0" y="1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l1000"/>
            <p:cNvSpPr/>
            <p:nvPr/>
          </p:nvSpPr>
          <p:spPr>
            <a:xfrm>
              <a:off x="4843795" y="5167445"/>
              <a:ext cx="2551" cy="3550"/>
            </a:xfrm>
            <a:custGeom>
              <a:avLst/>
              <a:pathLst>
                <a:path w="2551" h="3550">
                  <a:moveTo>
                    <a:pt x="2551" y="0"/>
                  </a:moveTo>
                  <a:lnTo>
                    <a:pt x="0" y="35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l1001"/>
            <p:cNvSpPr/>
            <p:nvPr/>
          </p:nvSpPr>
          <p:spPr>
            <a:xfrm>
              <a:off x="4839863" y="5160406"/>
              <a:ext cx="1709" cy="2360"/>
            </a:xfrm>
            <a:custGeom>
              <a:avLst/>
              <a:pathLst>
                <a:path w="1709" h="2360">
                  <a:moveTo>
                    <a:pt x="1709" y="0"/>
                  </a:moveTo>
                  <a:lnTo>
                    <a:pt x="0" y="2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l1002"/>
            <p:cNvSpPr/>
            <p:nvPr/>
          </p:nvSpPr>
          <p:spPr>
            <a:xfrm>
              <a:off x="4855817" y="5173032"/>
              <a:ext cx="3371" cy="4755"/>
            </a:xfrm>
            <a:custGeom>
              <a:avLst/>
              <a:pathLst>
                <a:path w="3371" h="4755">
                  <a:moveTo>
                    <a:pt x="3371" y="0"/>
                  </a:moveTo>
                  <a:lnTo>
                    <a:pt x="0" y="4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l1003"/>
            <p:cNvSpPr/>
            <p:nvPr/>
          </p:nvSpPr>
          <p:spPr>
            <a:xfrm>
              <a:off x="4850365" y="5165557"/>
              <a:ext cx="848" cy="1184"/>
            </a:xfrm>
            <a:custGeom>
              <a:avLst/>
              <a:pathLst>
                <a:path w="848" h="1184">
                  <a:moveTo>
                    <a:pt x="848" y="0"/>
                  </a:moveTo>
                  <a:lnTo>
                    <a:pt x="0" y="11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l1004"/>
            <p:cNvSpPr/>
            <p:nvPr/>
          </p:nvSpPr>
          <p:spPr>
            <a:xfrm>
              <a:off x="4866204" y="5179720"/>
              <a:ext cx="5012" cy="7165"/>
            </a:xfrm>
            <a:custGeom>
              <a:avLst/>
              <a:pathLst>
                <a:path w="5012" h="7165">
                  <a:moveTo>
                    <a:pt x="5012" y="0"/>
                  </a:moveTo>
                  <a:lnTo>
                    <a:pt x="0" y="71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l1005"/>
            <p:cNvSpPr/>
            <p:nvPr/>
          </p:nvSpPr>
          <p:spPr>
            <a:xfrm>
              <a:off x="4861195" y="5170288"/>
              <a:ext cx="1684" cy="2378"/>
            </a:xfrm>
            <a:custGeom>
              <a:avLst/>
              <a:pathLst>
                <a:path w="1684" h="2378">
                  <a:moveTo>
                    <a:pt x="1684" y="0"/>
                  </a:moveTo>
                  <a:lnTo>
                    <a:pt x="0" y="2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l1006"/>
            <p:cNvSpPr/>
            <p:nvPr/>
          </p:nvSpPr>
          <p:spPr>
            <a:xfrm>
              <a:off x="4878312" y="5185126"/>
              <a:ext cx="5793" cy="8396"/>
            </a:xfrm>
            <a:custGeom>
              <a:avLst/>
              <a:pathLst>
                <a:path w="5793" h="8396">
                  <a:moveTo>
                    <a:pt x="5793" y="0"/>
                  </a:moveTo>
                  <a:lnTo>
                    <a:pt x="0" y="8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l1007"/>
            <p:cNvSpPr/>
            <p:nvPr/>
          </p:nvSpPr>
          <p:spPr>
            <a:xfrm>
              <a:off x="4873470" y="5176545"/>
              <a:ext cx="834" cy="1194"/>
            </a:xfrm>
            <a:custGeom>
              <a:avLst/>
              <a:pathLst>
                <a:path w="834" h="1194">
                  <a:moveTo>
                    <a:pt x="834" y="0"/>
                  </a:moveTo>
                  <a:lnTo>
                    <a:pt x="0" y="11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l1008"/>
            <p:cNvSpPr/>
            <p:nvPr/>
          </p:nvSpPr>
          <p:spPr>
            <a:xfrm>
              <a:off x="4888815" y="5191644"/>
              <a:ext cx="7379" cy="10843"/>
            </a:xfrm>
            <a:custGeom>
              <a:avLst/>
              <a:pathLst>
                <a:path w="7379" h="10843">
                  <a:moveTo>
                    <a:pt x="7379" y="0"/>
                  </a:moveTo>
                  <a:lnTo>
                    <a:pt x="0" y="10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l1009"/>
            <p:cNvSpPr/>
            <p:nvPr/>
          </p:nvSpPr>
          <p:spPr>
            <a:xfrm>
              <a:off x="4885226" y="5182929"/>
              <a:ext cx="827" cy="1199"/>
            </a:xfrm>
            <a:custGeom>
              <a:avLst/>
              <a:pathLst>
                <a:path w="827" h="1199">
                  <a:moveTo>
                    <a:pt x="827" y="0"/>
                  </a:moveTo>
                  <a:lnTo>
                    <a:pt x="0" y="1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l1010"/>
            <p:cNvSpPr/>
            <p:nvPr/>
          </p:nvSpPr>
          <p:spPr>
            <a:xfrm>
              <a:off x="4896396" y="5195540"/>
              <a:ext cx="8148" cy="12083"/>
            </a:xfrm>
            <a:custGeom>
              <a:avLst/>
              <a:pathLst>
                <a:path w="8148" h="12083">
                  <a:moveTo>
                    <a:pt x="8148" y="0"/>
                  </a:moveTo>
                  <a:lnTo>
                    <a:pt x="0" y="120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l1011"/>
            <p:cNvSpPr/>
            <p:nvPr/>
          </p:nvSpPr>
          <p:spPr>
            <a:xfrm>
              <a:off x="4895283" y="5186851"/>
              <a:ext cx="1642" cy="2408"/>
            </a:xfrm>
            <a:custGeom>
              <a:avLst/>
              <a:pathLst>
                <a:path w="1642" h="2408">
                  <a:moveTo>
                    <a:pt x="1642" y="0"/>
                  </a:moveTo>
                  <a:lnTo>
                    <a:pt x="0" y="24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l1012"/>
            <p:cNvSpPr/>
            <p:nvPr/>
          </p:nvSpPr>
          <p:spPr>
            <a:xfrm>
              <a:off x="4908615" y="5200704"/>
              <a:ext cx="8878" cy="13348"/>
            </a:xfrm>
            <a:custGeom>
              <a:avLst/>
              <a:pathLst>
                <a:path w="8878" h="13348">
                  <a:moveTo>
                    <a:pt x="8878" y="0"/>
                  </a:moveTo>
                  <a:lnTo>
                    <a:pt x="0" y="13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l1013"/>
            <p:cNvSpPr/>
            <p:nvPr/>
          </p:nvSpPr>
          <p:spPr>
            <a:xfrm>
              <a:off x="4785051" y="5126080"/>
              <a:ext cx="890" cy="1153"/>
            </a:xfrm>
            <a:custGeom>
              <a:avLst/>
              <a:pathLst>
                <a:path w="890" h="1153">
                  <a:moveTo>
                    <a:pt x="890" y="0"/>
                  </a:moveTo>
                  <a:lnTo>
                    <a:pt x="0" y="11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l1014"/>
            <p:cNvSpPr/>
            <p:nvPr/>
          </p:nvSpPr>
          <p:spPr>
            <a:xfrm>
              <a:off x="4792312" y="5131656"/>
              <a:ext cx="885" cy="1157"/>
            </a:xfrm>
            <a:custGeom>
              <a:avLst/>
              <a:pathLst>
                <a:path w="885" h="1157">
                  <a:moveTo>
                    <a:pt x="885" y="0"/>
                  </a:moveTo>
                  <a:lnTo>
                    <a:pt x="0" y="1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l1015"/>
            <p:cNvSpPr/>
            <p:nvPr/>
          </p:nvSpPr>
          <p:spPr>
            <a:xfrm>
              <a:off x="4789567" y="5127716"/>
              <a:ext cx="888" cy="1155"/>
            </a:xfrm>
            <a:custGeom>
              <a:avLst/>
              <a:pathLst>
                <a:path w="888" h="1155">
                  <a:moveTo>
                    <a:pt x="888" y="0"/>
                  </a:moveTo>
                  <a:lnTo>
                    <a:pt x="0" y="11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l1016"/>
            <p:cNvSpPr/>
            <p:nvPr/>
          </p:nvSpPr>
          <p:spPr>
            <a:xfrm>
              <a:off x="4799597" y="5136039"/>
              <a:ext cx="1761" cy="2322"/>
            </a:xfrm>
            <a:custGeom>
              <a:avLst/>
              <a:pathLst>
                <a:path w="1761" h="2322">
                  <a:moveTo>
                    <a:pt x="1761" y="0"/>
                  </a:moveTo>
                  <a:lnTo>
                    <a:pt x="0" y="2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l1017"/>
            <p:cNvSpPr/>
            <p:nvPr/>
          </p:nvSpPr>
          <p:spPr>
            <a:xfrm>
              <a:off x="4795900" y="5130728"/>
              <a:ext cx="884" cy="1158"/>
            </a:xfrm>
            <a:custGeom>
              <a:avLst/>
              <a:pathLst>
                <a:path w="884" h="1158">
                  <a:moveTo>
                    <a:pt x="884" y="0"/>
                  </a:moveTo>
                  <a:lnTo>
                    <a:pt x="0" y="11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l1018"/>
            <p:cNvSpPr/>
            <p:nvPr/>
          </p:nvSpPr>
          <p:spPr>
            <a:xfrm>
              <a:off x="4806905" y="5140384"/>
              <a:ext cx="2626" cy="3494"/>
            </a:xfrm>
            <a:custGeom>
              <a:avLst/>
              <a:pathLst>
                <a:path w="2626" h="3494">
                  <a:moveTo>
                    <a:pt x="2626" y="0"/>
                  </a:moveTo>
                  <a:lnTo>
                    <a:pt x="0" y="3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l1019"/>
            <p:cNvSpPr/>
            <p:nvPr/>
          </p:nvSpPr>
          <p:spPr>
            <a:xfrm>
              <a:off x="4803149" y="5134406"/>
              <a:ext cx="879" cy="1161"/>
            </a:xfrm>
            <a:custGeom>
              <a:avLst/>
              <a:pathLst>
                <a:path w="879" h="1161">
                  <a:moveTo>
                    <a:pt x="879" y="0"/>
                  </a:moveTo>
                  <a:lnTo>
                    <a:pt x="0" y="1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l1020"/>
            <p:cNvSpPr/>
            <p:nvPr/>
          </p:nvSpPr>
          <p:spPr>
            <a:xfrm>
              <a:off x="4814237" y="5144690"/>
              <a:ext cx="3482" cy="4674"/>
            </a:xfrm>
            <a:custGeom>
              <a:avLst/>
              <a:pathLst>
                <a:path w="3482" h="4674">
                  <a:moveTo>
                    <a:pt x="3482" y="0"/>
                  </a:moveTo>
                  <a:lnTo>
                    <a:pt x="0" y="4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l1021"/>
            <p:cNvSpPr/>
            <p:nvPr/>
          </p:nvSpPr>
          <p:spPr>
            <a:xfrm>
              <a:off x="4763413" y="5109167"/>
              <a:ext cx="905" cy="1142"/>
            </a:xfrm>
            <a:custGeom>
              <a:avLst/>
              <a:pathLst>
                <a:path w="905" h="1142">
                  <a:moveTo>
                    <a:pt x="905" y="0"/>
                  </a:moveTo>
                  <a:lnTo>
                    <a:pt x="0" y="1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l1022"/>
            <p:cNvSpPr/>
            <p:nvPr/>
          </p:nvSpPr>
          <p:spPr>
            <a:xfrm>
              <a:off x="4770602" y="5114836"/>
              <a:ext cx="900" cy="1146"/>
            </a:xfrm>
            <a:custGeom>
              <a:avLst/>
              <a:pathLst>
                <a:path w="900" h="1146">
                  <a:moveTo>
                    <a:pt x="900" y="0"/>
                  </a:moveTo>
                  <a:lnTo>
                    <a:pt x="0" y="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l1023"/>
            <p:cNvSpPr/>
            <p:nvPr/>
          </p:nvSpPr>
          <p:spPr>
            <a:xfrm>
              <a:off x="4767907" y="5110861"/>
              <a:ext cx="902" cy="1144"/>
            </a:xfrm>
            <a:custGeom>
              <a:avLst/>
              <a:pathLst>
                <a:path w="902" h="1144">
                  <a:moveTo>
                    <a:pt x="902" y="0"/>
                  </a:moveTo>
                  <a:lnTo>
                    <a:pt x="0" y="11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l1024"/>
            <p:cNvSpPr/>
            <p:nvPr/>
          </p:nvSpPr>
          <p:spPr>
            <a:xfrm>
              <a:off x="4777815" y="5119323"/>
              <a:ext cx="1790" cy="2299"/>
            </a:xfrm>
            <a:custGeom>
              <a:avLst/>
              <a:pathLst>
                <a:path w="1790" h="2299">
                  <a:moveTo>
                    <a:pt x="1790" y="0"/>
                  </a:moveTo>
                  <a:lnTo>
                    <a:pt x="0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l1025"/>
            <p:cNvSpPr/>
            <p:nvPr/>
          </p:nvSpPr>
          <p:spPr>
            <a:xfrm>
              <a:off x="4727836" y="5080369"/>
              <a:ext cx="929" cy="1122"/>
            </a:xfrm>
            <a:custGeom>
              <a:avLst/>
              <a:pathLst>
                <a:path w="929" h="1122">
                  <a:moveTo>
                    <a:pt x="929" y="0"/>
                  </a:moveTo>
                  <a:lnTo>
                    <a:pt x="0" y="11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l1026"/>
            <p:cNvSpPr/>
            <p:nvPr/>
          </p:nvSpPr>
          <p:spPr>
            <a:xfrm>
              <a:off x="4734902" y="5086189"/>
              <a:ext cx="924" cy="1126"/>
            </a:xfrm>
            <a:custGeom>
              <a:avLst/>
              <a:pathLst>
                <a:path w="924" h="1126">
                  <a:moveTo>
                    <a:pt x="924" y="0"/>
                  </a:moveTo>
                  <a:lnTo>
                    <a:pt x="0" y="11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l1027"/>
            <p:cNvSpPr/>
            <p:nvPr/>
          </p:nvSpPr>
          <p:spPr>
            <a:xfrm>
              <a:off x="4713779" y="5068638"/>
              <a:ext cx="938" cy="1114"/>
            </a:xfrm>
            <a:custGeom>
              <a:avLst/>
              <a:pathLst>
                <a:path w="938" h="1114">
                  <a:moveTo>
                    <a:pt x="938" y="0"/>
                  </a:moveTo>
                  <a:lnTo>
                    <a:pt x="0" y="11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l1028"/>
            <p:cNvSpPr/>
            <p:nvPr/>
          </p:nvSpPr>
          <p:spPr>
            <a:xfrm>
              <a:off x="4720795" y="5074519"/>
              <a:ext cx="934" cy="1118"/>
            </a:xfrm>
            <a:custGeom>
              <a:avLst/>
              <a:pathLst>
                <a:path w="934" h="1118">
                  <a:moveTo>
                    <a:pt x="934" y="0"/>
                  </a:moveTo>
                  <a:lnTo>
                    <a:pt x="0" y="1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l1029"/>
            <p:cNvSpPr/>
            <p:nvPr/>
          </p:nvSpPr>
          <p:spPr>
            <a:xfrm>
              <a:off x="4718220" y="5069349"/>
              <a:ext cx="1873" cy="2233"/>
            </a:xfrm>
            <a:custGeom>
              <a:avLst/>
              <a:pathLst>
                <a:path w="1873" h="2233">
                  <a:moveTo>
                    <a:pt x="1873" y="0"/>
                  </a:moveTo>
                  <a:lnTo>
                    <a:pt x="0" y="2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l1030"/>
            <p:cNvSpPr/>
            <p:nvPr/>
          </p:nvSpPr>
          <p:spPr>
            <a:xfrm>
              <a:off x="4732293" y="5081034"/>
              <a:ext cx="1853" cy="2249"/>
            </a:xfrm>
            <a:custGeom>
              <a:avLst/>
              <a:pathLst>
                <a:path w="1853" h="2249">
                  <a:moveTo>
                    <a:pt x="1853" y="0"/>
                  </a:moveTo>
                  <a:lnTo>
                    <a:pt x="0" y="22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l1031"/>
            <p:cNvSpPr/>
            <p:nvPr/>
          </p:nvSpPr>
          <p:spPr>
            <a:xfrm>
              <a:off x="4727108" y="5074086"/>
              <a:ext cx="931" cy="1120"/>
            </a:xfrm>
            <a:custGeom>
              <a:avLst/>
              <a:pathLst>
                <a:path w="931" h="1120">
                  <a:moveTo>
                    <a:pt x="931" y="0"/>
                  </a:moveTo>
                  <a:lnTo>
                    <a:pt x="0" y="11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l1032"/>
            <p:cNvSpPr/>
            <p:nvPr/>
          </p:nvSpPr>
          <p:spPr>
            <a:xfrm>
              <a:off x="4741993" y="5088588"/>
              <a:ext cx="3678" cy="4522"/>
            </a:xfrm>
            <a:custGeom>
              <a:avLst/>
              <a:pathLst>
                <a:path w="3678" h="4522">
                  <a:moveTo>
                    <a:pt x="3678" y="0"/>
                  </a:moveTo>
                  <a:lnTo>
                    <a:pt x="0" y="4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l1033"/>
            <p:cNvSpPr/>
            <p:nvPr/>
          </p:nvSpPr>
          <p:spPr>
            <a:xfrm>
              <a:off x="4736836" y="5080235"/>
              <a:ext cx="925" cy="1125"/>
            </a:xfrm>
            <a:custGeom>
              <a:avLst/>
              <a:pathLst>
                <a:path w="925" h="1125">
                  <a:moveTo>
                    <a:pt x="925" y="0"/>
                  </a:moveTo>
                  <a:lnTo>
                    <a:pt x="0" y="1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l1034"/>
            <p:cNvSpPr/>
            <p:nvPr/>
          </p:nvSpPr>
          <p:spPr>
            <a:xfrm>
              <a:off x="4749108" y="5093201"/>
              <a:ext cx="4574" cy="5672"/>
            </a:xfrm>
            <a:custGeom>
              <a:avLst/>
              <a:pathLst>
                <a:path w="4574" h="5672">
                  <a:moveTo>
                    <a:pt x="4574" y="0"/>
                  </a:moveTo>
                  <a:lnTo>
                    <a:pt x="0" y="5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l1035"/>
            <p:cNvSpPr/>
            <p:nvPr/>
          </p:nvSpPr>
          <p:spPr>
            <a:xfrm>
              <a:off x="4745707" y="5085607"/>
              <a:ext cx="920" cy="1130"/>
            </a:xfrm>
            <a:custGeom>
              <a:avLst/>
              <a:pathLst>
                <a:path w="920" h="1130">
                  <a:moveTo>
                    <a:pt x="920" y="0"/>
                  </a:moveTo>
                  <a:lnTo>
                    <a:pt x="0" y="11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l1036"/>
            <p:cNvSpPr/>
            <p:nvPr/>
          </p:nvSpPr>
          <p:spPr>
            <a:xfrm>
              <a:off x="4756248" y="5097777"/>
              <a:ext cx="5460" cy="6829"/>
            </a:xfrm>
            <a:custGeom>
              <a:avLst/>
              <a:pathLst>
                <a:path w="5460" h="6829">
                  <a:moveTo>
                    <a:pt x="5460" y="0"/>
                  </a:moveTo>
                  <a:lnTo>
                    <a:pt x="0" y="6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l1037"/>
            <p:cNvSpPr/>
            <p:nvPr/>
          </p:nvSpPr>
          <p:spPr>
            <a:xfrm>
              <a:off x="4754154" y="5088307"/>
              <a:ext cx="2745" cy="3402"/>
            </a:xfrm>
            <a:custGeom>
              <a:avLst/>
              <a:pathLst>
                <a:path w="2745" h="3402">
                  <a:moveTo>
                    <a:pt x="2745" y="0"/>
                  </a:moveTo>
                  <a:lnTo>
                    <a:pt x="0" y="3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l1038"/>
            <p:cNvSpPr/>
            <p:nvPr/>
          </p:nvSpPr>
          <p:spPr>
            <a:xfrm>
              <a:off x="4774201" y="5107072"/>
              <a:ext cx="6293" cy="8029"/>
            </a:xfrm>
            <a:custGeom>
              <a:avLst/>
              <a:pathLst>
                <a:path w="6293" h="8029">
                  <a:moveTo>
                    <a:pt x="6293" y="0"/>
                  </a:moveTo>
                  <a:lnTo>
                    <a:pt x="0" y="8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l1039"/>
            <p:cNvSpPr/>
            <p:nvPr/>
          </p:nvSpPr>
          <p:spPr>
            <a:xfrm>
              <a:off x="4768664" y="5092028"/>
              <a:ext cx="4535" cy="5703"/>
            </a:xfrm>
            <a:custGeom>
              <a:avLst/>
              <a:pathLst>
                <a:path w="4535" h="5703">
                  <a:moveTo>
                    <a:pt x="4535" y="0"/>
                  </a:moveTo>
                  <a:lnTo>
                    <a:pt x="0" y="5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l1040"/>
            <p:cNvSpPr/>
            <p:nvPr/>
          </p:nvSpPr>
          <p:spPr>
            <a:xfrm>
              <a:off x="4810864" y="5127910"/>
              <a:ext cx="8753" cy="11652"/>
            </a:xfrm>
            <a:custGeom>
              <a:avLst/>
              <a:pathLst>
                <a:path w="8753" h="11652">
                  <a:moveTo>
                    <a:pt x="8753" y="0"/>
                  </a:moveTo>
                  <a:lnTo>
                    <a:pt x="0" y="11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l1041"/>
            <p:cNvSpPr/>
            <p:nvPr/>
          </p:nvSpPr>
          <p:spPr>
            <a:xfrm>
              <a:off x="4796285" y="5095140"/>
              <a:ext cx="11587" cy="14989"/>
            </a:xfrm>
            <a:custGeom>
              <a:avLst/>
              <a:pathLst>
                <a:path w="11587" h="14989">
                  <a:moveTo>
                    <a:pt x="11587" y="0"/>
                  </a:moveTo>
                  <a:lnTo>
                    <a:pt x="0" y="149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l1042"/>
            <p:cNvSpPr/>
            <p:nvPr/>
          </p:nvSpPr>
          <p:spPr>
            <a:xfrm>
              <a:off x="4907189" y="5175676"/>
              <a:ext cx="12212" cy="18131"/>
            </a:xfrm>
            <a:custGeom>
              <a:avLst/>
              <a:pathLst>
                <a:path w="12212" h="18131">
                  <a:moveTo>
                    <a:pt x="12212" y="0"/>
                  </a:moveTo>
                  <a:lnTo>
                    <a:pt x="0" y="181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4862979" y="5135137"/>
              <a:ext cx="853" cy="1181"/>
            </a:xfrm>
            <a:custGeom>
              <a:avLst/>
              <a:pathLst>
                <a:path w="853" h="1181">
                  <a:moveTo>
                    <a:pt x="853" y="0"/>
                  </a:moveTo>
                  <a:lnTo>
                    <a:pt x="0" y="1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4919270" y="5188714"/>
              <a:ext cx="22380" cy="34121"/>
            </a:xfrm>
            <a:custGeom>
              <a:avLst/>
              <a:pathLst>
                <a:path w="22380" h="34121">
                  <a:moveTo>
                    <a:pt x="22380" y="0"/>
                  </a:moveTo>
                  <a:lnTo>
                    <a:pt x="0" y="34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4902440" y="5161162"/>
              <a:ext cx="826" cy="1200"/>
            </a:xfrm>
            <a:custGeom>
              <a:avLst/>
              <a:pathLst>
                <a:path w="826" h="1200">
                  <a:moveTo>
                    <a:pt x="826" y="0"/>
                  </a:moveTo>
                  <a:lnTo>
                    <a:pt x="0" y="1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4926937" y="5192403"/>
              <a:ext cx="23028" cy="35439"/>
            </a:xfrm>
            <a:custGeom>
              <a:avLst/>
              <a:pathLst>
                <a:path w="23028" h="35439">
                  <a:moveTo>
                    <a:pt x="23028" y="0"/>
                  </a:moveTo>
                  <a:lnTo>
                    <a:pt x="0" y="354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4926512" y="5175727"/>
              <a:ext cx="810" cy="1211"/>
            </a:xfrm>
            <a:custGeom>
              <a:avLst/>
              <a:pathLst>
                <a:path w="810" h="1211">
                  <a:moveTo>
                    <a:pt x="810" y="0"/>
                  </a:moveTo>
                  <a:lnTo>
                    <a:pt x="0" y="1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4934626" y="5196052"/>
              <a:ext cx="23666" cy="36762"/>
            </a:xfrm>
            <a:custGeom>
              <a:avLst/>
              <a:pathLst>
                <a:path w="23666" h="36762">
                  <a:moveTo>
                    <a:pt x="23666" y="0"/>
                  </a:moveTo>
                  <a:lnTo>
                    <a:pt x="0" y="36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4942763" y="5184740"/>
              <a:ext cx="799" cy="1218"/>
            </a:xfrm>
            <a:custGeom>
              <a:avLst/>
              <a:pathLst>
                <a:path w="799" h="1218">
                  <a:moveTo>
                    <a:pt x="799" y="0"/>
                  </a:moveTo>
                  <a:lnTo>
                    <a:pt x="0" y="1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4942336" y="5199663"/>
              <a:ext cx="24292" cy="38092"/>
            </a:xfrm>
            <a:custGeom>
              <a:avLst/>
              <a:pathLst>
                <a:path w="24292" h="38092">
                  <a:moveTo>
                    <a:pt x="24292" y="0"/>
                  </a:moveTo>
                  <a:lnTo>
                    <a:pt x="0" y="380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4955071" y="5181227"/>
              <a:ext cx="7124" cy="11012"/>
            </a:xfrm>
            <a:custGeom>
              <a:avLst/>
              <a:pathLst>
                <a:path w="7124" h="11012">
                  <a:moveTo>
                    <a:pt x="7124" y="0"/>
                  </a:moveTo>
                  <a:lnTo>
                    <a:pt x="0" y="1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5010385" y="5225713"/>
              <a:ext cx="23725" cy="40150"/>
            </a:xfrm>
            <a:custGeom>
              <a:avLst/>
              <a:pathLst>
                <a:path w="23725" h="40150">
                  <a:moveTo>
                    <a:pt x="23725" y="0"/>
                  </a:moveTo>
                  <a:lnTo>
                    <a:pt x="0" y="40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4997928" y="5175328"/>
              <a:ext cx="17634" cy="28506"/>
            </a:xfrm>
            <a:custGeom>
              <a:avLst/>
              <a:pathLst>
                <a:path w="17634" h="28506">
                  <a:moveTo>
                    <a:pt x="17634" y="0"/>
                  </a:moveTo>
                  <a:lnTo>
                    <a:pt x="0" y="28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5142202" y="5261468"/>
              <a:ext cx="26965" cy="53322"/>
            </a:xfrm>
            <a:custGeom>
              <a:avLst/>
              <a:pathLst>
                <a:path w="26965" h="53322">
                  <a:moveTo>
                    <a:pt x="26965" y="0"/>
                  </a:moveTo>
                  <a:lnTo>
                    <a:pt x="0" y="53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5091441" y="5212419"/>
              <a:ext cx="4277" cy="7626"/>
            </a:xfrm>
            <a:custGeom>
              <a:avLst/>
              <a:pathLst>
                <a:path w="4277" h="7626">
                  <a:moveTo>
                    <a:pt x="4277" y="0"/>
                  </a:moveTo>
                  <a:lnTo>
                    <a:pt x="0" y="7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5243026" y="5303996"/>
              <a:ext cx="37205" cy="85530"/>
            </a:xfrm>
            <a:custGeom>
              <a:avLst/>
              <a:pathLst>
                <a:path w="37205" h="85530">
                  <a:moveTo>
                    <a:pt x="37205" y="0"/>
                  </a:moveTo>
                  <a:lnTo>
                    <a:pt x="0" y="855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5186821" y="5256616"/>
              <a:ext cx="1943" cy="3916"/>
            </a:xfrm>
            <a:custGeom>
              <a:avLst/>
              <a:pathLst>
                <a:path w="1943" h="3916">
                  <a:moveTo>
                    <a:pt x="1943" y="0"/>
                  </a:moveTo>
                  <a:lnTo>
                    <a:pt x="0" y="39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5269671" y="5311517"/>
              <a:ext cx="39341" cy="94125"/>
            </a:xfrm>
            <a:custGeom>
              <a:avLst/>
              <a:pathLst>
                <a:path w="39341" h="94125">
                  <a:moveTo>
                    <a:pt x="39341" y="0"/>
                  </a:moveTo>
                  <a:lnTo>
                    <a:pt x="0" y="94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4699822" y="5056788"/>
              <a:ext cx="948" cy="1106"/>
            </a:xfrm>
            <a:custGeom>
              <a:avLst/>
              <a:pathLst>
                <a:path w="948" h="1106">
                  <a:moveTo>
                    <a:pt x="948" y="0"/>
                  </a:moveTo>
                  <a:lnTo>
                    <a:pt x="0" y="1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4706788" y="5062728"/>
              <a:ext cx="943" cy="1110"/>
            </a:xfrm>
            <a:custGeom>
              <a:avLst/>
              <a:pathLst>
                <a:path w="943" h="1110">
                  <a:moveTo>
                    <a:pt x="943" y="0"/>
                  </a:moveTo>
                  <a:lnTo>
                    <a:pt x="0" y="11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4685968" y="5044819"/>
              <a:ext cx="957" cy="1098"/>
            </a:xfrm>
            <a:custGeom>
              <a:avLst/>
              <a:pathLst>
                <a:path w="957" h="1098">
                  <a:moveTo>
                    <a:pt x="957" y="0"/>
                  </a:moveTo>
                  <a:lnTo>
                    <a:pt x="0" y="1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4692882" y="5050818"/>
              <a:ext cx="953" cy="1102"/>
            </a:xfrm>
            <a:custGeom>
              <a:avLst/>
              <a:pathLst>
                <a:path w="953" h="1102">
                  <a:moveTo>
                    <a:pt x="953" y="0"/>
                  </a:moveTo>
                  <a:lnTo>
                    <a:pt x="0" y="1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4665378" y="5026645"/>
              <a:ext cx="971" cy="1086"/>
            </a:xfrm>
            <a:custGeom>
              <a:avLst/>
              <a:pathLst>
                <a:path w="971" h="1086">
                  <a:moveTo>
                    <a:pt x="971" y="0"/>
                  </a:moveTo>
                  <a:lnTo>
                    <a:pt x="0" y="1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4672216" y="5032733"/>
              <a:ext cx="967" cy="1090"/>
            </a:xfrm>
            <a:custGeom>
              <a:avLst/>
              <a:pathLst>
                <a:path w="967" h="1090">
                  <a:moveTo>
                    <a:pt x="967" y="0"/>
                  </a:moveTo>
                  <a:lnTo>
                    <a:pt x="0" y="1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4645024" y="5008210"/>
              <a:ext cx="985" cy="1073"/>
            </a:xfrm>
            <a:custGeom>
              <a:avLst/>
              <a:pathLst>
                <a:path w="985" h="1073">
                  <a:moveTo>
                    <a:pt x="985" y="0"/>
                  </a:moveTo>
                  <a:lnTo>
                    <a:pt x="0" y="1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4651782" y="5014384"/>
              <a:ext cx="981" cy="1077"/>
            </a:xfrm>
            <a:custGeom>
              <a:avLst/>
              <a:pathLst>
                <a:path w="981" h="1077">
                  <a:moveTo>
                    <a:pt x="981" y="0"/>
                  </a:moveTo>
                  <a:lnTo>
                    <a:pt x="0" y="10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4649383" y="5010225"/>
              <a:ext cx="983" cy="1075"/>
            </a:xfrm>
            <a:custGeom>
              <a:avLst/>
              <a:pathLst>
                <a:path w="983" h="1075">
                  <a:moveTo>
                    <a:pt x="983" y="0"/>
                  </a:moveTo>
                  <a:lnTo>
                    <a:pt x="0" y="1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4658567" y="5019447"/>
              <a:ext cx="1952" cy="2163"/>
            </a:xfrm>
            <a:custGeom>
              <a:avLst/>
              <a:pathLst>
                <a:path w="1952" h="2163">
                  <a:moveTo>
                    <a:pt x="1952" y="0"/>
                  </a:moveTo>
                  <a:lnTo>
                    <a:pt x="0" y="2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4655436" y="5012686"/>
              <a:ext cx="1959" cy="2157"/>
            </a:xfrm>
            <a:custGeom>
              <a:avLst/>
              <a:pathLst>
                <a:path w="1959" h="2157">
                  <a:moveTo>
                    <a:pt x="1959" y="0"/>
                  </a:moveTo>
                  <a:lnTo>
                    <a:pt x="0" y="2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4669763" y="5026428"/>
              <a:ext cx="2908" cy="3264"/>
            </a:xfrm>
            <a:custGeom>
              <a:avLst/>
              <a:pathLst>
                <a:path w="2908" h="3264">
                  <a:moveTo>
                    <a:pt x="2908" y="0"/>
                  </a:moveTo>
                  <a:lnTo>
                    <a:pt x="0" y="3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4665017" y="5018492"/>
              <a:ext cx="974" cy="1083"/>
            </a:xfrm>
            <a:custGeom>
              <a:avLst/>
              <a:pathLst>
                <a:path w="974" h="1083">
                  <a:moveTo>
                    <a:pt x="974" y="0"/>
                  </a:moveTo>
                  <a:lnTo>
                    <a:pt x="0" y="10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4679079" y="5034413"/>
              <a:ext cx="4812" cy="5471"/>
            </a:xfrm>
            <a:custGeom>
              <a:avLst/>
              <a:pathLst>
                <a:path w="4812" h="5471">
                  <a:moveTo>
                    <a:pt x="4812" y="0"/>
                  </a:moveTo>
                  <a:lnTo>
                    <a:pt x="0" y="54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4674919" y="5024300"/>
              <a:ext cx="1937" cy="2177"/>
            </a:xfrm>
            <a:custGeom>
              <a:avLst/>
              <a:pathLst>
                <a:path w="1937" h="2177">
                  <a:moveTo>
                    <a:pt x="1937" y="0"/>
                  </a:moveTo>
                  <a:lnTo>
                    <a:pt x="0" y="2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4690377" y="5041220"/>
              <a:ext cx="5732" cy="6602"/>
            </a:xfrm>
            <a:custGeom>
              <a:avLst/>
              <a:pathLst>
                <a:path w="5732" h="6602">
                  <a:moveTo>
                    <a:pt x="5732" y="0"/>
                  </a:moveTo>
                  <a:lnTo>
                    <a:pt x="0" y="6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4624907" y="4989515"/>
              <a:ext cx="999" cy="1060"/>
            </a:xfrm>
            <a:custGeom>
              <a:avLst/>
              <a:pathLst>
                <a:path w="999" h="1060">
                  <a:moveTo>
                    <a:pt x="999" y="0"/>
                  </a:moveTo>
                  <a:lnTo>
                    <a:pt x="0" y="10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4631586" y="4995775"/>
              <a:ext cx="994" cy="1065"/>
            </a:xfrm>
            <a:custGeom>
              <a:avLst/>
              <a:pathLst>
                <a:path w="994" h="1065">
                  <a:moveTo>
                    <a:pt x="994" y="0"/>
                  </a:moveTo>
                  <a:lnTo>
                    <a:pt x="0" y="10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4629240" y="4991586"/>
              <a:ext cx="997" cy="1062"/>
            </a:xfrm>
            <a:custGeom>
              <a:avLst/>
              <a:pathLst>
                <a:path w="997" h="1062">
                  <a:moveTo>
                    <a:pt x="997" y="0"/>
                  </a:moveTo>
                  <a:lnTo>
                    <a:pt x="0" y="1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4638292" y="5000937"/>
              <a:ext cx="1980" cy="2138"/>
            </a:xfrm>
            <a:custGeom>
              <a:avLst/>
              <a:pathLst>
                <a:path w="1980" h="2138">
                  <a:moveTo>
                    <a:pt x="1980" y="0"/>
                  </a:moveTo>
                  <a:lnTo>
                    <a:pt x="0" y="21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4611630" y="4976909"/>
              <a:ext cx="1008" cy="1052"/>
            </a:xfrm>
            <a:custGeom>
              <a:avLst/>
              <a:pathLst>
                <a:path w="1008" h="1052">
                  <a:moveTo>
                    <a:pt x="1008" y="0"/>
                  </a:moveTo>
                  <a:lnTo>
                    <a:pt x="0" y="10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4618255" y="4983226"/>
              <a:ext cx="1003" cy="1056"/>
            </a:xfrm>
            <a:custGeom>
              <a:avLst/>
              <a:pathLst>
                <a:path w="1003" h="1056">
                  <a:moveTo>
                    <a:pt x="1003" y="0"/>
                  </a:moveTo>
                  <a:lnTo>
                    <a:pt x="0" y="1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4598461" y="4964191"/>
              <a:ext cx="1017" cy="1043"/>
            </a:xfrm>
            <a:custGeom>
              <a:avLst/>
              <a:pathLst>
                <a:path w="1017" h="1043">
                  <a:moveTo>
                    <a:pt x="1017" y="0"/>
                  </a:moveTo>
                  <a:lnTo>
                    <a:pt x="0" y="10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4605032" y="4970564"/>
              <a:ext cx="1012" cy="1047"/>
            </a:xfrm>
            <a:custGeom>
              <a:avLst/>
              <a:pathLst>
                <a:path w="1012" h="1047">
                  <a:moveTo>
                    <a:pt x="1012" y="0"/>
                  </a:moveTo>
                  <a:lnTo>
                    <a:pt x="0" y="10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4602758" y="4965290"/>
              <a:ext cx="2030" cy="2091"/>
            </a:xfrm>
            <a:custGeom>
              <a:avLst/>
              <a:pathLst>
                <a:path w="2030" h="2091">
                  <a:moveTo>
                    <a:pt x="2030" y="0"/>
                  </a:moveTo>
                  <a:lnTo>
                    <a:pt x="0" y="20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4615945" y="4977963"/>
              <a:ext cx="2012" cy="2108"/>
            </a:xfrm>
            <a:custGeom>
              <a:avLst/>
              <a:pathLst>
                <a:path w="2012" h="2108">
                  <a:moveTo>
                    <a:pt x="2012" y="0"/>
                  </a:moveTo>
                  <a:lnTo>
                    <a:pt x="0" y="21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5"/>
            <p:cNvSpPr/>
            <p:nvPr/>
          </p:nvSpPr>
          <p:spPr>
            <a:xfrm>
              <a:off x="4611359" y="4968490"/>
              <a:ext cx="3031" cy="3150"/>
            </a:xfrm>
            <a:custGeom>
              <a:avLst/>
              <a:pathLst>
                <a:path w="3031" h="3150">
                  <a:moveTo>
                    <a:pt x="3031" y="0"/>
                  </a:moveTo>
                  <a:lnTo>
                    <a:pt x="0" y="3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6"/>
            <p:cNvSpPr/>
            <p:nvPr/>
          </p:nvSpPr>
          <p:spPr>
            <a:xfrm>
              <a:off x="4635247" y="4992005"/>
              <a:ext cx="3974" cy="4264"/>
            </a:xfrm>
            <a:custGeom>
              <a:avLst/>
              <a:pathLst>
                <a:path w="3974" h="4264">
                  <a:moveTo>
                    <a:pt x="3974" y="0"/>
                  </a:moveTo>
                  <a:lnTo>
                    <a:pt x="0" y="4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pl1087"/>
            <p:cNvSpPr/>
            <p:nvPr/>
          </p:nvSpPr>
          <p:spPr>
            <a:xfrm>
              <a:off x="4585401" y="4951361"/>
              <a:ext cx="1026" cy="1034"/>
            </a:xfrm>
            <a:custGeom>
              <a:avLst/>
              <a:pathLst>
                <a:path w="1026" h="1034">
                  <a:moveTo>
                    <a:pt x="1026" y="0"/>
                  </a:moveTo>
                  <a:lnTo>
                    <a:pt x="0" y="1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8" name="pl1088"/>
            <p:cNvSpPr/>
            <p:nvPr/>
          </p:nvSpPr>
          <p:spPr>
            <a:xfrm>
              <a:off x="4591917" y="4957790"/>
              <a:ext cx="1021" cy="1039"/>
            </a:xfrm>
            <a:custGeom>
              <a:avLst/>
              <a:pathLst>
                <a:path w="1021" h="1039">
                  <a:moveTo>
                    <a:pt x="1021" y="0"/>
                  </a:moveTo>
                  <a:lnTo>
                    <a:pt x="0" y="1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9" name="pl1089"/>
            <p:cNvSpPr/>
            <p:nvPr/>
          </p:nvSpPr>
          <p:spPr>
            <a:xfrm>
              <a:off x="4572451" y="4938420"/>
              <a:ext cx="1034" cy="1026"/>
            </a:xfrm>
            <a:custGeom>
              <a:avLst/>
              <a:pathLst>
                <a:path w="1034" h="1026">
                  <a:moveTo>
                    <a:pt x="1034" y="0"/>
                  </a:moveTo>
                  <a:lnTo>
                    <a:pt x="0" y="10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0" name="pl1090"/>
            <p:cNvSpPr/>
            <p:nvPr/>
          </p:nvSpPr>
          <p:spPr>
            <a:xfrm>
              <a:off x="4578912" y="4944904"/>
              <a:ext cx="1030" cy="1030"/>
            </a:xfrm>
            <a:custGeom>
              <a:avLst/>
              <a:pathLst>
                <a:path w="1030" h="1030">
                  <a:moveTo>
                    <a:pt x="1030" y="0"/>
                  </a:moveTo>
                  <a:lnTo>
                    <a:pt x="0" y="1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1" name="pl1091"/>
            <p:cNvSpPr/>
            <p:nvPr/>
          </p:nvSpPr>
          <p:spPr>
            <a:xfrm>
              <a:off x="4559612" y="4925369"/>
              <a:ext cx="1043" cy="1017"/>
            </a:xfrm>
            <a:custGeom>
              <a:avLst/>
              <a:pathLst>
                <a:path w="1043" h="1017">
                  <a:moveTo>
                    <a:pt x="1043" y="0"/>
                  </a:moveTo>
                  <a:lnTo>
                    <a:pt x="0" y="1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4566017" y="4931908"/>
              <a:ext cx="1039" cy="1021"/>
            </a:xfrm>
            <a:custGeom>
              <a:avLst/>
              <a:pathLst>
                <a:path w="1039" h="1021">
                  <a:moveTo>
                    <a:pt x="1039" y="0"/>
                  </a:moveTo>
                  <a:lnTo>
                    <a:pt x="0" y="1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4563853" y="4926603"/>
              <a:ext cx="2082" cy="2038"/>
            </a:xfrm>
            <a:custGeom>
              <a:avLst/>
              <a:pathLst>
                <a:path w="2082" h="2038">
                  <a:moveTo>
                    <a:pt x="2082" y="0"/>
                  </a:moveTo>
                  <a:lnTo>
                    <a:pt x="0" y="20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4576711" y="4939609"/>
              <a:ext cx="2065" cy="2056"/>
            </a:xfrm>
            <a:custGeom>
              <a:avLst/>
              <a:pathLst>
                <a:path w="2065" h="2056">
                  <a:moveTo>
                    <a:pt x="2065" y="0"/>
                  </a:moveTo>
                  <a:lnTo>
                    <a:pt x="0" y="2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4546885" y="4912208"/>
              <a:ext cx="1052" cy="1008"/>
            </a:xfrm>
            <a:custGeom>
              <a:avLst/>
              <a:pathLst>
                <a:path w="1052" h="1008">
                  <a:moveTo>
                    <a:pt x="1052" y="0"/>
                  </a:moveTo>
                  <a:lnTo>
                    <a:pt x="0" y="1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4553234" y="4918802"/>
              <a:ext cx="1047" cy="1012"/>
            </a:xfrm>
            <a:custGeom>
              <a:avLst/>
              <a:pathLst>
                <a:path w="1047" h="1012">
                  <a:moveTo>
                    <a:pt x="1047" y="0"/>
                  </a:moveTo>
                  <a:lnTo>
                    <a:pt x="0" y="1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4528006" y="4892266"/>
              <a:ext cx="1065" cy="994"/>
            </a:xfrm>
            <a:custGeom>
              <a:avLst/>
              <a:pathLst>
                <a:path w="1065" h="994">
                  <a:moveTo>
                    <a:pt x="1065" y="0"/>
                  </a:moveTo>
                  <a:lnTo>
                    <a:pt x="0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pl1098"/>
            <p:cNvSpPr/>
            <p:nvPr/>
          </p:nvSpPr>
          <p:spPr>
            <a:xfrm>
              <a:off x="4534271" y="4898940"/>
              <a:ext cx="1060" cy="999"/>
            </a:xfrm>
            <a:custGeom>
              <a:avLst/>
              <a:pathLst>
                <a:path w="1060" h="999">
                  <a:moveTo>
                    <a:pt x="1060" y="0"/>
                  </a:moveTo>
                  <a:lnTo>
                    <a:pt x="0" y="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9" name="pl1099"/>
            <p:cNvSpPr/>
            <p:nvPr/>
          </p:nvSpPr>
          <p:spPr>
            <a:xfrm>
              <a:off x="4532198" y="4894609"/>
              <a:ext cx="1062" cy="997"/>
            </a:xfrm>
            <a:custGeom>
              <a:avLst/>
              <a:pathLst>
                <a:path w="1062" h="997">
                  <a:moveTo>
                    <a:pt x="1062" y="0"/>
                  </a:moveTo>
                  <a:lnTo>
                    <a:pt x="0" y="9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0" name="pl1100"/>
            <p:cNvSpPr/>
            <p:nvPr/>
          </p:nvSpPr>
          <p:spPr>
            <a:xfrm>
              <a:off x="4540564" y="4904584"/>
              <a:ext cx="2113" cy="2007"/>
            </a:xfrm>
            <a:custGeom>
              <a:avLst/>
              <a:pathLst>
                <a:path w="2113" h="2007">
                  <a:moveTo>
                    <a:pt x="2113" y="0"/>
                  </a:moveTo>
                  <a:lnTo>
                    <a:pt x="0" y="20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pl1101"/>
            <p:cNvSpPr/>
            <p:nvPr/>
          </p:nvSpPr>
          <p:spPr>
            <a:xfrm>
              <a:off x="4537961" y="4897603"/>
              <a:ext cx="2119" cy="2000"/>
            </a:xfrm>
            <a:custGeom>
              <a:avLst/>
              <a:pathLst>
                <a:path w="2119" h="2000">
                  <a:moveTo>
                    <a:pt x="2119" y="0"/>
                  </a:moveTo>
                  <a:lnTo>
                    <a:pt x="0" y="2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2" name="pl1102"/>
            <p:cNvSpPr/>
            <p:nvPr/>
          </p:nvSpPr>
          <p:spPr>
            <a:xfrm>
              <a:off x="4551106" y="4912477"/>
              <a:ext cx="3150" cy="3031"/>
            </a:xfrm>
            <a:custGeom>
              <a:avLst/>
              <a:pathLst>
                <a:path w="3150" h="3031">
                  <a:moveTo>
                    <a:pt x="3150" y="0"/>
                  </a:moveTo>
                  <a:lnTo>
                    <a:pt x="0" y="30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3" name="pl1103"/>
            <p:cNvSpPr/>
            <p:nvPr/>
          </p:nvSpPr>
          <p:spPr>
            <a:xfrm>
              <a:off x="4547151" y="4901035"/>
              <a:ext cx="4219" cy="4021"/>
            </a:xfrm>
            <a:custGeom>
              <a:avLst/>
              <a:pathLst>
                <a:path w="4219" h="4021">
                  <a:moveTo>
                    <a:pt x="4219" y="0"/>
                  </a:moveTo>
                  <a:lnTo>
                    <a:pt x="0" y="40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pl1104"/>
            <p:cNvSpPr/>
            <p:nvPr/>
          </p:nvSpPr>
          <p:spPr>
            <a:xfrm>
              <a:off x="4572342" y="4928000"/>
              <a:ext cx="5185" cy="5119"/>
            </a:xfrm>
            <a:custGeom>
              <a:avLst/>
              <a:pathLst>
                <a:path w="5185" h="5119">
                  <a:moveTo>
                    <a:pt x="5185" y="0"/>
                  </a:moveTo>
                  <a:lnTo>
                    <a:pt x="0" y="5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5" name="pl1105"/>
            <p:cNvSpPr/>
            <p:nvPr/>
          </p:nvSpPr>
          <p:spPr>
            <a:xfrm>
              <a:off x="4564390" y="4912546"/>
              <a:ext cx="2092" cy="2029"/>
            </a:xfrm>
            <a:custGeom>
              <a:avLst/>
              <a:pathLst>
                <a:path w="2092" h="2029">
                  <a:moveTo>
                    <a:pt x="2092" y="0"/>
                  </a:moveTo>
                  <a:lnTo>
                    <a:pt x="0" y="2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l1106"/>
            <p:cNvSpPr/>
            <p:nvPr/>
          </p:nvSpPr>
          <p:spPr>
            <a:xfrm>
              <a:off x="4589679" y="4945245"/>
              <a:ext cx="9215" cy="9333"/>
            </a:xfrm>
            <a:custGeom>
              <a:avLst/>
              <a:pathLst>
                <a:path w="9215" h="9333">
                  <a:moveTo>
                    <a:pt x="9215" y="0"/>
                  </a:moveTo>
                  <a:lnTo>
                    <a:pt x="0" y="93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l1107"/>
            <p:cNvSpPr/>
            <p:nvPr/>
          </p:nvSpPr>
          <p:spPr>
            <a:xfrm>
              <a:off x="4582600" y="4921801"/>
              <a:ext cx="7245" cy="7181"/>
            </a:xfrm>
            <a:custGeom>
              <a:avLst/>
              <a:pathLst>
                <a:path w="7245" h="7181">
                  <a:moveTo>
                    <a:pt x="7245" y="0"/>
                  </a:moveTo>
                  <a:lnTo>
                    <a:pt x="0" y="7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l1108"/>
            <p:cNvSpPr/>
            <p:nvPr/>
          </p:nvSpPr>
          <p:spPr>
            <a:xfrm>
              <a:off x="4626759" y="4968657"/>
              <a:ext cx="11023" cy="11640"/>
            </a:xfrm>
            <a:custGeom>
              <a:avLst/>
              <a:pathLst>
                <a:path w="11023" h="11640">
                  <a:moveTo>
                    <a:pt x="11023" y="0"/>
                  </a:moveTo>
                  <a:lnTo>
                    <a:pt x="0" y="11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4613629" y="4937081"/>
              <a:ext cx="8149" cy="8337"/>
            </a:xfrm>
            <a:custGeom>
              <a:avLst/>
              <a:pathLst>
                <a:path w="8149" h="8337">
                  <a:moveTo>
                    <a:pt x="8149" y="0"/>
                  </a:moveTo>
                  <a:lnTo>
                    <a:pt x="0" y="8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4686458" y="5013083"/>
              <a:ext cx="17316" cy="19705"/>
            </a:xfrm>
            <a:custGeom>
              <a:avLst/>
              <a:pathLst>
                <a:path w="17316" h="19705">
                  <a:moveTo>
                    <a:pt x="17316" y="0"/>
                  </a:moveTo>
                  <a:lnTo>
                    <a:pt x="0" y="197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4662273" y="4973488"/>
              <a:ext cx="1981" cy="2137"/>
            </a:xfrm>
            <a:custGeom>
              <a:avLst/>
              <a:pathLst>
                <a:path w="1981" h="2137">
                  <a:moveTo>
                    <a:pt x="1981" y="0"/>
                  </a:moveTo>
                  <a:lnTo>
                    <a:pt x="0" y="2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4704248" y="5030938"/>
              <a:ext cx="24596" cy="28823"/>
            </a:xfrm>
            <a:custGeom>
              <a:avLst/>
              <a:pathLst>
                <a:path w="24596" h="28823">
                  <a:moveTo>
                    <a:pt x="24596" y="0"/>
                  </a:moveTo>
                  <a:lnTo>
                    <a:pt x="0" y="288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4503236" y="4865303"/>
              <a:ext cx="1081" cy="976"/>
            </a:xfrm>
            <a:custGeom>
              <a:avLst/>
              <a:pathLst>
                <a:path w="1081" h="976">
                  <a:moveTo>
                    <a:pt x="1081" y="0"/>
                  </a:moveTo>
                  <a:lnTo>
                    <a:pt x="0" y="9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4509385" y="4872083"/>
              <a:ext cx="1077" cy="981"/>
            </a:xfrm>
            <a:custGeom>
              <a:avLst/>
              <a:pathLst>
                <a:path w="1077" h="981">
                  <a:moveTo>
                    <a:pt x="1077" y="0"/>
                  </a:moveTo>
                  <a:lnTo>
                    <a:pt x="0" y="9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4491024" y="4851664"/>
              <a:ext cx="1090" cy="967"/>
            </a:xfrm>
            <a:custGeom>
              <a:avLst/>
              <a:pathLst>
                <a:path w="1090" h="967">
                  <a:moveTo>
                    <a:pt x="1090" y="0"/>
                  </a:moveTo>
                  <a:lnTo>
                    <a:pt x="0" y="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4497115" y="4858496"/>
              <a:ext cx="1086" cy="971"/>
            </a:xfrm>
            <a:custGeom>
              <a:avLst/>
              <a:pathLst>
                <a:path w="1086" h="971">
                  <a:moveTo>
                    <a:pt x="1086" y="0"/>
                  </a:moveTo>
                  <a:lnTo>
                    <a:pt x="0" y="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4478929" y="4837921"/>
              <a:ext cx="1098" cy="957"/>
            </a:xfrm>
            <a:custGeom>
              <a:avLst/>
              <a:pathLst>
                <a:path w="1098" h="957">
                  <a:moveTo>
                    <a:pt x="1098" y="0"/>
                  </a:moveTo>
                  <a:lnTo>
                    <a:pt x="0" y="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4484962" y="4844805"/>
              <a:ext cx="1094" cy="962"/>
            </a:xfrm>
            <a:custGeom>
              <a:avLst/>
              <a:pathLst>
                <a:path w="1094" h="962">
                  <a:moveTo>
                    <a:pt x="1094" y="0"/>
                  </a:moveTo>
                  <a:lnTo>
                    <a:pt x="0" y="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l1119"/>
            <p:cNvSpPr/>
            <p:nvPr/>
          </p:nvSpPr>
          <p:spPr>
            <a:xfrm>
              <a:off x="4483038" y="4839446"/>
              <a:ext cx="2192" cy="1920"/>
            </a:xfrm>
            <a:custGeom>
              <a:avLst/>
              <a:pathLst>
                <a:path w="2192" h="1920">
                  <a:moveTo>
                    <a:pt x="2192" y="0"/>
                  </a:moveTo>
                  <a:lnTo>
                    <a:pt x="0" y="19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l1120"/>
            <p:cNvSpPr/>
            <p:nvPr/>
          </p:nvSpPr>
          <p:spPr>
            <a:xfrm>
              <a:off x="4495154" y="4853144"/>
              <a:ext cx="2176" cy="1938"/>
            </a:xfrm>
            <a:custGeom>
              <a:avLst/>
              <a:pathLst>
                <a:path w="2176" h="1938">
                  <a:moveTo>
                    <a:pt x="2176" y="0"/>
                  </a:moveTo>
                  <a:lnTo>
                    <a:pt x="0" y="1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l1121"/>
            <p:cNvSpPr/>
            <p:nvPr/>
          </p:nvSpPr>
          <p:spPr>
            <a:xfrm>
              <a:off x="4491266" y="4844379"/>
              <a:ext cx="2184" cy="1929"/>
            </a:xfrm>
            <a:custGeom>
              <a:avLst/>
              <a:pathLst>
                <a:path w="2184" h="1929">
                  <a:moveTo>
                    <a:pt x="2184" y="0"/>
                  </a:moveTo>
                  <a:lnTo>
                    <a:pt x="0" y="1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l1122"/>
            <p:cNvSpPr/>
            <p:nvPr/>
          </p:nvSpPr>
          <p:spPr>
            <a:xfrm>
              <a:off x="4507387" y="4864781"/>
              <a:ext cx="4319" cy="3914"/>
            </a:xfrm>
            <a:custGeom>
              <a:avLst/>
              <a:pathLst>
                <a:path w="4319" h="3914">
                  <a:moveTo>
                    <a:pt x="4319" y="0"/>
                  </a:moveTo>
                  <a:lnTo>
                    <a:pt x="0" y="3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l1123"/>
            <p:cNvSpPr/>
            <p:nvPr/>
          </p:nvSpPr>
          <p:spPr>
            <a:xfrm>
              <a:off x="4466952" y="4824076"/>
              <a:ext cx="1106" cy="948"/>
            </a:xfrm>
            <a:custGeom>
              <a:avLst/>
              <a:pathLst>
                <a:path w="1106" h="948">
                  <a:moveTo>
                    <a:pt x="1106" y="0"/>
                  </a:moveTo>
                  <a:lnTo>
                    <a:pt x="0" y="9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l1124"/>
            <p:cNvSpPr/>
            <p:nvPr/>
          </p:nvSpPr>
          <p:spPr>
            <a:xfrm>
              <a:off x="4472926" y="4831011"/>
              <a:ext cx="1102" cy="953"/>
            </a:xfrm>
            <a:custGeom>
              <a:avLst/>
              <a:pathLst>
                <a:path w="1102" h="953">
                  <a:moveTo>
                    <a:pt x="1102" y="0"/>
                  </a:moveTo>
                  <a:lnTo>
                    <a:pt x="0" y="9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l1125"/>
            <p:cNvSpPr/>
            <p:nvPr/>
          </p:nvSpPr>
          <p:spPr>
            <a:xfrm>
              <a:off x="4455094" y="4810129"/>
              <a:ext cx="1114" cy="938"/>
            </a:xfrm>
            <a:custGeom>
              <a:avLst/>
              <a:pathLst>
                <a:path w="1114" h="938">
                  <a:moveTo>
                    <a:pt x="1114" y="0"/>
                  </a:moveTo>
                  <a:lnTo>
                    <a:pt x="0" y="9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l1126"/>
            <p:cNvSpPr/>
            <p:nvPr/>
          </p:nvSpPr>
          <p:spPr>
            <a:xfrm>
              <a:off x="4461008" y="4817115"/>
              <a:ext cx="1110" cy="943"/>
            </a:xfrm>
            <a:custGeom>
              <a:avLst/>
              <a:pathLst>
                <a:path w="1110" h="943">
                  <a:moveTo>
                    <a:pt x="1110" y="0"/>
                  </a:moveTo>
                  <a:lnTo>
                    <a:pt x="0" y="9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l1127"/>
            <p:cNvSpPr/>
            <p:nvPr/>
          </p:nvSpPr>
          <p:spPr>
            <a:xfrm>
              <a:off x="4443355" y="4796081"/>
              <a:ext cx="1122" cy="929"/>
            </a:xfrm>
            <a:custGeom>
              <a:avLst/>
              <a:pathLst>
                <a:path w="1122" h="929">
                  <a:moveTo>
                    <a:pt x="1122" y="0"/>
                  </a:moveTo>
                  <a:lnTo>
                    <a:pt x="0" y="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l1128"/>
            <p:cNvSpPr/>
            <p:nvPr/>
          </p:nvSpPr>
          <p:spPr>
            <a:xfrm>
              <a:off x="4449209" y="4803118"/>
              <a:ext cx="1118" cy="934"/>
            </a:xfrm>
            <a:custGeom>
              <a:avLst/>
              <a:pathLst>
                <a:path w="1118" h="934">
                  <a:moveTo>
                    <a:pt x="1118" y="0"/>
                  </a:moveTo>
                  <a:lnTo>
                    <a:pt x="0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l1129"/>
            <p:cNvSpPr/>
            <p:nvPr/>
          </p:nvSpPr>
          <p:spPr>
            <a:xfrm>
              <a:off x="4431737" y="4781934"/>
              <a:ext cx="1130" cy="919"/>
            </a:xfrm>
            <a:custGeom>
              <a:avLst/>
              <a:pathLst>
                <a:path w="1130" h="919">
                  <a:moveTo>
                    <a:pt x="1130" y="0"/>
                  </a:moveTo>
                  <a:lnTo>
                    <a:pt x="0" y="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l1130"/>
            <p:cNvSpPr/>
            <p:nvPr/>
          </p:nvSpPr>
          <p:spPr>
            <a:xfrm>
              <a:off x="4437531" y="4789020"/>
              <a:ext cx="1126" cy="924"/>
            </a:xfrm>
            <a:custGeom>
              <a:avLst/>
              <a:pathLst>
                <a:path w="1126" h="924">
                  <a:moveTo>
                    <a:pt x="1126" y="0"/>
                  </a:moveTo>
                  <a:lnTo>
                    <a:pt x="0" y="9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l1131"/>
            <p:cNvSpPr/>
            <p:nvPr/>
          </p:nvSpPr>
          <p:spPr>
            <a:xfrm>
              <a:off x="4435759" y="4783636"/>
              <a:ext cx="2257" cy="1844"/>
            </a:xfrm>
            <a:custGeom>
              <a:avLst/>
              <a:pathLst>
                <a:path w="2257" h="1844">
                  <a:moveTo>
                    <a:pt x="2257" y="0"/>
                  </a:moveTo>
                  <a:lnTo>
                    <a:pt x="0" y="18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l1132"/>
            <p:cNvSpPr/>
            <p:nvPr/>
          </p:nvSpPr>
          <p:spPr>
            <a:xfrm>
              <a:off x="4447399" y="4797739"/>
              <a:ext cx="2241" cy="1863"/>
            </a:xfrm>
            <a:custGeom>
              <a:avLst/>
              <a:pathLst>
                <a:path w="2241" h="1863">
                  <a:moveTo>
                    <a:pt x="2241" y="0"/>
                  </a:moveTo>
                  <a:lnTo>
                    <a:pt x="0" y="18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l1133"/>
            <p:cNvSpPr/>
            <p:nvPr/>
          </p:nvSpPr>
          <p:spPr>
            <a:xfrm>
              <a:off x="4443813" y="4788846"/>
              <a:ext cx="2249" cy="1853"/>
            </a:xfrm>
            <a:custGeom>
              <a:avLst/>
              <a:pathLst>
                <a:path w="2249" h="1853">
                  <a:moveTo>
                    <a:pt x="2249" y="0"/>
                  </a:moveTo>
                  <a:lnTo>
                    <a:pt x="0" y="1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l1134"/>
            <p:cNvSpPr/>
            <p:nvPr/>
          </p:nvSpPr>
          <p:spPr>
            <a:xfrm>
              <a:off x="4459160" y="4809860"/>
              <a:ext cx="4450" cy="3765"/>
            </a:xfrm>
            <a:custGeom>
              <a:avLst/>
              <a:pathLst>
                <a:path w="4450" h="3765">
                  <a:moveTo>
                    <a:pt x="4450" y="0"/>
                  </a:moveTo>
                  <a:lnTo>
                    <a:pt x="0" y="3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l1135"/>
            <p:cNvSpPr/>
            <p:nvPr/>
          </p:nvSpPr>
          <p:spPr>
            <a:xfrm>
              <a:off x="4454803" y="4797513"/>
              <a:ext cx="2237" cy="1868"/>
            </a:xfrm>
            <a:custGeom>
              <a:avLst/>
              <a:pathLst>
                <a:path w="2237" h="1868">
                  <a:moveTo>
                    <a:pt x="2237" y="0"/>
                  </a:moveTo>
                  <a:lnTo>
                    <a:pt x="0" y="1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l1136"/>
            <p:cNvSpPr/>
            <p:nvPr/>
          </p:nvSpPr>
          <p:spPr>
            <a:xfrm>
              <a:off x="4471040" y="4821842"/>
              <a:ext cx="6627" cy="5704"/>
            </a:xfrm>
            <a:custGeom>
              <a:avLst/>
              <a:pathLst>
                <a:path w="6627" h="5704">
                  <a:moveTo>
                    <a:pt x="6627" y="0"/>
                  </a:moveTo>
                  <a:lnTo>
                    <a:pt x="0" y="5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l1137"/>
            <p:cNvSpPr/>
            <p:nvPr/>
          </p:nvSpPr>
          <p:spPr>
            <a:xfrm>
              <a:off x="4420240" y="4767688"/>
              <a:ext cx="1138" cy="910"/>
            </a:xfrm>
            <a:custGeom>
              <a:avLst/>
              <a:pathLst>
                <a:path w="1138" h="910">
                  <a:moveTo>
                    <a:pt x="1138" y="0"/>
                  </a:moveTo>
                  <a:lnTo>
                    <a:pt x="0" y="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l1138"/>
            <p:cNvSpPr/>
            <p:nvPr/>
          </p:nvSpPr>
          <p:spPr>
            <a:xfrm>
              <a:off x="4425973" y="4774823"/>
              <a:ext cx="1134" cy="914"/>
            </a:xfrm>
            <a:custGeom>
              <a:avLst/>
              <a:pathLst>
                <a:path w="1134" h="914">
                  <a:moveTo>
                    <a:pt x="1134" y="0"/>
                  </a:moveTo>
                  <a:lnTo>
                    <a:pt x="0" y="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l1139"/>
            <p:cNvSpPr/>
            <p:nvPr/>
          </p:nvSpPr>
          <p:spPr>
            <a:xfrm>
              <a:off x="4403223" y="4746137"/>
              <a:ext cx="1149" cy="895"/>
            </a:xfrm>
            <a:custGeom>
              <a:avLst/>
              <a:pathLst>
                <a:path w="1149" h="895">
                  <a:moveTo>
                    <a:pt x="1149" y="0"/>
                  </a:moveTo>
                  <a:lnTo>
                    <a:pt x="0" y="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l1140"/>
            <p:cNvSpPr/>
            <p:nvPr/>
          </p:nvSpPr>
          <p:spPr>
            <a:xfrm>
              <a:off x="4408865" y="4753345"/>
              <a:ext cx="1146" cy="900"/>
            </a:xfrm>
            <a:custGeom>
              <a:avLst/>
              <a:pathLst>
                <a:path w="1146" h="900">
                  <a:moveTo>
                    <a:pt x="1146" y="0"/>
                  </a:moveTo>
                  <a:lnTo>
                    <a:pt x="0" y="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l1141"/>
            <p:cNvSpPr/>
            <p:nvPr/>
          </p:nvSpPr>
          <p:spPr>
            <a:xfrm>
              <a:off x="4386485" y="4724369"/>
              <a:ext cx="1161" cy="880"/>
            </a:xfrm>
            <a:custGeom>
              <a:avLst/>
              <a:pathLst>
                <a:path w="1161" h="880">
                  <a:moveTo>
                    <a:pt x="1161" y="0"/>
                  </a:moveTo>
                  <a:lnTo>
                    <a:pt x="0" y="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l1142"/>
            <p:cNvSpPr/>
            <p:nvPr/>
          </p:nvSpPr>
          <p:spPr>
            <a:xfrm>
              <a:off x="4392033" y="4731649"/>
              <a:ext cx="1157" cy="885"/>
            </a:xfrm>
            <a:custGeom>
              <a:avLst/>
              <a:pathLst>
                <a:path w="1157" h="885">
                  <a:moveTo>
                    <a:pt x="1157" y="0"/>
                  </a:moveTo>
                  <a:lnTo>
                    <a:pt x="0" y="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l1143"/>
            <p:cNvSpPr/>
            <p:nvPr/>
          </p:nvSpPr>
          <p:spPr>
            <a:xfrm>
              <a:off x="4375481" y="4709739"/>
              <a:ext cx="1168" cy="870"/>
            </a:xfrm>
            <a:custGeom>
              <a:avLst/>
              <a:pathLst>
                <a:path w="1168" h="870">
                  <a:moveTo>
                    <a:pt x="1168" y="0"/>
                  </a:moveTo>
                  <a:lnTo>
                    <a:pt x="0" y="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l1144"/>
            <p:cNvSpPr/>
            <p:nvPr/>
          </p:nvSpPr>
          <p:spPr>
            <a:xfrm>
              <a:off x="4380967" y="4717066"/>
              <a:ext cx="1164" cy="875"/>
            </a:xfrm>
            <a:custGeom>
              <a:avLst/>
              <a:pathLst>
                <a:path w="1164" h="875">
                  <a:moveTo>
                    <a:pt x="1164" y="0"/>
                  </a:moveTo>
                  <a:lnTo>
                    <a:pt x="0" y="8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l1145"/>
            <p:cNvSpPr/>
            <p:nvPr/>
          </p:nvSpPr>
          <p:spPr>
            <a:xfrm>
              <a:off x="4379387" y="4711659"/>
              <a:ext cx="2333" cy="1746"/>
            </a:xfrm>
            <a:custGeom>
              <a:avLst/>
              <a:pathLst>
                <a:path w="2333" h="1746">
                  <a:moveTo>
                    <a:pt x="2333" y="0"/>
                  </a:moveTo>
                  <a:lnTo>
                    <a:pt x="0" y="17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l1146"/>
            <p:cNvSpPr/>
            <p:nvPr/>
          </p:nvSpPr>
          <p:spPr>
            <a:xfrm>
              <a:off x="4390415" y="4726246"/>
              <a:ext cx="2318" cy="1766"/>
            </a:xfrm>
            <a:custGeom>
              <a:avLst/>
              <a:pathLst>
                <a:path w="2318" h="1766">
                  <a:moveTo>
                    <a:pt x="2318" y="0"/>
                  </a:moveTo>
                  <a:lnTo>
                    <a:pt x="0" y="1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l1147"/>
            <p:cNvSpPr/>
            <p:nvPr/>
          </p:nvSpPr>
          <p:spPr>
            <a:xfrm>
              <a:off x="4387212" y="4718086"/>
              <a:ext cx="1163" cy="878"/>
            </a:xfrm>
            <a:custGeom>
              <a:avLst/>
              <a:pathLst>
                <a:path w="1163" h="878">
                  <a:moveTo>
                    <a:pt x="1163" y="0"/>
                  </a:moveTo>
                  <a:lnTo>
                    <a:pt x="0" y="8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l1148"/>
            <p:cNvSpPr/>
            <p:nvPr/>
          </p:nvSpPr>
          <p:spPr>
            <a:xfrm>
              <a:off x="4397613" y="4736233"/>
              <a:ext cx="4614" cy="3561"/>
            </a:xfrm>
            <a:custGeom>
              <a:avLst/>
              <a:pathLst>
                <a:path w="4614" h="3561">
                  <a:moveTo>
                    <a:pt x="4614" y="0"/>
                  </a:moveTo>
                  <a:lnTo>
                    <a:pt x="0" y="3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l1149"/>
            <p:cNvSpPr/>
            <p:nvPr/>
          </p:nvSpPr>
          <p:spPr>
            <a:xfrm>
              <a:off x="4395277" y="4725410"/>
              <a:ext cx="2316" cy="1768"/>
            </a:xfrm>
            <a:custGeom>
              <a:avLst/>
              <a:pathLst>
                <a:path w="2316" h="1768">
                  <a:moveTo>
                    <a:pt x="2316" y="0"/>
                  </a:moveTo>
                  <a:lnTo>
                    <a:pt x="0" y="1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l1150"/>
            <p:cNvSpPr/>
            <p:nvPr/>
          </p:nvSpPr>
          <p:spPr>
            <a:xfrm>
              <a:off x="4407188" y="4745254"/>
              <a:ext cx="5739" cy="4489"/>
            </a:xfrm>
            <a:custGeom>
              <a:avLst/>
              <a:pathLst>
                <a:path w="5739" h="4489">
                  <a:moveTo>
                    <a:pt x="5739" y="0"/>
                  </a:moveTo>
                  <a:lnTo>
                    <a:pt x="0" y="4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l1151"/>
            <p:cNvSpPr/>
            <p:nvPr/>
          </p:nvSpPr>
          <p:spPr>
            <a:xfrm>
              <a:off x="4405232" y="4734463"/>
              <a:ext cx="1153" cy="891"/>
            </a:xfrm>
            <a:custGeom>
              <a:avLst/>
              <a:pathLst>
                <a:path w="1153" h="891">
                  <a:moveTo>
                    <a:pt x="1153" y="0"/>
                  </a:moveTo>
                  <a:lnTo>
                    <a:pt x="0" y="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l1152"/>
            <p:cNvSpPr/>
            <p:nvPr/>
          </p:nvSpPr>
          <p:spPr>
            <a:xfrm>
              <a:off x="4414537" y="4755097"/>
              <a:ext cx="7995" cy="6336"/>
            </a:xfrm>
            <a:custGeom>
              <a:avLst/>
              <a:pathLst>
                <a:path w="7995" h="6336">
                  <a:moveTo>
                    <a:pt x="7995" y="0"/>
                  </a:moveTo>
                  <a:lnTo>
                    <a:pt x="0" y="63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l1153"/>
            <p:cNvSpPr/>
            <p:nvPr/>
          </p:nvSpPr>
          <p:spPr>
            <a:xfrm>
              <a:off x="4414427" y="4743009"/>
              <a:ext cx="2295" cy="1796"/>
            </a:xfrm>
            <a:custGeom>
              <a:avLst/>
              <a:pathLst>
                <a:path w="2295" h="1796">
                  <a:moveTo>
                    <a:pt x="2295" y="0"/>
                  </a:moveTo>
                  <a:lnTo>
                    <a:pt x="0" y="17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l1154"/>
            <p:cNvSpPr/>
            <p:nvPr/>
          </p:nvSpPr>
          <p:spPr>
            <a:xfrm>
              <a:off x="4424239" y="4763959"/>
              <a:ext cx="9091" cy="7299"/>
            </a:xfrm>
            <a:custGeom>
              <a:avLst/>
              <a:pathLst>
                <a:path w="9091" h="7299">
                  <a:moveTo>
                    <a:pt x="9091" y="0"/>
                  </a:moveTo>
                  <a:lnTo>
                    <a:pt x="0" y="7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l1155"/>
            <p:cNvSpPr/>
            <p:nvPr/>
          </p:nvSpPr>
          <p:spPr>
            <a:xfrm>
              <a:off x="4359211" y="4687620"/>
              <a:ext cx="1179" cy="855"/>
            </a:xfrm>
            <a:custGeom>
              <a:avLst/>
              <a:pathLst>
                <a:path w="1179" h="855">
                  <a:moveTo>
                    <a:pt x="1179" y="0"/>
                  </a:moveTo>
                  <a:lnTo>
                    <a:pt x="0" y="8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l1156"/>
            <p:cNvSpPr/>
            <p:nvPr/>
          </p:nvSpPr>
          <p:spPr>
            <a:xfrm>
              <a:off x="4364603" y="4695016"/>
              <a:ext cx="1176" cy="860"/>
            </a:xfrm>
            <a:custGeom>
              <a:avLst/>
              <a:pathLst>
                <a:path w="1176" h="860">
                  <a:moveTo>
                    <a:pt x="1176" y="0"/>
                  </a:moveTo>
                  <a:lnTo>
                    <a:pt x="0" y="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l1157"/>
            <p:cNvSpPr/>
            <p:nvPr/>
          </p:nvSpPr>
          <p:spPr>
            <a:xfrm>
              <a:off x="4348522" y="4672759"/>
              <a:ext cx="1187" cy="845"/>
            </a:xfrm>
            <a:custGeom>
              <a:avLst/>
              <a:pathLst>
                <a:path w="1187" h="845">
                  <a:moveTo>
                    <a:pt x="1187" y="0"/>
                  </a:moveTo>
                  <a:lnTo>
                    <a:pt x="0" y="8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l1158"/>
            <p:cNvSpPr/>
            <p:nvPr/>
          </p:nvSpPr>
          <p:spPr>
            <a:xfrm>
              <a:off x="4353851" y="4680201"/>
              <a:ext cx="1183" cy="850"/>
            </a:xfrm>
            <a:custGeom>
              <a:avLst/>
              <a:pathLst>
                <a:path w="1183" h="850">
                  <a:moveTo>
                    <a:pt x="1183" y="0"/>
                  </a:moveTo>
                  <a:lnTo>
                    <a:pt x="0" y="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l1159"/>
            <p:cNvSpPr/>
            <p:nvPr/>
          </p:nvSpPr>
          <p:spPr>
            <a:xfrm>
              <a:off x="4352368" y="4674787"/>
              <a:ext cx="2370" cy="1696"/>
            </a:xfrm>
            <a:custGeom>
              <a:avLst/>
              <a:pathLst>
                <a:path w="2370" h="1696">
                  <a:moveTo>
                    <a:pt x="2370" y="0"/>
                  </a:moveTo>
                  <a:lnTo>
                    <a:pt x="0" y="1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l1160"/>
            <p:cNvSpPr/>
            <p:nvPr/>
          </p:nvSpPr>
          <p:spPr>
            <a:xfrm>
              <a:off x="4363081" y="4689605"/>
              <a:ext cx="2355" cy="1716"/>
            </a:xfrm>
            <a:custGeom>
              <a:avLst/>
              <a:pathLst>
                <a:path w="2355" h="1716">
                  <a:moveTo>
                    <a:pt x="2355" y="0"/>
                  </a:moveTo>
                  <a:lnTo>
                    <a:pt x="0" y="1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l1161"/>
            <p:cNvSpPr/>
            <p:nvPr/>
          </p:nvSpPr>
          <p:spPr>
            <a:xfrm>
              <a:off x="4327528" y="4642766"/>
              <a:ext cx="1201" cy="825"/>
            </a:xfrm>
            <a:custGeom>
              <a:avLst/>
              <a:pathLst>
                <a:path w="1201" h="825">
                  <a:moveTo>
                    <a:pt x="1201" y="0"/>
                  </a:moveTo>
                  <a:lnTo>
                    <a:pt x="0" y="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l1162"/>
            <p:cNvSpPr/>
            <p:nvPr/>
          </p:nvSpPr>
          <p:spPr>
            <a:xfrm>
              <a:off x="4332729" y="4650297"/>
              <a:ext cx="1197" cy="830"/>
            </a:xfrm>
            <a:custGeom>
              <a:avLst/>
              <a:pathLst>
                <a:path w="1197" h="830">
                  <a:moveTo>
                    <a:pt x="1197" y="0"/>
                  </a:moveTo>
                  <a:lnTo>
                    <a:pt x="0" y="8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l1163"/>
            <p:cNvSpPr/>
            <p:nvPr/>
          </p:nvSpPr>
          <p:spPr>
            <a:xfrm>
              <a:off x="4307049" y="4612419"/>
              <a:ext cx="1215" cy="804"/>
            </a:xfrm>
            <a:custGeom>
              <a:avLst/>
              <a:pathLst>
                <a:path w="1215" h="804">
                  <a:moveTo>
                    <a:pt x="1215" y="0"/>
                  </a:moveTo>
                  <a:lnTo>
                    <a:pt x="0" y="8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l1164"/>
            <p:cNvSpPr/>
            <p:nvPr/>
          </p:nvSpPr>
          <p:spPr>
            <a:xfrm>
              <a:off x="4312120" y="4620038"/>
              <a:ext cx="1211" cy="809"/>
            </a:xfrm>
            <a:custGeom>
              <a:avLst/>
              <a:pathLst>
                <a:path w="1211" h="809">
                  <a:moveTo>
                    <a:pt x="1211" y="0"/>
                  </a:moveTo>
                  <a:lnTo>
                    <a:pt x="0" y="8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l1165"/>
            <p:cNvSpPr/>
            <p:nvPr/>
          </p:nvSpPr>
          <p:spPr>
            <a:xfrm>
              <a:off x="4310794" y="4615424"/>
              <a:ext cx="1213" cy="807"/>
            </a:xfrm>
            <a:custGeom>
              <a:avLst/>
              <a:pathLst>
                <a:path w="1213" h="807">
                  <a:moveTo>
                    <a:pt x="1213" y="0"/>
                  </a:moveTo>
                  <a:lnTo>
                    <a:pt x="0" y="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l1166"/>
            <p:cNvSpPr/>
            <p:nvPr/>
          </p:nvSpPr>
          <p:spPr>
            <a:xfrm>
              <a:off x="4317224" y="4626821"/>
              <a:ext cx="2416" cy="1629"/>
            </a:xfrm>
            <a:custGeom>
              <a:avLst/>
              <a:pathLst>
                <a:path w="2416" h="1629">
                  <a:moveTo>
                    <a:pt x="2416" y="0"/>
                  </a:moveTo>
                  <a:lnTo>
                    <a:pt x="0" y="1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l1167"/>
            <p:cNvSpPr/>
            <p:nvPr/>
          </p:nvSpPr>
          <p:spPr>
            <a:xfrm>
              <a:off x="4315815" y="4620318"/>
              <a:ext cx="1210" cy="810"/>
            </a:xfrm>
            <a:custGeom>
              <a:avLst/>
              <a:pathLst>
                <a:path w="1210" h="810">
                  <a:moveTo>
                    <a:pt x="1210" y="0"/>
                  </a:moveTo>
                  <a:lnTo>
                    <a:pt x="0" y="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l1168"/>
            <p:cNvSpPr/>
            <p:nvPr/>
          </p:nvSpPr>
          <p:spPr>
            <a:xfrm>
              <a:off x="4322360" y="4633572"/>
              <a:ext cx="3614" cy="2459"/>
            </a:xfrm>
            <a:custGeom>
              <a:avLst/>
              <a:pathLst>
                <a:path w="3614" h="2459">
                  <a:moveTo>
                    <a:pt x="3614" y="0"/>
                  </a:moveTo>
                  <a:lnTo>
                    <a:pt x="0" y="2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l1169"/>
            <p:cNvSpPr/>
            <p:nvPr/>
          </p:nvSpPr>
          <p:spPr>
            <a:xfrm>
              <a:off x="4321487" y="4625322"/>
              <a:ext cx="2415" cy="1630"/>
            </a:xfrm>
            <a:custGeom>
              <a:avLst/>
              <a:pathLst>
                <a:path w="2415" h="1630">
                  <a:moveTo>
                    <a:pt x="2415" y="0"/>
                  </a:moveTo>
                  <a:lnTo>
                    <a:pt x="0" y="1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l1170"/>
            <p:cNvSpPr/>
            <p:nvPr/>
          </p:nvSpPr>
          <p:spPr>
            <a:xfrm>
              <a:off x="4331324" y="4643224"/>
              <a:ext cx="4798" cy="3310"/>
            </a:xfrm>
            <a:custGeom>
              <a:avLst/>
              <a:pathLst>
                <a:path w="4798" h="3310">
                  <a:moveTo>
                    <a:pt x="4798" y="0"/>
                  </a:moveTo>
                  <a:lnTo>
                    <a:pt x="0" y="33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l1171"/>
            <p:cNvSpPr/>
            <p:nvPr/>
          </p:nvSpPr>
          <p:spPr>
            <a:xfrm>
              <a:off x="4329990" y="4633467"/>
              <a:ext cx="1203" cy="821"/>
            </a:xfrm>
            <a:custGeom>
              <a:avLst/>
              <a:pathLst>
                <a:path w="1203" h="821">
                  <a:moveTo>
                    <a:pt x="1203" y="0"/>
                  </a:moveTo>
                  <a:lnTo>
                    <a:pt x="0" y="8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l1172"/>
            <p:cNvSpPr/>
            <p:nvPr/>
          </p:nvSpPr>
          <p:spPr>
            <a:xfrm>
              <a:off x="4337961" y="4653630"/>
              <a:ext cx="7165" cy="5012"/>
            </a:xfrm>
            <a:custGeom>
              <a:avLst/>
              <a:pathLst>
                <a:path w="7165" h="5012">
                  <a:moveTo>
                    <a:pt x="7165" y="0"/>
                  </a:moveTo>
                  <a:lnTo>
                    <a:pt x="0" y="5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l1173"/>
            <p:cNvSpPr/>
            <p:nvPr/>
          </p:nvSpPr>
          <p:spPr>
            <a:xfrm>
              <a:off x="4338131" y="4642740"/>
              <a:ext cx="1198" cy="828"/>
            </a:xfrm>
            <a:custGeom>
              <a:avLst/>
              <a:pathLst>
                <a:path w="1198" h="828">
                  <a:moveTo>
                    <a:pt x="1198" y="0"/>
                  </a:moveTo>
                  <a:lnTo>
                    <a:pt x="0" y="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l1174"/>
            <p:cNvSpPr/>
            <p:nvPr/>
          </p:nvSpPr>
          <p:spPr>
            <a:xfrm>
              <a:off x="4343226" y="4660252"/>
              <a:ext cx="8334" cy="5883"/>
            </a:xfrm>
            <a:custGeom>
              <a:avLst/>
              <a:pathLst>
                <a:path w="8334" h="5883">
                  <a:moveTo>
                    <a:pt x="8334" y="0"/>
                  </a:moveTo>
                  <a:lnTo>
                    <a:pt x="0" y="58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l1175"/>
            <p:cNvSpPr/>
            <p:nvPr/>
          </p:nvSpPr>
          <p:spPr>
            <a:xfrm>
              <a:off x="4345423" y="4648173"/>
              <a:ext cx="4779" cy="3337"/>
            </a:xfrm>
            <a:custGeom>
              <a:avLst/>
              <a:pathLst>
                <a:path w="4779" h="3337">
                  <a:moveTo>
                    <a:pt x="4779" y="0"/>
                  </a:moveTo>
                  <a:lnTo>
                    <a:pt x="0" y="3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l1176"/>
            <p:cNvSpPr/>
            <p:nvPr/>
          </p:nvSpPr>
          <p:spPr>
            <a:xfrm>
              <a:off x="4360072" y="4675382"/>
              <a:ext cx="9452" cy="6824"/>
            </a:xfrm>
            <a:custGeom>
              <a:avLst/>
              <a:pathLst>
                <a:path w="9452" h="6824">
                  <a:moveTo>
                    <a:pt x="9452" y="0"/>
                  </a:moveTo>
                  <a:lnTo>
                    <a:pt x="0" y="6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l1177"/>
            <p:cNvSpPr/>
            <p:nvPr/>
          </p:nvSpPr>
          <p:spPr>
            <a:xfrm>
              <a:off x="4297005" y="4597115"/>
              <a:ext cx="1222" cy="794"/>
            </a:xfrm>
            <a:custGeom>
              <a:avLst/>
              <a:pathLst>
                <a:path w="1222" h="794">
                  <a:moveTo>
                    <a:pt x="1222" y="0"/>
                  </a:moveTo>
                  <a:lnTo>
                    <a:pt x="0" y="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l1178"/>
            <p:cNvSpPr/>
            <p:nvPr/>
          </p:nvSpPr>
          <p:spPr>
            <a:xfrm>
              <a:off x="4302010" y="4604778"/>
              <a:ext cx="1218" cy="799"/>
            </a:xfrm>
            <a:custGeom>
              <a:avLst/>
              <a:pathLst>
                <a:path w="1218" h="799">
                  <a:moveTo>
                    <a:pt x="1218" y="0"/>
                  </a:moveTo>
                  <a:lnTo>
                    <a:pt x="0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l1179"/>
            <p:cNvSpPr/>
            <p:nvPr/>
          </p:nvSpPr>
          <p:spPr>
            <a:xfrm>
              <a:off x="4287091" y="4581727"/>
              <a:ext cx="1228" cy="783"/>
            </a:xfrm>
            <a:custGeom>
              <a:avLst/>
              <a:pathLst>
                <a:path w="1228" h="783">
                  <a:moveTo>
                    <a:pt x="1228" y="0"/>
                  </a:moveTo>
                  <a:lnTo>
                    <a:pt x="0" y="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l1180"/>
            <p:cNvSpPr/>
            <p:nvPr/>
          </p:nvSpPr>
          <p:spPr>
            <a:xfrm>
              <a:off x="4292032" y="4589432"/>
              <a:ext cx="1225" cy="788"/>
            </a:xfrm>
            <a:custGeom>
              <a:avLst/>
              <a:pathLst>
                <a:path w="1225" h="788">
                  <a:moveTo>
                    <a:pt x="1225" y="0"/>
                  </a:moveTo>
                  <a:lnTo>
                    <a:pt x="0" y="7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l1181"/>
            <p:cNvSpPr/>
            <p:nvPr/>
          </p:nvSpPr>
          <p:spPr>
            <a:xfrm>
              <a:off x="4272469" y="4558487"/>
              <a:ext cx="1238" cy="767"/>
            </a:xfrm>
            <a:custGeom>
              <a:avLst/>
              <a:pathLst>
                <a:path w="1238" h="767">
                  <a:moveTo>
                    <a:pt x="1238" y="0"/>
                  </a:moveTo>
                  <a:lnTo>
                    <a:pt x="0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l1182"/>
            <p:cNvSpPr/>
            <p:nvPr/>
          </p:nvSpPr>
          <p:spPr>
            <a:xfrm>
              <a:off x="4277310" y="4566254"/>
              <a:ext cx="1235" cy="773"/>
            </a:xfrm>
            <a:custGeom>
              <a:avLst/>
              <a:pathLst>
                <a:path w="1235" h="773">
                  <a:moveTo>
                    <a:pt x="1235" y="0"/>
                  </a:moveTo>
                  <a:lnTo>
                    <a:pt x="0" y="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l1183"/>
            <p:cNvSpPr/>
            <p:nvPr/>
          </p:nvSpPr>
          <p:spPr>
            <a:xfrm>
              <a:off x="4276122" y="4561603"/>
              <a:ext cx="1237" cy="770"/>
            </a:xfrm>
            <a:custGeom>
              <a:avLst/>
              <a:pathLst>
                <a:path w="1237" h="770">
                  <a:moveTo>
                    <a:pt x="1237" y="0"/>
                  </a:moveTo>
                  <a:lnTo>
                    <a:pt x="0" y="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l1184"/>
            <p:cNvSpPr/>
            <p:nvPr/>
          </p:nvSpPr>
          <p:spPr>
            <a:xfrm>
              <a:off x="4282184" y="4573222"/>
              <a:ext cx="2464" cy="1556"/>
            </a:xfrm>
            <a:custGeom>
              <a:avLst/>
              <a:pathLst>
                <a:path w="2464" h="1556">
                  <a:moveTo>
                    <a:pt x="2464" y="0"/>
                  </a:moveTo>
                  <a:lnTo>
                    <a:pt x="0" y="15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l1185"/>
            <p:cNvSpPr/>
            <p:nvPr/>
          </p:nvSpPr>
          <p:spPr>
            <a:xfrm>
              <a:off x="4280995" y="4565869"/>
              <a:ext cx="2469" cy="1548"/>
            </a:xfrm>
            <a:custGeom>
              <a:avLst/>
              <a:pathLst>
                <a:path w="2469" h="1548">
                  <a:moveTo>
                    <a:pt x="2469" y="0"/>
                  </a:moveTo>
                  <a:lnTo>
                    <a:pt x="0" y="1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l1186"/>
            <p:cNvSpPr/>
            <p:nvPr/>
          </p:nvSpPr>
          <p:spPr>
            <a:xfrm>
              <a:off x="4290784" y="4583223"/>
              <a:ext cx="3681" cy="2358"/>
            </a:xfrm>
            <a:custGeom>
              <a:avLst/>
              <a:pathLst>
                <a:path w="3681" h="2358">
                  <a:moveTo>
                    <a:pt x="3681" y="0"/>
                  </a:moveTo>
                  <a:lnTo>
                    <a:pt x="0" y="23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l1187"/>
            <p:cNvSpPr/>
            <p:nvPr/>
          </p:nvSpPr>
          <p:spPr>
            <a:xfrm>
              <a:off x="4288944" y="4572999"/>
              <a:ext cx="2461" cy="1560"/>
            </a:xfrm>
            <a:custGeom>
              <a:avLst/>
              <a:pathLst>
                <a:path w="2461" h="1560">
                  <a:moveTo>
                    <a:pt x="2461" y="0"/>
                  </a:moveTo>
                  <a:lnTo>
                    <a:pt x="0" y="1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l1188"/>
            <p:cNvSpPr/>
            <p:nvPr/>
          </p:nvSpPr>
          <p:spPr>
            <a:xfrm>
              <a:off x="4300724" y="4596966"/>
              <a:ext cx="6101" cy="3983"/>
            </a:xfrm>
            <a:custGeom>
              <a:avLst/>
              <a:pathLst>
                <a:path w="6101" h="3983">
                  <a:moveTo>
                    <a:pt x="6101" y="0"/>
                  </a:moveTo>
                  <a:lnTo>
                    <a:pt x="0" y="39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l1189"/>
            <p:cNvSpPr/>
            <p:nvPr/>
          </p:nvSpPr>
          <p:spPr>
            <a:xfrm>
              <a:off x="4258145" y="4535062"/>
              <a:ext cx="1248" cy="751"/>
            </a:xfrm>
            <a:custGeom>
              <a:avLst/>
              <a:pathLst>
                <a:path w="1248" h="751">
                  <a:moveTo>
                    <a:pt x="1248" y="0"/>
                  </a:moveTo>
                  <a:lnTo>
                    <a:pt x="0" y="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l1190"/>
            <p:cNvSpPr/>
            <p:nvPr/>
          </p:nvSpPr>
          <p:spPr>
            <a:xfrm>
              <a:off x="4262887" y="4542890"/>
              <a:ext cx="1245" cy="757"/>
            </a:xfrm>
            <a:custGeom>
              <a:avLst/>
              <a:pathLst>
                <a:path w="1245" h="757">
                  <a:moveTo>
                    <a:pt x="1245" y="0"/>
                  </a:moveTo>
                  <a:lnTo>
                    <a:pt x="0" y="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l1191"/>
            <p:cNvSpPr/>
            <p:nvPr/>
          </p:nvSpPr>
          <p:spPr>
            <a:xfrm>
              <a:off x="4261759" y="4538224"/>
              <a:ext cx="1246" cy="754"/>
            </a:xfrm>
            <a:custGeom>
              <a:avLst/>
              <a:pathLst>
                <a:path w="1246" h="754">
                  <a:moveTo>
                    <a:pt x="1246" y="0"/>
                  </a:moveTo>
                  <a:lnTo>
                    <a:pt x="0" y="7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l1192"/>
            <p:cNvSpPr/>
            <p:nvPr/>
          </p:nvSpPr>
          <p:spPr>
            <a:xfrm>
              <a:off x="4267661" y="4549936"/>
              <a:ext cx="2483" cy="1525"/>
            </a:xfrm>
            <a:custGeom>
              <a:avLst/>
              <a:pathLst>
                <a:path w="2483" h="1525">
                  <a:moveTo>
                    <a:pt x="2483" y="0"/>
                  </a:moveTo>
                  <a:lnTo>
                    <a:pt x="0" y="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l1193"/>
            <p:cNvSpPr/>
            <p:nvPr/>
          </p:nvSpPr>
          <p:spPr>
            <a:xfrm>
              <a:off x="4239517" y="4503546"/>
              <a:ext cx="1261" cy="730"/>
            </a:xfrm>
            <a:custGeom>
              <a:avLst/>
              <a:pathLst>
                <a:path w="1261" h="730">
                  <a:moveTo>
                    <a:pt x="1261" y="0"/>
                  </a:moveTo>
                  <a:lnTo>
                    <a:pt x="0" y="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l1194"/>
            <p:cNvSpPr/>
            <p:nvPr/>
          </p:nvSpPr>
          <p:spPr>
            <a:xfrm>
              <a:off x="4244123" y="4511455"/>
              <a:ext cx="1257" cy="735"/>
            </a:xfrm>
            <a:custGeom>
              <a:avLst/>
              <a:pathLst>
                <a:path w="1257" h="735">
                  <a:moveTo>
                    <a:pt x="1257" y="0"/>
                  </a:moveTo>
                  <a:lnTo>
                    <a:pt x="0" y="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l1195"/>
            <p:cNvSpPr/>
            <p:nvPr/>
          </p:nvSpPr>
          <p:spPr>
            <a:xfrm>
              <a:off x="4230405" y="4487671"/>
              <a:ext cx="1267" cy="719"/>
            </a:xfrm>
            <a:custGeom>
              <a:avLst/>
              <a:pathLst>
                <a:path w="1267" h="719">
                  <a:moveTo>
                    <a:pt x="1267" y="0"/>
                  </a:moveTo>
                  <a:lnTo>
                    <a:pt x="0" y="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l1196"/>
            <p:cNvSpPr/>
            <p:nvPr/>
          </p:nvSpPr>
          <p:spPr>
            <a:xfrm>
              <a:off x="4234944" y="4495618"/>
              <a:ext cx="1264" cy="725"/>
            </a:xfrm>
            <a:custGeom>
              <a:avLst/>
              <a:pathLst>
                <a:path w="1264" h="725">
                  <a:moveTo>
                    <a:pt x="1264" y="0"/>
                  </a:moveTo>
                  <a:lnTo>
                    <a:pt x="0" y="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l1197"/>
            <p:cNvSpPr/>
            <p:nvPr/>
          </p:nvSpPr>
          <p:spPr>
            <a:xfrm>
              <a:off x="4233936" y="4490202"/>
              <a:ext cx="2531" cy="1444"/>
            </a:xfrm>
            <a:custGeom>
              <a:avLst/>
              <a:pathLst>
                <a:path w="2531" h="1444">
                  <a:moveTo>
                    <a:pt x="2531" y="0"/>
                  </a:moveTo>
                  <a:lnTo>
                    <a:pt x="0" y="1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l1198"/>
            <p:cNvSpPr/>
            <p:nvPr/>
          </p:nvSpPr>
          <p:spPr>
            <a:xfrm>
              <a:off x="4243075" y="4506037"/>
              <a:ext cx="2519" cy="1466"/>
            </a:xfrm>
            <a:custGeom>
              <a:avLst/>
              <a:pathLst>
                <a:path w="2519" h="1466">
                  <a:moveTo>
                    <a:pt x="2519" y="0"/>
                  </a:moveTo>
                  <a:lnTo>
                    <a:pt x="0" y="14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l1199"/>
            <p:cNvSpPr/>
            <p:nvPr/>
          </p:nvSpPr>
          <p:spPr>
            <a:xfrm>
              <a:off x="4241014" y="4497401"/>
              <a:ext cx="1262" cy="727"/>
            </a:xfrm>
            <a:custGeom>
              <a:avLst/>
              <a:pathLst>
                <a:path w="1262" h="727">
                  <a:moveTo>
                    <a:pt x="1262" y="0"/>
                  </a:moveTo>
                  <a:lnTo>
                    <a:pt x="0" y="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l1200"/>
            <p:cNvSpPr/>
            <p:nvPr/>
          </p:nvSpPr>
          <p:spPr>
            <a:xfrm>
              <a:off x="4248764" y="4517120"/>
              <a:ext cx="5019" cy="2964"/>
            </a:xfrm>
            <a:custGeom>
              <a:avLst/>
              <a:pathLst>
                <a:path w="5019" h="2964">
                  <a:moveTo>
                    <a:pt x="5019" y="0"/>
                  </a:moveTo>
                  <a:lnTo>
                    <a:pt x="0" y="2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l1201"/>
            <p:cNvSpPr/>
            <p:nvPr/>
          </p:nvSpPr>
          <p:spPr>
            <a:xfrm>
              <a:off x="4248003" y="4506542"/>
              <a:ext cx="1258" cy="734"/>
            </a:xfrm>
            <a:custGeom>
              <a:avLst/>
              <a:pathLst>
                <a:path w="1258" h="734">
                  <a:moveTo>
                    <a:pt x="1258" y="0"/>
                  </a:moveTo>
                  <a:lnTo>
                    <a:pt x="0" y="7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l1202"/>
            <p:cNvSpPr/>
            <p:nvPr/>
          </p:nvSpPr>
          <p:spPr>
            <a:xfrm>
              <a:off x="4253438" y="4524226"/>
              <a:ext cx="6258" cy="3732"/>
            </a:xfrm>
            <a:custGeom>
              <a:avLst/>
              <a:pathLst>
                <a:path w="6258" h="3732">
                  <a:moveTo>
                    <a:pt x="6258" y="0"/>
                  </a:moveTo>
                  <a:lnTo>
                    <a:pt x="0" y="37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l1203"/>
            <p:cNvSpPr/>
            <p:nvPr/>
          </p:nvSpPr>
          <p:spPr>
            <a:xfrm>
              <a:off x="4254458" y="4513175"/>
              <a:ext cx="3765" cy="2221"/>
            </a:xfrm>
            <a:custGeom>
              <a:avLst/>
              <a:pathLst>
                <a:path w="3765" h="2221">
                  <a:moveTo>
                    <a:pt x="3765" y="0"/>
                  </a:moveTo>
                  <a:lnTo>
                    <a:pt x="0" y="22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l1204"/>
            <p:cNvSpPr/>
            <p:nvPr/>
          </p:nvSpPr>
          <p:spPr>
            <a:xfrm>
              <a:off x="4266566" y="4539534"/>
              <a:ext cx="7466" cy="4551"/>
            </a:xfrm>
            <a:custGeom>
              <a:avLst/>
              <a:pathLst>
                <a:path w="7466" h="4551">
                  <a:moveTo>
                    <a:pt x="7466" y="0"/>
                  </a:moveTo>
                  <a:lnTo>
                    <a:pt x="0" y="4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l1205"/>
            <p:cNvSpPr/>
            <p:nvPr/>
          </p:nvSpPr>
          <p:spPr>
            <a:xfrm>
              <a:off x="4266080" y="4521136"/>
              <a:ext cx="8748" cy="5247"/>
            </a:xfrm>
            <a:custGeom>
              <a:avLst/>
              <a:pathLst>
                <a:path w="8748" h="5247">
                  <a:moveTo>
                    <a:pt x="8748" y="0"/>
                  </a:moveTo>
                  <a:lnTo>
                    <a:pt x="0" y="5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l1206"/>
            <p:cNvSpPr/>
            <p:nvPr/>
          </p:nvSpPr>
          <p:spPr>
            <a:xfrm>
              <a:off x="4299076" y="4577911"/>
              <a:ext cx="11030" cy="7096"/>
            </a:xfrm>
            <a:custGeom>
              <a:avLst/>
              <a:pathLst>
                <a:path w="11030" h="7096">
                  <a:moveTo>
                    <a:pt x="11030" y="0"/>
                  </a:moveTo>
                  <a:lnTo>
                    <a:pt x="0" y="7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l1207"/>
            <p:cNvSpPr/>
            <p:nvPr/>
          </p:nvSpPr>
          <p:spPr>
            <a:xfrm>
              <a:off x="4292244" y="4540432"/>
              <a:ext cx="14854" cy="9229"/>
            </a:xfrm>
            <a:custGeom>
              <a:avLst/>
              <a:pathLst>
                <a:path w="14854" h="9229">
                  <a:moveTo>
                    <a:pt x="14854" y="0"/>
                  </a:moveTo>
                  <a:lnTo>
                    <a:pt x="0" y="9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l1208"/>
            <p:cNvSpPr/>
            <p:nvPr/>
          </p:nvSpPr>
          <p:spPr>
            <a:xfrm>
              <a:off x="4359810" y="4648314"/>
              <a:ext cx="19012" cy="13501"/>
            </a:xfrm>
            <a:custGeom>
              <a:avLst/>
              <a:pathLst>
                <a:path w="19012" h="13501">
                  <a:moveTo>
                    <a:pt x="19012" y="0"/>
                  </a:moveTo>
                  <a:lnTo>
                    <a:pt x="0" y="135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l1209"/>
            <p:cNvSpPr/>
            <p:nvPr/>
          </p:nvSpPr>
          <p:spPr>
            <a:xfrm>
              <a:off x="4342131" y="4594118"/>
              <a:ext cx="1213" cy="806"/>
            </a:xfrm>
            <a:custGeom>
              <a:avLst/>
              <a:pathLst>
                <a:path w="1213" h="806">
                  <a:moveTo>
                    <a:pt x="1213" y="0"/>
                  </a:moveTo>
                  <a:lnTo>
                    <a:pt x="0" y="8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l1210"/>
            <p:cNvSpPr/>
            <p:nvPr/>
          </p:nvSpPr>
          <p:spPr>
            <a:xfrm>
              <a:off x="4370026" y="4679017"/>
              <a:ext cx="32828" cy="24238"/>
            </a:xfrm>
            <a:custGeom>
              <a:avLst/>
              <a:pathLst>
                <a:path w="32828" h="24238">
                  <a:moveTo>
                    <a:pt x="32828" y="0"/>
                  </a:moveTo>
                  <a:lnTo>
                    <a:pt x="0" y="24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l1211"/>
            <p:cNvSpPr/>
            <p:nvPr/>
          </p:nvSpPr>
          <p:spPr>
            <a:xfrm>
              <a:off x="4372577" y="4628569"/>
              <a:ext cx="11934" cy="8365"/>
            </a:xfrm>
            <a:custGeom>
              <a:avLst/>
              <a:pathLst>
                <a:path w="11934" h="8365">
                  <a:moveTo>
                    <a:pt x="11934" y="0"/>
                  </a:moveTo>
                  <a:lnTo>
                    <a:pt x="0" y="83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l1212"/>
            <p:cNvSpPr/>
            <p:nvPr/>
          </p:nvSpPr>
          <p:spPr>
            <a:xfrm>
              <a:off x="4424993" y="4727255"/>
              <a:ext cx="33120" cy="26254"/>
            </a:xfrm>
            <a:custGeom>
              <a:avLst/>
              <a:pathLst>
                <a:path w="33120" h="26254">
                  <a:moveTo>
                    <a:pt x="33120" y="0"/>
                  </a:moveTo>
                  <a:lnTo>
                    <a:pt x="0" y="26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l1213"/>
            <p:cNvSpPr/>
            <p:nvPr/>
          </p:nvSpPr>
          <p:spPr>
            <a:xfrm>
              <a:off x="4420585" y="4671484"/>
              <a:ext cx="9345" cy="6970"/>
            </a:xfrm>
            <a:custGeom>
              <a:avLst/>
              <a:pathLst>
                <a:path w="9345" h="6970">
                  <a:moveTo>
                    <a:pt x="9345" y="0"/>
                  </a:moveTo>
                  <a:lnTo>
                    <a:pt x="0" y="6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l1214"/>
            <p:cNvSpPr/>
            <p:nvPr/>
          </p:nvSpPr>
          <p:spPr>
            <a:xfrm>
              <a:off x="4467308" y="4772960"/>
              <a:ext cx="43353" cy="36756"/>
            </a:xfrm>
            <a:custGeom>
              <a:avLst/>
              <a:pathLst>
                <a:path w="43353" h="36756">
                  <a:moveTo>
                    <a:pt x="43353" y="0"/>
                  </a:moveTo>
                  <a:lnTo>
                    <a:pt x="0" y="367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l1215"/>
            <p:cNvSpPr/>
            <p:nvPr/>
          </p:nvSpPr>
          <p:spPr>
            <a:xfrm>
              <a:off x="4469505" y="4717407"/>
              <a:ext cx="6842" cy="5443"/>
            </a:xfrm>
            <a:custGeom>
              <a:avLst/>
              <a:pathLst>
                <a:path w="6842" h="5443">
                  <a:moveTo>
                    <a:pt x="6842" y="0"/>
                  </a:moveTo>
                  <a:lnTo>
                    <a:pt x="0" y="54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l1216"/>
            <p:cNvSpPr/>
            <p:nvPr/>
          </p:nvSpPr>
          <p:spPr>
            <a:xfrm>
              <a:off x="4502546" y="4808935"/>
              <a:ext cx="51046" cy="45673"/>
            </a:xfrm>
            <a:custGeom>
              <a:avLst/>
              <a:pathLst>
                <a:path w="51046" h="45673">
                  <a:moveTo>
                    <a:pt x="51046" y="0"/>
                  </a:moveTo>
                  <a:lnTo>
                    <a:pt x="0" y="456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l1217"/>
            <p:cNvSpPr/>
            <p:nvPr/>
          </p:nvSpPr>
          <p:spPr>
            <a:xfrm>
              <a:off x="4514308" y="4762790"/>
              <a:ext cx="1113" cy="939"/>
            </a:xfrm>
            <a:custGeom>
              <a:avLst/>
              <a:pathLst>
                <a:path w="1113" h="939">
                  <a:moveTo>
                    <a:pt x="1113" y="0"/>
                  </a:moveTo>
                  <a:lnTo>
                    <a:pt x="0" y="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l1218"/>
            <p:cNvSpPr/>
            <p:nvPr/>
          </p:nvSpPr>
          <p:spPr>
            <a:xfrm>
              <a:off x="4515563" y="4827585"/>
              <a:ext cx="56898" cy="52237"/>
            </a:xfrm>
            <a:custGeom>
              <a:avLst/>
              <a:pathLst>
                <a:path w="56898" h="52237">
                  <a:moveTo>
                    <a:pt x="56898" y="0"/>
                  </a:moveTo>
                  <a:lnTo>
                    <a:pt x="0" y="522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l1219"/>
            <p:cNvSpPr/>
            <p:nvPr/>
          </p:nvSpPr>
          <p:spPr>
            <a:xfrm>
              <a:off x="4543604" y="4794522"/>
              <a:ext cx="1093" cy="962"/>
            </a:xfrm>
            <a:custGeom>
              <a:avLst/>
              <a:pathLst>
                <a:path w="1093" h="962">
                  <a:moveTo>
                    <a:pt x="1093" y="0"/>
                  </a:moveTo>
                  <a:lnTo>
                    <a:pt x="0" y="9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l1220"/>
            <p:cNvSpPr/>
            <p:nvPr/>
          </p:nvSpPr>
          <p:spPr>
            <a:xfrm>
              <a:off x="4521771" y="4833085"/>
              <a:ext cx="57744" cy="53470"/>
            </a:xfrm>
            <a:custGeom>
              <a:avLst/>
              <a:pathLst>
                <a:path w="57744" h="53470">
                  <a:moveTo>
                    <a:pt x="57744" y="0"/>
                  </a:moveTo>
                  <a:lnTo>
                    <a:pt x="0" y="53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l1221"/>
            <p:cNvSpPr/>
            <p:nvPr/>
          </p:nvSpPr>
          <p:spPr>
            <a:xfrm>
              <a:off x="4561985" y="4786566"/>
              <a:ext cx="30287" cy="27346"/>
            </a:xfrm>
            <a:custGeom>
              <a:avLst/>
              <a:pathLst>
                <a:path w="30287" h="27346">
                  <a:moveTo>
                    <a:pt x="30287" y="0"/>
                  </a:moveTo>
                  <a:lnTo>
                    <a:pt x="0" y="27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l1222"/>
            <p:cNvSpPr/>
            <p:nvPr/>
          </p:nvSpPr>
          <p:spPr>
            <a:xfrm>
              <a:off x="4696254" y="4942652"/>
              <a:ext cx="53271" cy="59892"/>
            </a:xfrm>
            <a:custGeom>
              <a:avLst/>
              <a:pathLst>
                <a:path w="53271" h="59892">
                  <a:moveTo>
                    <a:pt x="53271" y="0"/>
                  </a:moveTo>
                  <a:lnTo>
                    <a:pt x="0" y="59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l1223"/>
            <p:cNvSpPr/>
            <p:nvPr/>
          </p:nvSpPr>
          <p:spPr>
            <a:xfrm>
              <a:off x="4668764" y="4791252"/>
              <a:ext cx="74947" cy="75508"/>
            </a:xfrm>
            <a:custGeom>
              <a:avLst/>
              <a:pathLst>
                <a:path w="74947" h="75508">
                  <a:moveTo>
                    <a:pt x="74947" y="0"/>
                  </a:moveTo>
                  <a:lnTo>
                    <a:pt x="0" y="755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l1224"/>
            <p:cNvSpPr/>
            <p:nvPr/>
          </p:nvSpPr>
          <p:spPr>
            <a:xfrm>
              <a:off x="5248444" y="5175004"/>
              <a:ext cx="50238" cy="110036"/>
            </a:xfrm>
            <a:custGeom>
              <a:avLst/>
              <a:pathLst>
                <a:path w="50238" h="110036">
                  <a:moveTo>
                    <a:pt x="50238" y="0"/>
                  </a:moveTo>
                  <a:lnTo>
                    <a:pt x="0" y="110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l1225"/>
            <p:cNvSpPr/>
            <p:nvPr/>
          </p:nvSpPr>
          <p:spPr>
            <a:xfrm>
              <a:off x="4221429" y="4471718"/>
              <a:ext cx="1273" cy="708"/>
            </a:xfrm>
            <a:custGeom>
              <a:avLst/>
              <a:pathLst>
                <a:path w="1273" h="708">
                  <a:moveTo>
                    <a:pt x="1273" y="0"/>
                  </a:moveTo>
                  <a:lnTo>
                    <a:pt x="0" y="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l1226"/>
            <p:cNvSpPr/>
            <p:nvPr/>
          </p:nvSpPr>
          <p:spPr>
            <a:xfrm>
              <a:off x="4225900" y="4479704"/>
              <a:ext cx="1270" cy="714"/>
            </a:xfrm>
            <a:custGeom>
              <a:avLst/>
              <a:pathLst>
                <a:path w="1270" h="714">
                  <a:moveTo>
                    <a:pt x="1270" y="0"/>
                  </a:moveTo>
                  <a:lnTo>
                    <a:pt x="0" y="7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l1227"/>
            <p:cNvSpPr/>
            <p:nvPr/>
          </p:nvSpPr>
          <p:spPr>
            <a:xfrm>
              <a:off x="4212590" y="4455689"/>
              <a:ext cx="1279" cy="697"/>
            </a:xfrm>
            <a:custGeom>
              <a:avLst/>
              <a:pathLst>
                <a:path w="1279" h="697">
                  <a:moveTo>
                    <a:pt x="1279" y="0"/>
                  </a:moveTo>
                  <a:lnTo>
                    <a:pt x="0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l1228"/>
            <p:cNvSpPr/>
            <p:nvPr/>
          </p:nvSpPr>
          <p:spPr>
            <a:xfrm>
              <a:off x="4216992" y="4463713"/>
              <a:ext cx="1276" cy="703"/>
            </a:xfrm>
            <a:custGeom>
              <a:avLst/>
              <a:pathLst>
                <a:path w="1276" h="703">
                  <a:moveTo>
                    <a:pt x="1276" y="0"/>
                  </a:moveTo>
                  <a:lnTo>
                    <a:pt x="0" y="7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l1229"/>
            <p:cNvSpPr/>
            <p:nvPr/>
          </p:nvSpPr>
          <p:spPr>
            <a:xfrm>
              <a:off x="4199588" y="4431506"/>
              <a:ext cx="1288" cy="681"/>
            </a:xfrm>
            <a:custGeom>
              <a:avLst/>
              <a:pathLst>
                <a:path w="1288" h="681">
                  <a:moveTo>
                    <a:pt x="1288" y="0"/>
                  </a:moveTo>
                  <a:lnTo>
                    <a:pt x="0" y="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l1230"/>
            <p:cNvSpPr/>
            <p:nvPr/>
          </p:nvSpPr>
          <p:spPr>
            <a:xfrm>
              <a:off x="4203888" y="4439586"/>
              <a:ext cx="1285" cy="687"/>
            </a:xfrm>
            <a:custGeom>
              <a:avLst/>
              <a:pathLst>
                <a:path w="1285" h="687">
                  <a:moveTo>
                    <a:pt x="1285" y="0"/>
                  </a:moveTo>
                  <a:lnTo>
                    <a:pt x="0" y="6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l1231"/>
            <p:cNvSpPr/>
            <p:nvPr/>
          </p:nvSpPr>
          <p:spPr>
            <a:xfrm>
              <a:off x="4203020" y="4434864"/>
              <a:ext cx="1286" cy="684"/>
            </a:xfrm>
            <a:custGeom>
              <a:avLst/>
              <a:pathLst>
                <a:path w="1286" h="684">
                  <a:moveTo>
                    <a:pt x="1286" y="0"/>
                  </a:moveTo>
                  <a:lnTo>
                    <a:pt x="0" y="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l1232"/>
            <p:cNvSpPr/>
            <p:nvPr/>
          </p:nvSpPr>
          <p:spPr>
            <a:xfrm>
              <a:off x="4208221" y="4446954"/>
              <a:ext cx="2564" cy="1384"/>
            </a:xfrm>
            <a:custGeom>
              <a:avLst/>
              <a:pathLst>
                <a:path w="2564" h="1384">
                  <a:moveTo>
                    <a:pt x="2564" y="0"/>
                  </a:moveTo>
                  <a:lnTo>
                    <a:pt x="0" y="13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l1233"/>
            <p:cNvSpPr/>
            <p:nvPr/>
          </p:nvSpPr>
          <p:spPr>
            <a:xfrm>
              <a:off x="4191093" y="4415293"/>
              <a:ext cx="1293" cy="670"/>
            </a:xfrm>
            <a:custGeom>
              <a:avLst/>
              <a:pathLst>
                <a:path w="1293" h="670">
                  <a:moveTo>
                    <a:pt x="1293" y="0"/>
                  </a:moveTo>
                  <a:lnTo>
                    <a:pt x="0" y="6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l1234"/>
            <p:cNvSpPr/>
            <p:nvPr/>
          </p:nvSpPr>
          <p:spPr>
            <a:xfrm>
              <a:off x="4195324" y="4423409"/>
              <a:ext cx="1291" cy="676"/>
            </a:xfrm>
            <a:custGeom>
              <a:avLst/>
              <a:pathLst>
                <a:path w="1291" h="676">
                  <a:moveTo>
                    <a:pt x="1291" y="0"/>
                  </a:moveTo>
                  <a:lnTo>
                    <a:pt x="0" y="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l1235"/>
            <p:cNvSpPr/>
            <p:nvPr/>
          </p:nvSpPr>
          <p:spPr>
            <a:xfrm>
              <a:off x="4178611" y="4390838"/>
              <a:ext cx="1302" cy="653"/>
            </a:xfrm>
            <a:custGeom>
              <a:avLst/>
              <a:pathLst>
                <a:path w="1302" h="653">
                  <a:moveTo>
                    <a:pt x="1302" y="0"/>
                  </a:moveTo>
                  <a:lnTo>
                    <a:pt x="0" y="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4182737" y="4399007"/>
              <a:ext cx="1299" cy="659"/>
            </a:xfrm>
            <a:custGeom>
              <a:avLst/>
              <a:pathLst>
                <a:path w="1299" h="659">
                  <a:moveTo>
                    <a:pt x="1299" y="0"/>
                  </a:moveTo>
                  <a:lnTo>
                    <a:pt x="0" y="6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4181971" y="4394268"/>
              <a:ext cx="1301" cy="656"/>
            </a:xfrm>
            <a:custGeom>
              <a:avLst/>
              <a:pathLst>
                <a:path w="1301" h="656">
                  <a:moveTo>
                    <a:pt x="1301" y="0"/>
                  </a:moveTo>
                  <a:lnTo>
                    <a:pt x="0" y="6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4186898" y="4406494"/>
              <a:ext cx="2593" cy="1329"/>
            </a:xfrm>
            <a:custGeom>
              <a:avLst/>
              <a:pathLst>
                <a:path w="2593" h="1329">
                  <a:moveTo>
                    <a:pt x="2593" y="0"/>
                  </a:moveTo>
                  <a:lnTo>
                    <a:pt x="0" y="1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4186372" y="4399065"/>
              <a:ext cx="2597" cy="1321"/>
            </a:xfrm>
            <a:custGeom>
              <a:avLst/>
              <a:pathLst>
                <a:path w="2597" h="1321">
                  <a:moveTo>
                    <a:pt x="2597" y="0"/>
                  </a:moveTo>
                  <a:lnTo>
                    <a:pt x="0" y="1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4194497" y="4417333"/>
              <a:ext cx="3877" cy="2019"/>
            </a:xfrm>
            <a:custGeom>
              <a:avLst/>
              <a:pathLst>
                <a:path w="3877" h="2019">
                  <a:moveTo>
                    <a:pt x="3877" y="0"/>
                  </a:moveTo>
                  <a:lnTo>
                    <a:pt x="0" y="20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4193650" y="4406209"/>
              <a:ext cx="3887" cy="2001"/>
            </a:xfrm>
            <a:custGeom>
              <a:avLst/>
              <a:pathLst>
                <a:path w="3887" h="2001">
                  <a:moveTo>
                    <a:pt x="3887" y="0"/>
                  </a:moveTo>
                  <a:lnTo>
                    <a:pt x="0" y="2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4207537" y="4437473"/>
              <a:ext cx="6422" cy="3441"/>
            </a:xfrm>
            <a:custGeom>
              <a:avLst/>
              <a:pathLst>
                <a:path w="6422" h="3441">
                  <a:moveTo>
                    <a:pt x="6422" y="0"/>
                  </a:moveTo>
                  <a:lnTo>
                    <a:pt x="0" y="3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4205684" y="4420519"/>
              <a:ext cx="2580" cy="1355"/>
            </a:xfrm>
            <a:custGeom>
              <a:avLst/>
              <a:pathLst>
                <a:path w="2580" h="1355">
                  <a:moveTo>
                    <a:pt x="2580" y="0"/>
                  </a:moveTo>
                  <a:lnTo>
                    <a:pt x="0" y="1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4216065" y="4454098"/>
              <a:ext cx="10223" cy="5605"/>
            </a:xfrm>
            <a:custGeom>
              <a:avLst/>
              <a:pathLst>
                <a:path w="10223" h="5605">
                  <a:moveTo>
                    <a:pt x="10223" y="0"/>
                  </a:moveTo>
                  <a:lnTo>
                    <a:pt x="0" y="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4217201" y="4435971"/>
              <a:ext cx="2568" cy="1378"/>
            </a:xfrm>
            <a:custGeom>
              <a:avLst/>
              <a:pathLst>
                <a:path w="2568" h="1378">
                  <a:moveTo>
                    <a:pt x="2568" y="0"/>
                  </a:moveTo>
                  <a:lnTo>
                    <a:pt x="0" y="1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4224932" y="4468598"/>
              <a:ext cx="12718" cy="7115"/>
            </a:xfrm>
            <a:custGeom>
              <a:avLst/>
              <a:pathLst>
                <a:path w="12718" h="7115">
                  <a:moveTo>
                    <a:pt x="12718" y="0"/>
                  </a:moveTo>
                  <a:lnTo>
                    <a:pt x="0" y="7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4158508" y="4349732"/>
              <a:ext cx="1316" cy="625"/>
            </a:xfrm>
            <a:custGeom>
              <a:avLst/>
              <a:pathLst>
                <a:path w="1316" h="625">
                  <a:moveTo>
                    <a:pt x="1316" y="0"/>
                  </a:moveTo>
                  <a:lnTo>
                    <a:pt x="0" y="6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4162458" y="4357987"/>
              <a:ext cx="1313" cy="631"/>
            </a:xfrm>
            <a:custGeom>
              <a:avLst/>
              <a:pathLst>
                <a:path w="1313" h="631">
                  <a:moveTo>
                    <a:pt x="1313" y="0"/>
                  </a:moveTo>
                  <a:lnTo>
                    <a:pt x="0" y="6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4161793" y="4353233"/>
              <a:ext cx="1314" cy="628"/>
            </a:xfrm>
            <a:custGeom>
              <a:avLst/>
              <a:pathLst>
                <a:path w="1314" h="628">
                  <a:moveTo>
                    <a:pt x="1314" y="0"/>
                  </a:moveTo>
                  <a:lnTo>
                    <a:pt x="0" y="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4166444" y="4365588"/>
              <a:ext cx="2621" cy="1274"/>
            </a:xfrm>
            <a:custGeom>
              <a:avLst/>
              <a:pathLst>
                <a:path w="2621" h="1274">
                  <a:moveTo>
                    <a:pt x="2621" y="0"/>
                  </a:moveTo>
                  <a:lnTo>
                    <a:pt x="0" y="1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4150713" y="4333171"/>
              <a:ext cx="1321" cy="614"/>
            </a:xfrm>
            <a:custGeom>
              <a:avLst/>
              <a:pathLst>
                <a:path w="1321" h="614">
                  <a:moveTo>
                    <a:pt x="1321" y="0"/>
                  </a:moveTo>
                  <a:lnTo>
                    <a:pt x="0" y="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4154593" y="4341459"/>
              <a:ext cx="1318" cy="620"/>
            </a:xfrm>
            <a:custGeom>
              <a:avLst/>
              <a:pathLst>
                <a:path w="1318" h="620">
                  <a:moveTo>
                    <a:pt x="1318" y="0"/>
                  </a:moveTo>
                  <a:lnTo>
                    <a:pt x="0" y="6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4143060" y="4316544"/>
              <a:ext cx="1326" cy="603"/>
            </a:xfrm>
            <a:custGeom>
              <a:avLst/>
              <a:pathLst>
                <a:path w="1326" h="603">
                  <a:moveTo>
                    <a:pt x="1326" y="0"/>
                  </a:moveTo>
                  <a:lnTo>
                    <a:pt x="0" y="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4146869" y="4324865"/>
              <a:ext cx="1324" cy="609"/>
            </a:xfrm>
            <a:custGeom>
              <a:avLst/>
              <a:pathLst>
                <a:path w="1324" h="609">
                  <a:moveTo>
                    <a:pt x="1324" y="0"/>
                  </a:moveTo>
                  <a:lnTo>
                    <a:pt x="0" y="6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4146285" y="4319494"/>
              <a:ext cx="2650" cy="1212"/>
            </a:xfrm>
            <a:custGeom>
              <a:avLst/>
              <a:pathLst>
                <a:path w="2650" h="1212">
                  <a:moveTo>
                    <a:pt x="2650" y="0"/>
                  </a:moveTo>
                  <a:lnTo>
                    <a:pt x="0" y="12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4153968" y="4336082"/>
              <a:ext cx="2640" cy="1234"/>
            </a:xfrm>
            <a:custGeom>
              <a:avLst/>
              <a:pathLst>
                <a:path w="2640" h="1234">
                  <a:moveTo>
                    <a:pt x="2640" y="0"/>
                  </a:moveTo>
                  <a:lnTo>
                    <a:pt x="0" y="1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4152754" y="4325961"/>
              <a:ext cx="3968" cy="1835"/>
            </a:xfrm>
            <a:custGeom>
              <a:avLst/>
              <a:pathLst>
                <a:path w="3968" h="1835">
                  <a:moveTo>
                    <a:pt x="3968" y="0"/>
                  </a:moveTo>
                  <a:lnTo>
                    <a:pt x="0" y="1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4166077" y="4356884"/>
              <a:ext cx="5251" cy="2531"/>
            </a:xfrm>
            <a:custGeom>
              <a:avLst/>
              <a:pathLst>
                <a:path w="5251" h="2531">
                  <a:moveTo>
                    <a:pt x="5251" y="0"/>
                  </a:moveTo>
                  <a:lnTo>
                    <a:pt x="0" y="2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4163963" y="4340829"/>
              <a:ext cx="1317" cy="622"/>
            </a:xfrm>
            <a:custGeom>
              <a:avLst/>
              <a:pathLst>
                <a:path w="1317" h="622">
                  <a:moveTo>
                    <a:pt x="1317" y="0"/>
                  </a:moveTo>
                  <a:lnTo>
                    <a:pt x="0" y="6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4170465" y="4370591"/>
              <a:ext cx="9156" cy="4499"/>
            </a:xfrm>
            <a:custGeom>
              <a:avLst/>
              <a:pathLst>
                <a:path w="9156" h="4499">
                  <a:moveTo>
                    <a:pt x="9156" y="0"/>
                  </a:moveTo>
                  <a:lnTo>
                    <a:pt x="0" y="44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4172393" y="4355105"/>
              <a:ext cx="1312" cy="632"/>
            </a:xfrm>
            <a:custGeom>
              <a:avLst/>
              <a:pathLst>
                <a:path w="1312" h="632">
                  <a:moveTo>
                    <a:pt x="1312" y="0"/>
                  </a:moveTo>
                  <a:lnTo>
                    <a:pt x="0" y="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4174520" y="4378113"/>
              <a:ext cx="10441" cy="5186"/>
            </a:xfrm>
            <a:custGeom>
              <a:avLst/>
              <a:pathLst>
                <a:path w="10441" h="5186">
                  <a:moveTo>
                    <a:pt x="10441" y="0"/>
                  </a:moveTo>
                  <a:lnTo>
                    <a:pt x="0" y="5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3" name="pl1263"/>
            <p:cNvSpPr/>
            <p:nvPr/>
          </p:nvSpPr>
          <p:spPr>
            <a:xfrm>
              <a:off x="4135549" y="4299852"/>
              <a:ext cx="1331" cy="592"/>
            </a:xfrm>
            <a:custGeom>
              <a:avLst/>
              <a:pathLst>
                <a:path w="1331" h="592">
                  <a:moveTo>
                    <a:pt x="1331" y="0"/>
                  </a:moveTo>
                  <a:lnTo>
                    <a:pt x="0" y="5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4" name="pl1264"/>
            <p:cNvSpPr/>
            <p:nvPr/>
          </p:nvSpPr>
          <p:spPr>
            <a:xfrm>
              <a:off x="4139286" y="4308206"/>
              <a:ext cx="1329" cy="597"/>
            </a:xfrm>
            <a:custGeom>
              <a:avLst/>
              <a:pathLst>
                <a:path w="1329" h="597">
                  <a:moveTo>
                    <a:pt x="1329" y="0"/>
                  </a:moveTo>
                  <a:lnTo>
                    <a:pt x="0" y="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pl1265"/>
            <p:cNvSpPr/>
            <p:nvPr/>
          </p:nvSpPr>
          <p:spPr>
            <a:xfrm>
              <a:off x="4124551" y="4274696"/>
              <a:ext cx="1339" cy="574"/>
            </a:xfrm>
            <a:custGeom>
              <a:avLst/>
              <a:pathLst>
                <a:path w="1339" h="574">
                  <a:moveTo>
                    <a:pt x="1339" y="0"/>
                  </a:moveTo>
                  <a:lnTo>
                    <a:pt x="0" y="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6" name="pl1266"/>
            <p:cNvSpPr/>
            <p:nvPr/>
          </p:nvSpPr>
          <p:spPr>
            <a:xfrm>
              <a:off x="4128181" y="4283097"/>
              <a:ext cx="1336" cy="580"/>
            </a:xfrm>
            <a:custGeom>
              <a:avLst/>
              <a:pathLst>
                <a:path w="1336" h="580">
                  <a:moveTo>
                    <a:pt x="1336" y="0"/>
                  </a:moveTo>
                  <a:lnTo>
                    <a:pt x="0" y="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7" name="pl1267"/>
            <p:cNvSpPr/>
            <p:nvPr/>
          </p:nvSpPr>
          <p:spPr>
            <a:xfrm>
              <a:off x="4127699" y="4278321"/>
              <a:ext cx="1337" cy="577"/>
            </a:xfrm>
            <a:custGeom>
              <a:avLst/>
              <a:pathLst>
                <a:path w="1337" h="577">
                  <a:moveTo>
                    <a:pt x="1337" y="0"/>
                  </a:moveTo>
                  <a:lnTo>
                    <a:pt x="0" y="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8" name="pl1268"/>
            <p:cNvSpPr/>
            <p:nvPr/>
          </p:nvSpPr>
          <p:spPr>
            <a:xfrm>
              <a:off x="4131847" y="4290896"/>
              <a:ext cx="2668" cy="1172"/>
            </a:xfrm>
            <a:custGeom>
              <a:avLst/>
              <a:pathLst>
                <a:path w="2668" h="1172">
                  <a:moveTo>
                    <a:pt x="2668" y="0"/>
                  </a:moveTo>
                  <a:lnTo>
                    <a:pt x="0" y="11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9" name="pl1269"/>
            <p:cNvSpPr/>
            <p:nvPr/>
          </p:nvSpPr>
          <p:spPr>
            <a:xfrm>
              <a:off x="4106940" y="4232463"/>
              <a:ext cx="1351" cy="546"/>
            </a:xfrm>
            <a:custGeom>
              <a:avLst/>
              <a:pathLst>
                <a:path w="1351" h="546">
                  <a:moveTo>
                    <a:pt x="1351" y="0"/>
                  </a:moveTo>
                  <a:lnTo>
                    <a:pt x="0" y="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4110390" y="4240939"/>
              <a:ext cx="1348" cy="551"/>
            </a:xfrm>
            <a:custGeom>
              <a:avLst/>
              <a:pathLst>
                <a:path w="1348" h="551">
                  <a:moveTo>
                    <a:pt x="1348" y="0"/>
                  </a:moveTo>
                  <a:lnTo>
                    <a:pt x="0" y="5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4110010" y="4236154"/>
              <a:ext cx="1349" cy="549"/>
            </a:xfrm>
            <a:custGeom>
              <a:avLst/>
              <a:pathLst>
                <a:path w="1349" h="549">
                  <a:moveTo>
                    <a:pt x="1349" y="0"/>
                  </a:moveTo>
                  <a:lnTo>
                    <a:pt x="0" y="5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4113876" y="4248843"/>
              <a:ext cx="2692" cy="1115"/>
            </a:xfrm>
            <a:custGeom>
              <a:avLst/>
              <a:pathLst>
                <a:path w="2692" h="1115">
                  <a:moveTo>
                    <a:pt x="2692" y="0"/>
                  </a:moveTo>
                  <a:lnTo>
                    <a:pt x="0" y="1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4113954" y="4241949"/>
              <a:ext cx="1348" cy="553"/>
            </a:xfrm>
            <a:custGeom>
              <a:avLst/>
              <a:pathLst>
                <a:path w="1348" h="553">
                  <a:moveTo>
                    <a:pt x="1348" y="0"/>
                  </a:moveTo>
                  <a:lnTo>
                    <a:pt x="0" y="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4117398" y="4256721"/>
              <a:ext cx="4032" cy="1690"/>
            </a:xfrm>
            <a:custGeom>
              <a:avLst/>
              <a:pathLst>
                <a:path w="4032" h="1690">
                  <a:moveTo>
                    <a:pt x="4032" y="0"/>
                  </a:moveTo>
                  <a:lnTo>
                    <a:pt x="0" y="1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4118353" y="4248783"/>
              <a:ext cx="1346" cy="558"/>
            </a:xfrm>
            <a:custGeom>
              <a:avLst/>
              <a:pathLst>
                <a:path w="1346" h="558">
                  <a:moveTo>
                    <a:pt x="1346" y="0"/>
                  </a:moveTo>
                  <a:lnTo>
                    <a:pt x="0" y="5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pl1276"/>
            <p:cNvSpPr/>
            <p:nvPr/>
          </p:nvSpPr>
          <p:spPr>
            <a:xfrm>
              <a:off x="4120956" y="4264572"/>
              <a:ext cx="5366" cy="2276"/>
            </a:xfrm>
            <a:custGeom>
              <a:avLst/>
              <a:pathLst>
                <a:path w="5366" h="2276">
                  <a:moveTo>
                    <a:pt x="5366" y="0"/>
                  </a:moveTo>
                  <a:lnTo>
                    <a:pt x="0" y="22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7" name="pl1277"/>
            <p:cNvSpPr/>
            <p:nvPr/>
          </p:nvSpPr>
          <p:spPr>
            <a:xfrm>
              <a:off x="4122995" y="4254992"/>
              <a:ext cx="4031" cy="1691"/>
            </a:xfrm>
            <a:custGeom>
              <a:avLst/>
              <a:pathLst>
                <a:path w="4031" h="1691">
                  <a:moveTo>
                    <a:pt x="4031" y="0"/>
                  </a:moveTo>
                  <a:lnTo>
                    <a:pt x="0" y="1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8" name="pl1278"/>
            <p:cNvSpPr/>
            <p:nvPr/>
          </p:nvSpPr>
          <p:spPr>
            <a:xfrm>
              <a:off x="4131766" y="4281702"/>
              <a:ext cx="6680" cy="2910"/>
            </a:xfrm>
            <a:custGeom>
              <a:avLst/>
              <a:pathLst>
                <a:path w="6680" h="2910">
                  <a:moveTo>
                    <a:pt x="6680" y="0"/>
                  </a:moveTo>
                  <a:lnTo>
                    <a:pt x="0" y="2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9" name="pl1279"/>
            <p:cNvSpPr/>
            <p:nvPr/>
          </p:nvSpPr>
          <p:spPr>
            <a:xfrm>
              <a:off x="4132691" y="4267221"/>
              <a:ext cx="2680" cy="1145"/>
            </a:xfrm>
            <a:custGeom>
              <a:avLst/>
              <a:pathLst>
                <a:path w="2680" h="1145">
                  <a:moveTo>
                    <a:pt x="2680" y="0"/>
                  </a:moveTo>
                  <a:lnTo>
                    <a:pt x="0" y="1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0" name="pl1280"/>
            <p:cNvSpPr/>
            <p:nvPr/>
          </p:nvSpPr>
          <p:spPr>
            <a:xfrm>
              <a:off x="4138744" y="4299272"/>
              <a:ext cx="10643" cy="4758"/>
            </a:xfrm>
            <a:custGeom>
              <a:avLst/>
              <a:pathLst>
                <a:path w="10643" h="4758">
                  <a:moveTo>
                    <a:pt x="10643" y="0"/>
                  </a:moveTo>
                  <a:lnTo>
                    <a:pt x="0" y="4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1" name="pl1281"/>
            <p:cNvSpPr/>
            <p:nvPr/>
          </p:nvSpPr>
          <p:spPr>
            <a:xfrm>
              <a:off x="4096807" y="4206946"/>
              <a:ext cx="1358" cy="528"/>
            </a:xfrm>
            <a:custGeom>
              <a:avLst/>
              <a:pathLst>
                <a:path w="1358" h="528">
                  <a:moveTo>
                    <a:pt x="1358" y="0"/>
                  </a:moveTo>
                  <a:lnTo>
                    <a:pt x="0" y="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2" name="pl1282"/>
            <p:cNvSpPr/>
            <p:nvPr/>
          </p:nvSpPr>
          <p:spPr>
            <a:xfrm>
              <a:off x="4100148" y="4215466"/>
              <a:ext cx="1355" cy="534"/>
            </a:xfrm>
            <a:custGeom>
              <a:avLst/>
              <a:pathLst>
                <a:path w="1355" h="534">
                  <a:moveTo>
                    <a:pt x="1355" y="0"/>
                  </a:moveTo>
                  <a:lnTo>
                    <a:pt x="0" y="5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3" name="pl1283"/>
            <p:cNvSpPr/>
            <p:nvPr/>
          </p:nvSpPr>
          <p:spPr>
            <a:xfrm>
              <a:off x="4099830" y="4210676"/>
              <a:ext cx="1356" cy="531"/>
            </a:xfrm>
            <a:custGeom>
              <a:avLst/>
              <a:pathLst>
                <a:path w="1356" h="531">
                  <a:moveTo>
                    <a:pt x="1356" y="0"/>
                  </a:moveTo>
                  <a:lnTo>
                    <a:pt x="0" y="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4" name="pl1284"/>
            <p:cNvSpPr/>
            <p:nvPr/>
          </p:nvSpPr>
          <p:spPr>
            <a:xfrm>
              <a:off x="4103526" y="4223431"/>
              <a:ext cx="2706" cy="1080"/>
            </a:xfrm>
            <a:custGeom>
              <a:avLst/>
              <a:pathLst>
                <a:path w="2706" h="1080">
                  <a:moveTo>
                    <a:pt x="2706" y="0"/>
                  </a:moveTo>
                  <a:lnTo>
                    <a:pt x="0" y="10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5" name="pl1285"/>
            <p:cNvSpPr/>
            <p:nvPr/>
          </p:nvSpPr>
          <p:spPr>
            <a:xfrm>
              <a:off x="4087003" y="4181302"/>
              <a:ext cx="1364" cy="511"/>
            </a:xfrm>
            <a:custGeom>
              <a:avLst/>
              <a:pathLst>
                <a:path w="1364" h="511">
                  <a:moveTo>
                    <a:pt x="1364" y="0"/>
                  </a:moveTo>
                  <a:lnTo>
                    <a:pt x="0" y="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6" name="pl1286"/>
            <p:cNvSpPr/>
            <p:nvPr/>
          </p:nvSpPr>
          <p:spPr>
            <a:xfrm>
              <a:off x="4090234" y="4189864"/>
              <a:ext cx="1362" cy="517"/>
            </a:xfrm>
            <a:custGeom>
              <a:avLst/>
              <a:pathLst>
                <a:path w="1362" h="517">
                  <a:moveTo>
                    <a:pt x="1362" y="0"/>
                  </a:moveTo>
                  <a:lnTo>
                    <a:pt x="0" y="5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7" name="pl1287"/>
            <p:cNvSpPr/>
            <p:nvPr/>
          </p:nvSpPr>
          <p:spPr>
            <a:xfrm>
              <a:off x="4071395" y="4138290"/>
              <a:ext cx="1375" cy="482"/>
            </a:xfrm>
            <a:custGeom>
              <a:avLst/>
              <a:pathLst>
                <a:path w="1375" h="482">
                  <a:moveTo>
                    <a:pt x="1375" y="0"/>
                  </a:moveTo>
                  <a:lnTo>
                    <a:pt x="0" y="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8" name="pl1288"/>
            <p:cNvSpPr/>
            <p:nvPr/>
          </p:nvSpPr>
          <p:spPr>
            <a:xfrm>
              <a:off x="4074443" y="4146919"/>
              <a:ext cx="1373" cy="488"/>
            </a:xfrm>
            <a:custGeom>
              <a:avLst/>
              <a:pathLst>
                <a:path w="1373" h="488">
                  <a:moveTo>
                    <a:pt x="1373" y="0"/>
                  </a:moveTo>
                  <a:lnTo>
                    <a:pt x="0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9" name="pl1289"/>
            <p:cNvSpPr/>
            <p:nvPr/>
          </p:nvSpPr>
          <p:spPr>
            <a:xfrm>
              <a:off x="4074288" y="4142121"/>
              <a:ext cx="1374" cy="485"/>
            </a:xfrm>
            <a:custGeom>
              <a:avLst/>
              <a:pathLst>
                <a:path w="1374" h="485">
                  <a:moveTo>
                    <a:pt x="1374" y="0"/>
                  </a:moveTo>
                  <a:lnTo>
                    <a:pt x="0" y="4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0" name="pl1290"/>
            <p:cNvSpPr/>
            <p:nvPr/>
          </p:nvSpPr>
          <p:spPr>
            <a:xfrm>
              <a:off x="4077528" y="4155041"/>
              <a:ext cx="2742" cy="987"/>
            </a:xfrm>
            <a:custGeom>
              <a:avLst/>
              <a:pathLst>
                <a:path w="2742" h="987">
                  <a:moveTo>
                    <a:pt x="2742" y="0"/>
                  </a:moveTo>
                  <a:lnTo>
                    <a:pt x="0" y="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1" name="pl1291"/>
            <p:cNvSpPr/>
            <p:nvPr/>
          </p:nvSpPr>
          <p:spPr>
            <a:xfrm>
              <a:off x="4077956" y="4148095"/>
              <a:ext cx="1372" cy="489"/>
            </a:xfrm>
            <a:custGeom>
              <a:avLst/>
              <a:pathLst>
                <a:path w="1372" h="489">
                  <a:moveTo>
                    <a:pt x="1372" y="0"/>
                  </a:moveTo>
                  <a:lnTo>
                    <a:pt x="0" y="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2" name="pl1292"/>
            <p:cNvSpPr/>
            <p:nvPr/>
          </p:nvSpPr>
          <p:spPr>
            <a:xfrm>
              <a:off x="4080649" y="4163138"/>
              <a:ext cx="4107" cy="1499"/>
            </a:xfrm>
            <a:custGeom>
              <a:avLst/>
              <a:pathLst>
                <a:path w="4107" h="1499">
                  <a:moveTo>
                    <a:pt x="4107" y="0"/>
                  </a:moveTo>
                  <a:lnTo>
                    <a:pt x="0" y="14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3" name="pl1293"/>
            <p:cNvSpPr/>
            <p:nvPr/>
          </p:nvSpPr>
          <p:spPr>
            <a:xfrm>
              <a:off x="4082028" y="4155127"/>
              <a:ext cx="1370" cy="494"/>
            </a:xfrm>
            <a:custGeom>
              <a:avLst/>
              <a:pathLst>
                <a:path w="1370" h="494">
                  <a:moveTo>
                    <a:pt x="1370" y="0"/>
                  </a:moveTo>
                  <a:lnTo>
                    <a:pt x="0" y="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4" name="pl1294"/>
            <p:cNvSpPr/>
            <p:nvPr/>
          </p:nvSpPr>
          <p:spPr>
            <a:xfrm>
              <a:off x="4083808" y="4171210"/>
              <a:ext cx="5467" cy="2022"/>
            </a:xfrm>
            <a:custGeom>
              <a:avLst/>
              <a:pathLst>
                <a:path w="5467" h="2022">
                  <a:moveTo>
                    <a:pt x="5467" y="0"/>
                  </a:moveTo>
                  <a:lnTo>
                    <a:pt x="0" y="2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5" name="pl1295"/>
            <p:cNvSpPr/>
            <p:nvPr/>
          </p:nvSpPr>
          <p:spPr>
            <a:xfrm>
              <a:off x="4086321" y="4162174"/>
              <a:ext cx="2737" cy="1000"/>
            </a:xfrm>
            <a:custGeom>
              <a:avLst/>
              <a:pathLst>
                <a:path w="2737" h="1000">
                  <a:moveTo>
                    <a:pt x="2737" y="0"/>
                  </a:moveTo>
                  <a:lnTo>
                    <a:pt x="0" y="1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6" name="pl1296"/>
            <p:cNvSpPr/>
            <p:nvPr/>
          </p:nvSpPr>
          <p:spPr>
            <a:xfrm>
              <a:off x="4089978" y="4183013"/>
              <a:ext cx="6818" cy="2571"/>
            </a:xfrm>
            <a:custGeom>
              <a:avLst/>
              <a:pathLst>
                <a:path w="6818" h="2571">
                  <a:moveTo>
                    <a:pt x="6818" y="0"/>
                  </a:moveTo>
                  <a:lnTo>
                    <a:pt x="0" y="2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7" name="pl1297"/>
            <p:cNvSpPr/>
            <p:nvPr/>
          </p:nvSpPr>
          <p:spPr>
            <a:xfrm>
              <a:off x="4092900" y="4172096"/>
              <a:ext cx="1366" cy="507"/>
            </a:xfrm>
            <a:custGeom>
              <a:avLst/>
              <a:pathLst>
                <a:path w="1366" h="507">
                  <a:moveTo>
                    <a:pt x="1366" y="0"/>
                  </a:moveTo>
                  <a:lnTo>
                    <a:pt x="0" y="5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8" name="pl1298"/>
            <p:cNvSpPr/>
            <p:nvPr/>
          </p:nvSpPr>
          <p:spPr>
            <a:xfrm>
              <a:off x="4093503" y="4195274"/>
              <a:ext cx="9522" cy="3661"/>
            </a:xfrm>
            <a:custGeom>
              <a:avLst/>
              <a:pathLst>
                <a:path w="9522" h="3661">
                  <a:moveTo>
                    <a:pt x="9522" y="0"/>
                  </a:moveTo>
                  <a:lnTo>
                    <a:pt x="0" y="36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9" name="pl1299"/>
            <p:cNvSpPr/>
            <p:nvPr/>
          </p:nvSpPr>
          <p:spPr>
            <a:xfrm>
              <a:off x="4098612" y="4182152"/>
              <a:ext cx="4089" cy="1545"/>
            </a:xfrm>
            <a:custGeom>
              <a:avLst/>
              <a:pathLst>
                <a:path w="4089" h="1545">
                  <a:moveTo>
                    <a:pt x="4089" y="0"/>
                  </a:moveTo>
                  <a:lnTo>
                    <a:pt x="0" y="15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0" name="pl1300"/>
            <p:cNvSpPr/>
            <p:nvPr/>
          </p:nvSpPr>
          <p:spPr>
            <a:xfrm>
              <a:off x="4103700" y="4212769"/>
              <a:ext cx="10841" cy="4288"/>
            </a:xfrm>
            <a:custGeom>
              <a:avLst/>
              <a:pathLst>
                <a:path w="10841" h="4288">
                  <a:moveTo>
                    <a:pt x="10841" y="0"/>
                  </a:moveTo>
                  <a:lnTo>
                    <a:pt x="0" y="4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1" name="pl1301"/>
            <p:cNvSpPr/>
            <p:nvPr/>
          </p:nvSpPr>
          <p:spPr>
            <a:xfrm>
              <a:off x="4062472" y="4112326"/>
              <a:ext cx="1381" cy="464"/>
            </a:xfrm>
            <a:custGeom>
              <a:avLst/>
              <a:pathLst>
                <a:path w="1381" h="464">
                  <a:moveTo>
                    <a:pt x="1381" y="0"/>
                  </a:moveTo>
                  <a:lnTo>
                    <a:pt x="0" y="4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2" name="pl1302"/>
            <p:cNvSpPr/>
            <p:nvPr/>
          </p:nvSpPr>
          <p:spPr>
            <a:xfrm>
              <a:off x="4065409" y="4120993"/>
              <a:ext cx="1379" cy="470"/>
            </a:xfrm>
            <a:custGeom>
              <a:avLst/>
              <a:pathLst>
                <a:path w="1379" h="470">
                  <a:moveTo>
                    <a:pt x="1379" y="0"/>
                  </a:moveTo>
                  <a:lnTo>
                    <a:pt x="0" y="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3" name="pl1303"/>
            <p:cNvSpPr/>
            <p:nvPr/>
          </p:nvSpPr>
          <p:spPr>
            <a:xfrm>
              <a:off x="4056709" y="4094954"/>
              <a:ext cx="1385" cy="452"/>
            </a:xfrm>
            <a:custGeom>
              <a:avLst/>
              <a:pathLst>
                <a:path w="1385" h="452">
                  <a:moveTo>
                    <a:pt x="1385" y="0"/>
                  </a:moveTo>
                  <a:lnTo>
                    <a:pt x="0" y="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4" name="pl1304"/>
            <p:cNvSpPr/>
            <p:nvPr/>
          </p:nvSpPr>
          <p:spPr>
            <a:xfrm>
              <a:off x="4059572" y="4103646"/>
              <a:ext cx="1383" cy="458"/>
            </a:xfrm>
            <a:custGeom>
              <a:avLst/>
              <a:pathLst>
                <a:path w="1383" h="458">
                  <a:moveTo>
                    <a:pt x="1383" y="0"/>
                  </a:moveTo>
                  <a:lnTo>
                    <a:pt x="0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5" name="pl1305"/>
            <p:cNvSpPr/>
            <p:nvPr/>
          </p:nvSpPr>
          <p:spPr>
            <a:xfrm>
              <a:off x="4059520" y="4098390"/>
              <a:ext cx="2768" cy="911"/>
            </a:xfrm>
            <a:custGeom>
              <a:avLst/>
              <a:pathLst>
                <a:path w="2768" h="911">
                  <a:moveTo>
                    <a:pt x="2768" y="0"/>
                  </a:moveTo>
                  <a:lnTo>
                    <a:pt x="0" y="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6" name="pl1306"/>
            <p:cNvSpPr/>
            <p:nvPr/>
          </p:nvSpPr>
          <p:spPr>
            <a:xfrm>
              <a:off x="4065316" y="4115726"/>
              <a:ext cx="2760" cy="934"/>
            </a:xfrm>
            <a:custGeom>
              <a:avLst/>
              <a:pathLst>
                <a:path w="2760" h="934">
                  <a:moveTo>
                    <a:pt x="2760" y="0"/>
                  </a:moveTo>
                  <a:lnTo>
                    <a:pt x="0" y="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7" name="pl1307"/>
            <p:cNvSpPr/>
            <p:nvPr/>
          </p:nvSpPr>
          <p:spPr>
            <a:xfrm>
              <a:off x="4065164" y="4106603"/>
              <a:ext cx="1382" cy="461"/>
            </a:xfrm>
            <a:custGeom>
              <a:avLst/>
              <a:pathLst>
                <a:path w="1382" h="461">
                  <a:moveTo>
                    <a:pt x="1382" y="0"/>
                  </a:moveTo>
                  <a:lnTo>
                    <a:pt x="0" y="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8" name="pl1308"/>
            <p:cNvSpPr/>
            <p:nvPr/>
          </p:nvSpPr>
          <p:spPr>
            <a:xfrm>
              <a:off x="4068383" y="4128219"/>
              <a:ext cx="5509" cy="1905"/>
            </a:xfrm>
            <a:custGeom>
              <a:avLst/>
              <a:pathLst>
                <a:path w="5509" h="1905">
                  <a:moveTo>
                    <a:pt x="5509" y="0"/>
                  </a:moveTo>
                  <a:lnTo>
                    <a:pt x="0" y="19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9" name="pl1309"/>
            <p:cNvSpPr/>
            <p:nvPr/>
          </p:nvSpPr>
          <p:spPr>
            <a:xfrm>
              <a:off x="4048342" y="4068806"/>
              <a:ext cx="1390" cy="434"/>
            </a:xfrm>
            <a:custGeom>
              <a:avLst/>
              <a:pathLst>
                <a:path w="1390" h="434">
                  <a:moveTo>
                    <a:pt x="1390" y="0"/>
                  </a:moveTo>
                  <a:lnTo>
                    <a:pt x="0" y="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0" name="pl1310"/>
            <p:cNvSpPr/>
            <p:nvPr/>
          </p:nvSpPr>
          <p:spPr>
            <a:xfrm>
              <a:off x="4051094" y="4077534"/>
              <a:ext cx="1389" cy="440"/>
            </a:xfrm>
            <a:custGeom>
              <a:avLst/>
              <a:pathLst>
                <a:path w="1389" h="440">
                  <a:moveTo>
                    <a:pt x="1389" y="0"/>
                  </a:moveTo>
                  <a:lnTo>
                    <a:pt x="0" y="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1" name="pl1311"/>
            <p:cNvSpPr/>
            <p:nvPr/>
          </p:nvSpPr>
          <p:spPr>
            <a:xfrm>
              <a:off x="4040312" y="4042553"/>
              <a:ext cx="1396" cy="417"/>
            </a:xfrm>
            <a:custGeom>
              <a:avLst/>
              <a:pathLst>
                <a:path w="1396" h="417">
                  <a:moveTo>
                    <a:pt x="1396" y="0"/>
                  </a:moveTo>
                  <a:lnTo>
                    <a:pt x="0" y="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2" name="pl1312"/>
            <p:cNvSpPr/>
            <p:nvPr/>
          </p:nvSpPr>
          <p:spPr>
            <a:xfrm>
              <a:off x="4042951" y="4051316"/>
              <a:ext cx="1394" cy="423"/>
            </a:xfrm>
            <a:custGeom>
              <a:avLst/>
              <a:pathLst>
                <a:path w="1394" h="423">
                  <a:moveTo>
                    <a:pt x="1394" y="0"/>
                  </a:moveTo>
                  <a:lnTo>
                    <a:pt x="0" y="4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3" name="pl1313"/>
            <p:cNvSpPr/>
            <p:nvPr/>
          </p:nvSpPr>
          <p:spPr>
            <a:xfrm>
              <a:off x="4043023" y="4046516"/>
              <a:ext cx="1395" cy="420"/>
            </a:xfrm>
            <a:custGeom>
              <a:avLst/>
              <a:pathLst>
                <a:path w="1395" h="420">
                  <a:moveTo>
                    <a:pt x="1395" y="0"/>
                  </a:moveTo>
                  <a:lnTo>
                    <a:pt x="0" y="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4" name="pl1314"/>
            <p:cNvSpPr/>
            <p:nvPr/>
          </p:nvSpPr>
          <p:spPr>
            <a:xfrm>
              <a:off x="4045628" y="4059638"/>
              <a:ext cx="2785" cy="858"/>
            </a:xfrm>
            <a:custGeom>
              <a:avLst/>
              <a:pathLst>
                <a:path w="2785" h="858">
                  <a:moveTo>
                    <a:pt x="2785" y="0"/>
                  </a:moveTo>
                  <a:lnTo>
                    <a:pt x="0" y="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5" name="pl1315"/>
            <p:cNvSpPr/>
            <p:nvPr/>
          </p:nvSpPr>
          <p:spPr>
            <a:xfrm>
              <a:off x="4046406" y="4052231"/>
              <a:ext cx="2788" cy="849"/>
            </a:xfrm>
            <a:custGeom>
              <a:avLst/>
              <a:pathLst>
                <a:path w="2788" h="849">
                  <a:moveTo>
                    <a:pt x="2788" y="0"/>
                  </a:moveTo>
                  <a:lnTo>
                    <a:pt x="0" y="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6" name="pl1316"/>
            <p:cNvSpPr/>
            <p:nvPr/>
          </p:nvSpPr>
          <p:spPr>
            <a:xfrm>
              <a:off x="4051104" y="4071858"/>
              <a:ext cx="4170" cy="1313"/>
            </a:xfrm>
            <a:custGeom>
              <a:avLst/>
              <a:pathLst>
                <a:path w="4170" h="1313">
                  <a:moveTo>
                    <a:pt x="4170" y="0"/>
                  </a:moveTo>
                  <a:lnTo>
                    <a:pt x="0" y="1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7" name="pl1317"/>
            <p:cNvSpPr/>
            <p:nvPr/>
          </p:nvSpPr>
          <p:spPr>
            <a:xfrm>
              <a:off x="4052210" y="4061620"/>
              <a:ext cx="1392" cy="431"/>
            </a:xfrm>
            <a:custGeom>
              <a:avLst/>
              <a:pathLst>
                <a:path w="1392" h="431">
                  <a:moveTo>
                    <a:pt x="1392" y="0"/>
                  </a:moveTo>
                  <a:lnTo>
                    <a:pt x="0" y="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8" name="pl1318"/>
            <p:cNvSpPr/>
            <p:nvPr/>
          </p:nvSpPr>
          <p:spPr>
            <a:xfrm>
              <a:off x="4053883" y="4084463"/>
              <a:ext cx="6936" cy="2234"/>
            </a:xfrm>
            <a:custGeom>
              <a:avLst/>
              <a:pathLst>
                <a:path w="6936" h="2234">
                  <a:moveTo>
                    <a:pt x="6936" y="0"/>
                  </a:moveTo>
                  <a:lnTo>
                    <a:pt x="0" y="2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9" name="pl1319"/>
            <p:cNvSpPr/>
            <p:nvPr/>
          </p:nvSpPr>
          <p:spPr>
            <a:xfrm>
              <a:off x="4035146" y="4024995"/>
              <a:ext cx="1399" cy="405"/>
            </a:xfrm>
            <a:custGeom>
              <a:avLst/>
              <a:pathLst>
                <a:path w="1399" h="405">
                  <a:moveTo>
                    <a:pt x="1399" y="0"/>
                  </a:moveTo>
                  <a:lnTo>
                    <a:pt x="0" y="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0" name="pl1320"/>
            <p:cNvSpPr/>
            <p:nvPr/>
          </p:nvSpPr>
          <p:spPr>
            <a:xfrm>
              <a:off x="4037710" y="4033780"/>
              <a:ext cx="1398" cy="411"/>
            </a:xfrm>
            <a:custGeom>
              <a:avLst/>
              <a:pathLst>
                <a:path w="1398" h="411">
                  <a:moveTo>
                    <a:pt x="1398" y="0"/>
                  </a:moveTo>
                  <a:lnTo>
                    <a:pt x="0" y="4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1" name="pl1321"/>
            <p:cNvSpPr/>
            <p:nvPr/>
          </p:nvSpPr>
          <p:spPr>
            <a:xfrm>
              <a:off x="4022887" y="3980912"/>
              <a:ext cx="1408" cy="375"/>
            </a:xfrm>
            <a:custGeom>
              <a:avLst/>
              <a:pathLst>
                <a:path w="1408" h="375">
                  <a:moveTo>
                    <a:pt x="1408" y="0"/>
                  </a:moveTo>
                  <a:lnTo>
                    <a:pt x="0" y="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2" name="pl1322"/>
            <p:cNvSpPr/>
            <p:nvPr/>
          </p:nvSpPr>
          <p:spPr>
            <a:xfrm>
              <a:off x="4025264" y="3989750"/>
              <a:ext cx="1406" cy="381"/>
            </a:xfrm>
            <a:custGeom>
              <a:avLst/>
              <a:pathLst>
                <a:path w="1406" h="381">
                  <a:moveTo>
                    <a:pt x="1406" y="0"/>
                  </a:moveTo>
                  <a:lnTo>
                    <a:pt x="0" y="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3" name="pl1323"/>
            <p:cNvSpPr/>
            <p:nvPr/>
          </p:nvSpPr>
          <p:spPr>
            <a:xfrm>
              <a:off x="4025478" y="3984954"/>
              <a:ext cx="1407" cy="378"/>
            </a:xfrm>
            <a:custGeom>
              <a:avLst/>
              <a:pathLst>
                <a:path w="1407" h="378">
                  <a:moveTo>
                    <a:pt x="1407" y="0"/>
                  </a:moveTo>
                  <a:lnTo>
                    <a:pt x="0" y="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4" name="pl1324"/>
            <p:cNvSpPr/>
            <p:nvPr/>
          </p:nvSpPr>
          <p:spPr>
            <a:xfrm>
              <a:off x="4027678" y="3998189"/>
              <a:ext cx="2810" cy="774"/>
            </a:xfrm>
            <a:custGeom>
              <a:avLst/>
              <a:pathLst>
                <a:path w="2810" h="774">
                  <a:moveTo>
                    <a:pt x="2810" y="0"/>
                  </a:moveTo>
                  <a:lnTo>
                    <a:pt x="0" y="7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5" name="pl1325"/>
            <p:cNvSpPr/>
            <p:nvPr/>
          </p:nvSpPr>
          <p:spPr>
            <a:xfrm>
              <a:off x="4028676" y="3991192"/>
              <a:ext cx="1406" cy="382"/>
            </a:xfrm>
            <a:custGeom>
              <a:avLst/>
              <a:pathLst>
                <a:path w="1406" h="382">
                  <a:moveTo>
                    <a:pt x="1406" y="0"/>
                  </a:moveTo>
                  <a:lnTo>
                    <a:pt x="0" y="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6" name="pl1326"/>
            <p:cNvSpPr/>
            <p:nvPr/>
          </p:nvSpPr>
          <p:spPr>
            <a:xfrm>
              <a:off x="4030129" y="4006607"/>
              <a:ext cx="4210" cy="1179"/>
            </a:xfrm>
            <a:custGeom>
              <a:avLst/>
              <a:pathLst>
                <a:path w="4210" h="1179">
                  <a:moveTo>
                    <a:pt x="4210" y="0"/>
                  </a:moveTo>
                  <a:lnTo>
                    <a:pt x="0" y="1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7" name="pl1327"/>
            <p:cNvSpPr/>
            <p:nvPr/>
          </p:nvSpPr>
          <p:spPr>
            <a:xfrm>
              <a:off x="4032196" y="3998515"/>
              <a:ext cx="1404" cy="387"/>
            </a:xfrm>
            <a:custGeom>
              <a:avLst/>
              <a:pathLst>
                <a:path w="1404" h="387">
                  <a:moveTo>
                    <a:pt x="1404" y="0"/>
                  </a:moveTo>
                  <a:lnTo>
                    <a:pt x="0" y="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8" name="pl1328"/>
            <p:cNvSpPr/>
            <p:nvPr/>
          </p:nvSpPr>
          <p:spPr>
            <a:xfrm>
              <a:off x="4032619" y="4015002"/>
              <a:ext cx="5606" cy="1596"/>
            </a:xfrm>
            <a:custGeom>
              <a:avLst/>
              <a:pathLst>
                <a:path w="5606" h="1596">
                  <a:moveTo>
                    <a:pt x="5606" y="0"/>
                  </a:moveTo>
                  <a:lnTo>
                    <a:pt x="0" y="15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9" name="pl1329"/>
            <p:cNvSpPr/>
            <p:nvPr/>
          </p:nvSpPr>
          <p:spPr>
            <a:xfrm>
              <a:off x="4035897" y="4005976"/>
              <a:ext cx="2806" cy="787"/>
            </a:xfrm>
            <a:custGeom>
              <a:avLst/>
              <a:pathLst>
                <a:path w="2806" h="787">
                  <a:moveTo>
                    <a:pt x="2806" y="0"/>
                  </a:moveTo>
                  <a:lnTo>
                    <a:pt x="0" y="7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0" name="pl1330"/>
            <p:cNvSpPr/>
            <p:nvPr/>
          </p:nvSpPr>
          <p:spPr>
            <a:xfrm>
              <a:off x="4037822" y="4027348"/>
              <a:ext cx="6995" cy="2040"/>
            </a:xfrm>
            <a:custGeom>
              <a:avLst/>
              <a:pathLst>
                <a:path w="6995" h="2040">
                  <a:moveTo>
                    <a:pt x="6995" y="0"/>
                  </a:moveTo>
                  <a:lnTo>
                    <a:pt x="0" y="20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1" name="pl1331"/>
            <p:cNvSpPr/>
            <p:nvPr/>
          </p:nvSpPr>
          <p:spPr>
            <a:xfrm>
              <a:off x="4041733" y="4014265"/>
              <a:ext cx="8407" cy="2405"/>
            </a:xfrm>
            <a:custGeom>
              <a:avLst/>
              <a:pathLst>
                <a:path w="8407" h="2405">
                  <a:moveTo>
                    <a:pt x="8407" y="0"/>
                  </a:moveTo>
                  <a:lnTo>
                    <a:pt x="0" y="24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2" name="pl1332"/>
            <p:cNvSpPr/>
            <p:nvPr/>
          </p:nvSpPr>
          <p:spPr>
            <a:xfrm>
              <a:off x="4057179" y="4069979"/>
              <a:ext cx="9727" cy="3073"/>
            </a:xfrm>
            <a:custGeom>
              <a:avLst/>
              <a:pathLst>
                <a:path w="9727" h="3073">
                  <a:moveTo>
                    <a:pt x="9727" y="0"/>
                  </a:moveTo>
                  <a:lnTo>
                    <a:pt x="0" y="3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3" name="pl1333"/>
            <p:cNvSpPr/>
            <p:nvPr/>
          </p:nvSpPr>
          <p:spPr>
            <a:xfrm>
              <a:off x="4058333" y="4040079"/>
              <a:ext cx="6977" cy="2099"/>
            </a:xfrm>
            <a:custGeom>
              <a:avLst/>
              <a:pathLst>
                <a:path w="6977" h="2099">
                  <a:moveTo>
                    <a:pt x="6977" y="0"/>
                  </a:moveTo>
                  <a:lnTo>
                    <a:pt x="0" y="2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4" name="pl1334"/>
            <p:cNvSpPr/>
            <p:nvPr/>
          </p:nvSpPr>
          <p:spPr>
            <a:xfrm>
              <a:off x="4070191" y="4111324"/>
              <a:ext cx="17938" cy="6096"/>
            </a:xfrm>
            <a:custGeom>
              <a:avLst/>
              <a:pathLst>
                <a:path w="17938" h="6096">
                  <a:moveTo>
                    <a:pt x="17938" y="0"/>
                  </a:moveTo>
                  <a:lnTo>
                    <a:pt x="0" y="6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5" name="pl1335"/>
            <p:cNvSpPr/>
            <p:nvPr/>
          </p:nvSpPr>
          <p:spPr>
            <a:xfrm>
              <a:off x="4015985" y="3954341"/>
              <a:ext cx="1412" cy="357"/>
            </a:xfrm>
            <a:custGeom>
              <a:avLst/>
              <a:pathLst>
                <a:path w="1412" h="357">
                  <a:moveTo>
                    <a:pt x="1412" y="0"/>
                  </a:moveTo>
                  <a:lnTo>
                    <a:pt x="0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6" name="pl1336"/>
            <p:cNvSpPr/>
            <p:nvPr/>
          </p:nvSpPr>
          <p:spPr>
            <a:xfrm>
              <a:off x="4018248" y="3963208"/>
              <a:ext cx="1411" cy="363"/>
            </a:xfrm>
            <a:custGeom>
              <a:avLst/>
              <a:pathLst>
                <a:path w="1411" h="363">
                  <a:moveTo>
                    <a:pt x="1411" y="0"/>
                  </a:moveTo>
                  <a:lnTo>
                    <a:pt x="0" y="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7" name="pl1337"/>
            <p:cNvSpPr/>
            <p:nvPr/>
          </p:nvSpPr>
          <p:spPr>
            <a:xfrm>
              <a:off x="4018524" y="3958415"/>
              <a:ext cx="1412" cy="360"/>
            </a:xfrm>
            <a:custGeom>
              <a:avLst/>
              <a:pathLst>
                <a:path w="1412" h="360">
                  <a:moveTo>
                    <a:pt x="1412" y="0"/>
                  </a:moveTo>
                  <a:lnTo>
                    <a:pt x="0" y="3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8" name="pl1338"/>
            <p:cNvSpPr/>
            <p:nvPr/>
          </p:nvSpPr>
          <p:spPr>
            <a:xfrm>
              <a:off x="4020549" y="3971696"/>
              <a:ext cx="2819" cy="738"/>
            </a:xfrm>
            <a:custGeom>
              <a:avLst/>
              <a:pathLst>
                <a:path w="2819" h="738">
                  <a:moveTo>
                    <a:pt x="2819" y="0"/>
                  </a:moveTo>
                  <a:lnTo>
                    <a:pt x="0" y="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9" name="pl1339"/>
            <p:cNvSpPr/>
            <p:nvPr/>
          </p:nvSpPr>
          <p:spPr>
            <a:xfrm>
              <a:off x="4009424" y="3927683"/>
              <a:ext cx="1417" cy="339"/>
            </a:xfrm>
            <a:custGeom>
              <a:avLst/>
              <a:pathLst>
                <a:path w="1417" h="339">
                  <a:moveTo>
                    <a:pt x="1417" y="0"/>
                  </a:moveTo>
                  <a:lnTo>
                    <a:pt x="0" y="3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0" name="pl1340"/>
            <p:cNvSpPr/>
            <p:nvPr/>
          </p:nvSpPr>
          <p:spPr>
            <a:xfrm>
              <a:off x="4011573" y="3936578"/>
              <a:ext cx="1415" cy="345"/>
            </a:xfrm>
            <a:custGeom>
              <a:avLst/>
              <a:pathLst>
                <a:path w="1415" h="345">
                  <a:moveTo>
                    <a:pt x="1415" y="0"/>
                  </a:moveTo>
                  <a:lnTo>
                    <a:pt x="0" y="3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1" name="pl1341"/>
            <p:cNvSpPr/>
            <p:nvPr/>
          </p:nvSpPr>
          <p:spPr>
            <a:xfrm>
              <a:off x="4001208" y="3892013"/>
              <a:ext cx="1422" cy="314"/>
            </a:xfrm>
            <a:custGeom>
              <a:avLst/>
              <a:pathLst>
                <a:path w="1422" h="314">
                  <a:moveTo>
                    <a:pt x="1422" y="0"/>
                  </a:moveTo>
                  <a:lnTo>
                    <a:pt x="0" y="3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2" name="pl1342"/>
            <p:cNvSpPr/>
            <p:nvPr/>
          </p:nvSpPr>
          <p:spPr>
            <a:xfrm>
              <a:off x="4003205" y="3900943"/>
              <a:ext cx="1421" cy="320"/>
            </a:xfrm>
            <a:custGeom>
              <a:avLst/>
              <a:pathLst>
                <a:path w="1421" h="320">
                  <a:moveTo>
                    <a:pt x="1421" y="0"/>
                  </a:moveTo>
                  <a:lnTo>
                    <a:pt x="0" y="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3" name="pl1343"/>
            <p:cNvSpPr/>
            <p:nvPr/>
          </p:nvSpPr>
          <p:spPr>
            <a:xfrm>
              <a:off x="4003624" y="3896161"/>
              <a:ext cx="1422" cy="317"/>
            </a:xfrm>
            <a:custGeom>
              <a:avLst/>
              <a:pathLst>
                <a:path w="1422" h="317">
                  <a:moveTo>
                    <a:pt x="1422" y="0"/>
                  </a:moveTo>
                  <a:lnTo>
                    <a:pt x="0" y="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4" name="pl1344"/>
            <p:cNvSpPr/>
            <p:nvPr/>
          </p:nvSpPr>
          <p:spPr>
            <a:xfrm>
              <a:off x="4005240" y="3909538"/>
              <a:ext cx="2840" cy="653"/>
            </a:xfrm>
            <a:custGeom>
              <a:avLst/>
              <a:pathLst>
                <a:path w="2840" h="653">
                  <a:moveTo>
                    <a:pt x="2840" y="0"/>
                  </a:moveTo>
                  <a:lnTo>
                    <a:pt x="0" y="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5" name="pl1345"/>
            <p:cNvSpPr/>
            <p:nvPr/>
          </p:nvSpPr>
          <p:spPr>
            <a:xfrm>
              <a:off x="4006553" y="3902530"/>
              <a:ext cx="1421" cy="322"/>
            </a:xfrm>
            <a:custGeom>
              <a:avLst/>
              <a:pathLst>
                <a:path w="1421" h="322">
                  <a:moveTo>
                    <a:pt x="1421" y="0"/>
                  </a:moveTo>
                  <a:lnTo>
                    <a:pt x="0" y="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6" name="pl1346"/>
            <p:cNvSpPr/>
            <p:nvPr/>
          </p:nvSpPr>
          <p:spPr>
            <a:xfrm>
              <a:off x="4007313" y="3918113"/>
              <a:ext cx="4256" cy="998"/>
            </a:xfrm>
            <a:custGeom>
              <a:avLst/>
              <a:pathLst>
                <a:path w="4256" h="998">
                  <a:moveTo>
                    <a:pt x="4256" y="0"/>
                  </a:moveTo>
                  <a:lnTo>
                    <a:pt x="0" y="9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7" name="pl1347"/>
            <p:cNvSpPr/>
            <p:nvPr/>
          </p:nvSpPr>
          <p:spPr>
            <a:xfrm>
              <a:off x="4009757" y="3909669"/>
              <a:ext cx="2840" cy="655"/>
            </a:xfrm>
            <a:custGeom>
              <a:avLst/>
              <a:pathLst>
                <a:path w="2840" h="655">
                  <a:moveTo>
                    <a:pt x="2840" y="0"/>
                  </a:moveTo>
                  <a:lnTo>
                    <a:pt x="0" y="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8" name="pl1348"/>
            <p:cNvSpPr/>
            <p:nvPr/>
          </p:nvSpPr>
          <p:spPr>
            <a:xfrm>
              <a:off x="4011911" y="3930764"/>
              <a:ext cx="5666" cy="1368"/>
            </a:xfrm>
            <a:custGeom>
              <a:avLst/>
              <a:pathLst>
                <a:path w="5666" h="1368">
                  <a:moveTo>
                    <a:pt x="5666" y="0"/>
                  </a:moveTo>
                  <a:lnTo>
                    <a:pt x="0" y="1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9" name="pl1349"/>
            <p:cNvSpPr/>
            <p:nvPr/>
          </p:nvSpPr>
          <p:spPr>
            <a:xfrm>
              <a:off x="4015061" y="3919888"/>
              <a:ext cx="1418" cy="334"/>
            </a:xfrm>
            <a:custGeom>
              <a:avLst/>
              <a:pathLst>
                <a:path w="1418" h="334">
                  <a:moveTo>
                    <a:pt x="1418" y="0"/>
                  </a:moveTo>
                  <a:lnTo>
                    <a:pt x="0" y="3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0" name="pl1350"/>
            <p:cNvSpPr/>
            <p:nvPr/>
          </p:nvSpPr>
          <p:spPr>
            <a:xfrm>
              <a:off x="4013760" y="3943709"/>
              <a:ext cx="8486" cy="2106"/>
            </a:xfrm>
            <a:custGeom>
              <a:avLst/>
              <a:pathLst>
                <a:path w="8486" h="2106">
                  <a:moveTo>
                    <a:pt x="8486" y="0"/>
                  </a:moveTo>
                  <a:lnTo>
                    <a:pt x="0" y="21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1" name="pl1351"/>
            <p:cNvSpPr/>
            <p:nvPr/>
          </p:nvSpPr>
          <p:spPr>
            <a:xfrm>
              <a:off x="3991798" y="3847237"/>
              <a:ext cx="1429" cy="284"/>
            </a:xfrm>
            <a:custGeom>
              <a:avLst/>
              <a:pathLst>
                <a:path w="1429" h="284">
                  <a:moveTo>
                    <a:pt x="1429" y="0"/>
                  </a:moveTo>
                  <a:lnTo>
                    <a:pt x="0" y="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2" name="pl1352"/>
            <p:cNvSpPr/>
            <p:nvPr/>
          </p:nvSpPr>
          <p:spPr>
            <a:xfrm>
              <a:off x="3993603" y="3856208"/>
              <a:ext cx="1428" cy="290"/>
            </a:xfrm>
            <a:custGeom>
              <a:avLst/>
              <a:pathLst>
                <a:path w="1428" h="290">
                  <a:moveTo>
                    <a:pt x="1428" y="0"/>
                  </a:moveTo>
                  <a:lnTo>
                    <a:pt x="0" y="2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3" name="pl1353"/>
            <p:cNvSpPr/>
            <p:nvPr/>
          </p:nvSpPr>
          <p:spPr>
            <a:xfrm>
              <a:off x="3994124" y="3851436"/>
              <a:ext cx="1428" cy="287"/>
            </a:xfrm>
            <a:custGeom>
              <a:avLst/>
              <a:pathLst>
                <a:path w="1428" h="287">
                  <a:moveTo>
                    <a:pt x="1428" y="0"/>
                  </a:moveTo>
                  <a:lnTo>
                    <a:pt x="0" y="2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4" name="pl1354"/>
            <p:cNvSpPr/>
            <p:nvPr/>
          </p:nvSpPr>
          <p:spPr>
            <a:xfrm>
              <a:off x="3995447" y="3864875"/>
              <a:ext cx="2853" cy="593"/>
            </a:xfrm>
            <a:custGeom>
              <a:avLst/>
              <a:pathLst>
                <a:path w="2853" h="593">
                  <a:moveTo>
                    <a:pt x="2853" y="0"/>
                  </a:moveTo>
                  <a:lnTo>
                    <a:pt x="0" y="5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5" name="pl1355"/>
            <p:cNvSpPr/>
            <p:nvPr/>
          </p:nvSpPr>
          <p:spPr>
            <a:xfrm>
              <a:off x="3996916" y="3857865"/>
              <a:ext cx="1427" cy="291"/>
            </a:xfrm>
            <a:custGeom>
              <a:avLst/>
              <a:pathLst>
                <a:path w="1427" h="291">
                  <a:moveTo>
                    <a:pt x="1427" y="0"/>
                  </a:moveTo>
                  <a:lnTo>
                    <a:pt x="0" y="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6" name="pl1356"/>
            <p:cNvSpPr/>
            <p:nvPr/>
          </p:nvSpPr>
          <p:spPr>
            <a:xfrm>
              <a:off x="3997329" y="3873521"/>
              <a:ext cx="4276" cy="907"/>
            </a:xfrm>
            <a:custGeom>
              <a:avLst/>
              <a:pathLst>
                <a:path w="4276" h="907">
                  <a:moveTo>
                    <a:pt x="4276" y="0"/>
                  </a:moveTo>
                  <a:lnTo>
                    <a:pt x="0" y="9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7" name="pl1357"/>
            <p:cNvSpPr/>
            <p:nvPr/>
          </p:nvSpPr>
          <p:spPr>
            <a:xfrm>
              <a:off x="3999961" y="3865399"/>
              <a:ext cx="1426" cy="297"/>
            </a:xfrm>
            <a:custGeom>
              <a:avLst/>
              <a:pathLst>
                <a:path w="1426" h="297">
                  <a:moveTo>
                    <a:pt x="1426" y="0"/>
                  </a:moveTo>
                  <a:lnTo>
                    <a:pt x="0" y="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8" name="pl1358"/>
            <p:cNvSpPr/>
            <p:nvPr/>
          </p:nvSpPr>
          <p:spPr>
            <a:xfrm>
              <a:off x="3999250" y="3882148"/>
              <a:ext cx="5697" cy="1234"/>
            </a:xfrm>
            <a:custGeom>
              <a:avLst/>
              <a:pathLst>
                <a:path w="5697" h="1234">
                  <a:moveTo>
                    <a:pt x="5697" y="0"/>
                  </a:moveTo>
                  <a:lnTo>
                    <a:pt x="0" y="1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9" name="pl1359"/>
            <p:cNvSpPr/>
            <p:nvPr/>
          </p:nvSpPr>
          <p:spPr>
            <a:xfrm>
              <a:off x="3984959" y="3811278"/>
              <a:ext cx="1434" cy="259"/>
            </a:xfrm>
            <a:custGeom>
              <a:avLst/>
              <a:pathLst>
                <a:path w="1434" h="259">
                  <a:moveTo>
                    <a:pt x="1434" y="0"/>
                  </a:moveTo>
                  <a:lnTo>
                    <a:pt x="0" y="2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0" name="pl1360"/>
            <p:cNvSpPr/>
            <p:nvPr/>
          </p:nvSpPr>
          <p:spPr>
            <a:xfrm>
              <a:off x="3986611" y="3820278"/>
              <a:ext cx="1432" cy="265"/>
            </a:xfrm>
            <a:custGeom>
              <a:avLst/>
              <a:pathLst>
                <a:path w="1432" h="265">
                  <a:moveTo>
                    <a:pt x="1432" y="0"/>
                  </a:moveTo>
                  <a:lnTo>
                    <a:pt x="0" y="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1" name="pl1361"/>
            <p:cNvSpPr/>
            <p:nvPr/>
          </p:nvSpPr>
          <p:spPr>
            <a:xfrm>
              <a:off x="3987214" y="3815516"/>
              <a:ext cx="1433" cy="262"/>
            </a:xfrm>
            <a:custGeom>
              <a:avLst/>
              <a:pathLst>
                <a:path w="1433" h="262">
                  <a:moveTo>
                    <a:pt x="1433" y="0"/>
                  </a:moveTo>
                  <a:lnTo>
                    <a:pt x="0" y="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2" name="pl1362"/>
            <p:cNvSpPr/>
            <p:nvPr/>
          </p:nvSpPr>
          <p:spPr>
            <a:xfrm>
              <a:off x="3988301" y="3829000"/>
              <a:ext cx="2863" cy="544"/>
            </a:xfrm>
            <a:custGeom>
              <a:avLst/>
              <a:pathLst>
                <a:path w="2863" h="544">
                  <a:moveTo>
                    <a:pt x="2863" y="0"/>
                  </a:moveTo>
                  <a:lnTo>
                    <a:pt x="0" y="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3" name="pl1363"/>
            <p:cNvSpPr/>
            <p:nvPr/>
          </p:nvSpPr>
          <p:spPr>
            <a:xfrm>
              <a:off x="3989895" y="3821992"/>
              <a:ext cx="1432" cy="267"/>
            </a:xfrm>
            <a:custGeom>
              <a:avLst/>
              <a:pathLst>
                <a:path w="1432" h="267">
                  <a:moveTo>
                    <a:pt x="1432" y="0"/>
                  </a:moveTo>
                  <a:lnTo>
                    <a:pt x="0" y="2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4" name="pl1364"/>
            <p:cNvSpPr/>
            <p:nvPr/>
          </p:nvSpPr>
          <p:spPr>
            <a:xfrm>
              <a:off x="3990030" y="3837701"/>
              <a:ext cx="4291" cy="834"/>
            </a:xfrm>
            <a:custGeom>
              <a:avLst/>
              <a:pathLst>
                <a:path w="4291" h="834">
                  <a:moveTo>
                    <a:pt x="4291" y="0"/>
                  </a:moveTo>
                  <a:lnTo>
                    <a:pt x="0" y="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5" name="pl1365"/>
            <p:cNvSpPr/>
            <p:nvPr/>
          </p:nvSpPr>
          <p:spPr>
            <a:xfrm>
              <a:off x="3974473" y="3748087"/>
              <a:ext cx="1441" cy="216"/>
            </a:xfrm>
            <a:custGeom>
              <a:avLst/>
              <a:pathLst>
                <a:path w="1441" h="216">
                  <a:moveTo>
                    <a:pt x="1441" y="0"/>
                  </a:moveTo>
                  <a:lnTo>
                    <a:pt x="0" y="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6" name="pl1366"/>
            <p:cNvSpPr/>
            <p:nvPr/>
          </p:nvSpPr>
          <p:spPr>
            <a:xfrm>
              <a:off x="3975855" y="3757133"/>
              <a:ext cx="1440" cy="223"/>
            </a:xfrm>
            <a:custGeom>
              <a:avLst/>
              <a:pathLst>
                <a:path w="1440" h="223">
                  <a:moveTo>
                    <a:pt x="1440" y="0"/>
                  </a:moveTo>
                  <a:lnTo>
                    <a:pt x="0" y="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7" name="pl1367"/>
            <p:cNvSpPr/>
            <p:nvPr/>
          </p:nvSpPr>
          <p:spPr>
            <a:xfrm>
              <a:off x="3976600" y="3752391"/>
              <a:ext cx="1440" cy="219"/>
            </a:xfrm>
            <a:custGeom>
              <a:avLst/>
              <a:pathLst>
                <a:path w="1440" h="219">
                  <a:moveTo>
                    <a:pt x="1440" y="0"/>
                  </a:moveTo>
                  <a:lnTo>
                    <a:pt x="0" y="2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8" name="pl1368"/>
            <p:cNvSpPr/>
            <p:nvPr/>
          </p:nvSpPr>
          <p:spPr>
            <a:xfrm>
              <a:off x="3977276" y="3765944"/>
              <a:ext cx="2878" cy="458"/>
            </a:xfrm>
            <a:custGeom>
              <a:avLst/>
              <a:pathLst>
                <a:path w="2878" h="458">
                  <a:moveTo>
                    <a:pt x="2878" y="0"/>
                  </a:moveTo>
                  <a:lnTo>
                    <a:pt x="0" y="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9" name="pl1369"/>
            <p:cNvSpPr/>
            <p:nvPr/>
          </p:nvSpPr>
          <p:spPr>
            <a:xfrm>
              <a:off x="3971824" y="3729978"/>
              <a:ext cx="1442" cy="204"/>
            </a:xfrm>
            <a:custGeom>
              <a:avLst/>
              <a:pathLst>
                <a:path w="1442" h="204">
                  <a:moveTo>
                    <a:pt x="1442" y="0"/>
                  </a:moveTo>
                  <a:lnTo>
                    <a:pt x="0" y="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0" name="pl1370"/>
            <p:cNvSpPr/>
            <p:nvPr/>
          </p:nvSpPr>
          <p:spPr>
            <a:xfrm>
              <a:off x="3973129" y="3739036"/>
              <a:ext cx="1442" cy="210"/>
            </a:xfrm>
            <a:custGeom>
              <a:avLst/>
              <a:pathLst>
                <a:path w="1442" h="210">
                  <a:moveTo>
                    <a:pt x="1442" y="0"/>
                  </a:moveTo>
                  <a:lnTo>
                    <a:pt x="0" y="2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1" name="pl1371"/>
            <p:cNvSpPr/>
            <p:nvPr/>
          </p:nvSpPr>
          <p:spPr>
            <a:xfrm>
              <a:off x="3969330" y="3711847"/>
              <a:ext cx="1444" cy="192"/>
            </a:xfrm>
            <a:custGeom>
              <a:avLst/>
              <a:pathLst>
                <a:path w="1444" h="192">
                  <a:moveTo>
                    <a:pt x="1444" y="0"/>
                  </a:moveTo>
                  <a:lnTo>
                    <a:pt x="0" y="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2" name="pl1372"/>
            <p:cNvSpPr/>
            <p:nvPr/>
          </p:nvSpPr>
          <p:spPr>
            <a:xfrm>
              <a:off x="3970558" y="3720915"/>
              <a:ext cx="1443" cy="198"/>
            </a:xfrm>
            <a:custGeom>
              <a:avLst/>
              <a:pathLst>
                <a:path w="1443" h="198">
                  <a:moveTo>
                    <a:pt x="1443" y="0"/>
                  </a:moveTo>
                  <a:lnTo>
                    <a:pt x="0" y="1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3" name="pl1373"/>
            <p:cNvSpPr/>
            <p:nvPr/>
          </p:nvSpPr>
          <p:spPr>
            <a:xfrm>
              <a:off x="3971384" y="3715991"/>
              <a:ext cx="2888" cy="390"/>
            </a:xfrm>
            <a:custGeom>
              <a:avLst/>
              <a:pathLst>
                <a:path w="2888" h="390">
                  <a:moveTo>
                    <a:pt x="2888" y="0"/>
                  </a:moveTo>
                  <a:lnTo>
                    <a:pt x="0" y="3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4" name="pl1374"/>
            <p:cNvSpPr/>
            <p:nvPr/>
          </p:nvSpPr>
          <p:spPr>
            <a:xfrm>
              <a:off x="3973914" y="3734092"/>
              <a:ext cx="2885" cy="415"/>
            </a:xfrm>
            <a:custGeom>
              <a:avLst/>
              <a:pathLst>
                <a:path w="2885" h="415">
                  <a:moveTo>
                    <a:pt x="2885" y="0"/>
                  </a:moveTo>
                  <a:lnTo>
                    <a:pt x="0" y="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5" name="pl1375"/>
            <p:cNvSpPr/>
            <p:nvPr/>
          </p:nvSpPr>
          <p:spPr>
            <a:xfrm>
              <a:off x="3975516" y="3724440"/>
              <a:ext cx="4330" cy="604"/>
            </a:xfrm>
            <a:custGeom>
              <a:avLst/>
              <a:pathLst>
                <a:path w="4330" h="604">
                  <a:moveTo>
                    <a:pt x="4330" y="0"/>
                  </a:moveTo>
                  <a:lnTo>
                    <a:pt x="0" y="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6" name="pl1376"/>
            <p:cNvSpPr/>
            <p:nvPr/>
          </p:nvSpPr>
          <p:spPr>
            <a:xfrm>
              <a:off x="3979087" y="3758271"/>
              <a:ext cx="5759" cy="898"/>
            </a:xfrm>
            <a:custGeom>
              <a:avLst/>
              <a:pathLst>
                <a:path w="5759" h="898">
                  <a:moveTo>
                    <a:pt x="5759" y="0"/>
                  </a:moveTo>
                  <a:lnTo>
                    <a:pt x="0" y="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7" name="pl1377"/>
            <p:cNvSpPr/>
            <p:nvPr/>
          </p:nvSpPr>
          <p:spPr>
            <a:xfrm>
              <a:off x="3982279" y="3741152"/>
              <a:ext cx="1441" cy="213"/>
            </a:xfrm>
            <a:custGeom>
              <a:avLst/>
              <a:pathLst>
                <a:path w="1441" h="213">
                  <a:moveTo>
                    <a:pt x="1441" y="0"/>
                  </a:moveTo>
                  <a:lnTo>
                    <a:pt x="0" y="2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8" name="pl1378"/>
            <p:cNvSpPr/>
            <p:nvPr/>
          </p:nvSpPr>
          <p:spPr>
            <a:xfrm>
              <a:off x="3978735" y="3773795"/>
              <a:ext cx="10067" cy="1647"/>
            </a:xfrm>
            <a:custGeom>
              <a:avLst/>
              <a:pathLst>
                <a:path w="10067" h="1647">
                  <a:moveTo>
                    <a:pt x="10067" y="0"/>
                  </a:moveTo>
                  <a:lnTo>
                    <a:pt x="0" y="16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9" name="pl1379"/>
            <p:cNvSpPr/>
            <p:nvPr/>
          </p:nvSpPr>
          <p:spPr>
            <a:xfrm>
              <a:off x="3986199" y="3757259"/>
              <a:ext cx="1440" cy="224"/>
            </a:xfrm>
            <a:custGeom>
              <a:avLst/>
              <a:pathLst>
                <a:path w="1440" h="224">
                  <a:moveTo>
                    <a:pt x="1440" y="0"/>
                  </a:moveTo>
                  <a:lnTo>
                    <a:pt x="0" y="2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0" name="pl1380"/>
            <p:cNvSpPr/>
            <p:nvPr/>
          </p:nvSpPr>
          <p:spPr>
            <a:xfrm>
              <a:off x="3980233" y="3782544"/>
              <a:ext cx="11497" cy="1931"/>
            </a:xfrm>
            <a:custGeom>
              <a:avLst/>
              <a:pathLst>
                <a:path w="11497" h="1931">
                  <a:moveTo>
                    <a:pt x="11497" y="0"/>
                  </a:moveTo>
                  <a:lnTo>
                    <a:pt x="0" y="19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1" name="pl1381"/>
            <p:cNvSpPr/>
            <p:nvPr/>
          </p:nvSpPr>
          <p:spPr>
            <a:xfrm>
              <a:off x="3989647" y="3769675"/>
              <a:ext cx="1438" cy="232"/>
            </a:xfrm>
            <a:custGeom>
              <a:avLst/>
              <a:pathLst>
                <a:path w="1438" h="232">
                  <a:moveTo>
                    <a:pt x="1438" y="0"/>
                  </a:moveTo>
                  <a:lnTo>
                    <a:pt x="0" y="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2" name="pl1382"/>
            <p:cNvSpPr/>
            <p:nvPr/>
          </p:nvSpPr>
          <p:spPr>
            <a:xfrm>
              <a:off x="3981770" y="3791275"/>
              <a:ext cx="12925" cy="2228"/>
            </a:xfrm>
            <a:custGeom>
              <a:avLst/>
              <a:pathLst>
                <a:path w="12925" h="2228">
                  <a:moveTo>
                    <a:pt x="12925" y="0"/>
                  </a:moveTo>
                  <a:lnTo>
                    <a:pt x="0" y="2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3" name="pl1383"/>
            <p:cNvSpPr/>
            <p:nvPr/>
          </p:nvSpPr>
          <p:spPr>
            <a:xfrm>
              <a:off x="3992863" y="3780239"/>
              <a:ext cx="1437" cy="240"/>
            </a:xfrm>
            <a:custGeom>
              <a:avLst/>
              <a:pathLst>
                <a:path w="1437" h="240">
                  <a:moveTo>
                    <a:pt x="1437" y="0"/>
                  </a:moveTo>
                  <a:lnTo>
                    <a:pt x="0" y="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4" name="pl1384"/>
            <p:cNvSpPr/>
            <p:nvPr/>
          </p:nvSpPr>
          <p:spPr>
            <a:xfrm>
              <a:off x="3983345" y="3799986"/>
              <a:ext cx="14351" cy="2537"/>
            </a:xfrm>
            <a:custGeom>
              <a:avLst/>
              <a:pathLst>
                <a:path w="14351" h="2537">
                  <a:moveTo>
                    <a:pt x="14351" y="0"/>
                  </a:moveTo>
                  <a:lnTo>
                    <a:pt x="0" y="25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5" name="pl1385"/>
            <p:cNvSpPr/>
            <p:nvPr/>
          </p:nvSpPr>
          <p:spPr>
            <a:xfrm>
              <a:off x="3995975" y="3789129"/>
              <a:ext cx="5745" cy="988"/>
            </a:xfrm>
            <a:custGeom>
              <a:avLst/>
              <a:pathLst>
                <a:path w="5745" h="988">
                  <a:moveTo>
                    <a:pt x="5745" y="0"/>
                  </a:moveTo>
                  <a:lnTo>
                    <a:pt x="0" y="9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6" name="pl1386"/>
            <p:cNvSpPr/>
            <p:nvPr/>
          </p:nvSpPr>
          <p:spPr>
            <a:xfrm>
              <a:off x="3992810" y="3826848"/>
              <a:ext cx="15747" cy="3001"/>
            </a:xfrm>
            <a:custGeom>
              <a:avLst/>
              <a:pathLst>
                <a:path w="15747" h="3001">
                  <a:moveTo>
                    <a:pt x="15747" y="0"/>
                  </a:moveTo>
                  <a:lnTo>
                    <a:pt x="0" y="3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7" name="pl1387"/>
            <p:cNvSpPr/>
            <p:nvPr/>
          </p:nvSpPr>
          <p:spPr>
            <a:xfrm>
              <a:off x="3966992" y="3693695"/>
              <a:ext cx="1446" cy="179"/>
            </a:xfrm>
            <a:custGeom>
              <a:avLst/>
              <a:pathLst>
                <a:path w="1446" h="179">
                  <a:moveTo>
                    <a:pt x="1446" y="0"/>
                  </a:moveTo>
                  <a:lnTo>
                    <a:pt x="0" y="1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8" name="pl1388"/>
            <p:cNvSpPr/>
            <p:nvPr/>
          </p:nvSpPr>
          <p:spPr>
            <a:xfrm>
              <a:off x="3968142" y="3702774"/>
              <a:ext cx="1445" cy="186"/>
            </a:xfrm>
            <a:custGeom>
              <a:avLst/>
              <a:pathLst>
                <a:path w="1445" h="186">
                  <a:moveTo>
                    <a:pt x="1445" y="0"/>
                  </a:moveTo>
                  <a:lnTo>
                    <a:pt x="0" y="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9" name="pl1389"/>
            <p:cNvSpPr/>
            <p:nvPr/>
          </p:nvSpPr>
          <p:spPr>
            <a:xfrm>
              <a:off x="3962780" y="3657335"/>
              <a:ext cx="1449" cy="155"/>
            </a:xfrm>
            <a:custGeom>
              <a:avLst/>
              <a:pathLst>
                <a:path w="1449" h="155">
                  <a:moveTo>
                    <a:pt x="1449" y="0"/>
                  </a:moveTo>
                  <a:lnTo>
                    <a:pt x="0" y="1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0" name="pl1390"/>
            <p:cNvSpPr/>
            <p:nvPr/>
          </p:nvSpPr>
          <p:spPr>
            <a:xfrm>
              <a:off x="3963774" y="3666432"/>
              <a:ext cx="1448" cy="161"/>
            </a:xfrm>
            <a:custGeom>
              <a:avLst/>
              <a:pathLst>
                <a:path w="1448" h="161">
                  <a:moveTo>
                    <a:pt x="1448" y="0"/>
                  </a:moveTo>
                  <a:lnTo>
                    <a:pt x="0" y="1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1" name="pl1391"/>
            <p:cNvSpPr/>
            <p:nvPr/>
          </p:nvSpPr>
          <p:spPr>
            <a:xfrm>
              <a:off x="3964721" y="3661726"/>
              <a:ext cx="1448" cy="158"/>
            </a:xfrm>
            <a:custGeom>
              <a:avLst/>
              <a:pathLst>
                <a:path w="1448" h="158">
                  <a:moveTo>
                    <a:pt x="1448" y="0"/>
                  </a:moveTo>
                  <a:lnTo>
                    <a:pt x="0" y="1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2" name="pl1392"/>
            <p:cNvSpPr/>
            <p:nvPr/>
          </p:nvSpPr>
          <p:spPr>
            <a:xfrm>
              <a:off x="3964808" y="3675357"/>
              <a:ext cx="2895" cy="335"/>
            </a:xfrm>
            <a:custGeom>
              <a:avLst/>
              <a:pathLst>
                <a:path w="2895" h="335">
                  <a:moveTo>
                    <a:pt x="2895" y="0"/>
                  </a:moveTo>
                  <a:lnTo>
                    <a:pt x="0" y="3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3" name="pl1393"/>
            <p:cNvSpPr/>
            <p:nvPr/>
          </p:nvSpPr>
          <p:spPr>
            <a:xfrm>
              <a:off x="3966926" y="3668380"/>
              <a:ext cx="1448" cy="162"/>
            </a:xfrm>
            <a:custGeom>
              <a:avLst/>
              <a:pathLst>
                <a:path w="1448" h="162">
                  <a:moveTo>
                    <a:pt x="1448" y="0"/>
                  </a:moveTo>
                  <a:lnTo>
                    <a:pt x="0" y="1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4" name="pl1394"/>
            <p:cNvSpPr/>
            <p:nvPr/>
          </p:nvSpPr>
          <p:spPr>
            <a:xfrm>
              <a:off x="3965880" y="3684265"/>
              <a:ext cx="4340" cy="521"/>
            </a:xfrm>
            <a:custGeom>
              <a:avLst/>
              <a:pathLst>
                <a:path w="4340" h="521">
                  <a:moveTo>
                    <a:pt x="4340" y="0"/>
                  </a:moveTo>
                  <a:lnTo>
                    <a:pt x="0" y="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5" name="pl1395"/>
            <p:cNvSpPr/>
            <p:nvPr/>
          </p:nvSpPr>
          <p:spPr>
            <a:xfrm>
              <a:off x="3960907" y="3639130"/>
              <a:ext cx="1450" cy="142"/>
            </a:xfrm>
            <a:custGeom>
              <a:avLst/>
              <a:pathLst>
                <a:path w="1450" h="142">
                  <a:moveTo>
                    <a:pt x="1450" y="0"/>
                  </a:moveTo>
                  <a:lnTo>
                    <a:pt x="0" y="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6" name="pl1396"/>
            <p:cNvSpPr/>
            <p:nvPr/>
          </p:nvSpPr>
          <p:spPr>
            <a:xfrm>
              <a:off x="3961824" y="3648235"/>
              <a:ext cx="1449" cy="149"/>
            </a:xfrm>
            <a:custGeom>
              <a:avLst/>
              <a:pathLst>
                <a:path w="1449" h="149">
                  <a:moveTo>
                    <a:pt x="1449" y="0"/>
                  </a:moveTo>
                  <a:lnTo>
                    <a:pt x="0" y="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7" name="pl1397"/>
            <p:cNvSpPr/>
            <p:nvPr/>
          </p:nvSpPr>
          <p:spPr>
            <a:xfrm>
              <a:off x="3957628" y="3602674"/>
              <a:ext cx="1452" cy="118"/>
            </a:xfrm>
            <a:custGeom>
              <a:avLst/>
              <a:pathLst>
                <a:path w="1452" h="118">
                  <a:moveTo>
                    <a:pt x="1452" y="0"/>
                  </a:moveTo>
                  <a:lnTo>
                    <a:pt x="0" y="1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8" name="pl1398"/>
            <p:cNvSpPr/>
            <p:nvPr/>
          </p:nvSpPr>
          <p:spPr>
            <a:xfrm>
              <a:off x="3958389" y="3611793"/>
              <a:ext cx="1452" cy="124"/>
            </a:xfrm>
            <a:custGeom>
              <a:avLst/>
              <a:pathLst>
                <a:path w="1452" h="124">
                  <a:moveTo>
                    <a:pt x="1452" y="0"/>
                  </a:moveTo>
                  <a:lnTo>
                    <a:pt x="0" y="1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9" name="pl1399"/>
            <p:cNvSpPr/>
            <p:nvPr/>
          </p:nvSpPr>
          <p:spPr>
            <a:xfrm>
              <a:off x="3959456" y="3607113"/>
              <a:ext cx="1452" cy="121"/>
            </a:xfrm>
            <a:custGeom>
              <a:avLst/>
              <a:pathLst>
                <a:path w="1452" h="121">
                  <a:moveTo>
                    <a:pt x="1452" y="0"/>
                  </a:moveTo>
                  <a:lnTo>
                    <a:pt x="0" y="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0" name="pl1400"/>
            <p:cNvSpPr/>
            <p:nvPr/>
          </p:nvSpPr>
          <p:spPr>
            <a:xfrm>
              <a:off x="3959190" y="3620779"/>
              <a:ext cx="2903" cy="260"/>
            </a:xfrm>
            <a:custGeom>
              <a:avLst/>
              <a:pathLst>
                <a:path w="2903" h="260">
                  <a:moveTo>
                    <a:pt x="2903" y="0"/>
                  </a:moveTo>
                  <a:lnTo>
                    <a:pt x="0" y="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1" name="pl1401"/>
            <p:cNvSpPr/>
            <p:nvPr/>
          </p:nvSpPr>
          <p:spPr>
            <a:xfrm>
              <a:off x="3961490" y="3613821"/>
              <a:ext cx="1451" cy="125"/>
            </a:xfrm>
            <a:custGeom>
              <a:avLst/>
              <a:pathLst>
                <a:path w="1451" h="125">
                  <a:moveTo>
                    <a:pt x="1451" y="0"/>
                  </a:moveTo>
                  <a:lnTo>
                    <a:pt x="0" y="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2" name="pl1402"/>
            <p:cNvSpPr/>
            <p:nvPr/>
          </p:nvSpPr>
          <p:spPr>
            <a:xfrm>
              <a:off x="3960029" y="3629748"/>
              <a:ext cx="4352" cy="409"/>
            </a:xfrm>
            <a:custGeom>
              <a:avLst/>
              <a:pathLst>
                <a:path w="4352" h="409">
                  <a:moveTo>
                    <a:pt x="4352" y="0"/>
                  </a:moveTo>
                  <a:lnTo>
                    <a:pt x="0" y="4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3" name="pl1403"/>
            <p:cNvSpPr/>
            <p:nvPr/>
          </p:nvSpPr>
          <p:spPr>
            <a:xfrm>
              <a:off x="3963647" y="3621523"/>
              <a:ext cx="2902" cy="262"/>
            </a:xfrm>
            <a:custGeom>
              <a:avLst/>
              <a:pathLst>
                <a:path w="2902" h="262">
                  <a:moveTo>
                    <a:pt x="2902" y="0"/>
                  </a:moveTo>
                  <a:lnTo>
                    <a:pt x="0" y="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4" name="pl1404"/>
            <p:cNvSpPr/>
            <p:nvPr/>
          </p:nvSpPr>
          <p:spPr>
            <a:xfrm>
              <a:off x="3962811" y="3643099"/>
              <a:ext cx="5800" cy="583"/>
            </a:xfrm>
            <a:custGeom>
              <a:avLst/>
              <a:pathLst>
                <a:path w="5800" h="583">
                  <a:moveTo>
                    <a:pt x="5800" y="0"/>
                  </a:moveTo>
                  <a:lnTo>
                    <a:pt x="0" y="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5" name="pl1405"/>
            <p:cNvSpPr/>
            <p:nvPr/>
          </p:nvSpPr>
          <p:spPr>
            <a:xfrm>
              <a:off x="3955578" y="3575298"/>
              <a:ext cx="1453" cy="99"/>
            </a:xfrm>
            <a:custGeom>
              <a:avLst/>
              <a:pathLst>
                <a:path w="1453" h="99">
                  <a:moveTo>
                    <a:pt x="1453" y="0"/>
                  </a:moveTo>
                  <a:lnTo>
                    <a:pt x="0" y="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6" name="pl1406"/>
            <p:cNvSpPr/>
            <p:nvPr/>
          </p:nvSpPr>
          <p:spPr>
            <a:xfrm>
              <a:off x="3956222" y="3584427"/>
              <a:ext cx="1453" cy="105"/>
            </a:xfrm>
            <a:custGeom>
              <a:avLst/>
              <a:pathLst>
                <a:path w="1453" h="105">
                  <a:moveTo>
                    <a:pt x="1453" y="0"/>
                  </a:moveTo>
                  <a:lnTo>
                    <a:pt x="0" y="1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7" name="pl1407"/>
            <p:cNvSpPr/>
            <p:nvPr/>
          </p:nvSpPr>
          <p:spPr>
            <a:xfrm>
              <a:off x="3957349" y="3579760"/>
              <a:ext cx="1453" cy="102"/>
            </a:xfrm>
            <a:custGeom>
              <a:avLst/>
              <a:pathLst>
                <a:path w="1453" h="102">
                  <a:moveTo>
                    <a:pt x="1453" y="0"/>
                  </a:moveTo>
                  <a:lnTo>
                    <a:pt x="0" y="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8" name="pl1408"/>
            <p:cNvSpPr/>
            <p:nvPr/>
          </p:nvSpPr>
          <p:spPr>
            <a:xfrm>
              <a:off x="3956906" y="3593440"/>
              <a:ext cx="2906" cy="223"/>
            </a:xfrm>
            <a:custGeom>
              <a:avLst/>
              <a:pathLst>
                <a:path w="2906" h="223">
                  <a:moveTo>
                    <a:pt x="2906" y="0"/>
                  </a:moveTo>
                  <a:lnTo>
                    <a:pt x="0" y="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9" name="pl1409"/>
            <p:cNvSpPr/>
            <p:nvPr/>
          </p:nvSpPr>
          <p:spPr>
            <a:xfrm>
              <a:off x="3953390" y="3538761"/>
              <a:ext cx="1455" cy="74"/>
            </a:xfrm>
            <a:custGeom>
              <a:avLst/>
              <a:pathLst>
                <a:path w="1455" h="74">
                  <a:moveTo>
                    <a:pt x="1455" y="0"/>
                  </a:moveTo>
                  <a:lnTo>
                    <a:pt x="0" y="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0" name="pl1410"/>
            <p:cNvSpPr/>
            <p:nvPr/>
          </p:nvSpPr>
          <p:spPr>
            <a:xfrm>
              <a:off x="3953879" y="3547899"/>
              <a:ext cx="1455" cy="80"/>
            </a:xfrm>
            <a:custGeom>
              <a:avLst/>
              <a:pathLst>
                <a:path w="1455" h="80">
                  <a:moveTo>
                    <a:pt x="1455" y="0"/>
                  </a:moveTo>
                  <a:lnTo>
                    <a:pt x="0" y="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1" name="pl1411"/>
            <p:cNvSpPr/>
            <p:nvPr/>
          </p:nvSpPr>
          <p:spPr>
            <a:xfrm>
              <a:off x="3955085" y="3543252"/>
              <a:ext cx="1455" cy="77"/>
            </a:xfrm>
            <a:custGeom>
              <a:avLst/>
              <a:pathLst>
                <a:path w="1455" h="77">
                  <a:moveTo>
                    <a:pt x="1455" y="0"/>
                  </a:moveTo>
                  <a:lnTo>
                    <a:pt x="0" y="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2" name="pl1412"/>
            <p:cNvSpPr/>
            <p:nvPr/>
          </p:nvSpPr>
          <p:spPr>
            <a:xfrm>
              <a:off x="3954406" y="3556947"/>
              <a:ext cx="2909" cy="174"/>
            </a:xfrm>
            <a:custGeom>
              <a:avLst/>
              <a:pathLst>
                <a:path w="2909" h="174">
                  <a:moveTo>
                    <a:pt x="2909" y="0"/>
                  </a:moveTo>
                  <a:lnTo>
                    <a:pt x="0" y="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3" name="pl1413"/>
            <p:cNvSpPr/>
            <p:nvPr/>
          </p:nvSpPr>
          <p:spPr>
            <a:xfrm>
              <a:off x="3956917" y="3550018"/>
              <a:ext cx="1455" cy="82"/>
            </a:xfrm>
            <a:custGeom>
              <a:avLst/>
              <a:pathLst>
                <a:path w="1455" h="82">
                  <a:moveTo>
                    <a:pt x="1455" y="0"/>
                  </a:moveTo>
                  <a:lnTo>
                    <a:pt x="0" y="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4" name="pl1414"/>
            <p:cNvSpPr/>
            <p:nvPr/>
          </p:nvSpPr>
          <p:spPr>
            <a:xfrm>
              <a:off x="3954973" y="3565981"/>
              <a:ext cx="4363" cy="279"/>
            </a:xfrm>
            <a:custGeom>
              <a:avLst/>
              <a:pathLst>
                <a:path w="4363" h="279">
                  <a:moveTo>
                    <a:pt x="4363" y="0"/>
                  </a:moveTo>
                  <a:lnTo>
                    <a:pt x="0" y="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5" name="pl1415"/>
            <p:cNvSpPr/>
            <p:nvPr/>
          </p:nvSpPr>
          <p:spPr>
            <a:xfrm>
              <a:off x="3952531" y="3520480"/>
              <a:ext cx="1456" cy="62"/>
            </a:xfrm>
            <a:custGeom>
              <a:avLst/>
              <a:pathLst>
                <a:path w="1456" h="62">
                  <a:moveTo>
                    <a:pt x="1456" y="0"/>
                  </a:moveTo>
                  <a:lnTo>
                    <a:pt x="0" y="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6" name="pl1416"/>
            <p:cNvSpPr/>
            <p:nvPr/>
          </p:nvSpPr>
          <p:spPr>
            <a:xfrm>
              <a:off x="3952941" y="3529621"/>
              <a:ext cx="1455" cy="68"/>
            </a:xfrm>
            <a:custGeom>
              <a:avLst/>
              <a:pathLst>
                <a:path w="1455" h="68">
                  <a:moveTo>
                    <a:pt x="1455" y="0"/>
                  </a:moveTo>
                  <a:lnTo>
                    <a:pt x="0" y="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7" name="pl1417"/>
            <p:cNvSpPr/>
            <p:nvPr/>
          </p:nvSpPr>
          <p:spPr>
            <a:xfrm>
              <a:off x="3951534" y="3493046"/>
              <a:ext cx="1456" cy="43"/>
            </a:xfrm>
            <a:custGeom>
              <a:avLst/>
              <a:pathLst>
                <a:path w="1456" h="43">
                  <a:moveTo>
                    <a:pt x="1456" y="0"/>
                  </a:moveTo>
                  <a:lnTo>
                    <a:pt x="0" y="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8" name="pl1418"/>
            <p:cNvSpPr/>
            <p:nvPr/>
          </p:nvSpPr>
          <p:spPr>
            <a:xfrm>
              <a:off x="3951827" y="3502192"/>
              <a:ext cx="1456" cy="49"/>
            </a:xfrm>
            <a:custGeom>
              <a:avLst/>
              <a:pathLst>
                <a:path w="1456" h="49">
                  <a:moveTo>
                    <a:pt x="1456" y="0"/>
                  </a:moveTo>
                  <a:lnTo>
                    <a:pt x="0" y="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9" name="pl1419"/>
            <p:cNvSpPr/>
            <p:nvPr/>
          </p:nvSpPr>
          <p:spPr>
            <a:xfrm>
              <a:off x="3951065" y="3474750"/>
              <a:ext cx="1457" cy="31"/>
            </a:xfrm>
            <a:custGeom>
              <a:avLst/>
              <a:pathLst>
                <a:path w="1457" h="31">
                  <a:moveTo>
                    <a:pt x="1457" y="0"/>
                  </a:moveTo>
                  <a:lnTo>
                    <a:pt x="0" y="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0" name="pl1420"/>
            <p:cNvSpPr/>
            <p:nvPr/>
          </p:nvSpPr>
          <p:spPr>
            <a:xfrm>
              <a:off x="3951280" y="3483898"/>
              <a:ext cx="1456" cy="37"/>
            </a:xfrm>
            <a:custGeom>
              <a:avLst/>
              <a:pathLst>
                <a:path w="1456" h="37">
                  <a:moveTo>
                    <a:pt x="1456" y="0"/>
                  </a:moveTo>
                  <a:lnTo>
                    <a:pt x="0" y="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1" name="pl1421"/>
            <p:cNvSpPr/>
            <p:nvPr/>
          </p:nvSpPr>
          <p:spPr>
            <a:xfrm>
              <a:off x="3950753" y="3456451"/>
              <a:ext cx="1457" cy="18"/>
            </a:xfrm>
            <a:custGeom>
              <a:avLst/>
              <a:pathLst>
                <a:path w="1457" h="18">
                  <a:moveTo>
                    <a:pt x="1457" y="0"/>
                  </a:moveTo>
                  <a:lnTo>
                    <a:pt x="0" y="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2" name="pl1422"/>
            <p:cNvSpPr/>
            <p:nvPr/>
          </p:nvSpPr>
          <p:spPr>
            <a:xfrm>
              <a:off x="3950890" y="3465601"/>
              <a:ext cx="1457" cy="24"/>
            </a:xfrm>
            <a:custGeom>
              <a:avLst/>
              <a:pathLst>
                <a:path w="1457" h="24">
                  <a:moveTo>
                    <a:pt x="1457" y="0"/>
                  </a:moveTo>
                  <a:lnTo>
                    <a:pt x="0" y="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3" name="pl1423"/>
            <p:cNvSpPr/>
            <p:nvPr/>
          </p:nvSpPr>
          <p:spPr>
            <a:xfrm>
              <a:off x="3950577" y="3428999"/>
              <a:ext cx="1457" cy="0"/>
            </a:xfrm>
            <a:custGeom>
              <a:avLst/>
              <a:pathLst>
                <a:path w="1457" h="0">
                  <a:moveTo>
                    <a:pt x="1457" y="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4" name="pl1424"/>
            <p:cNvSpPr/>
            <p:nvPr/>
          </p:nvSpPr>
          <p:spPr>
            <a:xfrm>
              <a:off x="3950596" y="3438150"/>
              <a:ext cx="1457" cy="6"/>
            </a:xfrm>
            <a:custGeom>
              <a:avLst/>
              <a:pathLst>
                <a:path w="1457" h="6">
                  <a:moveTo>
                    <a:pt x="1457" y="0"/>
                  </a:moveTo>
                  <a:lnTo>
                    <a:pt x="0" y="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5" name="pl1425"/>
            <p:cNvSpPr/>
            <p:nvPr/>
          </p:nvSpPr>
          <p:spPr>
            <a:xfrm>
              <a:off x="3952039" y="3433572"/>
              <a:ext cx="1457" cy="3"/>
            </a:xfrm>
            <a:custGeom>
              <a:avLst/>
              <a:pathLst>
                <a:path w="1457" h="3">
                  <a:moveTo>
                    <a:pt x="1457" y="0"/>
                  </a:moveTo>
                  <a:lnTo>
                    <a:pt x="0" y="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6" name="pl1426"/>
            <p:cNvSpPr/>
            <p:nvPr/>
          </p:nvSpPr>
          <p:spPr>
            <a:xfrm>
              <a:off x="3950655" y="3447288"/>
              <a:ext cx="2914" cy="24"/>
            </a:xfrm>
            <a:custGeom>
              <a:avLst/>
              <a:pathLst>
                <a:path w="2914" h="24">
                  <a:moveTo>
                    <a:pt x="2914" y="0"/>
                  </a:moveTo>
                  <a:lnTo>
                    <a:pt x="0" y="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7" name="pl1427"/>
            <p:cNvSpPr/>
            <p:nvPr/>
          </p:nvSpPr>
          <p:spPr>
            <a:xfrm>
              <a:off x="3953522" y="3440415"/>
              <a:ext cx="2914" cy="15"/>
            </a:xfrm>
            <a:custGeom>
              <a:avLst/>
              <a:pathLst>
                <a:path w="2914" h="15">
                  <a:moveTo>
                    <a:pt x="2914" y="0"/>
                  </a:moveTo>
                  <a:lnTo>
                    <a:pt x="0" y="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8" name="pl1428"/>
            <p:cNvSpPr/>
            <p:nvPr/>
          </p:nvSpPr>
          <p:spPr>
            <a:xfrm>
              <a:off x="3952273" y="3460961"/>
              <a:ext cx="4371" cy="65"/>
            </a:xfrm>
            <a:custGeom>
              <a:avLst/>
              <a:pathLst>
                <a:path w="4371" h="65">
                  <a:moveTo>
                    <a:pt x="4371" y="0"/>
                  </a:moveTo>
                  <a:lnTo>
                    <a:pt x="0" y="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9" name="pl1429"/>
            <p:cNvSpPr/>
            <p:nvPr/>
          </p:nvSpPr>
          <p:spPr>
            <a:xfrm>
              <a:off x="3956516" y="3450658"/>
              <a:ext cx="2914" cy="29"/>
            </a:xfrm>
            <a:custGeom>
              <a:avLst/>
              <a:pathLst>
                <a:path w="2914" h="29">
                  <a:moveTo>
                    <a:pt x="2914" y="0"/>
                  </a:moveTo>
                  <a:lnTo>
                    <a:pt x="0" y="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0" name="pl1430"/>
            <p:cNvSpPr/>
            <p:nvPr/>
          </p:nvSpPr>
          <p:spPr>
            <a:xfrm>
              <a:off x="3952625" y="3479153"/>
              <a:ext cx="7284" cy="171"/>
            </a:xfrm>
            <a:custGeom>
              <a:avLst/>
              <a:pathLst>
                <a:path w="7284" h="171">
                  <a:moveTo>
                    <a:pt x="7284" y="0"/>
                  </a:moveTo>
                  <a:lnTo>
                    <a:pt x="0" y="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1" name="pl1431"/>
            <p:cNvSpPr/>
            <p:nvPr/>
          </p:nvSpPr>
          <p:spPr>
            <a:xfrm>
              <a:off x="3959623" y="3464858"/>
              <a:ext cx="2914" cy="48"/>
            </a:xfrm>
            <a:custGeom>
              <a:avLst/>
              <a:pathLst>
                <a:path w="2914" h="48">
                  <a:moveTo>
                    <a:pt x="2914" y="0"/>
                  </a:moveTo>
                  <a:lnTo>
                    <a:pt x="0" y="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2" name="pl1432"/>
            <p:cNvSpPr/>
            <p:nvPr/>
          </p:nvSpPr>
          <p:spPr>
            <a:xfrm>
              <a:off x="3953133" y="3497292"/>
              <a:ext cx="10196" cy="326"/>
            </a:xfrm>
            <a:custGeom>
              <a:avLst/>
              <a:pathLst>
                <a:path w="10196" h="326">
                  <a:moveTo>
                    <a:pt x="10196" y="0"/>
                  </a:moveTo>
                  <a:lnTo>
                    <a:pt x="0" y="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3" name="pl1433"/>
            <p:cNvSpPr/>
            <p:nvPr/>
          </p:nvSpPr>
          <p:spPr>
            <a:xfrm>
              <a:off x="3962872" y="3481041"/>
              <a:ext cx="1456" cy="35"/>
            </a:xfrm>
            <a:custGeom>
              <a:avLst/>
              <a:pathLst>
                <a:path w="1456" h="35">
                  <a:moveTo>
                    <a:pt x="1456" y="0"/>
                  </a:moveTo>
                  <a:lnTo>
                    <a:pt x="0" y="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4" name="pl1434"/>
            <p:cNvSpPr/>
            <p:nvPr/>
          </p:nvSpPr>
          <p:spPr>
            <a:xfrm>
              <a:off x="3952160" y="3510889"/>
              <a:ext cx="13106" cy="503"/>
            </a:xfrm>
            <a:custGeom>
              <a:avLst/>
              <a:pathLst>
                <a:path w="13106" h="503">
                  <a:moveTo>
                    <a:pt x="13106" y="0"/>
                  </a:moveTo>
                  <a:lnTo>
                    <a:pt x="0" y="5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5" name="pl1435"/>
            <p:cNvSpPr/>
            <p:nvPr/>
          </p:nvSpPr>
          <p:spPr>
            <a:xfrm>
              <a:off x="3964745" y="3495875"/>
              <a:ext cx="2913" cy="91"/>
            </a:xfrm>
            <a:custGeom>
              <a:avLst/>
              <a:pathLst>
                <a:path w="2913" h="91">
                  <a:moveTo>
                    <a:pt x="2913" y="0"/>
                  </a:moveTo>
                  <a:lnTo>
                    <a:pt x="0" y="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6" name="pl1436"/>
            <p:cNvSpPr/>
            <p:nvPr/>
          </p:nvSpPr>
          <p:spPr>
            <a:xfrm>
              <a:off x="3954187" y="3524398"/>
              <a:ext cx="14559" cy="652"/>
            </a:xfrm>
            <a:custGeom>
              <a:avLst/>
              <a:pathLst>
                <a:path w="14559" h="652">
                  <a:moveTo>
                    <a:pt x="14559" y="0"/>
                  </a:moveTo>
                  <a:lnTo>
                    <a:pt x="0" y="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7" name="pl1437"/>
            <p:cNvSpPr/>
            <p:nvPr/>
          </p:nvSpPr>
          <p:spPr>
            <a:xfrm>
              <a:off x="3968155" y="3509916"/>
              <a:ext cx="5825" cy="222"/>
            </a:xfrm>
            <a:custGeom>
              <a:avLst/>
              <a:pathLst>
                <a:path w="5825" h="222">
                  <a:moveTo>
                    <a:pt x="5825" y="0"/>
                  </a:moveTo>
                  <a:lnTo>
                    <a:pt x="0" y="2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8" name="pl1438"/>
            <p:cNvSpPr/>
            <p:nvPr/>
          </p:nvSpPr>
          <p:spPr>
            <a:xfrm>
              <a:off x="3958839" y="3556947"/>
              <a:ext cx="17456" cy="1053"/>
            </a:xfrm>
            <a:custGeom>
              <a:avLst/>
              <a:pathLst>
                <a:path w="17456" h="1053">
                  <a:moveTo>
                    <a:pt x="17456" y="0"/>
                  </a:moveTo>
                  <a:lnTo>
                    <a:pt x="0" y="1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9" name="pl1439"/>
            <p:cNvSpPr/>
            <p:nvPr/>
          </p:nvSpPr>
          <p:spPr>
            <a:xfrm>
              <a:off x="3975008" y="3533223"/>
              <a:ext cx="4366" cy="215"/>
            </a:xfrm>
            <a:custGeom>
              <a:avLst/>
              <a:pathLst>
                <a:path w="4366" h="215">
                  <a:moveTo>
                    <a:pt x="4366" y="0"/>
                  </a:moveTo>
                  <a:lnTo>
                    <a:pt x="0" y="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0" name="pl1440"/>
            <p:cNvSpPr/>
            <p:nvPr/>
          </p:nvSpPr>
          <p:spPr>
            <a:xfrm>
              <a:off x="3959296" y="3584886"/>
              <a:ext cx="23254" cy="1715"/>
            </a:xfrm>
            <a:custGeom>
              <a:avLst/>
              <a:pathLst>
                <a:path w="23254" h="1715">
                  <a:moveTo>
                    <a:pt x="23254" y="0"/>
                  </a:moveTo>
                  <a:lnTo>
                    <a:pt x="0" y="1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1" name="pl1441"/>
            <p:cNvSpPr/>
            <p:nvPr/>
          </p:nvSpPr>
          <p:spPr>
            <a:xfrm>
              <a:off x="3980805" y="3558527"/>
              <a:ext cx="8727" cy="536"/>
            </a:xfrm>
            <a:custGeom>
              <a:avLst/>
              <a:pathLst>
                <a:path w="8727" h="536">
                  <a:moveTo>
                    <a:pt x="8727" y="0"/>
                  </a:moveTo>
                  <a:lnTo>
                    <a:pt x="0" y="5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2" name="pl1442"/>
            <p:cNvSpPr/>
            <p:nvPr/>
          </p:nvSpPr>
          <p:spPr>
            <a:xfrm>
              <a:off x="3967553" y="3629681"/>
              <a:ext cx="27564" cy="2633"/>
            </a:xfrm>
            <a:custGeom>
              <a:avLst/>
              <a:pathLst>
                <a:path w="27564" h="2633">
                  <a:moveTo>
                    <a:pt x="27564" y="0"/>
                  </a:moveTo>
                  <a:lnTo>
                    <a:pt x="0" y="2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3" name="pl1443"/>
            <p:cNvSpPr/>
            <p:nvPr/>
          </p:nvSpPr>
          <p:spPr>
            <a:xfrm>
              <a:off x="3992025" y="3593671"/>
              <a:ext cx="5811" cy="456"/>
            </a:xfrm>
            <a:custGeom>
              <a:avLst/>
              <a:pathLst>
                <a:path w="5811" h="456">
                  <a:moveTo>
                    <a:pt x="5811" y="0"/>
                  </a:moveTo>
                  <a:lnTo>
                    <a:pt x="0" y="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4" name="pl1444"/>
            <p:cNvSpPr/>
            <p:nvPr/>
          </p:nvSpPr>
          <p:spPr>
            <a:xfrm>
              <a:off x="3969283" y="3672115"/>
              <a:ext cx="36190" cy="4209"/>
            </a:xfrm>
            <a:custGeom>
              <a:avLst/>
              <a:pathLst>
                <a:path w="36190" h="4209">
                  <a:moveTo>
                    <a:pt x="36190" y="0"/>
                  </a:moveTo>
                  <a:lnTo>
                    <a:pt x="0" y="4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5" name="pl1445"/>
            <p:cNvSpPr/>
            <p:nvPr/>
          </p:nvSpPr>
          <p:spPr>
            <a:xfrm>
              <a:off x="4001288" y="3632646"/>
              <a:ext cx="2901" cy="282"/>
            </a:xfrm>
            <a:custGeom>
              <a:avLst/>
              <a:pathLst>
                <a:path w="2901" h="282">
                  <a:moveTo>
                    <a:pt x="2901" y="0"/>
                  </a:moveTo>
                  <a:lnTo>
                    <a:pt x="0" y="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6" name="pl1446"/>
            <p:cNvSpPr/>
            <p:nvPr/>
          </p:nvSpPr>
          <p:spPr>
            <a:xfrm>
              <a:off x="3969008" y="3692927"/>
              <a:ext cx="41929" cy="5307"/>
            </a:xfrm>
            <a:custGeom>
              <a:avLst/>
              <a:pathLst>
                <a:path w="41929" h="5307">
                  <a:moveTo>
                    <a:pt x="41929" y="0"/>
                  </a:moveTo>
                  <a:lnTo>
                    <a:pt x="0" y="5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7" name="pl1447"/>
            <p:cNvSpPr/>
            <p:nvPr/>
          </p:nvSpPr>
          <p:spPr>
            <a:xfrm>
              <a:off x="4007345" y="3660379"/>
              <a:ext cx="21725" cy="2432"/>
            </a:xfrm>
            <a:custGeom>
              <a:avLst/>
              <a:pathLst>
                <a:path w="21725" h="2432">
                  <a:moveTo>
                    <a:pt x="21725" y="0"/>
                  </a:moveTo>
                  <a:lnTo>
                    <a:pt x="0" y="2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8" name="pl1448"/>
            <p:cNvSpPr/>
            <p:nvPr/>
          </p:nvSpPr>
          <p:spPr>
            <a:xfrm>
              <a:off x="4005054" y="3799945"/>
              <a:ext cx="44454" cy="8058"/>
            </a:xfrm>
            <a:custGeom>
              <a:avLst/>
              <a:pathLst>
                <a:path w="44454" h="8058">
                  <a:moveTo>
                    <a:pt x="44454" y="0"/>
                  </a:moveTo>
                  <a:lnTo>
                    <a:pt x="0" y="8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9" name="pl1449"/>
            <p:cNvSpPr/>
            <p:nvPr/>
          </p:nvSpPr>
          <p:spPr>
            <a:xfrm>
              <a:off x="4038106" y="3729280"/>
              <a:ext cx="7210" cy="1055"/>
            </a:xfrm>
            <a:custGeom>
              <a:avLst/>
              <a:pathLst>
                <a:path w="7210" h="1055">
                  <a:moveTo>
                    <a:pt x="7210" y="0"/>
                  </a:moveTo>
                  <a:lnTo>
                    <a:pt x="0" y="10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0" name="pl1450"/>
            <p:cNvSpPr/>
            <p:nvPr/>
          </p:nvSpPr>
          <p:spPr>
            <a:xfrm>
              <a:off x="4003150" y="3859840"/>
              <a:ext cx="65574" cy="13937"/>
            </a:xfrm>
            <a:custGeom>
              <a:avLst/>
              <a:pathLst>
                <a:path w="65574" h="13937">
                  <a:moveTo>
                    <a:pt x="65574" y="0"/>
                  </a:moveTo>
                  <a:lnTo>
                    <a:pt x="0" y="13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1" name="pl1451"/>
            <p:cNvSpPr/>
            <p:nvPr/>
          </p:nvSpPr>
          <p:spPr>
            <a:xfrm>
              <a:off x="4055976" y="3792947"/>
              <a:ext cx="10041" cy="1800"/>
            </a:xfrm>
            <a:custGeom>
              <a:avLst/>
              <a:pathLst>
                <a:path w="10041" h="1800">
                  <a:moveTo>
                    <a:pt x="10041" y="0"/>
                  </a:moveTo>
                  <a:lnTo>
                    <a:pt x="0" y="18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2" name="pl1452"/>
            <p:cNvSpPr/>
            <p:nvPr/>
          </p:nvSpPr>
          <p:spPr>
            <a:xfrm>
              <a:off x="4019329" y="3914315"/>
              <a:ext cx="72239" cy="17491"/>
            </a:xfrm>
            <a:custGeom>
              <a:avLst/>
              <a:pathLst>
                <a:path w="72239" h="17491">
                  <a:moveTo>
                    <a:pt x="72239" y="0"/>
                  </a:moveTo>
                  <a:lnTo>
                    <a:pt x="0" y="174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3" name="pl1453"/>
            <p:cNvSpPr/>
            <p:nvPr/>
          </p:nvSpPr>
          <p:spPr>
            <a:xfrm>
              <a:off x="4077880" y="3852922"/>
              <a:ext cx="4278" cy="900"/>
            </a:xfrm>
            <a:custGeom>
              <a:avLst/>
              <a:pathLst>
                <a:path w="4278" h="900">
                  <a:moveTo>
                    <a:pt x="4278" y="0"/>
                  </a:moveTo>
                  <a:lnTo>
                    <a:pt x="0" y="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4" name="pl1454"/>
            <p:cNvSpPr/>
            <p:nvPr/>
          </p:nvSpPr>
          <p:spPr>
            <a:xfrm>
              <a:off x="4021642" y="3943908"/>
              <a:ext cx="81839" cy="21150"/>
            </a:xfrm>
            <a:custGeom>
              <a:avLst/>
              <a:pathLst>
                <a:path w="81839" h="21150">
                  <a:moveTo>
                    <a:pt x="81839" y="0"/>
                  </a:moveTo>
                  <a:lnTo>
                    <a:pt x="0" y="21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5" name="pl1455"/>
            <p:cNvSpPr/>
            <p:nvPr/>
          </p:nvSpPr>
          <p:spPr>
            <a:xfrm>
              <a:off x="4092303" y="3892550"/>
              <a:ext cx="25540" cy="5985"/>
            </a:xfrm>
            <a:custGeom>
              <a:avLst/>
              <a:pathLst>
                <a:path w="25540" h="5985">
                  <a:moveTo>
                    <a:pt x="25540" y="0"/>
                  </a:moveTo>
                  <a:lnTo>
                    <a:pt x="0" y="5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6" name="pl1456"/>
            <p:cNvSpPr/>
            <p:nvPr/>
          </p:nvSpPr>
          <p:spPr>
            <a:xfrm>
              <a:off x="4076406" y="4048686"/>
              <a:ext cx="84663" cy="27116"/>
            </a:xfrm>
            <a:custGeom>
              <a:avLst/>
              <a:pathLst>
                <a:path w="84663" h="27116">
                  <a:moveTo>
                    <a:pt x="84663" y="0"/>
                  </a:moveTo>
                  <a:lnTo>
                    <a:pt x="0" y="27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7" name="pl1457"/>
            <p:cNvSpPr/>
            <p:nvPr/>
          </p:nvSpPr>
          <p:spPr>
            <a:xfrm>
              <a:off x="4137900" y="3966772"/>
              <a:ext cx="15450" cy="4277"/>
            </a:xfrm>
            <a:custGeom>
              <a:avLst/>
              <a:pathLst>
                <a:path w="15450" h="4277">
                  <a:moveTo>
                    <a:pt x="15450" y="0"/>
                  </a:moveTo>
                  <a:lnTo>
                    <a:pt x="0" y="4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8" name="pl1458"/>
            <p:cNvSpPr/>
            <p:nvPr/>
          </p:nvSpPr>
          <p:spPr>
            <a:xfrm>
              <a:off x="4108563" y="4155958"/>
              <a:ext cx="107384" cy="41525"/>
            </a:xfrm>
            <a:custGeom>
              <a:avLst/>
              <a:pathLst>
                <a:path w="107384" h="41525">
                  <a:moveTo>
                    <a:pt x="107384" y="0"/>
                  </a:moveTo>
                  <a:lnTo>
                    <a:pt x="0" y="415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9" name="pl1459"/>
            <p:cNvSpPr/>
            <p:nvPr/>
          </p:nvSpPr>
          <p:spPr>
            <a:xfrm>
              <a:off x="3950655" y="3410686"/>
              <a:ext cx="1457" cy="12"/>
            </a:xfrm>
            <a:custGeom>
              <a:avLst/>
              <a:pathLst>
                <a:path w="1457" h="12">
                  <a:moveTo>
                    <a:pt x="1457" y="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0" name="pl1460"/>
            <p:cNvSpPr/>
            <p:nvPr/>
          </p:nvSpPr>
          <p:spPr>
            <a:xfrm>
              <a:off x="3950596" y="3419843"/>
              <a:ext cx="1457" cy="6"/>
            </a:xfrm>
            <a:custGeom>
              <a:avLst/>
              <a:pathLst>
                <a:path w="1457" h="6">
                  <a:moveTo>
                    <a:pt x="1457" y="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1" name="pl1461"/>
            <p:cNvSpPr/>
            <p:nvPr/>
          </p:nvSpPr>
          <p:spPr>
            <a:xfrm>
              <a:off x="3951065" y="3383218"/>
              <a:ext cx="1457" cy="31"/>
            </a:xfrm>
            <a:custGeom>
              <a:avLst/>
              <a:pathLst>
                <a:path w="1457" h="31">
                  <a:moveTo>
                    <a:pt x="1457" y="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2" name="pl1462"/>
            <p:cNvSpPr/>
            <p:nvPr/>
          </p:nvSpPr>
          <p:spPr>
            <a:xfrm>
              <a:off x="3950890" y="3392373"/>
              <a:ext cx="1457" cy="24"/>
            </a:xfrm>
            <a:custGeom>
              <a:avLst/>
              <a:pathLst>
                <a:path w="1457" h="24">
                  <a:moveTo>
                    <a:pt x="1457" y="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3" name="pl1463"/>
            <p:cNvSpPr/>
            <p:nvPr/>
          </p:nvSpPr>
          <p:spPr>
            <a:xfrm>
              <a:off x="3952430" y="3387823"/>
              <a:ext cx="1457" cy="27"/>
            </a:xfrm>
            <a:custGeom>
              <a:avLst/>
              <a:pathLst>
                <a:path w="1457" h="27">
                  <a:moveTo>
                    <a:pt x="1457" y="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4" name="pl1464"/>
            <p:cNvSpPr/>
            <p:nvPr/>
          </p:nvSpPr>
          <p:spPr>
            <a:xfrm>
              <a:off x="3950753" y="3401529"/>
              <a:ext cx="2914" cy="37"/>
            </a:xfrm>
            <a:custGeom>
              <a:avLst/>
              <a:pathLst>
                <a:path w="2914" h="37">
                  <a:moveTo>
                    <a:pt x="2914" y="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5" name="pl1465"/>
            <p:cNvSpPr/>
            <p:nvPr/>
          </p:nvSpPr>
          <p:spPr>
            <a:xfrm>
              <a:off x="3951827" y="3355758"/>
              <a:ext cx="1456" cy="49"/>
            </a:xfrm>
            <a:custGeom>
              <a:avLst/>
              <a:pathLst>
                <a:path w="1456" h="49">
                  <a:moveTo>
                    <a:pt x="1456" y="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6" name="pl1466"/>
            <p:cNvSpPr/>
            <p:nvPr/>
          </p:nvSpPr>
          <p:spPr>
            <a:xfrm>
              <a:off x="3951534" y="3364910"/>
              <a:ext cx="1456" cy="43"/>
            </a:xfrm>
            <a:custGeom>
              <a:avLst/>
              <a:pathLst>
                <a:path w="1456" h="43">
                  <a:moveTo>
                    <a:pt x="1456" y="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7" name="pl1467"/>
            <p:cNvSpPr/>
            <p:nvPr/>
          </p:nvSpPr>
          <p:spPr>
            <a:xfrm>
              <a:off x="3953133" y="3360380"/>
              <a:ext cx="1456" cy="46"/>
            </a:xfrm>
            <a:custGeom>
              <a:avLst/>
              <a:pathLst>
                <a:path w="1456" h="46">
                  <a:moveTo>
                    <a:pt x="1456" y="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8" name="pl1468"/>
            <p:cNvSpPr/>
            <p:nvPr/>
          </p:nvSpPr>
          <p:spPr>
            <a:xfrm>
              <a:off x="3951280" y="3374063"/>
              <a:ext cx="2913" cy="74"/>
            </a:xfrm>
            <a:custGeom>
              <a:avLst/>
              <a:pathLst>
                <a:path w="2913" h="74">
                  <a:moveTo>
                    <a:pt x="2913" y="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9" name="pl1469"/>
            <p:cNvSpPr/>
            <p:nvPr/>
          </p:nvSpPr>
          <p:spPr>
            <a:xfrm>
              <a:off x="3954381" y="3367282"/>
              <a:ext cx="4370" cy="125"/>
            </a:xfrm>
            <a:custGeom>
              <a:avLst/>
              <a:pathLst>
                <a:path w="4370" h="125">
                  <a:moveTo>
                    <a:pt x="4370" y="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0" name="pl1470"/>
            <p:cNvSpPr/>
            <p:nvPr/>
          </p:nvSpPr>
          <p:spPr>
            <a:xfrm>
              <a:off x="3953766" y="3394709"/>
              <a:ext cx="4371" cy="69"/>
            </a:xfrm>
            <a:custGeom>
              <a:avLst/>
              <a:pathLst>
                <a:path w="4371" h="69">
                  <a:moveTo>
                    <a:pt x="4371" y="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1" name="pl1471"/>
            <p:cNvSpPr/>
            <p:nvPr/>
          </p:nvSpPr>
          <p:spPr>
            <a:xfrm>
              <a:off x="3952941" y="3328309"/>
              <a:ext cx="1455" cy="68"/>
            </a:xfrm>
            <a:custGeom>
              <a:avLst/>
              <a:pathLst>
                <a:path w="1455" h="68">
                  <a:moveTo>
                    <a:pt x="1455" y="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2" name="pl1472"/>
            <p:cNvSpPr/>
            <p:nvPr/>
          </p:nvSpPr>
          <p:spPr>
            <a:xfrm>
              <a:off x="3952531" y="3337457"/>
              <a:ext cx="1456" cy="62"/>
            </a:xfrm>
            <a:custGeom>
              <a:avLst/>
              <a:pathLst>
                <a:path w="1456" h="62">
                  <a:moveTo>
                    <a:pt x="1456" y="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3" name="pl1473"/>
            <p:cNvSpPr/>
            <p:nvPr/>
          </p:nvSpPr>
          <p:spPr>
            <a:xfrm>
              <a:off x="3954187" y="3332948"/>
              <a:ext cx="1455" cy="65"/>
            </a:xfrm>
            <a:custGeom>
              <a:avLst/>
              <a:pathLst>
                <a:path w="1455" h="65">
                  <a:moveTo>
                    <a:pt x="1455" y="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4" name="pl1474"/>
            <p:cNvSpPr/>
            <p:nvPr/>
          </p:nvSpPr>
          <p:spPr>
            <a:xfrm>
              <a:off x="3952160" y="3346607"/>
              <a:ext cx="2912" cy="111"/>
            </a:xfrm>
            <a:custGeom>
              <a:avLst/>
              <a:pathLst>
                <a:path w="2912" h="111">
                  <a:moveTo>
                    <a:pt x="2912" y="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5" name="pl1475"/>
            <p:cNvSpPr/>
            <p:nvPr/>
          </p:nvSpPr>
          <p:spPr>
            <a:xfrm>
              <a:off x="3954406" y="3300878"/>
              <a:ext cx="1454" cy="87"/>
            </a:xfrm>
            <a:custGeom>
              <a:avLst/>
              <a:pathLst>
                <a:path w="1454" h="87">
                  <a:moveTo>
                    <a:pt x="1454" y="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6" name="pl1476"/>
            <p:cNvSpPr/>
            <p:nvPr/>
          </p:nvSpPr>
          <p:spPr>
            <a:xfrm>
              <a:off x="3953879" y="3310019"/>
              <a:ext cx="1455" cy="80"/>
            </a:xfrm>
            <a:custGeom>
              <a:avLst/>
              <a:pathLst>
                <a:path w="1455" h="80">
                  <a:moveTo>
                    <a:pt x="1455" y="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7" name="pl1477"/>
            <p:cNvSpPr/>
            <p:nvPr/>
          </p:nvSpPr>
          <p:spPr>
            <a:xfrm>
              <a:off x="3956906" y="3264335"/>
              <a:ext cx="1453" cy="111"/>
            </a:xfrm>
            <a:custGeom>
              <a:avLst/>
              <a:pathLst>
                <a:path w="1453" h="111">
                  <a:moveTo>
                    <a:pt x="1453" y="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8" name="pl1478"/>
            <p:cNvSpPr/>
            <p:nvPr/>
          </p:nvSpPr>
          <p:spPr>
            <a:xfrm>
              <a:off x="3956222" y="3273467"/>
              <a:ext cx="1453" cy="105"/>
            </a:xfrm>
            <a:custGeom>
              <a:avLst/>
              <a:pathLst>
                <a:path w="1453" h="105">
                  <a:moveTo>
                    <a:pt x="1453" y="1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9" name="pl1479"/>
            <p:cNvSpPr/>
            <p:nvPr/>
          </p:nvSpPr>
          <p:spPr>
            <a:xfrm>
              <a:off x="3959190" y="3236960"/>
              <a:ext cx="1451" cy="130"/>
            </a:xfrm>
            <a:custGeom>
              <a:avLst/>
              <a:pathLst>
                <a:path w="1451" h="130">
                  <a:moveTo>
                    <a:pt x="1451" y="1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0" name="pl1480"/>
            <p:cNvSpPr/>
            <p:nvPr/>
          </p:nvSpPr>
          <p:spPr>
            <a:xfrm>
              <a:off x="3958389" y="3246082"/>
              <a:ext cx="1452" cy="124"/>
            </a:xfrm>
            <a:custGeom>
              <a:avLst/>
              <a:pathLst>
                <a:path w="1452" h="124">
                  <a:moveTo>
                    <a:pt x="1452" y="1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1" name="pl1481"/>
            <p:cNvSpPr/>
            <p:nvPr/>
          </p:nvSpPr>
          <p:spPr>
            <a:xfrm>
              <a:off x="3960236" y="3241647"/>
              <a:ext cx="1451" cy="127"/>
            </a:xfrm>
            <a:custGeom>
              <a:avLst/>
              <a:pathLst>
                <a:path w="1451" h="127">
                  <a:moveTo>
                    <a:pt x="1451" y="1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2" name="pl1482"/>
            <p:cNvSpPr/>
            <p:nvPr/>
          </p:nvSpPr>
          <p:spPr>
            <a:xfrm>
              <a:off x="3957628" y="3255207"/>
              <a:ext cx="2905" cy="236"/>
            </a:xfrm>
            <a:custGeom>
              <a:avLst/>
              <a:pathLst>
                <a:path w="2905" h="236">
                  <a:moveTo>
                    <a:pt x="2905" y="2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3" name="pl1483"/>
            <p:cNvSpPr/>
            <p:nvPr/>
          </p:nvSpPr>
          <p:spPr>
            <a:xfrm>
              <a:off x="3961100" y="3248608"/>
              <a:ext cx="2904" cy="245"/>
            </a:xfrm>
            <a:custGeom>
              <a:avLst/>
              <a:pathLst>
                <a:path w="2904" h="245">
                  <a:moveTo>
                    <a:pt x="2904" y="2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4" name="pl1484"/>
            <p:cNvSpPr/>
            <p:nvPr/>
          </p:nvSpPr>
          <p:spPr>
            <a:xfrm>
              <a:off x="3958012" y="3269009"/>
              <a:ext cx="4359" cy="326"/>
            </a:xfrm>
            <a:custGeom>
              <a:avLst/>
              <a:pathLst>
                <a:path w="4359" h="326">
                  <a:moveTo>
                    <a:pt x="4359" y="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5" name="pl1485"/>
            <p:cNvSpPr/>
            <p:nvPr/>
          </p:nvSpPr>
          <p:spPr>
            <a:xfrm>
              <a:off x="3963164" y="3259093"/>
              <a:ext cx="1452" cy="115"/>
            </a:xfrm>
            <a:custGeom>
              <a:avLst/>
              <a:pathLst>
                <a:path w="1452" h="115">
                  <a:moveTo>
                    <a:pt x="1452" y="1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6" name="pl1486"/>
            <p:cNvSpPr/>
            <p:nvPr/>
          </p:nvSpPr>
          <p:spPr>
            <a:xfrm>
              <a:off x="3955578" y="3282601"/>
              <a:ext cx="7269" cy="497"/>
            </a:xfrm>
            <a:custGeom>
              <a:avLst/>
              <a:pathLst>
                <a:path w="7269" h="497">
                  <a:moveTo>
                    <a:pt x="7269" y="4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7" name="pl1487"/>
            <p:cNvSpPr/>
            <p:nvPr/>
          </p:nvSpPr>
          <p:spPr>
            <a:xfrm>
              <a:off x="3963699" y="3271151"/>
              <a:ext cx="1453" cy="107"/>
            </a:xfrm>
            <a:custGeom>
              <a:avLst/>
              <a:pathLst>
                <a:path w="1453" h="107">
                  <a:moveTo>
                    <a:pt x="1453" y="1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8" name="pl1488"/>
            <p:cNvSpPr/>
            <p:nvPr/>
          </p:nvSpPr>
          <p:spPr>
            <a:xfrm>
              <a:off x="3954973" y="3291738"/>
              <a:ext cx="8726" cy="559"/>
            </a:xfrm>
            <a:custGeom>
              <a:avLst/>
              <a:pathLst>
                <a:path w="8726" h="559">
                  <a:moveTo>
                    <a:pt x="8726" y="5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9" name="pl1489"/>
            <p:cNvSpPr/>
            <p:nvPr/>
          </p:nvSpPr>
          <p:spPr>
            <a:xfrm>
              <a:off x="3964400" y="3281776"/>
              <a:ext cx="2907" cy="200"/>
            </a:xfrm>
            <a:custGeom>
              <a:avLst/>
              <a:pathLst>
                <a:path w="2907" h="200">
                  <a:moveTo>
                    <a:pt x="2907" y="2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0" name="pl1490"/>
            <p:cNvSpPr/>
            <p:nvPr/>
          </p:nvSpPr>
          <p:spPr>
            <a:xfrm>
              <a:off x="3955593" y="3305532"/>
              <a:ext cx="10184" cy="587"/>
            </a:xfrm>
            <a:custGeom>
              <a:avLst/>
              <a:pathLst>
                <a:path w="10184" h="587">
                  <a:moveTo>
                    <a:pt x="10184" y="5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1" name="pl1491"/>
            <p:cNvSpPr/>
            <p:nvPr/>
          </p:nvSpPr>
          <p:spPr>
            <a:xfrm>
              <a:off x="3966508" y="3294046"/>
              <a:ext cx="1454" cy="92"/>
            </a:xfrm>
            <a:custGeom>
              <a:avLst/>
              <a:pathLst>
                <a:path w="1454" h="92">
                  <a:moveTo>
                    <a:pt x="1454" y="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2" name="pl1492"/>
            <p:cNvSpPr/>
            <p:nvPr/>
          </p:nvSpPr>
          <p:spPr>
            <a:xfrm>
              <a:off x="3953390" y="3319163"/>
              <a:ext cx="13099" cy="671"/>
            </a:xfrm>
            <a:custGeom>
              <a:avLst/>
              <a:pathLst>
                <a:path w="13099" h="671">
                  <a:moveTo>
                    <a:pt x="13099" y="6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3" name="pl1493"/>
            <p:cNvSpPr/>
            <p:nvPr/>
          </p:nvSpPr>
          <p:spPr>
            <a:xfrm>
              <a:off x="3967187" y="3306984"/>
              <a:ext cx="4364" cy="250"/>
            </a:xfrm>
            <a:custGeom>
              <a:avLst/>
              <a:pathLst>
                <a:path w="4364" h="250">
                  <a:moveTo>
                    <a:pt x="4364" y="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4" name="pl1494"/>
            <p:cNvSpPr/>
            <p:nvPr/>
          </p:nvSpPr>
          <p:spPr>
            <a:xfrm>
              <a:off x="3955347" y="3339866"/>
              <a:ext cx="14561" cy="606"/>
            </a:xfrm>
            <a:custGeom>
              <a:avLst/>
              <a:pathLst>
                <a:path w="14561" h="606">
                  <a:moveTo>
                    <a:pt x="14561" y="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5" name="pl1495"/>
            <p:cNvSpPr/>
            <p:nvPr/>
          </p:nvSpPr>
          <p:spPr>
            <a:xfrm>
              <a:off x="3970665" y="3323850"/>
              <a:ext cx="8733" cy="432"/>
            </a:xfrm>
            <a:custGeom>
              <a:avLst/>
              <a:pathLst>
                <a:path w="8733" h="432">
                  <a:moveTo>
                    <a:pt x="8733" y="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6" name="pl1496"/>
            <p:cNvSpPr/>
            <p:nvPr/>
          </p:nvSpPr>
          <p:spPr>
            <a:xfrm>
              <a:off x="3958401" y="3381092"/>
              <a:ext cx="18941" cy="424"/>
            </a:xfrm>
            <a:custGeom>
              <a:avLst/>
              <a:pathLst>
                <a:path w="18941" h="424">
                  <a:moveTo>
                    <a:pt x="18941" y="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7" name="pl1497"/>
            <p:cNvSpPr/>
            <p:nvPr/>
          </p:nvSpPr>
          <p:spPr>
            <a:xfrm>
              <a:off x="3961824" y="3209615"/>
              <a:ext cx="1449" cy="149"/>
            </a:xfrm>
            <a:custGeom>
              <a:avLst/>
              <a:pathLst>
                <a:path w="1449" h="149">
                  <a:moveTo>
                    <a:pt x="1449" y="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8" name="pl1498"/>
            <p:cNvSpPr/>
            <p:nvPr/>
          </p:nvSpPr>
          <p:spPr>
            <a:xfrm>
              <a:off x="3960907" y="3218726"/>
              <a:ext cx="1450" cy="142"/>
            </a:xfrm>
            <a:custGeom>
              <a:avLst/>
              <a:pathLst>
                <a:path w="1450" h="142">
                  <a:moveTo>
                    <a:pt x="1450" y="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9" name="pl1499"/>
            <p:cNvSpPr/>
            <p:nvPr/>
          </p:nvSpPr>
          <p:spPr>
            <a:xfrm>
              <a:off x="3962811" y="3214316"/>
              <a:ext cx="1450" cy="145"/>
            </a:xfrm>
            <a:custGeom>
              <a:avLst/>
              <a:pathLst>
                <a:path w="1450" h="145">
                  <a:moveTo>
                    <a:pt x="1450" y="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0" name="pl1500"/>
            <p:cNvSpPr/>
            <p:nvPr/>
          </p:nvSpPr>
          <p:spPr>
            <a:xfrm>
              <a:off x="3960029" y="3227841"/>
              <a:ext cx="2901" cy="273"/>
            </a:xfrm>
            <a:custGeom>
              <a:avLst/>
              <a:pathLst>
                <a:path w="2901" h="273">
                  <a:moveTo>
                    <a:pt x="2901" y="2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1" name="pl1501"/>
            <p:cNvSpPr/>
            <p:nvPr/>
          </p:nvSpPr>
          <p:spPr>
            <a:xfrm>
              <a:off x="3965880" y="3173213"/>
              <a:ext cx="1446" cy="173"/>
            </a:xfrm>
            <a:custGeom>
              <a:avLst/>
              <a:pathLst>
                <a:path w="1446" h="173">
                  <a:moveTo>
                    <a:pt x="1446" y="1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2" name="pl1502"/>
            <p:cNvSpPr/>
            <p:nvPr/>
          </p:nvSpPr>
          <p:spPr>
            <a:xfrm>
              <a:off x="3964808" y="3182307"/>
              <a:ext cx="1447" cy="167"/>
            </a:xfrm>
            <a:custGeom>
              <a:avLst/>
              <a:pathLst>
                <a:path w="1447" h="167">
                  <a:moveTo>
                    <a:pt x="1447" y="1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3" name="pl1503"/>
            <p:cNvSpPr/>
            <p:nvPr/>
          </p:nvSpPr>
          <p:spPr>
            <a:xfrm>
              <a:off x="3969330" y="3145960"/>
              <a:ext cx="1444" cy="192"/>
            </a:xfrm>
            <a:custGeom>
              <a:avLst/>
              <a:pathLst>
                <a:path w="1444" h="192">
                  <a:moveTo>
                    <a:pt x="1444" y="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4" name="pl1504"/>
            <p:cNvSpPr/>
            <p:nvPr/>
          </p:nvSpPr>
          <p:spPr>
            <a:xfrm>
              <a:off x="3968142" y="3155039"/>
              <a:ext cx="1445" cy="186"/>
            </a:xfrm>
            <a:custGeom>
              <a:avLst/>
              <a:pathLst>
                <a:path w="1445" h="186">
                  <a:moveTo>
                    <a:pt x="1445" y="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5" name="pl1505"/>
            <p:cNvSpPr/>
            <p:nvPr/>
          </p:nvSpPr>
          <p:spPr>
            <a:xfrm>
              <a:off x="3970176" y="3150688"/>
              <a:ext cx="1445" cy="189"/>
            </a:xfrm>
            <a:custGeom>
              <a:avLst/>
              <a:pathLst>
                <a:path w="1445" h="189">
                  <a:moveTo>
                    <a:pt x="1445" y="1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6" name="pl1506"/>
            <p:cNvSpPr/>
            <p:nvPr/>
          </p:nvSpPr>
          <p:spPr>
            <a:xfrm>
              <a:off x="3966992" y="3164124"/>
              <a:ext cx="2892" cy="359"/>
            </a:xfrm>
            <a:custGeom>
              <a:avLst/>
              <a:pathLst>
                <a:path w="2892" h="359">
                  <a:moveTo>
                    <a:pt x="2892" y="3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7" name="pl1507"/>
            <p:cNvSpPr/>
            <p:nvPr/>
          </p:nvSpPr>
          <p:spPr>
            <a:xfrm>
              <a:off x="3974473" y="3109695"/>
              <a:ext cx="1441" cy="216"/>
            </a:xfrm>
            <a:custGeom>
              <a:avLst/>
              <a:pathLst>
                <a:path w="1441" h="216">
                  <a:moveTo>
                    <a:pt x="1441" y="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8" name="pl1508"/>
            <p:cNvSpPr/>
            <p:nvPr/>
          </p:nvSpPr>
          <p:spPr>
            <a:xfrm>
              <a:off x="3973129" y="3118753"/>
              <a:ext cx="1442" cy="210"/>
            </a:xfrm>
            <a:custGeom>
              <a:avLst/>
              <a:pathLst>
                <a:path w="1442" h="210">
                  <a:moveTo>
                    <a:pt x="1442" y="2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9" name="pl1509"/>
            <p:cNvSpPr/>
            <p:nvPr/>
          </p:nvSpPr>
          <p:spPr>
            <a:xfrm>
              <a:off x="3975238" y="3114437"/>
              <a:ext cx="1441" cy="213"/>
            </a:xfrm>
            <a:custGeom>
              <a:avLst/>
              <a:pathLst>
                <a:path w="1441" h="213">
                  <a:moveTo>
                    <a:pt x="1441" y="2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0" name="pl1510"/>
            <p:cNvSpPr/>
            <p:nvPr/>
          </p:nvSpPr>
          <p:spPr>
            <a:xfrm>
              <a:off x="3971824" y="3127816"/>
              <a:ext cx="2885" cy="409"/>
            </a:xfrm>
            <a:custGeom>
              <a:avLst/>
              <a:pathLst>
                <a:path w="2885" h="409">
                  <a:moveTo>
                    <a:pt x="2885" y="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1" name="pl1511"/>
            <p:cNvSpPr/>
            <p:nvPr/>
          </p:nvSpPr>
          <p:spPr>
            <a:xfrm>
              <a:off x="3975684" y="3121436"/>
              <a:ext cx="1442" cy="209"/>
            </a:xfrm>
            <a:custGeom>
              <a:avLst/>
              <a:pathLst>
                <a:path w="1442" h="209">
                  <a:moveTo>
                    <a:pt x="1442" y="2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2" name="pl1512"/>
            <p:cNvSpPr/>
            <p:nvPr/>
          </p:nvSpPr>
          <p:spPr>
            <a:xfrm>
              <a:off x="3970558" y="3136885"/>
              <a:ext cx="4331" cy="595"/>
            </a:xfrm>
            <a:custGeom>
              <a:avLst/>
              <a:pathLst>
                <a:path w="4331" h="595">
                  <a:moveTo>
                    <a:pt x="4331" y="5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3" name="pl1513"/>
            <p:cNvSpPr/>
            <p:nvPr/>
          </p:nvSpPr>
          <p:spPr>
            <a:xfrm>
              <a:off x="3975993" y="3129561"/>
              <a:ext cx="4329" cy="611"/>
            </a:xfrm>
            <a:custGeom>
              <a:avLst/>
              <a:pathLst>
                <a:path w="4329" h="611">
                  <a:moveTo>
                    <a:pt x="4329" y="6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4" name="pl1514"/>
            <p:cNvSpPr/>
            <p:nvPr/>
          </p:nvSpPr>
          <p:spPr>
            <a:xfrm>
              <a:off x="3970742" y="3157679"/>
              <a:ext cx="5782" cy="738"/>
            </a:xfrm>
            <a:custGeom>
              <a:avLst/>
              <a:pathLst>
                <a:path w="5782" h="738">
                  <a:moveTo>
                    <a:pt x="5782" y="7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5" name="pl1515"/>
            <p:cNvSpPr/>
            <p:nvPr/>
          </p:nvSpPr>
          <p:spPr>
            <a:xfrm>
              <a:off x="3978376" y="3144289"/>
              <a:ext cx="2888" cy="388"/>
            </a:xfrm>
            <a:custGeom>
              <a:avLst/>
              <a:pathLst>
                <a:path w="2888" h="388">
                  <a:moveTo>
                    <a:pt x="2888" y="3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6" name="pl1516"/>
            <p:cNvSpPr/>
            <p:nvPr/>
          </p:nvSpPr>
          <p:spPr>
            <a:xfrm>
              <a:off x="3966787" y="3177930"/>
              <a:ext cx="10131" cy="1194"/>
            </a:xfrm>
            <a:custGeom>
              <a:avLst/>
              <a:pathLst>
                <a:path w="10131" h="1194">
                  <a:moveTo>
                    <a:pt x="10131" y="1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7" name="pl1517"/>
            <p:cNvSpPr/>
            <p:nvPr/>
          </p:nvSpPr>
          <p:spPr>
            <a:xfrm>
              <a:off x="3979022" y="3161892"/>
              <a:ext cx="1445" cy="182"/>
            </a:xfrm>
            <a:custGeom>
              <a:avLst/>
              <a:pathLst>
                <a:path w="1445" h="182">
                  <a:moveTo>
                    <a:pt x="1445" y="1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8" name="pl1518"/>
            <p:cNvSpPr/>
            <p:nvPr/>
          </p:nvSpPr>
          <p:spPr>
            <a:xfrm>
              <a:off x="3963774" y="3191405"/>
              <a:ext cx="13035" cy="1452"/>
            </a:xfrm>
            <a:custGeom>
              <a:avLst/>
              <a:pathLst>
                <a:path w="13035" h="1452">
                  <a:moveTo>
                    <a:pt x="13035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9" name="pl1519"/>
            <p:cNvSpPr/>
            <p:nvPr/>
          </p:nvSpPr>
          <p:spPr>
            <a:xfrm>
              <a:off x="3977276" y="3091597"/>
              <a:ext cx="1439" cy="229"/>
            </a:xfrm>
            <a:custGeom>
              <a:avLst/>
              <a:pathLst>
                <a:path w="1439" h="229">
                  <a:moveTo>
                    <a:pt x="1439" y="2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0" name="pl1520"/>
            <p:cNvSpPr/>
            <p:nvPr/>
          </p:nvSpPr>
          <p:spPr>
            <a:xfrm>
              <a:off x="3975855" y="3100643"/>
              <a:ext cx="1440" cy="223"/>
            </a:xfrm>
            <a:custGeom>
              <a:avLst/>
              <a:pathLst>
                <a:path w="1440" h="223">
                  <a:moveTo>
                    <a:pt x="1440" y="2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1" name="pl1521"/>
            <p:cNvSpPr/>
            <p:nvPr/>
          </p:nvSpPr>
          <p:spPr>
            <a:xfrm>
              <a:off x="3983345" y="3055475"/>
              <a:ext cx="1435" cy="253"/>
            </a:xfrm>
            <a:custGeom>
              <a:avLst/>
              <a:pathLst>
                <a:path w="1435" h="253">
                  <a:moveTo>
                    <a:pt x="1435" y="2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2" name="pl1522"/>
            <p:cNvSpPr/>
            <p:nvPr/>
          </p:nvSpPr>
          <p:spPr>
            <a:xfrm>
              <a:off x="3981770" y="3064496"/>
              <a:ext cx="1436" cy="247"/>
            </a:xfrm>
            <a:custGeom>
              <a:avLst/>
              <a:pathLst>
                <a:path w="1436" h="247">
                  <a:moveTo>
                    <a:pt x="1436" y="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3" name="pl1523"/>
            <p:cNvSpPr/>
            <p:nvPr/>
          </p:nvSpPr>
          <p:spPr>
            <a:xfrm>
              <a:off x="3988301" y="3028455"/>
              <a:ext cx="1431" cy="272"/>
            </a:xfrm>
            <a:custGeom>
              <a:avLst/>
              <a:pathLst>
                <a:path w="1431" h="272">
                  <a:moveTo>
                    <a:pt x="1431" y="2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4" name="pl1524"/>
            <p:cNvSpPr/>
            <p:nvPr/>
          </p:nvSpPr>
          <p:spPr>
            <a:xfrm>
              <a:off x="3986611" y="3037455"/>
              <a:ext cx="1432" cy="265"/>
            </a:xfrm>
            <a:custGeom>
              <a:avLst/>
              <a:pathLst>
                <a:path w="1432" h="265">
                  <a:moveTo>
                    <a:pt x="1432" y="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5" name="pl1525"/>
            <p:cNvSpPr/>
            <p:nvPr/>
          </p:nvSpPr>
          <p:spPr>
            <a:xfrm>
              <a:off x="3988884" y="3033223"/>
              <a:ext cx="1432" cy="269"/>
            </a:xfrm>
            <a:custGeom>
              <a:avLst/>
              <a:pathLst>
                <a:path w="1432" h="269">
                  <a:moveTo>
                    <a:pt x="1432" y="2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6" name="pl1526"/>
            <p:cNvSpPr/>
            <p:nvPr/>
          </p:nvSpPr>
          <p:spPr>
            <a:xfrm>
              <a:off x="3984959" y="3046462"/>
              <a:ext cx="2868" cy="519"/>
            </a:xfrm>
            <a:custGeom>
              <a:avLst/>
              <a:pathLst>
                <a:path w="2868" h="519">
                  <a:moveTo>
                    <a:pt x="2868" y="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7" name="pl1527"/>
            <p:cNvSpPr/>
            <p:nvPr/>
          </p:nvSpPr>
          <p:spPr>
            <a:xfrm>
              <a:off x="3989061" y="3040235"/>
              <a:ext cx="2866" cy="528"/>
            </a:xfrm>
            <a:custGeom>
              <a:avLst/>
              <a:pathLst>
                <a:path w="2866" h="528">
                  <a:moveTo>
                    <a:pt x="2866" y="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8" name="pl1528"/>
            <p:cNvSpPr/>
            <p:nvPr/>
          </p:nvSpPr>
          <p:spPr>
            <a:xfrm>
              <a:off x="3983989" y="3060235"/>
              <a:ext cx="4306" cy="752"/>
            </a:xfrm>
            <a:custGeom>
              <a:avLst/>
              <a:pathLst>
                <a:path w="4306" h="752">
                  <a:moveTo>
                    <a:pt x="4306" y="7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9" name="pl1529"/>
            <p:cNvSpPr/>
            <p:nvPr/>
          </p:nvSpPr>
          <p:spPr>
            <a:xfrm>
              <a:off x="3990087" y="3050871"/>
              <a:ext cx="1434" cy="257"/>
            </a:xfrm>
            <a:custGeom>
              <a:avLst/>
              <a:pathLst>
                <a:path w="1434" h="257">
                  <a:moveTo>
                    <a:pt x="1434" y="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0" name="pl1530"/>
            <p:cNvSpPr/>
            <p:nvPr/>
          </p:nvSpPr>
          <p:spPr>
            <a:xfrm>
              <a:off x="3980233" y="3073523"/>
              <a:ext cx="7186" cy="1207"/>
            </a:xfrm>
            <a:custGeom>
              <a:avLst/>
              <a:pathLst>
                <a:path w="7186" h="1207">
                  <a:moveTo>
                    <a:pt x="7186" y="12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1" name="pl1531"/>
            <p:cNvSpPr/>
            <p:nvPr/>
          </p:nvSpPr>
          <p:spPr>
            <a:xfrm>
              <a:off x="3989437" y="3062924"/>
              <a:ext cx="1435" cy="249"/>
            </a:xfrm>
            <a:custGeom>
              <a:avLst/>
              <a:pathLst>
                <a:path w="1435" h="249">
                  <a:moveTo>
                    <a:pt x="1435" y="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2" name="pl1532"/>
            <p:cNvSpPr/>
            <p:nvPr/>
          </p:nvSpPr>
          <p:spPr>
            <a:xfrm>
              <a:off x="3978735" y="3082557"/>
              <a:ext cx="8629" cy="1412"/>
            </a:xfrm>
            <a:custGeom>
              <a:avLst/>
              <a:pathLst>
                <a:path w="8629" h="1412">
                  <a:moveTo>
                    <a:pt x="8629" y="14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3" name="pl1533"/>
            <p:cNvSpPr/>
            <p:nvPr/>
          </p:nvSpPr>
          <p:spPr>
            <a:xfrm>
              <a:off x="3989093" y="3073567"/>
              <a:ext cx="2874" cy="484"/>
            </a:xfrm>
            <a:custGeom>
              <a:avLst/>
              <a:pathLst>
                <a:path w="2874" h="484">
                  <a:moveTo>
                    <a:pt x="2874" y="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4" name="pl1534"/>
            <p:cNvSpPr/>
            <p:nvPr/>
          </p:nvSpPr>
          <p:spPr>
            <a:xfrm>
              <a:off x="3978000" y="3096345"/>
              <a:ext cx="10078" cy="1582"/>
            </a:xfrm>
            <a:custGeom>
              <a:avLst/>
              <a:pathLst>
                <a:path w="10078" h="1582">
                  <a:moveTo>
                    <a:pt x="10078" y="15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5" name="pl1535"/>
            <p:cNvSpPr/>
            <p:nvPr/>
          </p:nvSpPr>
          <p:spPr>
            <a:xfrm>
              <a:off x="3997329" y="2983570"/>
              <a:ext cx="1425" cy="302"/>
            </a:xfrm>
            <a:custGeom>
              <a:avLst/>
              <a:pathLst>
                <a:path w="1425" h="302">
                  <a:moveTo>
                    <a:pt x="1425" y="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6" name="pl1536"/>
            <p:cNvSpPr/>
            <p:nvPr/>
          </p:nvSpPr>
          <p:spPr>
            <a:xfrm>
              <a:off x="3995447" y="2992531"/>
              <a:ext cx="1426" cy="296"/>
            </a:xfrm>
            <a:custGeom>
              <a:avLst/>
              <a:pathLst>
                <a:path w="1426" h="296">
                  <a:moveTo>
                    <a:pt x="1426" y="2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7" name="pl1537"/>
            <p:cNvSpPr/>
            <p:nvPr/>
          </p:nvSpPr>
          <p:spPr>
            <a:xfrm>
              <a:off x="3997810" y="2988349"/>
              <a:ext cx="1426" cy="299"/>
            </a:xfrm>
            <a:custGeom>
              <a:avLst/>
              <a:pathLst>
                <a:path w="1426" h="299">
                  <a:moveTo>
                    <a:pt x="1426" y="2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8" name="pl1538"/>
            <p:cNvSpPr/>
            <p:nvPr/>
          </p:nvSpPr>
          <p:spPr>
            <a:xfrm>
              <a:off x="3993603" y="3001501"/>
              <a:ext cx="2856" cy="580"/>
            </a:xfrm>
            <a:custGeom>
              <a:avLst/>
              <a:pathLst>
                <a:path w="2856" h="580">
                  <a:moveTo>
                    <a:pt x="2856" y="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9" name="pl1539"/>
            <p:cNvSpPr/>
            <p:nvPr/>
          </p:nvSpPr>
          <p:spPr>
            <a:xfrm>
              <a:off x="3997837" y="2995363"/>
              <a:ext cx="1427" cy="294"/>
            </a:xfrm>
            <a:custGeom>
              <a:avLst/>
              <a:pathLst>
                <a:path w="1427" h="294">
                  <a:moveTo>
                    <a:pt x="1427" y="2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0" name="pl1540"/>
            <p:cNvSpPr/>
            <p:nvPr/>
          </p:nvSpPr>
          <p:spPr>
            <a:xfrm>
              <a:off x="3991798" y="3010478"/>
              <a:ext cx="4288" cy="852"/>
            </a:xfrm>
            <a:custGeom>
              <a:avLst/>
              <a:pathLst>
                <a:path w="4288" h="852">
                  <a:moveTo>
                    <a:pt x="4288" y="8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1" name="pl1541"/>
            <p:cNvSpPr/>
            <p:nvPr/>
          </p:nvSpPr>
          <p:spPr>
            <a:xfrm>
              <a:off x="3997660" y="3003492"/>
              <a:ext cx="1428" cy="289"/>
            </a:xfrm>
            <a:custGeom>
              <a:avLst/>
              <a:pathLst>
                <a:path w="1428" h="289">
                  <a:moveTo>
                    <a:pt x="1428" y="2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2" name="pl1542"/>
            <p:cNvSpPr/>
            <p:nvPr/>
          </p:nvSpPr>
          <p:spPr>
            <a:xfrm>
              <a:off x="3990030" y="3019463"/>
              <a:ext cx="5722" cy="1112"/>
            </a:xfrm>
            <a:custGeom>
              <a:avLst/>
              <a:pathLst>
                <a:path w="5722" h="1112">
                  <a:moveTo>
                    <a:pt x="5722" y="1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3" name="pl1543"/>
            <p:cNvSpPr/>
            <p:nvPr/>
          </p:nvSpPr>
          <p:spPr>
            <a:xfrm>
              <a:off x="4007313" y="2938887"/>
              <a:ext cx="1418" cy="332"/>
            </a:xfrm>
            <a:custGeom>
              <a:avLst/>
              <a:pathLst>
                <a:path w="1418" h="332">
                  <a:moveTo>
                    <a:pt x="1418" y="3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4" name="pl1544"/>
            <p:cNvSpPr/>
            <p:nvPr/>
          </p:nvSpPr>
          <p:spPr>
            <a:xfrm>
              <a:off x="4005240" y="2947807"/>
              <a:ext cx="1420" cy="326"/>
            </a:xfrm>
            <a:custGeom>
              <a:avLst/>
              <a:pathLst>
                <a:path w="1420" h="326">
                  <a:moveTo>
                    <a:pt x="1420" y="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5" name="pl1545"/>
            <p:cNvSpPr/>
            <p:nvPr/>
          </p:nvSpPr>
          <p:spPr>
            <a:xfrm>
              <a:off x="4007691" y="2943676"/>
              <a:ext cx="1419" cy="329"/>
            </a:xfrm>
            <a:custGeom>
              <a:avLst/>
              <a:pathLst>
                <a:path w="1419" h="329">
                  <a:moveTo>
                    <a:pt x="1419" y="3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6" name="pl1546"/>
            <p:cNvSpPr/>
            <p:nvPr/>
          </p:nvSpPr>
          <p:spPr>
            <a:xfrm>
              <a:off x="4003205" y="2956735"/>
              <a:ext cx="2843" cy="641"/>
            </a:xfrm>
            <a:custGeom>
              <a:avLst/>
              <a:pathLst>
                <a:path w="2843" h="641">
                  <a:moveTo>
                    <a:pt x="2843" y="6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7" name="pl1547"/>
            <p:cNvSpPr/>
            <p:nvPr/>
          </p:nvSpPr>
          <p:spPr>
            <a:xfrm>
              <a:off x="4013760" y="2912184"/>
              <a:ext cx="1414" cy="351"/>
            </a:xfrm>
            <a:custGeom>
              <a:avLst/>
              <a:pathLst>
                <a:path w="1414" h="351">
                  <a:moveTo>
                    <a:pt x="1414" y="3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8" name="pl1548"/>
            <p:cNvSpPr/>
            <p:nvPr/>
          </p:nvSpPr>
          <p:spPr>
            <a:xfrm>
              <a:off x="4011573" y="2921076"/>
              <a:ext cx="1415" cy="345"/>
            </a:xfrm>
            <a:custGeom>
              <a:avLst/>
              <a:pathLst>
                <a:path w="1415" h="345">
                  <a:moveTo>
                    <a:pt x="1415" y="3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9" name="pl1549"/>
            <p:cNvSpPr/>
            <p:nvPr/>
          </p:nvSpPr>
          <p:spPr>
            <a:xfrm>
              <a:off x="4014077" y="2916977"/>
              <a:ext cx="1415" cy="348"/>
            </a:xfrm>
            <a:custGeom>
              <a:avLst/>
              <a:pathLst>
                <a:path w="1415" h="348">
                  <a:moveTo>
                    <a:pt x="1415" y="3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0" name="pl1550"/>
            <p:cNvSpPr/>
            <p:nvPr/>
          </p:nvSpPr>
          <p:spPr>
            <a:xfrm>
              <a:off x="4009424" y="2929977"/>
              <a:ext cx="2834" cy="678"/>
            </a:xfrm>
            <a:custGeom>
              <a:avLst/>
              <a:pathLst>
                <a:path w="2834" h="678">
                  <a:moveTo>
                    <a:pt x="2834" y="6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1" name="pl1551"/>
            <p:cNvSpPr/>
            <p:nvPr/>
          </p:nvSpPr>
          <p:spPr>
            <a:xfrm>
              <a:off x="4013865" y="2923987"/>
              <a:ext cx="4248" cy="1030"/>
            </a:xfrm>
            <a:custGeom>
              <a:avLst/>
              <a:pathLst>
                <a:path w="4248" h="1030">
                  <a:moveTo>
                    <a:pt x="4248" y="10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2" name="pl1552"/>
            <p:cNvSpPr/>
            <p:nvPr/>
          </p:nvSpPr>
          <p:spPr>
            <a:xfrm>
              <a:off x="4007569" y="2950689"/>
              <a:ext cx="4261" cy="976"/>
            </a:xfrm>
            <a:custGeom>
              <a:avLst/>
              <a:pathLst>
                <a:path w="4261" h="976">
                  <a:moveTo>
                    <a:pt x="4261" y="9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3" name="pl1553"/>
            <p:cNvSpPr/>
            <p:nvPr/>
          </p:nvSpPr>
          <p:spPr>
            <a:xfrm>
              <a:off x="4014930" y="2938331"/>
              <a:ext cx="1418" cy="334"/>
            </a:xfrm>
            <a:custGeom>
              <a:avLst/>
              <a:pathLst>
                <a:path w="1418" h="334">
                  <a:moveTo>
                    <a:pt x="1418" y="3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4" name="pl1554"/>
            <p:cNvSpPr/>
            <p:nvPr/>
          </p:nvSpPr>
          <p:spPr>
            <a:xfrm>
              <a:off x="4001208" y="2965671"/>
              <a:ext cx="8537" cy="1888"/>
            </a:xfrm>
            <a:custGeom>
              <a:avLst/>
              <a:pathLst>
                <a:path w="8537" h="1888">
                  <a:moveTo>
                    <a:pt x="8537" y="1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5" name="pl1555"/>
            <p:cNvSpPr/>
            <p:nvPr/>
          </p:nvSpPr>
          <p:spPr>
            <a:xfrm>
              <a:off x="4012997" y="2953101"/>
              <a:ext cx="1420" cy="324"/>
            </a:xfrm>
            <a:custGeom>
              <a:avLst/>
              <a:pathLst>
                <a:path w="1420" h="324">
                  <a:moveTo>
                    <a:pt x="1420" y="3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6" name="pl1556"/>
            <p:cNvSpPr/>
            <p:nvPr/>
          </p:nvSpPr>
          <p:spPr>
            <a:xfrm>
              <a:off x="3999250" y="2974617"/>
              <a:ext cx="9970" cy="2160"/>
            </a:xfrm>
            <a:custGeom>
              <a:avLst/>
              <a:pathLst>
                <a:path w="9970" h="2160">
                  <a:moveTo>
                    <a:pt x="9970" y="2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7" name="pl1557"/>
            <p:cNvSpPr/>
            <p:nvPr/>
          </p:nvSpPr>
          <p:spPr>
            <a:xfrm>
              <a:off x="4011786" y="2965094"/>
              <a:ext cx="7112" cy="1583"/>
            </a:xfrm>
            <a:custGeom>
              <a:avLst/>
              <a:pathLst>
                <a:path w="7112" h="1583">
                  <a:moveTo>
                    <a:pt x="7112" y="15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8" name="pl1558"/>
            <p:cNvSpPr/>
            <p:nvPr/>
          </p:nvSpPr>
          <p:spPr>
            <a:xfrm>
              <a:off x="3997404" y="3012175"/>
              <a:ext cx="11435" cy="2271"/>
            </a:xfrm>
            <a:custGeom>
              <a:avLst/>
              <a:pathLst>
                <a:path w="11435" h="2271">
                  <a:moveTo>
                    <a:pt x="11435" y="2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9" name="pl1559"/>
            <p:cNvSpPr/>
            <p:nvPr/>
          </p:nvSpPr>
          <p:spPr>
            <a:xfrm>
              <a:off x="4020549" y="2885565"/>
              <a:ext cx="1409" cy="369"/>
            </a:xfrm>
            <a:custGeom>
              <a:avLst/>
              <a:pathLst>
                <a:path w="1409" h="369">
                  <a:moveTo>
                    <a:pt x="1409" y="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0" name="pl1560"/>
            <p:cNvSpPr/>
            <p:nvPr/>
          </p:nvSpPr>
          <p:spPr>
            <a:xfrm>
              <a:off x="4018248" y="2894428"/>
              <a:ext cx="1411" cy="363"/>
            </a:xfrm>
            <a:custGeom>
              <a:avLst/>
              <a:pathLst>
                <a:path w="1411" h="363">
                  <a:moveTo>
                    <a:pt x="1411" y="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1" name="pl1561"/>
            <p:cNvSpPr/>
            <p:nvPr/>
          </p:nvSpPr>
          <p:spPr>
            <a:xfrm>
              <a:off x="4030129" y="2850213"/>
              <a:ext cx="1403" cy="393"/>
            </a:xfrm>
            <a:custGeom>
              <a:avLst/>
              <a:pathLst>
                <a:path w="1403" h="393">
                  <a:moveTo>
                    <a:pt x="1403" y="3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2" name="pl1562"/>
            <p:cNvSpPr/>
            <p:nvPr/>
          </p:nvSpPr>
          <p:spPr>
            <a:xfrm>
              <a:off x="4027678" y="2859035"/>
              <a:ext cx="1405" cy="387"/>
            </a:xfrm>
            <a:custGeom>
              <a:avLst/>
              <a:pathLst>
                <a:path w="1405" h="387">
                  <a:moveTo>
                    <a:pt x="1405" y="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3" name="pl1563"/>
            <p:cNvSpPr/>
            <p:nvPr/>
          </p:nvSpPr>
          <p:spPr>
            <a:xfrm>
              <a:off x="4030303" y="2855013"/>
              <a:ext cx="1404" cy="390"/>
            </a:xfrm>
            <a:custGeom>
              <a:avLst/>
              <a:pathLst>
                <a:path w="1404" h="390">
                  <a:moveTo>
                    <a:pt x="1404" y="3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4" name="pl1564"/>
            <p:cNvSpPr/>
            <p:nvPr/>
          </p:nvSpPr>
          <p:spPr>
            <a:xfrm>
              <a:off x="4025264" y="2867868"/>
              <a:ext cx="2813" cy="762"/>
            </a:xfrm>
            <a:custGeom>
              <a:avLst/>
              <a:pathLst>
                <a:path w="2813" h="762">
                  <a:moveTo>
                    <a:pt x="2813" y="7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5" name="pl1565"/>
            <p:cNvSpPr/>
            <p:nvPr/>
          </p:nvSpPr>
          <p:spPr>
            <a:xfrm>
              <a:off x="4029881" y="2862014"/>
              <a:ext cx="1405" cy="385"/>
            </a:xfrm>
            <a:custGeom>
              <a:avLst/>
              <a:pathLst>
                <a:path w="1405" h="385">
                  <a:moveTo>
                    <a:pt x="1405" y="3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6" name="pl1566"/>
            <p:cNvSpPr/>
            <p:nvPr/>
          </p:nvSpPr>
          <p:spPr>
            <a:xfrm>
              <a:off x="4022887" y="2876712"/>
              <a:ext cx="4224" cy="1125"/>
            </a:xfrm>
            <a:custGeom>
              <a:avLst/>
              <a:pathLst>
                <a:path w="4224" h="1125">
                  <a:moveTo>
                    <a:pt x="4224" y="1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7" name="pl1567"/>
            <p:cNvSpPr/>
            <p:nvPr/>
          </p:nvSpPr>
          <p:spPr>
            <a:xfrm>
              <a:off x="4029185" y="2870115"/>
              <a:ext cx="2813" cy="760"/>
            </a:xfrm>
            <a:custGeom>
              <a:avLst/>
              <a:pathLst>
                <a:path w="2813" h="760">
                  <a:moveTo>
                    <a:pt x="2813" y="7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8" name="pl1568"/>
            <p:cNvSpPr/>
            <p:nvPr/>
          </p:nvSpPr>
          <p:spPr>
            <a:xfrm>
              <a:off x="4020804" y="2890362"/>
              <a:ext cx="5642" cy="1464"/>
            </a:xfrm>
            <a:custGeom>
              <a:avLst/>
              <a:pathLst>
                <a:path w="5642" h="1464">
                  <a:moveTo>
                    <a:pt x="5642" y="1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9" name="pl1569"/>
            <p:cNvSpPr/>
            <p:nvPr/>
          </p:nvSpPr>
          <p:spPr>
            <a:xfrm>
              <a:off x="4029196" y="2881344"/>
              <a:ext cx="1408" cy="373"/>
            </a:xfrm>
            <a:custGeom>
              <a:avLst/>
              <a:pathLst>
                <a:path w="1408" h="373">
                  <a:moveTo>
                    <a:pt x="1408" y="3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0" name="pl1570"/>
            <p:cNvSpPr/>
            <p:nvPr/>
          </p:nvSpPr>
          <p:spPr>
            <a:xfrm>
              <a:off x="4015985" y="2903301"/>
              <a:ext cx="8477" cy="2142"/>
            </a:xfrm>
            <a:custGeom>
              <a:avLst/>
              <a:pathLst>
                <a:path w="8477" h="2142">
                  <a:moveTo>
                    <a:pt x="8477" y="2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1" name="pl1571"/>
            <p:cNvSpPr/>
            <p:nvPr/>
          </p:nvSpPr>
          <p:spPr>
            <a:xfrm>
              <a:off x="4042951" y="2806260"/>
              <a:ext cx="1394" cy="423"/>
            </a:xfrm>
            <a:custGeom>
              <a:avLst/>
              <a:pathLst>
                <a:path w="1394" h="423">
                  <a:moveTo>
                    <a:pt x="1394" y="4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2" name="pl1572"/>
            <p:cNvSpPr/>
            <p:nvPr/>
          </p:nvSpPr>
          <p:spPr>
            <a:xfrm>
              <a:off x="4040312" y="2815029"/>
              <a:ext cx="1396" cy="417"/>
            </a:xfrm>
            <a:custGeom>
              <a:avLst/>
              <a:pathLst>
                <a:path w="1396" h="417">
                  <a:moveTo>
                    <a:pt x="1396" y="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3" name="pl1573"/>
            <p:cNvSpPr/>
            <p:nvPr/>
          </p:nvSpPr>
          <p:spPr>
            <a:xfrm>
              <a:off x="4043023" y="2811063"/>
              <a:ext cx="1395" cy="420"/>
            </a:xfrm>
            <a:custGeom>
              <a:avLst/>
              <a:pathLst>
                <a:path w="1395" h="420">
                  <a:moveTo>
                    <a:pt x="1395" y="4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4" name="pl1574"/>
            <p:cNvSpPr/>
            <p:nvPr/>
          </p:nvSpPr>
          <p:spPr>
            <a:xfrm>
              <a:off x="4037710" y="2823808"/>
              <a:ext cx="2796" cy="822"/>
            </a:xfrm>
            <a:custGeom>
              <a:avLst/>
              <a:pathLst>
                <a:path w="2796" h="822">
                  <a:moveTo>
                    <a:pt x="2796" y="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5" name="pl1575"/>
            <p:cNvSpPr/>
            <p:nvPr/>
          </p:nvSpPr>
          <p:spPr>
            <a:xfrm>
              <a:off x="4042452" y="2818054"/>
              <a:ext cx="1396" cy="415"/>
            </a:xfrm>
            <a:custGeom>
              <a:avLst/>
              <a:pathLst>
                <a:path w="1396" h="415">
                  <a:moveTo>
                    <a:pt x="1396" y="4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6" name="pl1576"/>
            <p:cNvSpPr/>
            <p:nvPr/>
          </p:nvSpPr>
          <p:spPr>
            <a:xfrm>
              <a:off x="4035146" y="2832599"/>
              <a:ext cx="4199" cy="1215"/>
            </a:xfrm>
            <a:custGeom>
              <a:avLst/>
              <a:pathLst>
                <a:path w="4199" h="1215">
                  <a:moveTo>
                    <a:pt x="4199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7" name="pl1577"/>
            <p:cNvSpPr/>
            <p:nvPr/>
          </p:nvSpPr>
          <p:spPr>
            <a:xfrm>
              <a:off x="4041583" y="2826138"/>
              <a:ext cx="1398" cy="410"/>
            </a:xfrm>
            <a:custGeom>
              <a:avLst/>
              <a:pathLst>
                <a:path w="1398" h="410">
                  <a:moveTo>
                    <a:pt x="1398" y="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8" name="pl1578"/>
            <p:cNvSpPr/>
            <p:nvPr/>
          </p:nvSpPr>
          <p:spPr>
            <a:xfrm>
              <a:off x="4032619" y="2841400"/>
              <a:ext cx="5606" cy="1596"/>
            </a:xfrm>
            <a:custGeom>
              <a:avLst/>
              <a:pathLst>
                <a:path w="5606" h="1596">
                  <a:moveTo>
                    <a:pt x="5606" y="15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9" name="pl1579"/>
            <p:cNvSpPr/>
            <p:nvPr/>
          </p:nvSpPr>
          <p:spPr>
            <a:xfrm>
              <a:off x="4051094" y="2780024"/>
              <a:ext cx="1389" cy="440"/>
            </a:xfrm>
            <a:custGeom>
              <a:avLst/>
              <a:pathLst>
                <a:path w="1389" h="440">
                  <a:moveTo>
                    <a:pt x="1389" y="4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0" name="pl1580"/>
            <p:cNvSpPr/>
            <p:nvPr/>
          </p:nvSpPr>
          <p:spPr>
            <a:xfrm>
              <a:off x="4048342" y="2788758"/>
              <a:ext cx="1390" cy="434"/>
            </a:xfrm>
            <a:custGeom>
              <a:avLst/>
              <a:pathLst>
                <a:path w="1390" h="434">
                  <a:moveTo>
                    <a:pt x="1390" y="4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1" name="pl1581"/>
            <p:cNvSpPr/>
            <p:nvPr/>
          </p:nvSpPr>
          <p:spPr>
            <a:xfrm>
              <a:off x="4065409" y="2736535"/>
              <a:ext cx="1379" cy="470"/>
            </a:xfrm>
            <a:custGeom>
              <a:avLst/>
              <a:pathLst>
                <a:path w="1379" h="470">
                  <a:moveTo>
                    <a:pt x="1379" y="4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2" name="pl1582"/>
            <p:cNvSpPr/>
            <p:nvPr/>
          </p:nvSpPr>
          <p:spPr>
            <a:xfrm>
              <a:off x="4062472" y="2745208"/>
              <a:ext cx="1381" cy="464"/>
            </a:xfrm>
            <a:custGeom>
              <a:avLst/>
              <a:pathLst>
                <a:path w="1381" h="464">
                  <a:moveTo>
                    <a:pt x="1381" y="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3" name="pl1583"/>
            <p:cNvSpPr/>
            <p:nvPr/>
          </p:nvSpPr>
          <p:spPr>
            <a:xfrm>
              <a:off x="4065316" y="2741338"/>
              <a:ext cx="1380" cy="467"/>
            </a:xfrm>
            <a:custGeom>
              <a:avLst/>
              <a:pathLst>
                <a:path w="1380" h="467">
                  <a:moveTo>
                    <a:pt x="1380" y="4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4" name="pl1584"/>
            <p:cNvSpPr/>
            <p:nvPr/>
          </p:nvSpPr>
          <p:spPr>
            <a:xfrm>
              <a:off x="4059572" y="2753894"/>
              <a:ext cx="2766" cy="917"/>
            </a:xfrm>
            <a:custGeom>
              <a:avLst/>
              <a:pathLst>
                <a:path w="2766" h="917">
                  <a:moveTo>
                    <a:pt x="2766" y="9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5" name="pl1585"/>
            <p:cNvSpPr/>
            <p:nvPr/>
          </p:nvSpPr>
          <p:spPr>
            <a:xfrm>
              <a:off x="4064507" y="2748305"/>
              <a:ext cx="1381" cy="463"/>
            </a:xfrm>
            <a:custGeom>
              <a:avLst/>
              <a:pathLst>
                <a:path w="1381" h="463">
                  <a:moveTo>
                    <a:pt x="1381" y="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6" name="pl1586"/>
            <p:cNvSpPr/>
            <p:nvPr/>
          </p:nvSpPr>
          <p:spPr>
            <a:xfrm>
              <a:off x="4056709" y="2762592"/>
              <a:ext cx="4155" cy="1358"/>
            </a:xfrm>
            <a:custGeom>
              <a:avLst/>
              <a:pathLst>
                <a:path w="4155" h="1358">
                  <a:moveTo>
                    <a:pt x="4155" y="13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7" name="pl1587"/>
            <p:cNvSpPr/>
            <p:nvPr/>
          </p:nvSpPr>
          <p:spPr>
            <a:xfrm>
              <a:off x="4063363" y="2756354"/>
              <a:ext cx="1383" cy="457"/>
            </a:xfrm>
            <a:custGeom>
              <a:avLst/>
              <a:pathLst>
                <a:path w="1383" h="457">
                  <a:moveTo>
                    <a:pt x="1383" y="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8" name="pl1588"/>
            <p:cNvSpPr/>
            <p:nvPr/>
          </p:nvSpPr>
          <p:spPr>
            <a:xfrm>
              <a:off x="4053883" y="2771302"/>
              <a:ext cx="5548" cy="1787"/>
            </a:xfrm>
            <a:custGeom>
              <a:avLst/>
              <a:pathLst>
                <a:path w="5548" h="1787">
                  <a:moveTo>
                    <a:pt x="5548" y="17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9" name="pl1589"/>
            <p:cNvSpPr/>
            <p:nvPr/>
          </p:nvSpPr>
          <p:spPr>
            <a:xfrm>
              <a:off x="4062073" y="2764945"/>
              <a:ext cx="2770" cy="904"/>
            </a:xfrm>
            <a:custGeom>
              <a:avLst/>
              <a:pathLst>
                <a:path w="2770" h="904">
                  <a:moveTo>
                    <a:pt x="2770" y="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0" name="pl1590"/>
            <p:cNvSpPr/>
            <p:nvPr/>
          </p:nvSpPr>
          <p:spPr>
            <a:xfrm>
              <a:off x="4051104" y="2784827"/>
              <a:ext cx="6950" cy="2189"/>
            </a:xfrm>
            <a:custGeom>
              <a:avLst/>
              <a:pathLst>
                <a:path w="6950" h="2189">
                  <a:moveTo>
                    <a:pt x="6950" y="21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1" name="pl1591"/>
            <p:cNvSpPr/>
            <p:nvPr/>
          </p:nvSpPr>
          <p:spPr>
            <a:xfrm>
              <a:off x="4061421" y="2776425"/>
              <a:ext cx="1387" cy="445"/>
            </a:xfrm>
            <a:custGeom>
              <a:avLst/>
              <a:pathLst>
                <a:path w="1387" h="445">
                  <a:moveTo>
                    <a:pt x="1387" y="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2" name="pl1592"/>
            <p:cNvSpPr/>
            <p:nvPr/>
          </p:nvSpPr>
          <p:spPr>
            <a:xfrm>
              <a:off x="4045628" y="2797503"/>
              <a:ext cx="9749" cy="3003"/>
            </a:xfrm>
            <a:custGeom>
              <a:avLst/>
              <a:pathLst>
                <a:path w="9749" h="3003">
                  <a:moveTo>
                    <a:pt x="9749" y="30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3" name="pl1593"/>
            <p:cNvSpPr/>
            <p:nvPr/>
          </p:nvSpPr>
          <p:spPr>
            <a:xfrm>
              <a:off x="4059059" y="2788677"/>
              <a:ext cx="6951" cy="2185"/>
            </a:xfrm>
            <a:custGeom>
              <a:avLst/>
              <a:pathLst>
                <a:path w="6951" h="2185">
                  <a:moveTo>
                    <a:pt x="6951" y="21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4" name="pl1594"/>
            <p:cNvSpPr/>
            <p:nvPr/>
          </p:nvSpPr>
          <p:spPr>
            <a:xfrm>
              <a:off x="4040587" y="2834768"/>
              <a:ext cx="11200" cy="3238"/>
            </a:xfrm>
            <a:custGeom>
              <a:avLst/>
              <a:pathLst>
                <a:path w="11200" h="3238">
                  <a:moveTo>
                    <a:pt x="11200" y="3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5" name="pl1595"/>
            <p:cNvSpPr/>
            <p:nvPr/>
          </p:nvSpPr>
          <p:spPr>
            <a:xfrm>
              <a:off x="4058762" y="2814393"/>
              <a:ext cx="9766" cy="2946"/>
            </a:xfrm>
            <a:custGeom>
              <a:avLst/>
              <a:pathLst>
                <a:path w="9766" h="2946">
                  <a:moveTo>
                    <a:pt x="9766" y="29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6" name="pl1596"/>
            <p:cNvSpPr/>
            <p:nvPr/>
          </p:nvSpPr>
          <p:spPr>
            <a:xfrm>
              <a:off x="4027500" y="2893572"/>
              <a:ext cx="18341" cy="4747"/>
            </a:xfrm>
            <a:custGeom>
              <a:avLst/>
              <a:pathLst>
                <a:path w="18341" h="4747">
                  <a:moveTo>
                    <a:pt x="18341" y="47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7" name="pl1597"/>
            <p:cNvSpPr/>
            <p:nvPr/>
          </p:nvSpPr>
          <p:spPr>
            <a:xfrm>
              <a:off x="4056783" y="2857717"/>
              <a:ext cx="18243" cy="5111"/>
            </a:xfrm>
            <a:custGeom>
              <a:avLst/>
              <a:pathLst>
                <a:path w="18243" h="5111">
                  <a:moveTo>
                    <a:pt x="18243" y="5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8" name="pl1598"/>
            <p:cNvSpPr/>
            <p:nvPr/>
          </p:nvSpPr>
          <p:spPr>
            <a:xfrm>
              <a:off x="4013732" y="2990533"/>
              <a:ext cx="28522" cy="6006"/>
            </a:xfrm>
            <a:custGeom>
              <a:avLst/>
              <a:pathLst>
                <a:path w="28522" h="6006">
                  <a:moveTo>
                    <a:pt x="28522" y="6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9" name="pl1599"/>
            <p:cNvSpPr/>
            <p:nvPr/>
          </p:nvSpPr>
          <p:spPr>
            <a:xfrm>
              <a:off x="4071395" y="2719227"/>
              <a:ext cx="1375" cy="482"/>
            </a:xfrm>
            <a:custGeom>
              <a:avLst/>
              <a:pathLst>
                <a:path w="1375" h="482">
                  <a:moveTo>
                    <a:pt x="1375" y="4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0" name="pl1600"/>
            <p:cNvSpPr/>
            <p:nvPr/>
          </p:nvSpPr>
          <p:spPr>
            <a:xfrm>
              <a:off x="4068383" y="2727875"/>
              <a:ext cx="1377" cy="476"/>
            </a:xfrm>
            <a:custGeom>
              <a:avLst/>
              <a:pathLst>
                <a:path w="1377" h="476">
                  <a:moveTo>
                    <a:pt x="1377" y="4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1" name="pl1601"/>
            <p:cNvSpPr/>
            <p:nvPr/>
          </p:nvSpPr>
          <p:spPr>
            <a:xfrm>
              <a:off x="4077528" y="2701970"/>
              <a:ext cx="1371" cy="493"/>
            </a:xfrm>
            <a:custGeom>
              <a:avLst/>
              <a:pathLst>
                <a:path w="1371" h="493">
                  <a:moveTo>
                    <a:pt x="1371" y="4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2" name="pl1602"/>
            <p:cNvSpPr/>
            <p:nvPr/>
          </p:nvSpPr>
          <p:spPr>
            <a:xfrm>
              <a:off x="4074443" y="2710592"/>
              <a:ext cx="1373" cy="488"/>
            </a:xfrm>
            <a:custGeom>
              <a:avLst/>
              <a:pathLst>
                <a:path w="1373" h="488">
                  <a:moveTo>
                    <a:pt x="1373" y="4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3" name="pl1603"/>
            <p:cNvSpPr/>
            <p:nvPr/>
          </p:nvSpPr>
          <p:spPr>
            <a:xfrm>
              <a:off x="4083808" y="2684767"/>
              <a:ext cx="1366" cy="505"/>
            </a:xfrm>
            <a:custGeom>
              <a:avLst/>
              <a:pathLst>
                <a:path w="1366" h="505">
                  <a:moveTo>
                    <a:pt x="1366" y="5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4" name="pl1604"/>
            <p:cNvSpPr/>
            <p:nvPr/>
          </p:nvSpPr>
          <p:spPr>
            <a:xfrm>
              <a:off x="4080649" y="2693362"/>
              <a:ext cx="1369" cy="499"/>
            </a:xfrm>
            <a:custGeom>
              <a:avLst/>
              <a:pathLst>
                <a:path w="1369" h="499">
                  <a:moveTo>
                    <a:pt x="1369" y="4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5" name="pl1605"/>
            <p:cNvSpPr/>
            <p:nvPr/>
          </p:nvSpPr>
          <p:spPr>
            <a:xfrm>
              <a:off x="4093503" y="2659064"/>
              <a:ext cx="1360" cy="523"/>
            </a:xfrm>
            <a:custGeom>
              <a:avLst/>
              <a:pathLst>
                <a:path w="1360" h="523">
                  <a:moveTo>
                    <a:pt x="1360" y="5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6" name="pl1606"/>
            <p:cNvSpPr/>
            <p:nvPr/>
          </p:nvSpPr>
          <p:spPr>
            <a:xfrm>
              <a:off x="4090234" y="2667618"/>
              <a:ext cx="1362" cy="517"/>
            </a:xfrm>
            <a:custGeom>
              <a:avLst/>
              <a:pathLst>
                <a:path w="1362" h="517">
                  <a:moveTo>
                    <a:pt x="1362" y="5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7" name="pl1607"/>
            <p:cNvSpPr/>
            <p:nvPr/>
          </p:nvSpPr>
          <p:spPr>
            <a:xfrm>
              <a:off x="4093225" y="2663859"/>
              <a:ext cx="1361" cy="520"/>
            </a:xfrm>
            <a:custGeom>
              <a:avLst/>
              <a:pathLst>
                <a:path w="1361" h="520">
                  <a:moveTo>
                    <a:pt x="1361" y="5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8" name="pl1608"/>
            <p:cNvSpPr/>
            <p:nvPr/>
          </p:nvSpPr>
          <p:spPr>
            <a:xfrm>
              <a:off x="4087003" y="2676185"/>
              <a:ext cx="2729" cy="1022"/>
            </a:xfrm>
            <a:custGeom>
              <a:avLst/>
              <a:pathLst>
                <a:path w="2729" h="1022">
                  <a:moveTo>
                    <a:pt x="2729" y="10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9" name="pl1609"/>
            <p:cNvSpPr/>
            <p:nvPr/>
          </p:nvSpPr>
          <p:spPr>
            <a:xfrm>
              <a:off x="4103526" y="2633487"/>
              <a:ext cx="1353" cy="540"/>
            </a:xfrm>
            <a:custGeom>
              <a:avLst/>
              <a:pathLst>
                <a:path w="1353" h="540">
                  <a:moveTo>
                    <a:pt x="1353" y="5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0" name="pl1610"/>
            <p:cNvSpPr/>
            <p:nvPr/>
          </p:nvSpPr>
          <p:spPr>
            <a:xfrm>
              <a:off x="4100148" y="2641998"/>
              <a:ext cx="1355" cy="534"/>
            </a:xfrm>
            <a:custGeom>
              <a:avLst/>
              <a:pathLst>
                <a:path w="1355" h="534">
                  <a:moveTo>
                    <a:pt x="1355" y="5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1" name="pl1611"/>
            <p:cNvSpPr/>
            <p:nvPr/>
          </p:nvSpPr>
          <p:spPr>
            <a:xfrm>
              <a:off x="4103187" y="2638278"/>
              <a:ext cx="1354" cy="537"/>
            </a:xfrm>
            <a:custGeom>
              <a:avLst/>
              <a:pathLst>
                <a:path w="1354" h="537">
                  <a:moveTo>
                    <a:pt x="1354" y="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2" name="pl1612"/>
            <p:cNvSpPr/>
            <p:nvPr/>
          </p:nvSpPr>
          <p:spPr>
            <a:xfrm>
              <a:off x="4096807" y="2650524"/>
              <a:ext cx="2716" cy="1057"/>
            </a:xfrm>
            <a:custGeom>
              <a:avLst/>
              <a:pathLst>
                <a:path w="2716" h="1057">
                  <a:moveTo>
                    <a:pt x="2716" y="1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3" name="pl1613"/>
            <p:cNvSpPr/>
            <p:nvPr/>
          </p:nvSpPr>
          <p:spPr>
            <a:xfrm>
              <a:off x="4110390" y="2616508"/>
              <a:ext cx="1348" cy="551"/>
            </a:xfrm>
            <a:custGeom>
              <a:avLst/>
              <a:pathLst>
                <a:path w="1348" h="551">
                  <a:moveTo>
                    <a:pt x="1348" y="5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4" name="pl1614"/>
            <p:cNvSpPr/>
            <p:nvPr/>
          </p:nvSpPr>
          <p:spPr>
            <a:xfrm>
              <a:off x="4106940" y="2624990"/>
              <a:ext cx="1351" cy="546"/>
            </a:xfrm>
            <a:custGeom>
              <a:avLst/>
              <a:pathLst>
                <a:path w="1351" h="546">
                  <a:moveTo>
                    <a:pt x="1351" y="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5" name="pl1615"/>
            <p:cNvSpPr/>
            <p:nvPr/>
          </p:nvSpPr>
          <p:spPr>
            <a:xfrm>
              <a:off x="4117398" y="2599588"/>
              <a:ext cx="1344" cy="563"/>
            </a:xfrm>
            <a:custGeom>
              <a:avLst/>
              <a:pathLst>
                <a:path w="1344" h="563">
                  <a:moveTo>
                    <a:pt x="1344" y="5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6" name="pl1616"/>
            <p:cNvSpPr/>
            <p:nvPr/>
          </p:nvSpPr>
          <p:spPr>
            <a:xfrm>
              <a:off x="4113876" y="2608040"/>
              <a:ext cx="1346" cy="557"/>
            </a:xfrm>
            <a:custGeom>
              <a:avLst/>
              <a:pathLst>
                <a:path w="1346" h="557">
                  <a:moveTo>
                    <a:pt x="1346" y="5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7" name="pl1617"/>
            <p:cNvSpPr/>
            <p:nvPr/>
          </p:nvSpPr>
          <p:spPr>
            <a:xfrm>
              <a:off x="4128181" y="2574321"/>
              <a:ext cx="1336" cy="580"/>
            </a:xfrm>
            <a:custGeom>
              <a:avLst/>
              <a:pathLst>
                <a:path w="1336" h="580">
                  <a:moveTo>
                    <a:pt x="1336" y="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8" name="pl1618"/>
            <p:cNvSpPr/>
            <p:nvPr/>
          </p:nvSpPr>
          <p:spPr>
            <a:xfrm>
              <a:off x="4124551" y="2582728"/>
              <a:ext cx="1339" cy="574"/>
            </a:xfrm>
            <a:custGeom>
              <a:avLst/>
              <a:pathLst>
                <a:path w="1339" h="574">
                  <a:moveTo>
                    <a:pt x="1339" y="5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9" name="pl1619"/>
            <p:cNvSpPr/>
            <p:nvPr/>
          </p:nvSpPr>
          <p:spPr>
            <a:xfrm>
              <a:off x="4127699" y="2579101"/>
              <a:ext cx="1337" cy="577"/>
            </a:xfrm>
            <a:custGeom>
              <a:avLst/>
              <a:pathLst>
                <a:path w="1337" h="577">
                  <a:moveTo>
                    <a:pt x="1337" y="5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0" name="pl1620"/>
            <p:cNvSpPr/>
            <p:nvPr/>
          </p:nvSpPr>
          <p:spPr>
            <a:xfrm>
              <a:off x="4120956" y="2591150"/>
              <a:ext cx="2683" cy="1138"/>
            </a:xfrm>
            <a:custGeom>
              <a:avLst/>
              <a:pathLst>
                <a:path w="2683" h="1138">
                  <a:moveTo>
                    <a:pt x="2683" y="11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1" name="pl1621"/>
            <p:cNvSpPr/>
            <p:nvPr/>
          </p:nvSpPr>
          <p:spPr>
            <a:xfrm>
              <a:off x="4126328" y="2585979"/>
              <a:ext cx="2679" cy="1146"/>
            </a:xfrm>
            <a:custGeom>
              <a:avLst/>
              <a:pathLst>
                <a:path w="2679" h="1146">
                  <a:moveTo>
                    <a:pt x="2679" y="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2" name="pl1622"/>
            <p:cNvSpPr/>
            <p:nvPr/>
          </p:nvSpPr>
          <p:spPr>
            <a:xfrm>
              <a:off x="4116978" y="2604373"/>
              <a:ext cx="4035" cy="1681"/>
            </a:xfrm>
            <a:custGeom>
              <a:avLst/>
              <a:pathLst>
                <a:path w="4035" h="1681">
                  <a:moveTo>
                    <a:pt x="4035" y="16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3" name="pl1623"/>
            <p:cNvSpPr/>
            <p:nvPr/>
          </p:nvSpPr>
          <p:spPr>
            <a:xfrm>
              <a:off x="4124988" y="2596581"/>
              <a:ext cx="2685" cy="1134"/>
            </a:xfrm>
            <a:custGeom>
              <a:avLst/>
              <a:pathLst>
                <a:path w="2685" h="1134">
                  <a:moveTo>
                    <a:pt x="2685" y="11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4" name="pl1624"/>
            <p:cNvSpPr/>
            <p:nvPr/>
          </p:nvSpPr>
          <p:spPr>
            <a:xfrm>
              <a:off x="4110010" y="2621296"/>
              <a:ext cx="6749" cy="2745"/>
            </a:xfrm>
            <a:custGeom>
              <a:avLst/>
              <a:pathLst>
                <a:path w="6749" h="2745">
                  <a:moveTo>
                    <a:pt x="6749" y="27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5" name="pl1625"/>
            <p:cNvSpPr/>
            <p:nvPr/>
          </p:nvSpPr>
          <p:spPr>
            <a:xfrm>
              <a:off x="4122173" y="2610860"/>
              <a:ext cx="4038" cy="1674"/>
            </a:xfrm>
            <a:custGeom>
              <a:avLst/>
              <a:pathLst>
                <a:path w="4038" h="1674">
                  <a:moveTo>
                    <a:pt x="4038" y="16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6" name="pl1626"/>
            <p:cNvSpPr/>
            <p:nvPr/>
          </p:nvSpPr>
          <p:spPr>
            <a:xfrm>
              <a:off x="4102022" y="2645195"/>
              <a:ext cx="9494" cy="3732"/>
            </a:xfrm>
            <a:custGeom>
              <a:avLst/>
              <a:pathLst>
                <a:path w="9494" h="3732">
                  <a:moveTo>
                    <a:pt x="9494" y="37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7" name="pl1627"/>
            <p:cNvSpPr/>
            <p:nvPr/>
          </p:nvSpPr>
          <p:spPr>
            <a:xfrm>
              <a:off x="4118780" y="2630697"/>
              <a:ext cx="4054" cy="1636"/>
            </a:xfrm>
            <a:custGeom>
              <a:avLst/>
              <a:pathLst>
                <a:path w="4054" h="1636">
                  <a:moveTo>
                    <a:pt x="4054" y="16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8" name="pl1628"/>
            <p:cNvSpPr/>
            <p:nvPr/>
          </p:nvSpPr>
          <p:spPr>
            <a:xfrm>
              <a:off x="4092149" y="2670790"/>
              <a:ext cx="13630" cy="5157"/>
            </a:xfrm>
            <a:custGeom>
              <a:avLst/>
              <a:pathLst>
                <a:path w="13630" h="5157">
                  <a:moveTo>
                    <a:pt x="13630" y="51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9" name="pl1629"/>
            <p:cNvSpPr/>
            <p:nvPr/>
          </p:nvSpPr>
          <p:spPr>
            <a:xfrm>
              <a:off x="4114187" y="2654094"/>
              <a:ext cx="2714" cy="1061"/>
            </a:xfrm>
            <a:custGeom>
              <a:avLst/>
              <a:pathLst>
                <a:path w="2714" h="1061">
                  <a:moveTo>
                    <a:pt x="2714" y="1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0" name="pl1630"/>
            <p:cNvSpPr/>
            <p:nvPr/>
          </p:nvSpPr>
          <p:spPr>
            <a:xfrm>
              <a:off x="4083592" y="2689565"/>
              <a:ext cx="17783" cy="6534"/>
            </a:xfrm>
            <a:custGeom>
              <a:avLst/>
              <a:pathLst>
                <a:path w="17783" h="6534">
                  <a:moveTo>
                    <a:pt x="17783" y="65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1" name="pl1631"/>
            <p:cNvSpPr/>
            <p:nvPr/>
          </p:nvSpPr>
          <p:spPr>
            <a:xfrm>
              <a:off x="4139286" y="2549195"/>
              <a:ext cx="1329" cy="597"/>
            </a:xfrm>
            <a:custGeom>
              <a:avLst/>
              <a:pathLst>
                <a:path w="1329" h="597">
                  <a:moveTo>
                    <a:pt x="1329" y="5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2" name="pl1632"/>
            <p:cNvSpPr/>
            <p:nvPr/>
          </p:nvSpPr>
          <p:spPr>
            <a:xfrm>
              <a:off x="4135549" y="2557555"/>
              <a:ext cx="1331" cy="592"/>
            </a:xfrm>
            <a:custGeom>
              <a:avLst/>
              <a:pathLst>
                <a:path w="1331" h="592">
                  <a:moveTo>
                    <a:pt x="1331" y="5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3" name="pl1633"/>
            <p:cNvSpPr/>
            <p:nvPr/>
          </p:nvSpPr>
          <p:spPr>
            <a:xfrm>
              <a:off x="4138744" y="2553968"/>
              <a:ext cx="1330" cy="594"/>
            </a:xfrm>
            <a:custGeom>
              <a:avLst/>
              <a:pathLst>
                <a:path w="1330" h="594">
                  <a:moveTo>
                    <a:pt x="1330" y="5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4" name="pl1634"/>
            <p:cNvSpPr/>
            <p:nvPr/>
          </p:nvSpPr>
          <p:spPr>
            <a:xfrm>
              <a:off x="4131847" y="2565930"/>
              <a:ext cx="2668" cy="1172"/>
            </a:xfrm>
            <a:custGeom>
              <a:avLst/>
              <a:pathLst>
                <a:path w="2668" h="1172">
                  <a:moveTo>
                    <a:pt x="2668" y="11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5" name="pl1635"/>
            <p:cNvSpPr/>
            <p:nvPr/>
          </p:nvSpPr>
          <p:spPr>
            <a:xfrm>
              <a:off x="4166444" y="2491136"/>
              <a:ext cx="1310" cy="637"/>
            </a:xfrm>
            <a:custGeom>
              <a:avLst/>
              <a:pathLst>
                <a:path w="1310" h="637">
                  <a:moveTo>
                    <a:pt x="1310" y="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6" name="pl1636"/>
            <p:cNvSpPr/>
            <p:nvPr/>
          </p:nvSpPr>
          <p:spPr>
            <a:xfrm>
              <a:off x="4162458" y="2499380"/>
              <a:ext cx="1313" cy="631"/>
            </a:xfrm>
            <a:custGeom>
              <a:avLst/>
              <a:pathLst>
                <a:path w="1313" h="631">
                  <a:moveTo>
                    <a:pt x="1313" y="6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7" name="pl1637"/>
            <p:cNvSpPr/>
            <p:nvPr/>
          </p:nvSpPr>
          <p:spPr>
            <a:xfrm>
              <a:off x="4165759" y="2495891"/>
              <a:ext cx="1312" cy="634"/>
            </a:xfrm>
            <a:custGeom>
              <a:avLst/>
              <a:pathLst>
                <a:path w="1312" h="634">
                  <a:moveTo>
                    <a:pt x="1312" y="6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8" name="pl1638"/>
            <p:cNvSpPr/>
            <p:nvPr/>
          </p:nvSpPr>
          <p:spPr>
            <a:xfrm>
              <a:off x="4158508" y="2507641"/>
              <a:ext cx="2632" cy="1251"/>
            </a:xfrm>
            <a:custGeom>
              <a:avLst/>
              <a:pathLst>
                <a:path w="2632" h="1251">
                  <a:moveTo>
                    <a:pt x="2632" y="12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9" name="pl1639"/>
            <p:cNvSpPr/>
            <p:nvPr/>
          </p:nvSpPr>
          <p:spPr>
            <a:xfrm>
              <a:off x="4164095" y="2502704"/>
              <a:ext cx="1314" cy="630"/>
            </a:xfrm>
            <a:custGeom>
              <a:avLst/>
              <a:pathLst>
                <a:path w="1314" h="630">
                  <a:moveTo>
                    <a:pt x="1314" y="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0" name="pl1640"/>
            <p:cNvSpPr/>
            <p:nvPr/>
          </p:nvSpPr>
          <p:spPr>
            <a:xfrm>
              <a:off x="4154593" y="2515919"/>
              <a:ext cx="3956" cy="1860"/>
            </a:xfrm>
            <a:custGeom>
              <a:avLst/>
              <a:pathLst>
                <a:path w="3956" h="1860">
                  <a:moveTo>
                    <a:pt x="3956" y="1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1" name="pl1641"/>
            <p:cNvSpPr/>
            <p:nvPr/>
          </p:nvSpPr>
          <p:spPr>
            <a:xfrm>
              <a:off x="4174520" y="2474699"/>
              <a:ext cx="1305" cy="648"/>
            </a:xfrm>
            <a:custGeom>
              <a:avLst/>
              <a:pathLst>
                <a:path w="1305" h="648">
                  <a:moveTo>
                    <a:pt x="1305" y="6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2" name="pl1642"/>
            <p:cNvSpPr/>
            <p:nvPr/>
          </p:nvSpPr>
          <p:spPr>
            <a:xfrm>
              <a:off x="4170465" y="2482909"/>
              <a:ext cx="1308" cy="642"/>
            </a:xfrm>
            <a:custGeom>
              <a:avLst/>
              <a:pathLst>
                <a:path w="1308" h="642">
                  <a:moveTo>
                    <a:pt x="1308" y="6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3" name="pl1643"/>
            <p:cNvSpPr/>
            <p:nvPr/>
          </p:nvSpPr>
          <p:spPr>
            <a:xfrm>
              <a:off x="4186898" y="2450175"/>
              <a:ext cx="1296" cy="664"/>
            </a:xfrm>
            <a:custGeom>
              <a:avLst/>
              <a:pathLst>
                <a:path w="1296" h="664">
                  <a:moveTo>
                    <a:pt x="1296" y="6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4" name="pl1644"/>
            <p:cNvSpPr/>
            <p:nvPr/>
          </p:nvSpPr>
          <p:spPr>
            <a:xfrm>
              <a:off x="4182737" y="2458332"/>
              <a:ext cx="1299" cy="659"/>
            </a:xfrm>
            <a:custGeom>
              <a:avLst/>
              <a:pathLst>
                <a:path w="1299" h="659">
                  <a:moveTo>
                    <a:pt x="1299" y="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5" name="pl1645"/>
            <p:cNvSpPr/>
            <p:nvPr/>
          </p:nvSpPr>
          <p:spPr>
            <a:xfrm>
              <a:off x="4186111" y="2454914"/>
              <a:ext cx="1298" cy="662"/>
            </a:xfrm>
            <a:custGeom>
              <a:avLst/>
              <a:pathLst>
                <a:path w="1298" h="662">
                  <a:moveTo>
                    <a:pt x="1298" y="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6" name="pl1646"/>
            <p:cNvSpPr/>
            <p:nvPr/>
          </p:nvSpPr>
          <p:spPr>
            <a:xfrm>
              <a:off x="4178611" y="2466507"/>
              <a:ext cx="2604" cy="1307"/>
            </a:xfrm>
            <a:custGeom>
              <a:avLst/>
              <a:pathLst>
                <a:path w="2604" h="1307">
                  <a:moveTo>
                    <a:pt x="2604" y="1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7" name="pl1647"/>
            <p:cNvSpPr/>
            <p:nvPr/>
          </p:nvSpPr>
          <p:spPr>
            <a:xfrm>
              <a:off x="4184303" y="2461690"/>
              <a:ext cx="2600" cy="1316"/>
            </a:xfrm>
            <a:custGeom>
              <a:avLst/>
              <a:pathLst>
                <a:path w="2600" h="1316">
                  <a:moveTo>
                    <a:pt x="2600" y="1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8" name="pl1648"/>
            <p:cNvSpPr/>
            <p:nvPr/>
          </p:nvSpPr>
          <p:spPr>
            <a:xfrm>
              <a:off x="4173795" y="2479448"/>
              <a:ext cx="3919" cy="1936"/>
            </a:xfrm>
            <a:custGeom>
              <a:avLst/>
              <a:pathLst>
                <a:path w="3919" h="1936">
                  <a:moveTo>
                    <a:pt x="3919" y="19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9" name="pl1649"/>
            <p:cNvSpPr/>
            <p:nvPr/>
          </p:nvSpPr>
          <p:spPr>
            <a:xfrm>
              <a:off x="4182287" y="2472184"/>
              <a:ext cx="5214" cy="2607"/>
            </a:xfrm>
            <a:custGeom>
              <a:avLst/>
              <a:pathLst>
                <a:path w="5214" h="2607">
                  <a:moveTo>
                    <a:pt x="5214" y="26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0" name="pl1650"/>
            <p:cNvSpPr/>
            <p:nvPr/>
          </p:nvSpPr>
          <p:spPr>
            <a:xfrm>
              <a:off x="4161966" y="2510551"/>
              <a:ext cx="6582" cy="3126"/>
            </a:xfrm>
            <a:custGeom>
              <a:avLst/>
              <a:pathLst>
                <a:path w="6582" h="3126">
                  <a:moveTo>
                    <a:pt x="6582" y="31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1" name="pl1651"/>
            <p:cNvSpPr/>
            <p:nvPr/>
          </p:nvSpPr>
          <p:spPr>
            <a:xfrm>
              <a:off x="4177926" y="2494186"/>
              <a:ext cx="1310" cy="638"/>
            </a:xfrm>
            <a:custGeom>
              <a:avLst/>
              <a:pathLst>
                <a:path w="1310" h="638">
                  <a:moveTo>
                    <a:pt x="1310" y="6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2" name="pl1652"/>
            <p:cNvSpPr/>
            <p:nvPr/>
          </p:nvSpPr>
          <p:spPr>
            <a:xfrm>
              <a:off x="4150713" y="2524214"/>
              <a:ext cx="11892" cy="5531"/>
            </a:xfrm>
            <a:custGeom>
              <a:avLst/>
              <a:pathLst>
                <a:path w="11892" h="5531">
                  <a:moveTo>
                    <a:pt x="11892" y="5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3" name="pl1653"/>
            <p:cNvSpPr/>
            <p:nvPr/>
          </p:nvSpPr>
          <p:spPr>
            <a:xfrm>
              <a:off x="4170842" y="2512248"/>
              <a:ext cx="1315" cy="626"/>
            </a:xfrm>
            <a:custGeom>
              <a:avLst/>
              <a:pathLst>
                <a:path w="1315" h="626">
                  <a:moveTo>
                    <a:pt x="1315" y="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4" name="pl1654"/>
            <p:cNvSpPr/>
            <p:nvPr/>
          </p:nvSpPr>
          <p:spPr>
            <a:xfrm>
              <a:off x="4146869" y="2532525"/>
              <a:ext cx="13240" cy="6090"/>
            </a:xfrm>
            <a:custGeom>
              <a:avLst/>
              <a:pathLst>
                <a:path w="13240" h="6090">
                  <a:moveTo>
                    <a:pt x="13240" y="60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5" name="pl1655"/>
            <p:cNvSpPr/>
            <p:nvPr/>
          </p:nvSpPr>
          <p:spPr>
            <a:xfrm>
              <a:off x="4166090" y="2525724"/>
              <a:ext cx="1319" cy="617"/>
            </a:xfrm>
            <a:custGeom>
              <a:avLst/>
              <a:pathLst>
                <a:path w="1319" h="617">
                  <a:moveTo>
                    <a:pt x="1319" y="6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6" name="pl1656"/>
            <p:cNvSpPr/>
            <p:nvPr/>
          </p:nvSpPr>
          <p:spPr>
            <a:xfrm>
              <a:off x="4143060" y="2540852"/>
              <a:ext cx="14592" cy="6636"/>
            </a:xfrm>
            <a:custGeom>
              <a:avLst/>
              <a:pathLst>
                <a:path w="14592" h="6636">
                  <a:moveTo>
                    <a:pt x="14592" y="66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7" name="pl1657"/>
            <p:cNvSpPr/>
            <p:nvPr/>
          </p:nvSpPr>
          <p:spPr>
            <a:xfrm>
              <a:off x="4162502" y="2536902"/>
              <a:ext cx="3969" cy="1831"/>
            </a:xfrm>
            <a:custGeom>
              <a:avLst/>
              <a:pathLst>
                <a:path w="3969" h="1831">
                  <a:moveTo>
                    <a:pt x="3969" y="18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8" name="pl1658"/>
            <p:cNvSpPr/>
            <p:nvPr/>
          </p:nvSpPr>
          <p:spPr>
            <a:xfrm>
              <a:off x="4137285" y="2560829"/>
              <a:ext cx="15988" cy="7087"/>
            </a:xfrm>
            <a:custGeom>
              <a:avLst/>
              <a:pathLst>
                <a:path w="15988" h="7087">
                  <a:moveTo>
                    <a:pt x="15988" y="70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9" name="pl1659"/>
            <p:cNvSpPr/>
            <p:nvPr/>
          </p:nvSpPr>
          <p:spPr>
            <a:xfrm>
              <a:off x="4159818" y="2553300"/>
              <a:ext cx="19917" cy="9009"/>
            </a:xfrm>
            <a:custGeom>
              <a:avLst/>
              <a:pathLst>
                <a:path w="19917" h="9009">
                  <a:moveTo>
                    <a:pt x="19917" y="9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0" name="pl1660"/>
            <p:cNvSpPr/>
            <p:nvPr/>
          </p:nvSpPr>
          <p:spPr>
            <a:xfrm>
              <a:off x="4109033" y="2675588"/>
              <a:ext cx="20440" cy="7751"/>
            </a:xfrm>
            <a:custGeom>
              <a:avLst/>
              <a:pathLst>
                <a:path w="20440" h="7751">
                  <a:moveTo>
                    <a:pt x="20440" y="77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1" name="pl1661"/>
            <p:cNvSpPr/>
            <p:nvPr/>
          </p:nvSpPr>
          <p:spPr>
            <a:xfrm>
              <a:off x="4153662" y="2622432"/>
              <a:ext cx="2691" cy="1117"/>
            </a:xfrm>
            <a:custGeom>
              <a:avLst/>
              <a:pathLst>
                <a:path w="2691" h="1117">
                  <a:moveTo>
                    <a:pt x="2691" y="11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2" name="pl1662"/>
            <p:cNvSpPr/>
            <p:nvPr/>
          </p:nvSpPr>
          <p:spPr>
            <a:xfrm>
              <a:off x="4077353" y="2706771"/>
              <a:ext cx="41165" cy="14729"/>
            </a:xfrm>
            <a:custGeom>
              <a:avLst/>
              <a:pathLst>
                <a:path w="41165" h="14729">
                  <a:moveTo>
                    <a:pt x="41165" y="147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3" name="pl1663"/>
            <p:cNvSpPr/>
            <p:nvPr/>
          </p:nvSpPr>
          <p:spPr>
            <a:xfrm>
              <a:off x="4136824" y="2672289"/>
              <a:ext cx="2718" cy="1050"/>
            </a:xfrm>
            <a:custGeom>
              <a:avLst/>
              <a:pathLst>
                <a:path w="2718" h="1050">
                  <a:moveTo>
                    <a:pt x="2718" y="10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4" name="pl1664"/>
            <p:cNvSpPr/>
            <p:nvPr/>
          </p:nvSpPr>
          <p:spPr>
            <a:xfrm>
              <a:off x="4071261" y="2724029"/>
              <a:ext cx="44042" cy="15335"/>
            </a:xfrm>
            <a:custGeom>
              <a:avLst/>
              <a:pathLst>
                <a:path w="44042" h="15335">
                  <a:moveTo>
                    <a:pt x="44042" y="15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5" name="pl1665"/>
            <p:cNvSpPr/>
            <p:nvPr/>
          </p:nvSpPr>
          <p:spPr>
            <a:xfrm>
              <a:off x="4195324" y="2433914"/>
              <a:ext cx="1291" cy="676"/>
            </a:xfrm>
            <a:custGeom>
              <a:avLst/>
              <a:pathLst>
                <a:path w="1291" h="676">
                  <a:moveTo>
                    <a:pt x="1291" y="6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6" name="pl1666"/>
            <p:cNvSpPr/>
            <p:nvPr/>
          </p:nvSpPr>
          <p:spPr>
            <a:xfrm>
              <a:off x="4191093" y="2442036"/>
              <a:ext cx="1293" cy="670"/>
            </a:xfrm>
            <a:custGeom>
              <a:avLst/>
              <a:pathLst>
                <a:path w="1293" h="670">
                  <a:moveTo>
                    <a:pt x="1293" y="6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7" name="pl1667"/>
            <p:cNvSpPr/>
            <p:nvPr/>
          </p:nvSpPr>
          <p:spPr>
            <a:xfrm>
              <a:off x="4208221" y="2409660"/>
              <a:ext cx="1282" cy="692"/>
            </a:xfrm>
            <a:custGeom>
              <a:avLst/>
              <a:pathLst>
                <a:path w="1282" h="692">
                  <a:moveTo>
                    <a:pt x="1282" y="6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8" name="pl1668"/>
            <p:cNvSpPr/>
            <p:nvPr/>
          </p:nvSpPr>
          <p:spPr>
            <a:xfrm>
              <a:off x="4203888" y="2417726"/>
              <a:ext cx="1285" cy="687"/>
            </a:xfrm>
            <a:custGeom>
              <a:avLst/>
              <a:pathLst>
                <a:path w="1285" h="687">
                  <a:moveTo>
                    <a:pt x="1285" y="6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9" name="pl1669"/>
            <p:cNvSpPr/>
            <p:nvPr/>
          </p:nvSpPr>
          <p:spPr>
            <a:xfrm>
              <a:off x="4207334" y="2414380"/>
              <a:ext cx="1283" cy="689"/>
            </a:xfrm>
            <a:custGeom>
              <a:avLst/>
              <a:pathLst>
                <a:path w="1283" h="689">
                  <a:moveTo>
                    <a:pt x="1283" y="6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0" name="pl1670"/>
            <p:cNvSpPr/>
            <p:nvPr/>
          </p:nvSpPr>
          <p:spPr>
            <a:xfrm>
              <a:off x="4199588" y="2425811"/>
              <a:ext cx="2576" cy="1363"/>
            </a:xfrm>
            <a:custGeom>
              <a:avLst/>
              <a:pathLst>
                <a:path w="2576" h="1363">
                  <a:moveTo>
                    <a:pt x="2576" y="1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1" name="pl1671"/>
            <p:cNvSpPr/>
            <p:nvPr/>
          </p:nvSpPr>
          <p:spPr>
            <a:xfrm>
              <a:off x="4221429" y="2385572"/>
              <a:ext cx="1273" cy="708"/>
            </a:xfrm>
            <a:custGeom>
              <a:avLst/>
              <a:pathLst>
                <a:path w="1273" h="708">
                  <a:moveTo>
                    <a:pt x="1273" y="7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2" name="pl1672"/>
            <p:cNvSpPr/>
            <p:nvPr/>
          </p:nvSpPr>
          <p:spPr>
            <a:xfrm>
              <a:off x="4216992" y="2393582"/>
              <a:ext cx="1276" cy="703"/>
            </a:xfrm>
            <a:custGeom>
              <a:avLst/>
              <a:pathLst>
                <a:path w="1276" h="703">
                  <a:moveTo>
                    <a:pt x="1276" y="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3" name="pl1673"/>
            <p:cNvSpPr/>
            <p:nvPr/>
          </p:nvSpPr>
          <p:spPr>
            <a:xfrm>
              <a:off x="4220481" y="2390281"/>
              <a:ext cx="1274" cy="706"/>
            </a:xfrm>
            <a:custGeom>
              <a:avLst/>
              <a:pathLst>
                <a:path w="1274" h="706">
                  <a:moveTo>
                    <a:pt x="1274" y="7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4" name="pl1674"/>
            <p:cNvSpPr/>
            <p:nvPr/>
          </p:nvSpPr>
          <p:spPr>
            <a:xfrm>
              <a:off x="4212590" y="2401612"/>
              <a:ext cx="2558" cy="1395"/>
            </a:xfrm>
            <a:custGeom>
              <a:avLst/>
              <a:pathLst>
                <a:path w="2558" h="1395">
                  <a:moveTo>
                    <a:pt x="2558" y="1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5" name="pl1675"/>
            <p:cNvSpPr/>
            <p:nvPr/>
          </p:nvSpPr>
          <p:spPr>
            <a:xfrm>
              <a:off x="4218443" y="2396992"/>
              <a:ext cx="3831" cy="2106"/>
            </a:xfrm>
            <a:custGeom>
              <a:avLst/>
              <a:pathLst>
                <a:path w="3831" h="2106">
                  <a:moveTo>
                    <a:pt x="3831" y="21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6" name="pl1676"/>
            <p:cNvSpPr/>
            <p:nvPr/>
          </p:nvSpPr>
          <p:spPr>
            <a:xfrm>
              <a:off x="4205382" y="2421117"/>
              <a:ext cx="3858" cy="2056"/>
            </a:xfrm>
            <a:custGeom>
              <a:avLst/>
              <a:pathLst>
                <a:path w="3858" h="2056">
                  <a:moveTo>
                    <a:pt x="3858" y="2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7" name="pl1677"/>
            <p:cNvSpPr/>
            <p:nvPr/>
          </p:nvSpPr>
          <p:spPr>
            <a:xfrm>
              <a:off x="4230405" y="2369608"/>
              <a:ext cx="1267" cy="719"/>
            </a:xfrm>
            <a:custGeom>
              <a:avLst/>
              <a:pathLst>
                <a:path w="1267" h="719">
                  <a:moveTo>
                    <a:pt x="1267" y="7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8" name="pl1678"/>
            <p:cNvSpPr/>
            <p:nvPr/>
          </p:nvSpPr>
          <p:spPr>
            <a:xfrm>
              <a:off x="4225900" y="2377581"/>
              <a:ext cx="1270" cy="714"/>
            </a:xfrm>
            <a:custGeom>
              <a:avLst/>
              <a:pathLst>
                <a:path w="1270" h="714">
                  <a:moveTo>
                    <a:pt x="1270" y="7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9" name="pl1679"/>
            <p:cNvSpPr/>
            <p:nvPr/>
          </p:nvSpPr>
          <p:spPr>
            <a:xfrm>
              <a:off x="4244123" y="2345808"/>
              <a:ext cx="1257" cy="735"/>
            </a:xfrm>
            <a:custGeom>
              <a:avLst/>
              <a:pathLst>
                <a:path w="1257" h="735">
                  <a:moveTo>
                    <a:pt x="1257" y="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0" name="pl1680"/>
            <p:cNvSpPr/>
            <p:nvPr/>
          </p:nvSpPr>
          <p:spPr>
            <a:xfrm>
              <a:off x="4239517" y="2353722"/>
              <a:ext cx="1261" cy="730"/>
            </a:xfrm>
            <a:custGeom>
              <a:avLst/>
              <a:pathLst>
                <a:path w="1261" h="730">
                  <a:moveTo>
                    <a:pt x="1261" y="7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1" name="pl1681"/>
            <p:cNvSpPr/>
            <p:nvPr/>
          </p:nvSpPr>
          <p:spPr>
            <a:xfrm>
              <a:off x="4253438" y="2330040"/>
              <a:ext cx="1251" cy="746"/>
            </a:xfrm>
            <a:custGeom>
              <a:avLst/>
              <a:pathLst>
                <a:path w="1251" h="746">
                  <a:moveTo>
                    <a:pt x="1251" y="7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2" name="pl1682"/>
            <p:cNvSpPr/>
            <p:nvPr/>
          </p:nvSpPr>
          <p:spPr>
            <a:xfrm>
              <a:off x="4248764" y="2337914"/>
              <a:ext cx="1254" cy="741"/>
            </a:xfrm>
            <a:custGeom>
              <a:avLst/>
              <a:pathLst>
                <a:path w="1254" h="741">
                  <a:moveTo>
                    <a:pt x="1254" y="7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3" name="pl1683"/>
            <p:cNvSpPr/>
            <p:nvPr/>
          </p:nvSpPr>
          <p:spPr>
            <a:xfrm>
              <a:off x="4277310" y="2290972"/>
              <a:ext cx="1235" cy="773"/>
            </a:xfrm>
            <a:custGeom>
              <a:avLst/>
              <a:pathLst>
                <a:path w="1235" h="773">
                  <a:moveTo>
                    <a:pt x="1235" y="7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4" name="pl1684"/>
            <p:cNvSpPr/>
            <p:nvPr/>
          </p:nvSpPr>
          <p:spPr>
            <a:xfrm>
              <a:off x="4272469" y="2298744"/>
              <a:ext cx="1238" cy="767"/>
            </a:xfrm>
            <a:custGeom>
              <a:avLst/>
              <a:pathLst>
                <a:path w="1238" h="767">
                  <a:moveTo>
                    <a:pt x="1238" y="7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5" name="pl1685"/>
            <p:cNvSpPr/>
            <p:nvPr/>
          </p:nvSpPr>
          <p:spPr>
            <a:xfrm>
              <a:off x="4276122" y="2295626"/>
              <a:ext cx="1237" cy="770"/>
            </a:xfrm>
            <a:custGeom>
              <a:avLst/>
              <a:pathLst>
                <a:path w="1237" h="770">
                  <a:moveTo>
                    <a:pt x="1237" y="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6" name="pl1686"/>
            <p:cNvSpPr/>
            <p:nvPr/>
          </p:nvSpPr>
          <p:spPr>
            <a:xfrm>
              <a:off x="4267661" y="2306538"/>
              <a:ext cx="2483" cy="1525"/>
            </a:xfrm>
            <a:custGeom>
              <a:avLst/>
              <a:pathLst>
                <a:path w="2483" h="1525">
                  <a:moveTo>
                    <a:pt x="2483" y="1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7" name="pl1687"/>
            <p:cNvSpPr/>
            <p:nvPr/>
          </p:nvSpPr>
          <p:spPr>
            <a:xfrm>
              <a:off x="4273743" y="2302224"/>
              <a:ext cx="1239" cy="766"/>
            </a:xfrm>
            <a:custGeom>
              <a:avLst/>
              <a:pathLst>
                <a:path w="1239" h="766">
                  <a:moveTo>
                    <a:pt x="1239" y="7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8" name="pl1688"/>
            <p:cNvSpPr/>
            <p:nvPr/>
          </p:nvSpPr>
          <p:spPr>
            <a:xfrm>
              <a:off x="4262887" y="2314351"/>
              <a:ext cx="3735" cy="2271"/>
            </a:xfrm>
            <a:custGeom>
              <a:avLst/>
              <a:pathLst>
                <a:path w="3735" h="2271">
                  <a:moveTo>
                    <a:pt x="3735" y="2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9" name="pl1689"/>
            <p:cNvSpPr/>
            <p:nvPr/>
          </p:nvSpPr>
          <p:spPr>
            <a:xfrm>
              <a:off x="4270790" y="2309799"/>
              <a:ext cx="1242" cy="761"/>
            </a:xfrm>
            <a:custGeom>
              <a:avLst/>
              <a:pathLst>
                <a:path w="1242" h="761">
                  <a:moveTo>
                    <a:pt x="1242" y="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0" name="pl1690"/>
            <p:cNvSpPr/>
            <p:nvPr/>
          </p:nvSpPr>
          <p:spPr>
            <a:xfrm>
              <a:off x="4258145" y="2322186"/>
              <a:ext cx="4993" cy="3007"/>
            </a:xfrm>
            <a:custGeom>
              <a:avLst/>
              <a:pathLst>
                <a:path w="4993" h="3007">
                  <a:moveTo>
                    <a:pt x="4993" y="3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1" name="pl1691"/>
            <p:cNvSpPr/>
            <p:nvPr/>
          </p:nvSpPr>
          <p:spPr>
            <a:xfrm>
              <a:off x="4267571" y="2317868"/>
              <a:ext cx="2490" cy="1513"/>
            </a:xfrm>
            <a:custGeom>
              <a:avLst/>
              <a:pathLst>
                <a:path w="2490" h="1513">
                  <a:moveTo>
                    <a:pt x="2490" y="15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2" name="pl1692"/>
            <p:cNvSpPr/>
            <p:nvPr/>
          </p:nvSpPr>
          <p:spPr>
            <a:xfrm>
              <a:off x="4252350" y="2334718"/>
              <a:ext cx="6266" cy="3719"/>
            </a:xfrm>
            <a:custGeom>
              <a:avLst/>
              <a:pathLst>
                <a:path w="6266" h="3719">
                  <a:moveTo>
                    <a:pt x="6266" y="37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3" name="pl1693"/>
            <p:cNvSpPr/>
            <p:nvPr/>
          </p:nvSpPr>
          <p:spPr>
            <a:xfrm>
              <a:off x="4264314" y="2328895"/>
              <a:ext cx="2498" cy="1500"/>
            </a:xfrm>
            <a:custGeom>
              <a:avLst/>
              <a:pathLst>
                <a:path w="2498" h="1500">
                  <a:moveTo>
                    <a:pt x="2498" y="15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4" name="pl1694"/>
            <p:cNvSpPr/>
            <p:nvPr/>
          </p:nvSpPr>
          <p:spPr>
            <a:xfrm>
              <a:off x="4243075" y="2350496"/>
              <a:ext cx="8816" cy="5132"/>
            </a:xfrm>
            <a:custGeom>
              <a:avLst/>
              <a:pathLst>
                <a:path w="8816" h="5132">
                  <a:moveTo>
                    <a:pt x="8816" y="51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5" name="pl1695"/>
            <p:cNvSpPr/>
            <p:nvPr/>
          </p:nvSpPr>
          <p:spPr>
            <a:xfrm>
              <a:off x="4259309" y="2342986"/>
              <a:ext cx="1254" cy="741"/>
            </a:xfrm>
            <a:custGeom>
              <a:avLst/>
              <a:pathLst>
                <a:path w="1254" h="741">
                  <a:moveTo>
                    <a:pt x="1254" y="7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6" name="pl1696"/>
            <p:cNvSpPr/>
            <p:nvPr/>
          </p:nvSpPr>
          <p:spPr>
            <a:xfrm>
              <a:off x="4234944" y="2361656"/>
              <a:ext cx="11377" cy="6525"/>
            </a:xfrm>
            <a:custGeom>
              <a:avLst/>
              <a:pathLst>
                <a:path w="11377" h="6525">
                  <a:moveTo>
                    <a:pt x="11377" y="6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7" name="pl1697"/>
            <p:cNvSpPr/>
            <p:nvPr/>
          </p:nvSpPr>
          <p:spPr>
            <a:xfrm>
              <a:off x="4287091" y="2275489"/>
              <a:ext cx="1228" cy="783"/>
            </a:xfrm>
            <a:custGeom>
              <a:avLst/>
              <a:pathLst>
                <a:path w="1228" h="783">
                  <a:moveTo>
                    <a:pt x="1228" y="7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8" name="pl1698"/>
            <p:cNvSpPr/>
            <p:nvPr/>
          </p:nvSpPr>
          <p:spPr>
            <a:xfrm>
              <a:off x="4282184" y="2283220"/>
              <a:ext cx="1232" cy="778"/>
            </a:xfrm>
            <a:custGeom>
              <a:avLst/>
              <a:pathLst>
                <a:path w="1232" h="778">
                  <a:moveTo>
                    <a:pt x="1232" y="7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9" name="pl1699"/>
            <p:cNvSpPr/>
            <p:nvPr/>
          </p:nvSpPr>
          <p:spPr>
            <a:xfrm>
              <a:off x="4297005" y="2260090"/>
              <a:ext cx="1222" cy="794"/>
            </a:xfrm>
            <a:custGeom>
              <a:avLst/>
              <a:pathLst>
                <a:path w="1222" h="794">
                  <a:moveTo>
                    <a:pt x="1222" y="7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0" name="pl1700"/>
            <p:cNvSpPr/>
            <p:nvPr/>
          </p:nvSpPr>
          <p:spPr>
            <a:xfrm>
              <a:off x="4292032" y="2267779"/>
              <a:ext cx="1225" cy="788"/>
            </a:xfrm>
            <a:custGeom>
              <a:avLst/>
              <a:pathLst>
                <a:path w="1225" h="788">
                  <a:moveTo>
                    <a:pt x="1225" y="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1" name="pl1701"/>
            <p:cNvSpPr/>
            <p:nvPr/>
          </p:nvSpPr>
          <p:spPr>
            <a:xfrm>
              <a:off x="4312120" y="2237151"/>
              <a:ext cx="1211" cy="809"/>
            </a:xfrm>
            <a:custGeom>
              <a:avLst/>
              <a:pathLst>
                <a:path w="1211" h="809">
                  <a:moveTo>
                    <a:pt x="1211" y="8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2" name="pl1702"/>
            <p:cNvSpPr/>
            <p:nvPr/>
          </p:nvSpPr>
          <p:spPr>
            <a:xfrm>
              <a:off x="4307049" y="2244776"/>
              <a:ext cx="1215" cy="804"/>
            </a:xfrm>
            <a:custGeom>
              <a:avLst/>
              <a:pathLst>
                <a:path w="1215" h="804">
                  <a:moveTo>
                    <a:pt x="1215" y="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3" name="pl1703"/>
            <p:cNvSpPr/>
            <p:nvPr/>
          </p:nvSpPr>
          <p:spPr>
            <a:xfrm>
              <a:off x="4310794" y="2241768"/>
              <a:ext cx="1213" cy="807"/>
            </a:xfrm>
            <a:custGeom>
              <a:avLst/>
              <a:pathLst>
                <a:path w="1213" h="807">
                  <a:moveTo>
                    <a:pt x="1213" y="8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4" name="pl1704"/>
            <p:cNvSpPr/>
            <p:nvPr/>
          </p:nvSpPr>
          <p:spPr>
            <a:xfrm>
              <a:off x="4302010" y="2252422"/>
              <a:ext cx="2437" cy="1598"/>
            </a:xfrm>
            <a:custGeom>
              <a:avLst/>
              <a:pathLst>
                <a:path w="2437" h="1598">
                  <a:moveTo>
                    <a:pt x="2437" y="15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5" name="pl1705"/>
            <p:cNvSpPr/>
            <p:nvPr/>
          </p:nvSpPr>
          <p:spPr>
            <a:xfrm>
              <a:off x="4327528" y="2214408"/>
              <a:ext cx="1201" cy="825"/>
            </a:xfrm>
            <a:custGeom>
              <a:avLst/>
              <a:pathLst>
                <a:path w="1201" h="825">
                  <a:moveTo>
                    <a:pt x="1201" y="8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6" name="pl1706"/>
            <p:cNvSpPr/>
            <p:nvPr/>
          </p:nvSpPr>
          <p:spPr>
            <a:xfrm>
              <a:off x="4322360" y="2221967"/>
              <a:ext cx="1204" cy="819"/>
            </a:xfrm>
            <a:custGeom>
              <a:avLst/>
              <a:pathLst>
                <a:path w="1204" h="819">
                  <a:moveTo>
                    <a:pt x="1204" y="8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7" name="pl1707"/>
            <p:cNvSpPr/>
            <p:nvPr/>
          </p:nvSpPr>
          <p:spPr>
            <a:xfrm>
              <a:off x="4326143" y="2219008"/>
              <a:ext cx="1203" cy="822"/>
            </a:xfrm>
            <a:custGeom>
              <a:avLst/>
              <a:pathLst>
                <a:path w="1203" h="822">
                  <a:moveTo>
                    <a:pt x="1203" y="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8" name="pl1708"/>
            <p:cNvSpPr/>
            <p:nvPr/>
          </p:nvSpPr>
          <p:spPr>
            <a:xfrm>
              <a:off x="4317224" y="2229548"/>
              <a:ext cx="2416" cy="1629"/>
            </a:xfrm>
            <a:custGeom>
              <a:avLst/>
              <a:pathLst>
                <a:path w="2416" h="1629">
                  <a:moveTo>
                    <a:pt x="2416" y="1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9" name="pl1709"/>
            <p:cNvSpPr/>
            <p:nvPr/>
          </p:nvSpPr>
          <p:spPr>
            <a:xfrm>
              <a:off x="4343226" y="2191864"/>
              <a:ext cx="1190" cy="840"/>
            </a:xfrm>
            <a:custGeom>
              <a:avLst/>
              <a:pathLst>
                <a:path w="1190" h="840">
                  <a:moveTo>
                    <a:pt x="1190" y="8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0" name="pl1710"/>
            <p:cNvSpPr/>
            <p:nvPr/>
          </p:nvSpPr>
          <p:spPr>
            <a:xfrm>
              <a:off x="4337961" y="2199357"/>
              <a:ext cx="1194" cy="835"/>
            </a:xfrm>
            <a:custGeom>
              <a:avLst/>
              <a:pathLst>
                <a:path w="1194" h="835">
                  <a:moveTo>
                    <a:pt x="1194" y="8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1" name="pl1711"/>
            <p:cNvSpPr/>
            <p:nvPr/>
          </p:nvSpPr>
          <p:spPr>
            <a:xfrm>
              <a:off x="4341782" y="2196446"/>
              <a:ext cx="1192" cy="837"/>
            </a:xfrm>
            <a:custGeom>
              <a:avLst/>
              <a:pathLst>
                <a:path w="1192" h="837">
                  <a:moveTo>
                    <a:pt x="1192" y="8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2" name="pl1712"/>
            <p:cNvSpPr/>
            <p:nvPr/>
          </p:nvSpPr>
          <p:spPr>
            <a:xfrm>
              <a:off x="4332729" y="2206871"/>
              <a:ext cx="2395" cy="1660"/>
            </a:xfrm>
            <a:custGeom>
              <a:avLst/>
              <a:pathLst>
                <a:path w="2395" h="1660">
                  <a:moveTo>
                    <a:pt x="2395" y="16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3" name="pl1713"/>
            <p:cNvSpPr/>
            <p:nvPr/>
          </p:nvSpPr>
          <p:spPr>
            <a:xfrm>
              <a:off x="4339040" y="2202901"/>
              <a:ext cx="3585" cy="2502"/>
            </a:xfrm>
            <a:custGeom>
              <a:avLst/>
              <a:pathLst>
                <a:path w="3585" h="2502">
                  <a:moveTo>
                    <a:pt x="3585" y="25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4" name="pl1714"/>
            <p:cNvSpPr/>
            <p:nvPr/>
          </p:nvSpPr>
          <p:spPr>
            <a:xfrm>
              <a:off x="4323484" y="2225498"/>
              <a:ext cx="3617" cy="2456"/>
            </a:xfrm>
            <a:custGeom>
              <a:avLst/>
              <a:pathLst>
                <a:path w="3617" h="2456">
                  <a:moveTo>
                    <a:pt x="3617" y="2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5" name="pl1715"/>
            <p:cNvSpPr/>
            <p:nvPr/>
          </p:nvSpPr>
          <p:spPr>
            <a:xfrm>
              <a:off x="4334827" y="2216654"/>
              <a:ext cx="3601" cy="2479"/>
            </a:xfrm>
            <a:custGeom>
              <a:avLst/>
              <a:pathLst>
                <a:path w="3601" h="2479">
                  <a:moveTo>
                    <a:pt x="3601" y="24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6" name="pl1716"/>
            <p:cNvSpPr/>
            <p:nvPr/>
          </p:nvSpPr>
          <p:spPr>
            <a:xfrm>
              <a:off x="4308218" y="2248292"/>
              <a:ext cx="7296" cy="4819"/>
            </a:xfrm>
            <a:custGeom>
              <a:avLst/>
              <a:pathLst>
                <a:path w="7296" h="4819">
                  <a:moveTo>
                    <a:pt x="7296" y="48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7" name="pl1717"/>
            <p:cNvSpPr/>
            <p:nvPr/>
          </p:nvSpPr>
          <p:spPr>
            <a:xfrm>
              <a:off x="4326890" y="2236067"/>
              <a:ext cx="2416" cy="1629"/>
            </a:xfrm>
            <a:custGeom>
              <a:avLst/>
              <a:pathLst>
                <a:path w="2416" h="1629">
                  <a:moveTo>
                    <a:pt x="2416" y="1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8" name="pl1718"/>
            <p:cNvSpPr/>
            <p:nvPr/>
          </p:nvSpPr>
          <p:spPr>
            <a:xfrm>
              <a:off x="4295738" y="2264723"/>
              <a:ext cx="11013" cy="7123"/>
            </a:xfrm>
            <a:custGeom>
              <a:avLst/>
              <a:pathLst>
                <a:path w="11013" h="7123">
                  <a:moveTo>
                    <a:pt x="11013" y="71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9" name="pl1719"/>
            <p:cNvSpPr/>
            <p:nvPr/>
          </p:nvSpPr>
          <p:spPr>
            <a:xfrm>
              <a:off x="4317947" y="2254717"/>
              <a:ext cx="2432" cy="1606"/>
            </a:xfrm>
            <a:custGeom>
              <a:avLst/>
              <a:pathLst>
                <a:path w="2432" h="1606">
                  <a:moveTo>
                    <a:pt x="2432" y="1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0" name="pl1720"/>
            <p:cNvSpPr/>
            <p:nvPr/>
          </p:nvSpPr>
          <p:spPr>
            <a:xfrm>
              <a:off x="4285864" y="2280133"/>
              <a:ext cx="13534" cy="8591"/>
            </a:xfrm>
            <a:custGeom>
              <a:avLst/>
              <a:pathLst>
                <a:path w="13534" h="8591">
                  <a:moveTo>
                    <a:pt x="13534" y="85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1" name="pl1721"/>
            <p:cNvSpPr/>
            <p:nvPr/>
          </p:nvSpPr>
          <p:spPr>
            <a:xfrm>
              <a:off x="4309816" y="2272476"/>
              <a:ext cx="12233" cy="7921"/>
            </a:xfrm>
            <a:custGeom>
              <a:avLst/>
              <a:pathLst>
                <a:path w="12233" h="7921">
                  <a:moveTo>
                    <a:pt x="12233" y="7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2" name="pl1722"/>
            <p:cNvSpPr/>
            <p:nvPr/>
          </p:nvSpPr>
          <p:spPr>
            <a:xfrm>
              <a:off x="4253402" y="2355931"/>
              <a:ext cx="16371" cy="9535"/>
            </a:xfrm>
            <a:custGeom>
              <a:avLst/>
              <a:pathLst>
                <a:path w="16371" h="9535">
                  <a:moveTo>
                    <a:pt x="16371" y="95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3" name="pl1723"/>
            <p:cNvSpPr/>
            <p:nvPr/>
          </p:nvSpPr>
          <p:spPr>
            <a:xfrm>
              <a:off x="4295409" y="2322623"/>
              <a:ext cx="2483" cy="1526"/>
            </a:xfrm>
            <a:custGeom>
              <a:avLst/>
              <a:pathLst>
                <a:path w="2483" h="1526">
                  <a:moveTo>
                    <a:pt x="2483" y="15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4" name="pl1724"/>
            <p:cNvSpPr/>
            <p:nvPr/>
          </p:nvSpPr>
          <p:spPr>
            <a:xfrm>
              <a:off x="4229417" y="2374309"/>
              <a:ext cx="29182" cy="16490"/>
            </a:xfrm>
            <a:custGeom>
              <a:avLst/>
              <a:pathLst>
                <a:path w="29182" h="16490">
                  <a:moveTo>
                    <a:pt x="29182" y="164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5" name="pl1725"/>
            <p:cNvSpPr/>
            <p:nvPr/>
          </p:nvSpPr>
          <p:spPr>
            <a:xfrm>
              <a:off x="4370026" y="2154744"/>
              <a:ext cx="1172" cy="865"/>
            </a:xfrm>
            <a:custGeom>
              <a:avLst/>
              <a:pathLst>
                <a:path w="1172" h="865">
                  <a:moveTo>
                    <a:pt x="1172" y="8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6" name="pl1726"/>
            <p:cNvSpPr/>
            <p:nvPr/>
          </p:nvSpPr>
          <p:spPr>
            <a:xfrm>
              <a:off x="4364603" y="2162122"/>
              <a:ext cx="1176" cy="860"/>
            </a:xfrm>
            <a:custGeom>
              <a:avLst/>
              <a:pathLst>
                <a:path w="1176" h="860">
                  <a:moveTo>
                    <a:pt x="1176" y="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7" name="pl1727"/>
            <p:cNvSpPr/>
            <p:nvPr/>
          </p:nvSpPr>
          <p:spPr>
            <a:xfrm>
              <a:off x="4368485" y="2159293"/>
              <a:ext cx="1174" cy="863"/>
            </a:xfrm>
            <a:custGeom>
              <a:avLst/>
              <a:pathLst>
                <a:path w="1174" h="863">
                  <a:moveTo>
                    <a:pt x="1174" y="8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8" name="pl1728"/>
            <p:cNvSpPr/>
            <p:nvPr/>
          </p:nvSpPr>
          <p:spPr>
            <a:xfrm>
              <a:off x="4359211" y="2169523"/>
              <a:ext cx="2359" cy="1711"/>
            </a:xfrm>
            <a:custGeom>
              <a:avLst/>
              <a:pathLst>
                <a:path w="2359" h="1711">
                  <a:moveTo>
                    <a:pt x="2359" y="17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9" name="pl1729"/>
            <p:cNvSpPr/>
            <p:nvPr/>
          </p:nvSpPr>
          <p:spPr>
            <a:xfrm>
              <a:off x="4365606" y="2165689"/>
              <a:ext cx="1177" cy="859"/>
            </a:xfrm>
            <a:custGeom>
              <a:avLst/>
              <a:pathLst>
                <a:path w="1177" h="859">
                  <a:moveTo>
                    <a:pt x="1177" y="8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0" name="pl1730"/>
            <p:cNvSpPr/>
            <p:nvPr/>
          </p:nvSpPr>
          <p:spPr>
            <a:xfrm>
              <a:off x="4353851" y="2176948"/>
              <a:ext cx="3550" cy="2551"/>
            </a:xfrm>
            <a:custGeom>
              <a:avLst/>
              <a:pathLst>
                <a:path w="3550" h="2551">
                  <a:moveTo>
                    <a:pt x="3550" y="25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1" name="pl1731"/>
            <p:cNvSpPr/>
            <p:nvPr/>
          </p:nvSpPr>
          <p:spPr>
            <a:xfrm>
              <a:off x="4362080" y="2173015"/>
              <a:ext cx="1180" cy="854"/>
            </a:xfrm>
            <a:custGeom>
              <a:avLst/>
              <a:pathLst>
                <a:path w="1180" h="854">
                  <a:moveTo>
                    <a:pt x="1180" y="8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2" name="pl1732"/>
            <p:cNvSpPr/>
            <p:nvPr/>
          </p:nvSpPr>
          <p:spPr>
            <a:xfrm>
              <a:off x="4348522" y="2184395"/>
              <a:ext cx="4748" cy="3382"/>
            </a:xfrm>
            <a:custGeom>
              <a:avLst/>
              <a:pathLst>
                <a:path w="4748" h="3382">
                  <a:moveTo>
                    <a:pt x="4748" y="3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3" name="pl1733"/>
            <p:cNvSpPr/>
            <p:nvPr/>
          </p:nvSpPr>
          <p:spPr>
            <a:xfrm>
              <a:off x="4380967" y="2140057"/>
              <a:ext cx="1164" cy="875"/>
            </a:xfrm>
            <a:custGeom>
              <a:avLst/>
              <a:pathLst>
                <a:path w="1164" h="875">
                  <a:moveTo>
                    <a:pt x="1164" y="8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4" name="pl1734"/>
            <p:cNvSpPr/>
            <p:nvPr/>
          </p:nvSpPr>
          <p:spPr>
            <a:xfrm>
              <a:off x="4375481" y="2147389"/>
              <a:ext cx="1168" cy="870"/>
            </a:xfrm>
            <a:custGeom>
              <a:avLst/>
              <a:pathLst>
                <a:path w="1168" h="870">
                  <a:moveTo>
                    <a:pt x="1168" y="8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5" name="pl1735"/>
            <p:cNvSpPr/>
            <p:nvPr/>
          </p:nvSpPr>
          <p:spPr>
            <a:xfrm>
              <a:off x="4397613" y="2118204"/>
              <a:ext cx="1153" cy="890"/>
            </a:xfrm>
            <a:custGeom>
              <a:avLst/>
              <a:pathLst>
                <a:path w="1153" h="890">
                  <a:moveTo>
                    <a:pt x="1153" y="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6" name="pl1736"/>
            <p:cNvSpPr/>
            <p:nvPr/>
          </p:nvSpPr>
          <p:spPr>
            <a:xfrm>
              <a:off x="4392033" y="2125465"/>
              <a:ext cx="1157" cy="885"/>
            </a:xfrm>
            <a:custGeom>
              <a:avLst/>
              <a:pathLst>
                <a:path w="1157" h="885">
                  <a:moveTo>
                    <a:pt x="1157" y="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7" name="pl1737"/>
            <p:cNvSpPr/>
            <p:nvPr/>
          </p:nvSpPr>
          <p:spPr>
            <a:xfrm>
              <a:off x="4395975" y="2122719"/>
              <a:ext cx="1155" cy="888"/>
            </a:xfrm>
            <a:custGeom>
              <a:avLst/>
              <a:pathLst>
                <a:path w="1155" h="888">
                  <a:moveTo>
                    <a:pt x="1155" y="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8" name="pl1738"/>
            <p:cNvSpPr/>
            <p:nvPr/>
          </p:nvSpPr>
          <p:spPr>
            <a:xfrm>
              <a:off x="4386485" y="2132749"/>
              <a:ext cx="2322" cy="1761"/>
            </a:xfrm>
            <a:custGeom>
              <a:avLst/>
              <a:pathLst>
                <a:path w="2322" h="1761">
                  <a:moveTo>
                    <a:pt x="2322" y="1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9" name="pl1739"/>
            <p:cNvSpPr/>
            <p:nvPr/>
          </p:nvSpPr>
          <p:spPr>
            <a:xfrm>
              <a:off x="4420240" y="2089401"/>
              <a:ext cx="1138" cy="910"/>
            </a:xfrm>
            <a:custGeom>
              <a:avLst/>
              <a:pathLst>
                <a:path w="1138" h="910">
                  <a:moveTo>
                    <a:pt x="1138" y="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0" name="pl1740"/>
            <p:cNvSpPr/>
            <p:nvPr/>
          </p:nvSpPr>
          <p:spPr>
            <a:xfrm>
              <a:off x="4414537" y="2096565"/>
              <a:ext cx="1142" cy="905"/>
            </a:xfrm>
            <a:custGeom>
              <a:avLst/>
              <a:pathLst>
                <a:path w="1142" h="905">
                  <a:moveTo>
                    <a:pt x="1142" y="9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1" name="pl1741"/>
            <p:cNvSpPr/>
            <p:nvPr/>
          </p:nvSpPr>
          <p:spPr>
            <a:xfrm>
              <a:off x="4418525" y="2093888"/>
              <a:ext cx="1140" cy="907"/>
            </a:xfrm>
            <a:custGeom>
              <a:avLst/>
              <a:pathLst>
                <a:path w="1140" h="907">
                  <a:moveTo>
                    <a:pt x="1140" y="9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2" name="pl1742"/>
            <p:cNvSpPr/>
            <p:nvPr/>
          </p:nvSpPr>
          <p:spPr>
            <a:xfrm>
              <a:off x="4408865" y="2103754"/>
              <a:ext cx="2292" cy="1800"/>
            </a:xfrm>
            <a:custGeom>
              <a:avLst/>
              <a:pathLst>
                <a:path w="2292" h="1800">
                  <a:moveTo>
                    <a:pt x="2292" y="18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3" name="pl1743"/>
            <p:cNvSpPr/>
            <p:nvPr/>
          </p:nvSpPr>
          <p:spPr>
            <a:xfrm>
              <a:off x="4415402" y="2100168"/>
              <a:ext cx="1143" cy="903"/>
            </a:xfrm>
            <a:custGeom>
              <a:avLst/>
              <a:pathLst>
                <a:path w="1143" h="903">
                  <a:moveTo>
                    <a:pt x="1143" y="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4" name="pl1744"/>
            <p:cNvSpPr/>
            <p:nvPr/>
          </p:nvSpPr>
          <p:spPr>
            <a:xfrm>
              <a:off x="4403223" y="2110967"/>
              <a:ext cx="3449" cy="2686"/>
            </a:xfrm>
            <a:custGeom>
              <a:avLst/>
              <a:pathLst>
                <a:path w="3449" h="2686">
                  <a:moveTo>
                    <a:pt x="3449" y="26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5" name="pl1745"/>
            <p:cNvSpPr/>
            <p:nvPr/>
          </p:nvSpPr>
          <p:spPr>
            <a:xfrm>
              <a:off x="4411598" y="2107353"/>
              <a:ext cx="3439" cy="2699"/>
            </a:xfrm>
            <a:custGeom>
              <a:avLst/>
              <a:pathLst>
                <a:path w="3439" h="2699">
                  <a:moveTo>
                    <a:pt x="3439" y="26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6" name="pl1746"/>
            <p:cNvSpPr/>
            <p:nvPr/>
          </p:nvSpPr>
          <p:spPr>
            <a:xfrm>
              <a:off x="4392960" y="2129052"/>
              <a:ext cx="4633" cy="3537"/>
            </a:xfrm>
            <a:custGeom>
              <a:avLst/>
              <a:pathLst>
                <a:path w="4633" h="3537">
                  <a:moveTo>
                    <a:pt x="4633" y="3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7" name="pl1747"/>
            <p:cNvSpPr/>
            <p:nvPr/>
          </p:nvSpPr>
          <p:spPr>
            <a:xfrm>
              <a:off x="4406278" y="2121292"/>
              <a:ext cx="2305" cy="1784"/>
            </a:xfrm>
            <a:custGeom>
              <a:avLst/>
              <a:pathLst>
                <a:path w="2305" h="1784">
                  <a:moveTo>
                    <a:pt x="2305" y="17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8" name="pl1748"/>
            <p:cNvSpPr/>
            <p:nvPr/>
          </p:nvSpPr>
          <p:spPr>
            <a:xfrm>
              <a:off x="4379387" y="2144593"/>
              <a:ext cx="8168" cy="6112"/>
            </a:xfrm>
            <a:custGeom>
              <a:avLst/>
              <a:pathLst>
                <a:path w="8168" h="6112">
                  <a:moveTo>
                    <a:pt x="8168" y="6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9" name="pl1749"/>
            <p:cNvSpPr/>
            <p:nvPr/>
          </p:nvSpPr>
          <p:spPr>
            <a:xfrm>
              <a:off x="4398013" y="2136848"/>
              <a:ext cx="5798" cy="4413"/>
            </a:xfrm>
            <a:custGeom>
              <a:avLst/>
              <a:pathLst>
                <a:path w="5798" h="4413">
                  <a:moveTo>
                    <a:pt x="5798" y="4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0" name="pl1750"/>
            <p:cNvSpPr/>
            <p:nvPr/>
          </p:nvSpPr>
          <p:spPr>
            <a:xfrm>
              <a:off x="4358252" y="2180813"/>
              <a:ext cx="10652" cy="7652"/>
            </a:xfrm>
            <a:custGeom>
              <a:avLst/>
              <a:pathLst>
                <a:path w="10652" h="7652">
                  <a:moveTo>
                    <a:pt x="10652" y="76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1" name="pl1751"/>
            <p:cNvSpPr/>
            <p:nvPr/>
          </p:nvSpPr>
          <p:spPr>
            <a:xfrm>
              <a:off x="4449209" y="2053947"/>
              <a:ext cx="1118" cy="934"/>
            </a:xfrm>
            <a:custGeom>
              <a:avLst/>
              <a:pathLst>
                <a:path w="1118" h="934">
                  <a:moveTo>
                    <a:pt x="1118" y="9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2" name="pl1752"/>
            <p:cNvSpPr/>
            <p:nvPr/>
          </p:nvSpPr>
          <p:spPr>
            <a:xfrm>
              <a:off x="4443355" y="2060988"/>
              <a:ext cx="1122" cy="929"/>
            </a:xfrm>
            <a:custGeom>
              <a:avLst/>
              <a:pathLst>
                <a:path w="1122" h="929">
                  <a:moveTo>
                    <a:pt x="1122" y="9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3" name="pl1753"/>
            <p:cNvSpPr/>
            <p:nvPr/>
          </p:nvSpPr>
          <p:spPr>
            <a:xfrm>
              <a:off x="4447399" y="2058396"/>
              <a:ext cx="1120" cy="931"/>
            </a:xfrm>
            <a:custGeom>
              <a:avLst/>
              <a:pathLst>
                <a:path w="1120" h="931">
                  <a:moveTo>
                    <a:pt x="1120" y="9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4" name="pl1754"/>
            <p:cNvSpPr/>
            <p:nvPr/>
          </p:nvSpPr>
          <p:spPr>
            <a:xfrm>
              <a:off x="4437531" y="2068054"/>
              <a:ext cx="2253" cy="1849"/>
            </a:xfrm>
            <a:custGeom>
              <a:avLst/>
              <a:pathLst>
                <a:path w="2253" h="1849">
                  <a:moveTo>
                    <a:pt x="2253" y="1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5" name="pl1755"/>
            <p:cNvSpPr/>
            <p:nvPr/>
          </p:nvSpPr>
          <p:spPr>
            <a:xfrm>
              <a:off x="4444143" y="2064609"/>
              <a:ext cx="1123" cy="928"/>
            </a:xfrm>
            <a:custGeom>
              <a:avLst/>
              <a:pathLst>
                <a:path w="1123" h="928">
                  <a:moveTo>
                    <a:pt x="1123" y="9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6" name="pl1756"/>
            <p:cNvSpPr/>
            <p:nvPr/>
          </p:nvSpPr>
          <p:spPr>
            <a:xfrm>
              <a:off x="4431737" y="2075145"/>
              <a:ext cx="3391" cy="2759"/>
            </a:xfrm>
            <a:custGeom>
              <a:avLst/>
              <a:pathLst>
                <a:path w="3391" h="2759">
                  <a:moveTo>
                    <a:pt x="3391" y="27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7" name="pl1757"/>
            <p:cNvSpPr/>
            <p:nvPr/>
          </p:nvSpPr>
          <p:spPr>
            <a:xfrm>
              <a:off x="4440186" y="2071711"/>
              <a:ext cx="1127" cy="923"/>
            </a:xfrm>
            <a:custGeom>
              <a:avLst/>
              <a:pathLst>
                <a:path w="1127" h="923">
                  <a:moveTo>
                    <a:pt x="1127" y="9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8" name="pl1758"/>
            <p:cNvSpPr/>
            <p:nvPr/>
          </p:nvSpPr>
          <p:spPr>
            <a:xfrm>
              <a:off x="4425973" y="2082261"/>
              <a:ext cx="4537" cy="3659"/>
            </a:xfrm>
            <a:custGeom>
              <a:avLst/>
              <a:pathLst>
                <a:path w="4537" h="3659">
                  <a:moveTo>
                    <a:pt x="4537" y="3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9" name="pl1759"/>
            <p:cNvSpPr/>
            <p:nvPr/>
          </p:nvSpPr>
          <p:spPr>
            <a:xfrm>
              <a:off x="4472926" y="2026035"/>
              <a:ext cx="1102" cy="953"/>
            </a:xfrm>
            <a:custGeom>
              <a:avLst/>
              <a:pathLst>
                <a:path w="1102" h="953">
                  <a:moveTo>
                    <a:pt x="1102" y="9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0" name="pl1760"/>
            <p:cNvSpPr/>
            <p:nvPr/>
          </p:nvSpPr>
          <p:spPr>
            <a:xfrm>
              <a:off x="4466952" y="2032975"/>
              <a:ext cx="1106" cy="948"/>
            </a:xfrm>
            <a:custGeom>
              <a:avLst/>
              <a:pathLst>
                <a:path w="1106" h="948">
                  <a:moveTo>
                    <a:pt x="1106" y="9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1" name="pl1761"/>
            <p:cNvSpPr/>
            <p:nvPr/>
          </p:nvSpPr>
          <p:spPr>
            <a:xfrm>
              <a:off x="4471040" y="2030452"/>
              <a:ext cx="1104" cy="950"/>
            </a:xfrm>
            <a:custGeom>
              <a:avLst/>
              <a:pathLst>
                <a:path w="1104" h="950">
                  <a:moveTo>
                    <a:pt x="1104" y="9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2" name="pl1762"/>
            <p:cNvSpPr/>
            <p:nvPr/>
          </p:nvSpPr>
          <p:spPr>
            <a:xfrm>
              <a:off x="4461008" y="2039940"/>
              <a:ext cx="2221" cy="1887"/>
            </a:xfrm>
            <a:custGeom>
              <a:avLst/>
              <a:pathLst>
                <a:path w="2221" h="1887">
                  <a:moveTo>
                    <a:pt x="2221" y="18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3" name="pl1763"/>
            <p:cNvSpPr/>
            <p:nvPr/>
          </p:nvSpPr>
          <p:spPr>
            <a:xfrm>
              <a:off x="4467678" y="2036608"/>
              <a:ext cx="1107" cy="947"/>
            </a:xfrm>
            <a:custGeom>
              <a:avLst/>
              <a:pathLst>
                <a:path w="1107" h="947">
                  <a:moveTo>
                    <a:pt x="1107" y="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4" name="pl1764"/>
            <p:cNvSpPr/>
            <p:nvPr/>
          </p:nvSpPr>
          <p:spPr>
            <a:xfrm>
              <a:off x="4455094" y="2046931"/>
              <a:ext cx="3343" cy="2816"/>
            </a:xfrm>
            <a:custGeom>
              <a:avLst/>
              <a:pathLst>
                <a:path w="3343" h="2816">
                  <a:moveTo>
                    <a:pt x="3343" y="28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5" name="pl1765"/>
            <p:cNvSpPr/>
            <p:nvPr/>
          </p:nvSpPr>
          <p:spPr>
            <a:xfrm>
              <a:off x="4484962" y="2012231"/>
              <a:ext cx="1094" cy="962"/>
            </a:xfrm>
            <a:custGeom>
              <a:avLst/>
              <a:pathLst>
                <a:path w="1094" h="962">
                  <a:moveTo>
                    <a:pt x="1094" y="9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6" name="pl1766"/>
            <p:cNvSpPr/>
            <p:nvPr/>
          </p:nvSpPr>
          <p:spPr>
            <a:xfrm>
              <a:off x="4478929" y="2019120"/>
              <a:ext cx="1098" cy="957"/>
            </a:xfrm>
            <a:custGeom>
              <a:avLst/>
              <a:pathLst>
                <a:path w="1098" h="957">
                  <a:moveTo>
                    <a:pt x="1098" y="9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7" name="pl1767"/>
            <p:cNvSpPr/>
            <p:nvPr/>
          </p:nvSpPr>
          <p:spPr>
            <a:xfrm>
              <a:off x="4497115" y="1998531"/>
              <a:ext cx="1086" cy="971"/>
            </a:xfrm>
            <a:custGeom>
              <a:avLst/>
              <a:pathLst>
                <a:path w="1086" h="971">
                  <a:moveTo>
                    <a:pt x="1086" y="9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8" name="pl1768"/>
            <p:cNvSpPr/>
            <p:nvPr/>
          </p:nvSpPr>
          <p:spPr>
            <a:xfrm>
              <a:off x="4491024" y="2005368"/>
              <a:ext cx="1090" cy="967"/>
            </a:xfrm>
            <a:custGeom>
              <a:avLst/>
              <a:pathLst>
                <a:path w="1090" h="967">
                  <a:moveTo>
                    <a:pt x="1090" y="9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9" name="pl1769"/>
            <p:cNvSpPr/>
            <p:nvPr/>
          </p:nvSpPr>
          <p:spPr>
            <a:xfrm>
              <a:off x="4509385" y="1984935"/>
              <a:ext cx="1077" cy="981"/>
            </a:xfrm>
            <a:custGeom>
              <a:avLst/>
              <a:pathLst>
                <a:path w="1077" h="981">
                  <a:moveTo>
                    <a:pt x="1077" y="9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0" name="pl1770"/>
            <p:cNvSpPr/>
            <p:nvPr/>
          </p:nvSpPr>
          <p:spPr>
            <a:xfrm>
              <a:off x="4503236" y="1991720"/>
              <a:ext cx="1081" cy="976"/>
            </a:xfrm>
            <a:custGeom>
              <a:avLst/>
              <a:pathLst>
                <a:path w="1081" h="976">
                  <a:moveTo>
                    <a:pt x="1081" y="9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1" name="pl1771"/>
            <p:cNvSpPr/>
            <p:nvPr/>
          </p:nvSpPr>
          <p:spPr>
            <a:xfrm>
              <a:off x="4507387" y="1989303"/>
              <a:ext cx="2159" cy="1957"/>
            </a:xfrm>
            <a:custGeom>
              <a:avLst/>
              <a:pathLst>
                <a:path w="2159" h="1957">
                  <a:moveTo>
                    <a:pt x="2159" y="19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2" name="pl1772"/>
            <p:cNvSpPr/>
            <p:nvPr/>
          </p:nvSpPr>
          <p:spPr>
            <a:xfrm>
              <a:off x="4495154" y="2002916"/>
              <a:ext cx="2176" cy="1938"/>
            </a:xfrm>
            <a:custGeom>
              <a:avLst/>
              <a:pathLst>
                <a:path w="2176" h="1938">
                  <a:moveTo>
                    <a:pt x="2176" y="19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3" name="pl1773"/>
            <p:cNvSpPr/>
            <p:nvPr/>
          </p:nvSpPr>
          <p:spPr>
            <a:xfrm>
              <a:off x="4503424" y="1998044"/>
              <a:ext cx="2168" cy="1948"/>
            </a:xfrm>
            <a:custGeom>
              <a:avLst/>
              <a:pathLst>
                <a:path w="2168" h="1948">
                  <a:moveTo>
                    <a:pt x="2168" y="19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4" name="pl1774"/>
            <p:cNvSpPr/>
            <p:nvPr/>
          </p:nvSpPr>
          <p:spPr>
            <a:xfrm>
              <a:off x="4483038" y="2016632"/>
              <a:ext cx="4385" cy="3840"/>
            </a:xfrm>
            <a:custGeom>
              <a:avLst/>
              <a:pathLst>
                <a:path w="4385" h="3840">
                  <a:moveTo>
                    <a:pt x="4385" y="38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5" name="pl1775"/>
            <p:cNvSpPr/>
            <p:nvPr/>
          </p:nvSpPr>
          <p:spPr>
            <a:xfrm>
              <a:off x="4496475" y="2010204"/>
              <a:ext cx="4360" cy="3868"/>
            </a:xfrm>
            <a:custGeom>
              <a:avLst/>
              <a:pathLst>
                <a:path w="4360" h="3868">
                  <a:moveTo>
                    <a:pt x="4360" y="38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6" name="pl1776"/>
            <p:cNvSpPr/>
            <p:nvPr/>
          </p:nvSpPr>
          <p:spPr>
            <a:xfrm>
              <a:off x="4463600" y="2043642"/>
              <a:ext cx="6666" cy="5658"/>
            </a:xfrm>
            <a:custGeom>
              <a:avLst/>
              <a:pathLst>
                <a:path w="6666" h="5658">
                  <a:moveTo>
                    <a:pt x="6666" y="56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7" name="pl1777"/>
            <p:cNvSpPr/>
            <p:nvPr/>
          </p:nvSpPr>
          <p:spPr>
            <a:xfrm>
              <a:off x="4485455" y="2031603"/>
              <a:ext cx="5503" cy="4775"/>
            </a:xfrm>
            <a:custGeom>
              <a:avLst/>
              <a:pathLst>
                <a:path w="5503" h="4775">
                  <a:moveTo>
                    <a:pt x="5503" y="47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8" name="pl1778"/>
            <p:cNvSpPr/>
            <p:nvPr/>
          </p:nvSpPr>
          <p:spPr>
            <a:xfrm>
              <a:off x="4435899" y="2079267"/>
              <a:ext cx="11307" cy="9194"/>
            </a:xfrm>
            <a:custGeom>
              <a:avLst/>
              <a:pathLst>
                <a:path w="11307" h="9194">
                  <a:moveTo>
                    <a:pt x="11307" y="9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9" name="pl1779"/>
            <p:cNvSpPr/>
            <p:nvPr/>
          </p:nvSpPr>
          <p:spPr>
            <a:xfrm>
              <a:off x="4468874" y="2062245"/>
              <a:ext cx="15622" cy="13123"/>
            </a:xfrm>
            <a:custGeom>
              <a:avLst/>
              <a:pathLst>
                <a:path w="15622" h="13123">
                  <a:moveTo>
                    <a:pt x="15622" y="131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0" name="pl1780"/>
            <p:cNvSpPr/>
            <p:nvPr/>
          </p:nvSpPr>
          <p:spPr>
            <a:xfrm>
              <a:off x="4386195" y="2164743"/>
              <a:ext cx="17576" cy="12997"/>
            </a:xfrm>
            <a:custGeom>
              <a:avLst/>
              <a:pathLst>
                <a:path w="17576" h="12997">
                  <a:moveTo>
                    <a:pt x="17576" y="129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1" name="pl1781"/>
            <p:cNvSpPr/>
            <p:nvPr/>
          </p:nvSpPr>
          <p:spPr>
            <a:xfrm>
              <a:off x="4443341" y="2125929"/>
              <a:ext cx="28609" cy="22560"/>
            </a:xfrm>
            <a:custGeom>
              <a:avLst/>
              <a:pathLst>
                <a:path w="28609" h="22560">
                  <a:moveTo>
                    <a:pt x="28609" y="225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2" name="pl1782"/>
            <p:cNvSpPr/>
            <p:nvPr/>
          </p:nvSpPr>
          <p:spPr>
            <a:xfrm>
              <a:off x="4277940" y="2357294"/>
              <a:ext cx="36408" cy="21463"/>
            </a:xfrm>
            <a:custGeom>
              <a:avLst/>
              <a:pathLst>
                <a:path w="36408" h="21463">
                  <a:moveTo>
                    <a:pt x="36408" y="21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3" name="pl1783"/>
            <p:cNvSpPr/>
            <p:nvPr/>
          </p:nvSpPr>
          <p:spPr>
            <a:xfrm>
              <a:off x="4389262" y="2260963"/>
              <a:ext cx="7216" cy="4938"/>
            </a:xfrm>
            <a:custGeom>
              <a:avLst/>
              <a:pathLst>
                <a:path w="7216" h="4938">
                  <a:moveTo>
                    <a:pt x="7216" y="49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4" name="pl1784"/>
            <p:cNvSpPr/>
            <p:nvPr/>
          </p:nvSpPr>
          <p:spPr>
            <a:xfrm>
              <a:off x="4215718" y="2411115"/>
              <a:ext cx="69207" cy="37468"/>
            </a:xfrm>
            <a:custGeom>
              <a:avLst/>
              <a:pathLst>
                <a:path w="69207" h="37468">
                  <a:moveTo>
                    <a:pt x="69207" y="374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5" name="pl1785"/>
            <p:cNvSpPr/>
            <p:nvPr/>
          </p:nvSpPr>
          <p:spPr>
            <a:xfrm>
              <a:off x="4338327" y="2355792"/>
              <a:ext cx="2487" cy="1519"/>
            </a:xfrm>
            <a:custGeom>
              <a:avLst/>
              <a:pathLst>
                <a:path w="2487" h="1519">
                  <a:moveTo>
                    <a:pt x="2487" y="1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6" name="pl1786"/>
            <p:cNvSpPr/>
            <p:nvPr/>
          </p:nvSpPr>
          <p:spPr>
            <a:xfrm>
              <a:off x="4194497" y="2438646"/>
              <a:ext cx="77553" cy="40395"/>
            </a:xfrm>
            <a:custGeom>
              <a:avLst/>
              <a:pathLst>
                <a:path w="77553" h="40395">
                  <a:moveTo>
                    <a:pt x="77553" y="40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7" name="pl1787"/>
            <p:cNvSpPr/>
            <p:nvPr/>
          </p:nvSpPr>
          <p:spPr>
            <a:xfrm>
              <a:off x="4305397" y="2417591"/>
              <a:ext cx="43143" cy="24371"/>
            </a:xfrm>
            <a:custGeom>
              <a:avLst/>
              <a:pathLst>
                <a:path w="43143" h="24371">
                  <a:moveTo>
                    <a:pt x="43143" y="243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8" name="pl1788"/>
            <p:cNvSpPr/>
            <p:nvPr/>
          </p:nvSpPr>
          <p:spPr>
            <a:xfrm>
              <a:off x="4127146" y="2706250"/>
              <a:ext cx="84822" cy="31140"/>
            </a:xfrm>
            <a:custGeom>
              <a:avLst/>
              <a:pathLst>
                <a:path w="84822" h="31140">
                  <a:moveTo>
                    <a:pt x="84822" y="311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9" name="pl1789"/>
            <p:cNvSpPr/>
            <p:nvPr/>
          </p:nvSpPr>
          <p:spPr>
            <a:xfrm>
              <a:off x="4274256" y="2586903"/>
              <a:ext cx="43654" cy="20180"/>
            </a:xfrm>
            <a:custGeom>
              <a:avLst/>
              <a:pathLst>
                <a:path w="43654" h="20180">
                  <a:moveTo>
                    <a:pt x="43654" y="201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0" name="pl1790"/>
            <p:cNvSpPr/>
            <p:nvPr/>
          </p:nvSpPr>
          <p:spPr>
            <a:xfrm>
              <a:off x="4057544" y="2929415"/>
              <a:ext cx="135886" cy="33305"/>
            </a:xfrm>
            <a:custGeom>
              <a:avLst/>
              <a:pathLst>
                <a:path w="135886" h="33305">
                  <a:moveTo>
                    <a:pt x="135886" y="33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1" name="pl1791"/>
            <p:cNvSpPr/>
            <p:nvPr/>
          </p:nvSpPr>
          <p:spPr>
            <a:xfrm>
              <a:off x="4247099" y="2781902"/>
              <a:ext cx="12380" cy="4333"/>
            </a:xfrm>
            <a:custGeom>
              <a:avLst/>
              <a:pathLst>
                <a:path w="12380" h="4333">
                  <a:moveTo>
                    <a:pt x="12380" y="43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2" name="pl1792"/>
            <p:cNvSpPr/>
            <p:nvPr/>
          </p:nvSpPr>
          <p:spPr>
            <a:xfrm>
              <a:off x="3989989" y="3085984"/>
              <a:ext cx="185557" cy="30224"/>
            </a:xfrm>
            <a:custGeom>
              <a:avLst/>
              <a:pathLst>
                <a:path w="185557" h="30224">
                  <a:moveTo>
                    <a:pt x="185557" y="302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3" name="pl1793"/>
            <p:cNvSpPr/>
            <p:nvPr/>
          </p:nvSpPr>
          <p:spPr>
            <a:xfrm>
              <a:off x="4210281" y="2949383"/>
              <a:ext cx="14124" cy="3592"/>
            </a:xfrm>
            <a:custGeom>
              <a:avLst/>
              <a:pathLst>
                <a:path w="14124" h="3592">
                  <a:moveTo>
                    <a:pt x="14124" y="35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4" name="pl1794"/>
            <p:cNvSpPr/>
            <p:nvPr/>
          </p:nvSpPr>
          <p:spPr>
            <a:xfrm>
              <a:off x="3978583" y="3177460"/>
              <a:ext cx="199714" cy="23726"/>
            </a:xfrm>
            <a:custGeom>
              <a:avLst/>
              <a:pathLst>
                <a:path w="199714" h="23726">
                  <a:moveTo>
                    <a:pt x="199714" y="237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5" name="pl1795"/>
            <p:cNvSpPr/>
            <p:nvPr/>
          </p:nvSpPr>
          <p:spPr>
            <a:xfrm>
              <a:off x="4197291" y="3076327"/>
              <a:ext cx="1432" cy="266"/>
            </a:xfrm>
            <a:custGeom>
              <a:avLst/>
              <a:pathLst>
                <a:path w="1432" h="266">
                  <a:moveTo>
                    <a:pt x="1432" y="2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6" name="pl1796"/>
            <p:cNvSpPr/>
            <p:nvPr/>
          </p:nvSpPr>
          <p:spPr>
            <a:xfrm>
              <a:off x="3962780" y="3200508"/>
              <a:ext cx="214466" cy="22973"/>
            </a:xfrm>
            <a:custGeom>
              <a:avLst/>
              <a:pathLst>
                <a:path w="214466" h="22973">
                  <a:moveTo>
                    <a:pt x="214466" y="229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7" name="pl1797"/>
            <p:cNvSpPr/>
            <p:nvPr/>
          </p:nvSpPr>
          <p:spPr>
            <a:xfrm>
              <a:off x="4186571" y="3149831"/>
              <a:ext cx="4326" cy="632"/>
            </a:xfrm>
            <a:custGeom>
              <a:avLst/>
              <a:pathLst>
                <a:path w="4326" h="632">
                  <a:moveTo>
                    <a:pt x="4326" y="6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8" name="pl1798"/>
            <p:cNvSpPr/>
            <p:nvPr/>
          </p:nvSpPr>
          <p:spPr>
            <a:xfrm>
              <a:off x="3963585" y="3221287"/>
              <a:ext cx="216127" cy="21053"/>
            </a:xfrm>
            <a:custGeom>
              <a:avLst/>
              <a:pathLst>
                <a:path w="216127" h="21053">
                  <a:moveTo>
                    <a:pt x="216127" y="210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9" name="pl1799"/>
            <p:cNvSpPr/>
            <p:nvPr/>
          </p:nvSpPr>
          <p:spPr>
            <a:xfrm>
              <a:off x="4184753" y="3196335"/>
              <a:ext cx="27487" cy="3346"/>
            </a:xfrm>
            <a:custGeom>
              <a:avLst/>
              <a:pathLst>
                <a:path w="27487" h="3346">
                  <a:moveTo>
                    <a:pt x="27487" y="33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0" name="pl1800"/>
            <p:cNvSpPr/>
            <p:nvPr/>
          </p:nvSpPr>
          <p:spPr>
            <a:xfrm>
              <a:off x="3978177" y="3352893"/>
              <a:ext cx="221379" cy="7956"/>
            </a:xfrm>
            <a:custGeom>
              <a:avLst/>
              <a:pathLst>
                <a:path w="221379" h="7956">
                  <a:moveTo>
                    <a:pt x="221379" y="79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1" name="pl1801"/>
            <p:cNvSpPr/>
            <p:nvPr/>
          </p:nvSpPr>
          <p:spPr>
            <a:xfrm>
              <a:off x="4521771" y="1971444"/>
              <a:ext cx="1069" cy="990"/>
            </a:xfrm>
            <a:custGeom>
              <a:avLst/>
              <a:pathLst>
                <a:path w="1069" h="990">
                  <a:moveTo>
                    <a:pt x="1069" y="9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2" name="pl1802"/>
            <p:cNvSpPr/>
            <p:nvPr/>
          </p:nvSpPr>
          <p:spPr>
            <a:xfrm>
              <a:off x="4515563" y="1978176"/>
              <a:ext cx="1073" cy="985"/>
            </a:xfrm>
            <a:custGeom>
              <a:avLst/>
              <a:pathLst>
                <a:path w="1073" h="985">
                  <a:moveTo>
                    <a:pt x="1073" y="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3" name="pl1803"/>
            <p:cNvSpPr/>
            <p:nvPr/>
          </p:nvSpPr>
          <p:spPr>
            <a:xfrm>
              <a:off x="4534271" y="1958060"/>
              <a:ext cx="1060" cy="999"/>
            </a:xfrm>
            <a:custGeom>
              <a:avLst/>
              <a:pathLst>
                <a:path w="1060" h="999">
                  <a:moveTo>
                    <a:pt x="1060" y="9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4" name="pl1804"/>
            <p:cNvSpPr/>
            <p:nvPr/>
          </p:nvSpPr>
          <p:spPr>
            <a:xfrm>
              <a:off x="4528006" y="1964739"/>
              <a:ext cx="1065" cy="994"/>
            </a:xfrm>
            <a:custGeom>
              <a:avLst/>
              <a:pathLst>
                <a:path w="1065" h="994">
                  <a:moveTo>
                    <a:pt x="1065" y="9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5" name="pl1805"/>
            <p:cNvSpPr/>
            <p:nvPr/>
          </p:nvSpPr>
          <p:spPr>
            <a:xfrm>
              <a:off x="4559612" y="1931613"/>
              <a:ext cx="1043" cy="1017"/>
            </a:xfrm>
            <a:custGeom>
              <a:avLst/>
              <a:pathLst>
                <a:path w="1043" h="1017">
                  <a:moveTo>
                    <a:pt x="1043" y="10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6" name="pl1806"/>
            <p:cNvSpPr/>
            <p:nvPr/>
          </p:nvSpPr>
          <p:spPr>
            <a:xfrm>
              <a:off x="4553234" y="1938184"/>
              <a:ext cx="1047" cy="1012"/>
            </a:xfrm>
            <a:custGeom>
              <a:avLst/>
              <a:pathLst>
                <a:path w="1047" h="1012">
                  <a:moveTo>
                    <a:pt x="1047" y="10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7" name="pl1807"/>
            <p:cNvSpPr/>
            <p:nvPr/>
          </p:nvSpPr>
          <p:spPr>
            <a:xfrm>
              <a:off x="4572451" y="1918553"/>
              <a:ext cx="1034" cy="1026"/>
            </a:xfrm>
            <a:custGeom>
              <a:avLst/>
              <a:pathLst>
                <a:path w="1034" h="1026">
                  <a:moveTo>
                    <a:pt x="1034" y="10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8" name="pl1808"/>
            <p:cNvSpPr/>
            <p:nvPr/>
          </p:nvSpPr>
          <p:spPr>
            <a:xfrm>
              <a:off x="4566017" y="1925069"/>
              <a:ext cx="1039" cy="1021"/>
            </a:xfrm>
            <a:custGeom>
              <a:avLst/>
              <a:pathLst>
                <a:path w="1039" h="1021">
                  <a:moveTo>
                    <a:pt x="1039" y="1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9" name="pl1809"/>
            <p:cNvSpPr/>
            <p:nvPr/>
          </p:nvSpPr>
          <p:spPr>
            <a:xfrm>
              <a:off x="4591917" y="1899170"/>
              <a:ext cx="1021" cy="1039"/>
            </a:xfrm>
            <a:custGeom>
              <a:avLst/>
              <a:pathLst>
                <a:path w="1021" h="1039">
                  <a:moveTo>
                    <a:pt x="1021" y="10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0" name="pl1810"/>
            <p:cNvSpPr/>
            <p:nvPr/>
          </p:nvSpPr>
          <p:spPr>
            <a:xfrm>
              <a:off x="4585401" y="1905603"/>
              <a:ext cx="1026" cy="1034"/>
            </a:xfrm>
            <a:custGeom>
              <a:avLst/>
              <a:pathLst>
                <a:path w="1026" h="1034">
                  <a:moveTo>
                    <a:pt x="1026" y="10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1" name="pl1811"/>
            <p:cNvSpPr/>
            <p:nvPr/>
          </p:nvSpPr>
          <p:spPr>
            <a:xfrm>
              <a:off x="4589679" y="1903420"/>
              <a:ext cx="1023" cy="1037"/>
            </a:xfrm>
            <a:custGeom>
              <a:avLst/>
              <a:pathLst>
                <a:path w="1023" h="1037">
                  <a:moveTo>
                    <a:pt x="1023" y="10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2" name="pl1812"/>
            <p:cNvSpPr/>
            <p:nvPr/>
          </p:nvSpPr>
          <p:spPr>
            <a:xfrm>
              <a:off x="4578912" y="1912064"/>
              <a:ext cx="2061" cy="2061"/>
            </a:xfrm>
            <a:custGeom>
              <a:avLst/>
              <a:pathLst>
                <a:path w="2061" h="2061">
                  <a:moveTo>
                    <a:pt x="2061" y="2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3" name="pl1813"/>
            <p:cNvSpPr/>
            <p:nvPr/>
          </p:nvSpPr>
          <p:spPr>
            <a:xfrm>
              <a:off x="4585830" y="1909284"/>
              <a:ext cx="2054" cy="2067"/>
            </a:xfrm>
            <a:custGeom>
              <a:avLst/>
              <a:pathLst>
                <a:path w="2054" h="2067">
                  <a:moveTo>
                    <a:pt x="2054" y="20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4" name="pl1814"/>
            <p:cNvSpPr/>
            <p:nvPr/>
          </p:nvSpPr>
          <p:spPr>
            <a:xfrm>
              <a:off x="4570268" y="1922832"/>
              <a:ext cx="3111" cy="3071"/>
            </a:xfrm>
            <a:custGeom>
              <a:avLst/>
              <a:pathLst>
                <a:path w="3111" h="3071">
                  <a:moveTo>
                    <a:pt x="3111" y="30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5" name="pl1815"/>
            <p:cNvSpPr/>
            <p:nvPr/>
          </p:nvSpPr>
          <p:spPr>
            <a:xfrm>
              <a:off x="4580614" y="1918610"/>
              <a:ext cx="2064" cy="2057"/>
            </a:xfrm>
            <a:custGeom>
              <a:avLst/>
              <a:pathLst>
                <a:path w="2064" h="2057">
                  <a:moveTo>
                    <a:pt x="2064" y="2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6" name="pl1816"/>
            <p:cNvSpPr/>
            <p:nvPr/>
          </p:nvSpPr>
          <p:spPr>
            <a:xfrm>
              <a:off x="4557465" y="1935910"/>
              <a:ext cx="5229" cy="5075"/>
            </a:xfrm>
            <a:custGeom>
              <a:avLst/>
              <a:pathLst>
                <a:path w="5229" h="5075">
                  <a:moveTo>
                    <a:pt x="5229" y="5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7" name="pl1817"/>
            <p:cNvSpPr/>
            <p:nvPr/>
          </p:nvSpPr>
          <p:spPr>
            <a:xfrm>
              <a:off x="4572653" y="1930793"/>
              <a:ext cx="1039" cy="1021"/>
            </a:xfrm>
            <a:custGeom>
              <a:avLst/>
              <a:pathLst>
                <a:path w="1039" h="1021">
                  <a:moveTo>
                    <a:pt x="1039" y="1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8" name="pl1818"/>
            <p:cNvSpPr/>
            <p:nvPr/>
          </p:nvSpPr>
          <p:spPr>
            <a:xfrm>
              <a:off x="4546885" y="1944782"/>
              <a:ext cx="7365" cy="7058"/>
            </a:xfrm>
            <a:custGeom>
              <a:avLst/>
              <a:pathLst>
                <a:path w="7365" h="7058">
                  <a:moveTo>
                    <a:pt x="7365" y="70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9" name="pl1819"/>
            <p:cNvSpPr/>
            <p:nvPr/>
          </p:nvSpPr>
          <p:spPr>
            <a:xfrm>
              <a:off x="4618255" y="1873716"/>
              <a:ext cx="1003" cy="1056"/>
            </a:xfrm>
            <a:custGeom>
              <a:avLst/>
              <a:pathLst>
                <a:path w="1003" h="1056">
                  <a:moveTo>
                    <a:pt x="1003" y="1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0" name="pl1820"/>
            <p:cNvSpPr/>
            <p:nvPr/>
          </p:nvSpPr>
          <p:spPr>
            <a:xfrm>
              <a:off x="4611630" y="1880037"/>
              <a:ext cx="1008" cy="1052"/>
            </a:xfrm>
            <a:custGeom>
              <a:avLst/>
              <a:pathLst>
                <a:path w="1008" h="1052">
                  <a:moveTo>
                    <a:pt x="1008" y="10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1" name="pl1821"/>
            <p:cNvSpPr/>
            <p:nvPr/>
          </p:nvSpPr>
          <p:spPr>
            <a:xfrm>
              <a:off x="4631586" y="1861159"/>
              <a:ext cx="994" cy="1065"/>
            </a:xfrm>
            <a:custGeom>
              <a:avLst/>
              <a:pathLst>
                <a:path w="994" h="1065">
                  <a:moveTo>
                    <a:pt x="994" y="10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2" name="pl1822"/>
            <p:cNvSpPr/>
            <p:nvPr/>
          </p:nvSpPr>
          <p:spPr>
            <a:xfrm>
              <a:off x="4624907" y="1867423"/>
              <a:ext cx="999" cy="1060"/>
            </a:xfrm>
            <a:custGeom>
              <a:avLst/>
              <a:pathLst>
                <a:path w="999" h="1060">
                  <a:moveTo>
                    <a:pt x="999" y="10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3" name="pl1823"/>
            <p:cNvSpPr/>
            <p:nvPr/>
          </p:nvSpPr>
          <p:spPr>
            <a:xfrm>
              <a:off x="4629240" y="1865350"/>
              <a:ext cx="1994" cy="2125"/>
            </a:xfrm>
            <a:custGeom>
              <a:avLst/>
              <a:pathLst>
                <a:path w="1994" h="2125">
                  <a:moveTo>
                    <a:pt x="1994" y="2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4" name="pl1824"/>
            <p:cNvSpPr/>
            <p:nvPr/>
          </p:nvSpPr>
          <p:spPr>
            <a:xfrm>
              <a:off x="4615945" y="1877928"/>
              <a:ext cx="2012" cy="2108"/>
            </a:xfrm>
            <a:custGeom>
              <a:avLst/>
              <a:pathLst>
                <a:path w="2012" h="2108">
                  <a:moveTo>
                    <a:pt x="2012" y="21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5" name="pl1825"/>
            <p:cNvSpPr/>
            <p:nvPr/>
          </p:nvSpPr>
          <p:spPr>
            <a:xfrm>
              <a:off x="4665378" y="1830268"/>
              <a:ext cx="971" cy="1086"/>
            </a:xfrm>
            <a:custGeom>
              <a:avLst/>
              <a:pathLst>
                <a:path w="971" h="1086">
                  <a:moveTo>
                    <a:pt x="971" y="10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6" name="pl1826"/>
            <p:cNvSpPr/>
            <p:nvPr/>
          </p:nvSpPr>
          <p:spPr>
            <a:xfrm>
              <a:off x="4658567" y="1836388"/>
              <a:ext cx="976" cy="1081"/>
            </a:xfrm>
            <a:custGeom>
              <a:avLst/>
              <a:pathLst>
                <a:path w="976" h="1081">
                  <a:moveTo>
                    <a:pt x="976" y="10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7" name="pl1827"/>
            <p:cNvSpPr/>
            <p:nvPr/>
          </p:nvSpPr>
          <p:spPr>
            <a:xfrm>
              <a:off x="4662944" y="1834408"/>
              <a:ext cx="974" cy="1084"/>
            </a:xfrm>
            <a:custGeom>
              <a:avLst/>
              <a:pathLst>
                <a:path w="974" h="1084">
                  <a:moveTo>
                    <a:pt x="974" y="10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8" name="pl1828"/>
            <p:cNvSpPr/>
            <p:nvPr/>
          </p:nvSpPr>
          <p:spPr>
            <a:xfrm>
              <a:off x="4651782" y="1842537"/>
              <a:ext cx="1962" cy="2155"/>
            </a:xfrm>
            <a:custGeom>
              <a:avLst/>
              <a:pathLst>
                <a:path w="1962" h="2155">
                  <a:moveTo>
                    <a:pt x="1962" y="21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9" name="pl1829"/>
            <p:cNvSpPr/>
            <p:nvPr/>
          </p:nvSpPr>
          <p:spPr>
            <a:xfrm>
              <a:off x="4658824" y="1840084"/>
              <a:ext cx="977" cy="1080"/>
            </a:xfrm>
            <a:custGeom>
              <a:avLst/>
              <a:pathLst>
                <a:path w="977" h="1080">
                  <a:moveTo>
                    <a:pt x="977" y="10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0" name="pl1830"/>
            <p:cNvSpPr/>
            <p:nvPr/>
          </p:nvSpPr>
          <p:spPr>
            <a:xfrm>
              <a:off x="4645024" y="1848716"/>
              <a:ext cx="2956" cy="3220"/>
            </a:xfrm>
            <a:custGeom>
              <a:avLst/>
              <a:pathLst>
                <a:path w="2956" h="3220">
                  <a:moveTo>
                    <a:pt x="2956" y="32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1" name="pl1831"/>
            <p:cNvSpPr/>
            <p:nvPr/>
          </p:nvSpPr>
          <p:spPr>
            <a:xfrm>
              <a:off x="4653881" y="1846540"/>
              <a:ext cx="981" cy="1077"/>
            </a:xfrm>
            <a:custGeom>
              <a:avLst/>
              <a:pathLst>
                <a:path w="981" h="1077">
                  <a:moveTo>
                    <a:pt x="981" y="10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2" name="pl1832"/>
            <p:cNvSpPr/>
            <p:nvPr/>
          </p:nvSpPr>
          <p:spPr>
            <a:xfrm>
              <a:off x="4638292" y="1854923"/>
              <a:ext cx="3960" cy="4277"/>
            </a:xfrm>
            <a:custGeom>
              <a:avLst/>
              <a:pathLst>
                <a:path w="3960" h="4277">
                  <a:moveTo>
                    <a:pt x="3960" y="4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3" name="pl1833"/>
            <p:cNvSpPr/>
            <p:nvPr/>
          </p:nvSpPr>
          <p:spPr>
            <a:xfrm>
              <a:off x="4648546" y="1853396"/>
              <a:ext cx="3943" cy="4293"/>
            </a:xfrm>
            <a:custGeom>
              <a:avLst/>
              <a:pathLst>
                <a:path w="3943" h="4293">
                  <a:moveTo>
                    <a:pt x="3943" y="4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4" name="pl1834"/>
            <p:cNvSpPr/>
            <p:nvPr/>
          </p:nvSpPr>
          <p:spPr>
            <a:xfrm>
              <a:off x="4624582" y="1873742"/>
              <a:ext cx="5007" cy="5293"/>
            </a:xfrm>
            <a:custGeom>
              <a:avLst/>
              <a:pathLst>
                <a:path w="5007" h="5293">
                  <a:moveTo>
                    <a:pt x="5007" y="5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5" name="pl1835"/>
            <p:cNvSpPr/>
            <p:nvPr/>
          </p:nvSpPr>
          <p:spPr>
            <a:xfrm>
              <a:off x="4641001" y="1868321"/>
              <a:ext cx="993" cy="1066"/>
            </a:xfrm>
            <a:custGeom>
              <a:avLst/>
              <a:pathLst>
                <a:path w="993" h="1066">
                  <a:moveTo>
                    <a:pt x="993" y="10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6" name="pl1836"/>
            <p:cNvSpPr/>
            <p:nvPr/>
          </p:nvSpPr>
          <p:spPr>
            <a:xfrm>
              <a:off x="4605032" y="1886387"/>
              <a:ext cx="9115" cy="9431"/>
            </a:xfrm>
            <a:custGeom>
              <a:avLst/>
              <a:pathLst>
                <a:path w="9115" h="9431">
                  <a:moveTo>
                    <a:pt x="9115" y="9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7" name="pl1837"/>
            <p:cNvSpPr/>
            <p:nvPr/>
          </p:nvSpPr>
          <p:spPr>
            <a:xfrm>
              <a:off x="4628011" y="1882540"/>
              <a:ext cx="1003" cy="1057"/>
            </a:xfrm>
            <a:custGeom>
              <a:avLst/>
              <a:pathLst>
                <a:path w="1003" h="1057">
                  <a:moveTo>
                    <a:pt x="1003" y="1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8" name="pl1838"/>
            <p:cNvSpPr/>
            <p:nvPr/>
          </p:nvSpPr>
          <p:spPr>
            <a:xfrm>
              <a:off x="4598461" y="1892764"/>
              <a:ext cx="10172" cy="10436"/>
            </a:xfrm>
            <a:custGeom>
              <a:avLst/>
              <a:pathLst>
                <a:path w="10172" h="10436">
                  <a:moveTo>
                    <a:pt x="10172" y="10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9" name="pl1839"/>
            <p:cNvSpPr/>
            <p:nvPr/>
          </p:nvSpPr>
          <p:spPr>
            <a:xfrm>
              <a:off x="4618791" y="1893365"/>
              <a:ext cx="8082" cy="8402"/>
            </a:xfrm>
            <a:custGeom>
              <a:avLst/>
              <a:pathLst>
                <a:path w="8082" h="8402">
                  <a:moveTo>
                    <a:pt x="8082" y="84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0" name="pl1840"/>
            <p:cNvSpPr/>
            <p:nvPr/>
          </p:nvSpPr>
          <p:spPr>
            <a:xfrm>
              <a:off x="4563939" y="1941796"/>
              <a:ext cx="11502" cy="11166"/>
            </a:xfrm>
            <a:custGeom>
              <a:avLst/>
              <a:pathLst>
                <a:path w="11502" h="11166">
                  <a:moveTo>
                    <a:pt x="11502" y="111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1" name="pl1841"/>
            <p:cNvSpPr/>
            <p:nvPr/>
          </p:nvSpPr>
          <p:spPr>
            <a:xfrm>
              <a:off x="4600938" y="1927145"/>
              <a:ext cx="1028" cy="1032"/>
            </a:xfrm>
            <a:custGeom>
              <a:avLst/>
              <a:pathLst>
                <a:path w="1028" h="1032">
                  <a:moveTo>
                    <a:pt x="1028" y="1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2" name="pl1842"/>
            <p:cNvSpPr/>
            <p:nvPr/>
          </p:nvSpPr>
          <p:spPr>
            <a:xfrm>
              <a:off x="4540564" y="1951407"/>
              <a:ext cx="20074" cy="19072"/>
            </a:xfrm>
            <a:custGeom>
              <a:avLst/>
              <a:pathLst>
                <a:path w="20074" h="19072">
                  <a:moveTo>
                    <a:pt x="20074" y="190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3" name="pl1843"/>
            <p:cNvSpPr/>
            <p:nvPr/>
          </p:nvSpPr>
          <p:spPr>
            <a:xfrm>
              <a:off x="4692882" y="1806078"/>
              <a:ext cx="953" cy="1102"/>
            </a:xfrm>
            <a:custGeom>
              <a:avLst/>
              <a:pathLst>
                <a:path w="953" h="1102">
                  <a:moveTo>
                    <a:pt x="953" y="11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4" name="pl1844"/>
            <p:cNvSpPr/>
            <p:nvPr/>
          </p:nvSpPr>
          <p:spPr>
            <a:xfrm>
              <a:off x="4685968" y="1812081"/>
              <a:ext cx="957" cy="1098"/>
            </a:xfrm>
            <a:custGeom>
              <a:avLst/>
              <a:pathLst>
                <a:path w="957" h="1098">
                  <a:moveTo>
                    <a:pt x="957" y="10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5" name="pl1845"/>
            <p:cNvSpPr/>
            <p:nvPr/>
          </p:nvSpPr>
          <p:spPr>
            <a:xfrm>
              <a:off x="4690377" y="1810177"/>
              <a:ext cx="955" cy="1100"/>
            </a:xfrm>
            <a:custGeom>
              <a:avLst/>
              <a:pathLst>
                <a:path w="955" h="1100">
                  <a:moveTo>
                    <a:pt x="955" y="11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6" name="pl1846"/>
            <p:cNvSpPr/>
            <p:nvPr/>
          </p:nvSpPr>
          <p:spPr>
            <a:xfrm>
              <a:off x="4679079" y="1818114"/>
              <a:ext cx="1924" cy="2188"/>
            </a:xfrm>
            <a:custGeom>
              <a:avLst/>
              <a:pathLst>
                <a:path w="1924" h="2188">
                  <a:moveTo>
                    <a:pt x="1924" y="21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7" name="pl1847"/>
            <p:cNvSpPr/>
            <p:nvPr/>
          </p:nvSpPr>
          <p:spPr>
            <a:xfrm>
              <a:off x="4734902" y="1770683"/>
              <a:ext cx="924" cy="1126"/>
            </a:xfrm>
            <a:custGeom>
              <a:avLst/>
              <a:pathLst>
                <a:path w="924" h="1126">
                  <a:moveTo>
                    <a:pt x="924" y="11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8" name="pl1848"/>
            <p:cNvSpPr/>
            <p:nvPr/>
          </p:nvSpPr>
          <p:spPr>
            <a:xfrm>
              <a:off x="4727836" y="1776507"/>
              <a:ext cx="929" cy="1122"/>
            </a:xfrm>
            <a:custGeom>
              <a:avLst/>
              <a:pathLst>
                <a:path w="929" h="1122">
                  <a:moveTo>
                    <a:pt x="929" y="11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9" name="pl1849"/>
            <p:cNvSpPr/>
            <p:nvPr/>
          </p:nvSpPr>
          <p:spPr>
            <a:xfrm>
              <a:off x="4732293" y="1774716"/>
              <a:ext cx="926" cy="1124"/>
            </a:xfrm>
            <a:custGeom>
              <a:avLst/>
              <a:pathLst>
                <a:path w="926" h="1124">
                  <a:moveTo>
                    <a:pt x="926" y="11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0" name="pl1850"/>
            <p:cNvSpPr/>
            <p:nvPr/>
          </p:nvSpPr>
          <p:spPr>
            <a:xfrm>
              <a:off x="4720795" y="1782362"/>
              <a:ext cx="1868" cy="2237"/>
            </a:xfrm>
            <a:custGeom>
              <a:avLst/>
              <a:pathLst>
                <a:path w="1868" h="2237">
                  <a:moveTo>
                    <a:pt x="1868" y="22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1" name="pl1851"/>
            <p:cNvSpPr/>
            <p:nvPr/>
          </p:nvSpPr>
          <p:spPr>
            <a:xfrm>
              <a:off x="4749108" y="1759125"/>
              <a:ext cx="914" cy="1134"/>
            </a:xfrm>
            <a:custGeom>
              <a:avLst/>
              <a:pathLst>
                <a:path w="914" h="1134">
                  <a:moveTo>
                    <a:pt x="914" y="11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2" name="pl1852"/>
            <p:cNvSpPr/>
            <p:nvPr/>
          </p:nvSpPr>
          <p:spPr>
            <a:xfrm>
              <a:off x="4741993" y="1764889"/>
              <a:ext cx="919" cy="1130"/>
            </a:xfrm>
            <a:custGeom>
              <a:avLst/>
              <a:pathLst>
                <a:path w="919" h="1130">
                  <a:moveTo>
                    <a:pt x="919" y="11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3" name="pl1853"/>
            <p:cNvSpPr/>
            <p:nvPr/>
          </p:nvSpPr>
          <p:spPr>
            <a:xfrm>
              <a:off x="4770602" y="1742017"/>
              <a:ext cx="900" cy="1146"/>
            </a:xfrm>
            <a:custGeom>
              <a:avLst/>
              <a:pathLst>
                <a:path w="900" h="1146">
                  <a:moveTo>
                    <a:pt x="900" y="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4" name="pl1854"/>
            <p:cNvSpPr/>
            <p:nvPr/>
          </p:nvSpPr>
          <p:spPr>
            <a:xfrm>
              <a:off x="4763413" y="1747689"/>
              <a:ext cx="905" cy="1142"/>
            </a:xfrm>
            <a:custGeom>
              <a:avLst/>
              <a:pathLst>
                <a:path w="905" h="1142">
                  <a:moveTo>
                    <a:pt x="905" y="1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5" name="pl1855"/>
            <p:cNvSpPr/>
            <p:nvPr/>
          </p:nvSpPr>
          <p:spPr>
            <a:xfrm>
              <a:off x="4767907" y="1745994"/>
              <a:ext cx="902" cy="1144"/>
            </a:xfrm>
            <a:custGeom>
              <a:avLst/>
              <a:pathLst>
                <a:path w="902" h="1144">
                  <a:moveTo>
                    <a:pt x="902" y="11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6" name="pl1856"/>
            <p:cNvSpPr/>
            <p:nvPr/>
          </p:nvSpPr>
          <p:spPr>
            <a:xfrm>
              <a:off x="4756248" y="1753392"/>
              <a:ext cx="1820" cy="2276"/>
            </a:xfrm>
            <a:custGeom>
              <a:avLst/>
              <a:pathLst>
                <a:path w="1820" h="2276">
                  <a:moveTo>
                    <a:pt x="1820" y="22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7" name="pl1857"/>
            <p:cNvSpPr/>
            <p:nvPr/>
          </p:nvSpPr>
          <p:spPr>
            <a:xfrm>
              <a:off x="4785051" y="1730765"/>
              <a:ext cx="890" cy="1153"/>
            </a:xfrm>
            <a:custGeom>
              <a:avLst/>
              <a:pathLst>
                <a:path w="890" h="1153">
                  <a:moveTo>
                    <a:pt x="890" y="11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8" name="pl1858"/>
            <p:cNvSpPr/>
            <p:nvPr/>
          </p:nvSpPr>
          <p:spPr>
            <a:xfrm>
              <a:off x="4777815" y="1736376"/>
              <a:ext cx="895" cy="1149"/>
            </a:xfrm>
            <a:custGeom>
              <a:avLst/>
              <a:pathLst>
                <a:path w="895" h="1149">
                  <a:moveTo>
                    <a:pt x="895" y="1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9" name="pl1859"/>
            <p:cNvSpPr/>
            <p:nvPr/>
          </p:nvSpPr>
          <p:spPr>
            <a:xfrm>
              <a:off x="4828970" y="1697755"/>
              <a:ext cx="860" cy="1176"/>
            </a:xfrm>
            <a:custGeom>
              <a:avLst/>
              <a:pathLst>
                <a:path w="860" h="1176">
                  <a:moveTo>
                    <a:pt x="860" y="11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0" name="pl1860"/>
            <p:cNvSpPr/>
            <p:nvPr/>
          </p:nvSpPr>
          <p:spPr>
            <a:xfrm>
              <a:off x="4821591" y="1703179"/>
              <a:ext cx="865" cy="1172"/>
            </a:xfrm>
            <a:custGeom>
              <a:avLst/>
              <a:pathLst>
                <a:path w="865" h="1172">
                  <a:moveTo>
                    <a:pt x="865" y="11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1" name="pl1861"/>
            <p:cNvSpPr/>
            <p:nvPr/>
          </p:nvSpPr>
          <p:spPr>
            <a:xfrm>
              <a:off x="4826141" y="1701637"/>
              <a:ext cx="863" cy="1174"/>
            </a:xfrm>
            <a:custGeom>
              <a:avLst/>
              <a:pathLst>
                <a:path w="863" h="1174">
                  <a:moveTo>
                    <a:pt x="863" y="11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2" name="pl1862"/>
            <p:cNvSpPr/>
            <p:nvPr/>
          </p:nvSpPr>
          <p:spPr>
            <a:xfrm>
              <a:off x="4814237" y="1708634"/>
              <a:ext cx="1741" cy="2337"/>
            </a:xfrm>
            <a:custGeom>
              <a:avLst/>
              <a:pathLst>
                <a:path w="1741" h="2337">
                  <a:moveTo>
                    <a:pt x="1741" y="23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3" name="pl1863"/>
            <p:cNvSpPr/>
            <p:nvPr/>
          </p:nvSpPr>
          <p:spPr>
            <a:xfrm>
              <a:off x="4821484" y="1706883"/>
              <a:ext cx="866" cy="1171"/>
            </a:xfrm>
            <a:custGeom>
              <a:avLst/>
              <a:pathLst>
                <a:path w="866" h="1171">
                  <a:moveTo>
                    <a:pt x="866" y="11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4" name="pl1864"/>
            <p:cNvSpPr/>
            <p:nvPr/>
          </p:nvSpPr>
          <p:spPr>
            <a:xfrm>
              <a:off x="4806905" y="1714120"/>
              <a:ext cx="2626" cy="3494"/>
            </a:xfrm>
            <a:custGeom>
              <a:avLst/>
              <a:pathLst>
                <a:path w="2626" h="3494">
                  <a:moveTo>
                    <a:pt x="2626" y="3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5" name="pl1865"/>
            <p:cNvSpPr/>
            <p:nvPr/>
          </p:nvSpPr>
          <p:spPr>
            <a:xfrm>
              <a:off x="4815933" y="1712822"/>
              <a:ext cx="871" cy="1168"/>
            </a:xfrm>
            <a:custGeom>
              <a:avLst/>
              <a:pathLst>
                <a:path w="871" h="1168">
                  <a:moveTo>
                    <a:pt x="871" y="11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6" name="pl1866"/>
            <p:cNvSpPr/>
            <p:nvPr/>
          </p:nvSpPr>
          <p:spPr>
            <a:xfrm>
              <a:off x="4799597" y="1719637"/>
              <a:ext cx="3522" cy="4645"/>
            </a:xfrm>
            <a:custGeom>
              <a:avLst/>
              <a:pathLst>
                <a:path w="3522" h="4645">
                  <a:moveTo>
                    <a:pt x="3522" y="46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7" name="pl1867"/>
            <p:cNvSpPr/>
            <p:nvPr/>
          </p:nvSpPr>
          <p:spPr>
            <a:xfrm>
              <a:off x="4809951" y="1719123"/>
              <a:ext cx="875" cy="1164"/>
            </a:xfrm>
            <a:custGeom>
              <a:avLst/>
              <a:pathLst>
                <a:path w="875" h="1164">
                  <a:moveTo>
                    <a:pt x="875" y="11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8" name="pl1868"/>
            <p:cNvSpPr/>
            <p:nvPr/>
          </p:nvSpPr>
          <p:spPr>
            <a:xfrm>
              <a:off x="4792312" y="1725186"/>
              <a:ext cx="4427" cy="5787"/>
            </a:xfrm>
            <a:custGeom>
              <a:avLst/>
              <a:pathLst>
                <a:path w="4427" h="5787">
                  <a:moveTo>
                    <a:pt x="4427" y="57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9" name="pl1869"/>
            <p:cNvSpPr/>
            <p:nvPr/>
          </p:nvSpPr>
          <p:spPr>
            <a:xfrm>
              <a:off x="4803773" y="1725616"/>
              <a:ext cx="1761" cy="2322"/>
            </a:xfrm>
            <a:custGeom>
              <a:avLst/>
              <a:pathLst>
                <a:path w="1761" h="2322">
                  <a:moveTo>
                    <a:pt x="1761" y="23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0" name="pl1870"/>
            <p:cNvSpPr/>
            <p:nvPr/>
          </p:nvSpPr>
          <p:spPr>
            <a:xfrm>
              <a:off x="4782323" y="1734719"/>
              <a:ext cx="5357" cy="6910"/>
            </a:xfrm>
            <a:custGeom>
              <a:avLst/>
              <a:pathLst>
                <a:path w="5357" h="6910">
                  <a:moveTo>
                    <a:pt x="5357" y="6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1" name="pl1871"/>
            <p:cNvSpPr/>
            <p:nvPr/>
          </p:nvSpPr>
          <p:spPr>
            <a:xfrm>
              <a:off x="4796589" y="1734760"/>
              <a:ext cx="2660" cy="3469"/>
            </a:xfrm>
            <a:custGeom>
              <a:avLst/>
              <a:pathLst>
                <a:path w="2660" h="3469">
                  <a:moveTo>
                    <a:pt x="2660" y="34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2" name="pl1872"/>
            <p:cNvSpPr/>
            <p:nvPr/>
          </p:nvSpPr>
          <p:spPr>
            <a:xfrm>
              <a:off x="4763432" y="1751395"/>
              <a:ext cx="7251" cy="9129"/>
            </a:xfrm>
            <a:custGeom>
              <a:avLst/>
              <a:pathLst>
                <a:path w="7251" h="9129">
                  <a:moveTo>
                    <a:pt x="7251" y="91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3" name="pl1873"/>
            <p:cNvSpPr/>
            <p:nvPr/>
          </p:nvSpPr>
          <p:spPr>
            <a:xfrm>
              <a:off x="4784919" y="1749316"/>
              <a:ext cx="1793" cy="2297"/>
            </a:xfrm>
            <a:custGeom>
              <a:avLst/>
              <a:pathLst>
                <a:path w="1793" h="2297">
                  <a:moveTo>
                    <a:pt x="1793" y="2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4" name="pl1874"/>
            <p:cNvSpPr/>
            <p:nvPr/>
          </p:nvSpPr>
          <p:spPr>
            <a:xfrm>
              <a:off x="4746465" y="1763136"/>
              <a:ext cx="10090" cy="12457"/>
            </a:xfrm>
            <a:custGeom>
              <a:avLst/>
              <a:pathLst>
                <a:path w="10090" h="12457">
                  <a:moveTo>
                    <a:pt x="10090" y="12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5" name="pl1875"/>
            <p:cNvSpPr/>
            <p:nvPr/>
          </p:nvSpPr>
          <p:spPr>
            <a:xfrm>
              <a:off x="4771580" y="1763535"/>
              <a:ext cx="2721" cy="3422"/>
            </a:xfrm>
            <a:custGeom>
              <a:avLst/>
              <a:pathLst>
                <a:path w="2721" h="3422">
                  <a:moveTo>
                    <a:pt x="2721" y="34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6" name="pl1876"/>
            <p:cNvSpPr/>
            <p:nvPr/>
          </p:nvSpPr>
          <p:spPr>
            <a:xfrm>
              <a:off x="4727934" y="1780211"/>
              <a:ext cx="12097" cy="14581"/>
            </a:xfrm>
            <a:custGeom>
              <a:avLst/>
              <a:pathLst>
                <a:path w="12097" h="14581">
                  <a:moveTo>
                    <a:pt x="12097" y="14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7" name="pl1877"/>
            <p:cNvSpPr/>
            <p:nvPr/>
          </p:nvSpPr>
          <p:spPr>
            <a:xfrm>
              <a:off x="4757094" y="1780786"/>
              <a:ext cx="918" cy="1131"/>
            </a:xfrm>
            <a:custGeom>
              <a:avLst/>
              <a:pathLst>
                <a:path w="918" h="1131">
                  <a:moveTo>
                    <a:pt x="918" y="1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8" name="pl1878"/>
            <p:cNvSpPr/>
            <p:nvPr/>
          </p:nvSpPr>
          <p:spPr>
            <a:xfrm>
              <a:off x="4713779" y="1788246"/>
              <a:ext cx="15022" cy="17834"/>
            </a:xfrm>
            <a:custGeom>
              <a:avLst/>
              <a:pathLst>
                <a:path w="15022" h="17834">
                  <a:moveTo>
                    <a:pt x="15022" y="178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9" name="pl1879"/>
            <p:cNvSpPr/>
            <p:nvPr/>
          </p:nvSpPr>
          <p:spPr>
            <a:xfrm>
              <a:off x="4743353" y="1793934"/>
              <a:ext cx="928" cy="1122"/>
            </a:xfrm>
            <a:custGeom>
              <a:avLst/>
              <a:pathLst>
                <a:path w="928" h="1122">
                  <a:moveTo>
                    <a:pt x="928" y="11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0" name="pl1880"/>
            <p:cNvSpPr/>
            <p:nvPr/>
          </p:nvSpPr>
          <p:spPr>
            <a:xfrm>
              <a:off x="4706788" y="1794160"/>
              <a:ext cx="16042" cy="18880"/>
            </a:xfrm>
            <a:custGeom>
              <a:avLst/>
              <a:pathLst>
                <a:path w="16042" h="18880">
                  <a:moveTo>
                    <a:pt x="16042" y="188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1" name="pl1881"/>
            <p:cNvSpPr/>
            <p:nvPr/>
          </p:nvSpPr>
          <p:spPr>
            <a:xfrm>
              <a:off x="4733526" y="1804013"/>
              <a:ext cx="936" cy="1116"/>
            </a:xfrm>
            <a:custGeom>
              <a:avLst/>
              <a:pathLst>
                <a:path w="936" h="1116">
                  <a:moveTo>
                    <a:pt x="936" y="11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2" name="pl1882"/>
            <p:cNvSpPr/>
            <p:nvPr/>
          </p:nvSpPr>
          <p:spPr>
            <a:xfrm>
              <a:off x="4699822" y="1800104"/>
              <a:ext cx="17070" cy="19918"/>
            </a:xfrm>
            <a:custGeom>
              <a:avLst/>
              <a:pathLst>
                <a:path w="17070" h="19918">
                  <a:moveTo>
                    <a:pt x="17070" y="199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3" name="pl1883"/>
            <p:cNvSpPr/>
            <p:nvPr/>
          </p:nvSpPr>
          <p:spPr>
            <a:xfrm>
              <a:off x="4725658" y="1812553"/>
              <a:ext cx="2827" cy="3335"/>
            </a:xfrm>
            <a:custGeom>
              <a:avLst/>
              <a:pathLst>
                <a:path w="2827" h="3335">
                  <a:moveTo>
                    <a:pt x="2827" y="3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4" name="pl1884"/>
            <p:cNvSpPr/>
            <p:nvPr/>
          </p:nvSpPr>
          <p:spPr>
            <a:xfrm>
              <a:off x="4686161" y="1815782"/>
              <a:ext cx="18220" cy="20851"/>
            </a:xfrm>
            <a:custGeom>
              <a:avLst/>
              <a:pathLst>
                <a:path w="18220" h="20851">
                  <a:moveTo>
                    <a:pt x="18220" y="20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5" name="pl1885"/>
            <p:cNvSpPr/>
            <p:nvPr/>
          </p:nvSpPr>
          <p:spPr>
            <a:xfrm>
              <a:off x="4843795" y="1687003"/>
              <a:ext cx="850" cy="1183"/>
            </a:xfrm>
            <a:custGeom>
              <a:avLst/>
              <a:pathLst>
                <a:path w="850" h="1183">
                  <a:moveTo>
                    <a:pt x="850" y="11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6" name="pl1886"/>
            <p:cNvSpPr/>
            <p:nvPr/>
          </p:nvSpPr>
          <p:spPr>
            <a:xfrm>
              <a:off x="4836371" y="1692364"/>
              <a:ext cx="855" cy="1179"/>
            </a:xfrm>
            <a:custGeom>
              <a:avLst/>
              <a:pathLst>
                <a:path w="855" h="1179">
                  <a:moveTo>
                    <a:pt x="855" y="11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7" name="pl1887"/>
            <p:cNvSpPr/>
            <p:nvPr/>
          </p:nvSpPr>
          <p:spPr>
            <a:xfrm>
              <a:off x="4866204" y="1671114"/>
              <a:ext cx="835" cy="1194"/>
            </a:xfrm>
            <a:custGeom>
              <a:avLst/>
              <a:pathLst>
                <a:path w="835" h="1194">
                  <a:moveTo>
                    <a:pt x="835" y="1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8" name="pl1888"/>
            <p:cNvSpPr/>
            <p:nvPr/>
          </p:nvSpPr>
          <p:spPr>
            <a:xfrm>
              <a:off x="4858712" y="1676378"/>
              <a:ext cx="840" cy="1190"/>
            </a:xfrm>
            <a:custGeom>
              <a:avLst/>
              <a:pathLst>
                <a:path w="840" h="1190">
                  <a:moveTo>
                    <a:pt x="840" y="11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9" name="pl1889"/>
            <p:cNvSpPr/>
            <p:nvPr/>
          </p:nvSpPr>
          <p:spPr>
            <a:xfrm>
              <a:off x="4888815" y="1655512"/>
              <a:ext cx="819" cy="1204"/>
            </a:xfrm>
            <a:custGeom>
              <a:avLst/>
              <a:pathLst>
                <a:path w="819" h="1204">
                  <a:moveTo>
                    <a:pt x="819" y="12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0" name="pl1890"/>
            <p:cNvSpPr/>
            <p:nvPr/>
          </p:nvSpPr>
          <p:spPr>
            <a:xfrm>
              <a:off x="4881256" y="1660680"/>
              <a:ext cx="825" cy="1201"/>
            </a:xfrm>
            <a:custGeom>
              <a:avLst/>
              <a:pathLst>
                <a:path w="825" h="1201">
                  <a:moveTo>
                    <a:pt x="825" y="12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1" name="pl1891"/>
            <p:cNvSpPr/>
            <p:nvPr/>
          </p:nvSpPr>
          <p:spPr>
            <a:xfrm>
              <a:off x="4885855" y="1659295"/>
              <a:ext cx="822" cy="1203"/>
            </a:xfrm>
            <a:custGeom>
              <a:avLst/>
              <a:pathLst>
                <a:path w="822" h="1203">
                  <a:moveTo>
                    <a:pt x="822" y="12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2" name="pl1892"/>
            <p:cNvSpPr/>
            <p:nvPr/>
          </p:nvSpPr>
          <p:spPr>
            <a:xfrm>
              <a:off x="4873719" y="1665881"/>
              <a:ext cx="1660" cy="2395"/>
            </a:xfrm>
            <a:custGeom>
              <a:avLst/>
              <a:pathLst>
                <a:path w="1660" h="2395">
                  <a:moveTo>
                    <a:pt x="1660" y="2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3" name="pl1893"/>
            <p:cNvSpPr/>
            <p:nvPr/>
          </p:nvSpPr>
          <p:spPr>
            <a:xfrm>
              <a:off x="4911623" y="1640201"/>
              <a:ext cx="804" cy="1215"/>
            </a:xfrm>
            <a:custGeom>
              <a:avLst/>
              <a:pathLst>
                <a:path w="804" h="1215">
                  <a:moveTo>
                    <a:pt x="804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4" name="pl1894"/>
            <p:cNvSpPr/>
            <p:nvPr/>
          </p:nvSpPr>
          <p:spPr>
            <a:xfrm>
              <a:off x="4903999" y="1645272"/>
              <a:ext cx="809" cy="1211"/>
            </a:xfrm>
            <a:custGeom>
              <a:avLst/>
              <a:pathLst>
                <a:path w="809" h="1211">
                  <a:moveTo>
                    <a:pt x="809" y="12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5" name="pl1895"/>
            <p:cNvSpPr/>
            <p:nvPr/>
          </p:nvSpPr>
          <p:spPr>
            <a:xfrm>
              <a:off x="4926937" y="1630157"/>
              <a:ext cx="794" cy="1222"/>
            </a:xfrm>
            <a:custGeom>
              <a:avLst/>
              <a:pathLst>
                <a:path w="794" h="1222">
                  <a:moveTo>
                    <a:pt x="794" y="12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6" name="pl1896"/>
            <p:cNvSpPr/>
            <p:nvPr/>
          </p:nvSpPr>
          <p:spPr>
            <a:xfrm>
              <a:off x="4919270" y="1635163"/>
              <a:ext cx="799" cy="1218"/>
            </a:xfrm>
            <a:custGeom>
              <a:avLst/>
              <a:pathLst>
                <a:path w="799" h="1218">
                  <a:moveTo>
                    <a:pt x="799" y="12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7" name="pl1897"/>
            <p:cNvSpPr/>
            <p:nvPr/>
          </p:nvSpPr>
          <p:spPr>
            <a:xfrm>
              <a:off x="4923897" y="1633876"/>
              <a:ext cx="1593" cy="2440"/>
            </a:xfrm>
            <a:custGeom>
              <a:avLst/>
              <a:pathLst>
                <a:path w="1593" h="2440">
                  <a:moveTo>
                    <a:pt x="1593" y="24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8" name="pl1898"/>
            <p:cNvSpPr/>
            <p:nvPr/>
          </p:nvSpPr>
          <p:spPr>
            <a:xfrm>
              <a:off x="4908615" y="1643946"/>
              <a:ext cx="1614" cy="2426"/>
            </a:xfrm>
            <a:custGeom>
              <a:avLst/>
              <a:pathLst>
                <a:path w="1614" h="2426">
                  <a:moveTo>
                    <a:pt x="1614" y="24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9" name="pl1899"/>
            <p:cNvSpPr/>
            <p:nvPr/>
          </p:nvSpPr>
          <p:spPr>
            <a:xfrm>
              <a:off x="4917850" y="1641329"/>
              <a:ext cx="801" cy="1216"/>
            </a:xfrm>
            <a:custGeom>
              <a:avLst/>
              <a:pathLst>
                <a:path w="801" h="1216">
                  <a:moveTo>
                    <a:pt x="801" y="1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0" name="pl1900"/>
            <p:cNvSpPr/>
            <p:nvPr/>
          </p:nvSpPr>
          <p:spPr>
            <a:xfrm>
              <a:off x="4896396" y="1650376"/>
              <a:ext cx="3259" cy="4833"/>
            </a:xfrm>
            <a:custGeom>
              <a:avLst/>
              <a:pathLst>
                <a:path w="3259" h="4833">
                  <a:moveTo>
                    <a:pt x="3259" y="4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1" name="pl1901"/>
            <p:cNvSpPr/>
            <p:nvPr/>
          </p:nvSpPr>
          <p:spPr>
            <a:xfrm>
              <a:off x="4909136" y="1648852"/>
              <a:ext cx="2425" cy="3637"/>
            </a:xfrm>
            <a:custGeom>
              <a:avLst/>
              <a:pathLst>
                <a:path w="2425" h="3637">
                  <a:moveTo>
                    <a:pt x="2425" y="3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2" name="pl1902"/>
            <p:cNvSpPr/>
            <p:nvPr/>
          </p:nvSpPr>
          <p:spPr>
            <a:xfrm>
              <a:off x="4881022" y="1664378"/>
              <a:ext cx="4132" cy="6002"/>
            </a:xfrm>
            <a:custGeom>
              <a:avLst/>
              <a:pathLst>
                <a:path w="4132" h="6002">
                  <a:moveTo>
                    <a:pt x="4132" y="60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3" name="pl1903"/>
            <p:cNvSpPr/>
            <p:nvPr/>
          </p:nvSpPr>
          <p:spPr>
            <a:xfrm>
              <a:off x="4898325" y="1661386"/>
              <a:ext cx="1634" cy="2413"/>
            </a:xfrm>
            <a:custGeom>
              <a:avLst/>
              <a:pathLst>
                <a:path w="1634" h="2413">
                  <a:moveTo>
                    <a:pt x="1634" y="2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4" name="pl1904"/>
            <p:cNvSpPr/>
            <p:nvPr/>
          </p:nvSpPr>
          <p:spPr>
            <a:xfrm>
              <a:off x="4863293" y="1674934"/>
              <a:ext cx="6703" cy="9539"/>
            </a:xfrm>
            <a:custGeom>
              <a:avLst/>
              <a:pathLst>
                <a:path w="6703" h="9539">
                  <a:moveTo>
                    <a:pt x="6703" y="95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5" name="pl1905"/>
            <p:cNvSpPr/>
            <p:nvPr/>
          </p:nvSpPr>
          <p:spPr>
            <a:xfrm>
              <a:off x="4942336" y="1620244"/>
              <a:ext cx="783" cy="1228"/>
            </a:xfrm>
            <a:custGeom>
              <a:avLst/>
              <a:pathLst>
                <a:path w="783" h="1228">
                  <a:moveTo>
                    <a:pt x="783" y="12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6" name="pl1906"/>
            <p:cNvSpPr/>
            <p:nvPr/>
          </p:nvSpPr>
          <p:spPr>
            <a:xfrm>
              <a:off x="4934626" y="1625184"/>
              <a:ext cx="788" cy="1225"/>
            </a:xfrm>
            <a:custGeom>
              <a:avLst/>
              <a:pathLst>
                <a:path w="788" h="1225">
                  <a:moveTo>
                    <a:pt x="788" y="12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7" name="pl1907"/>
            <p:cNvSpPr/>
            <p:nvPr/>
          </p:nvSpPr>
          <p:spPr>
            <a:xfrm>
              <a:off x="4989033" y="1591298"/>
              <a:ext cx="751" cy="1248"/>
            </a:xfrm>
            <a:custGeom>
              <a:avLst/>
              <a:pathLst>
                <a:path w="751" h="1248">
                  <a:moveTo>
                    <a:pt x="751" y="12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8" name="pl1908"/>
            <p:cNvSpPr/>
            <p:nvPr/>
          </p:nvSpPr>
          <p:spPr>
            <a:xfrm>
              <a:off x="4981199" y="1596039"/>
              <a:ext cx="757" cy="1245"/>
            </a:xfrm>
            <a:custGeom>
              <a:avLst/>
              <a:pathLst>
                <a:path w="757" h="1245">
                  <a:moveTo>
                    <a:pt x="757" y="12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9" name="pl1909"/>
            <p:cNvSpPr/>
            <p:nvPr/>
          </p:nvSpPr>
          <p:spPr>
            <a:xfrm>
              <a:off x="5020570" y="1572669"/>
              <a:ext cx="730" cy="1261"/>
            </a:xfrm>
            <a:custGeom>
              <a:avLst/>
              <a:pathLst>
                <a:path w="730" h="1261">
                  <a:moveTo>
                    <a:pt x="730" y="12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0" name="pl1910"/>
            <p:cNvSpPr/>
            <p:nvPr/>
          </p:nvSpPr>
          <p:spPr>
            <a:xfrm>
              <a:off x="5012656" y="1577276"/>
              <a:ext cx="735" cy="1257"/>
            </a:xfrm>
            <a:custGeom>
              <a:avLst/>
              <a:pathLst>
                <a:path w="735" h="1257">
                  <a:moveTo>
                    <a:pt x="735" y="1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1" name="pl1911"/>
            <p:cNvSpPr/>
            <p:nvPr/>
          </p:nvSpPr>
          <p:spPr>
            <a:xfrm>
              <a:off x="5036456" y="1563557"/>
              <a:ext cx="719" cy="1267"/>
            </a:xfrm>
            <a:custGeom>
              <a:avLst/>
              <a:pathLst>
                <a:path w="719" h="1267">
                  <a:moveTo>
                    <a:pt x="719" y="12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2" name="pl1912"/>
            <p:cNvSpPr/>
            <p:nvPr/>
          </p:nvSpPr>
          <p:spPr>
            <a:xfrm>
              <a:off x="5028503" y="1568096"/>
              <a:ext cx="725" cy="1264"/>
            </a:xfrm>
            <a:custGeom>
              <a:avLst/>
              <a:pathLst>
                <a:path w="725" h="1264">
                  <a:moveTo>
                    <a:pt x="725" y="1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3" name="pl1913"/>
            <p:cNvSpPr/>
            <p:nvPr/>
          </p:nvSpPr>
          <p:spPr>
            <a:xfrm>
              <a:off x="5052420" y="1554581"/>
              <a:ext cx="708" cy="1273"/>
            </a:xfrm>
            <a:custGeom>
              <a:avLst/>
              <a:pathLst>
                <a:path w="708" h="1273">
                  <a:moveTo>
                    <a:pt x="708" y="12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4" name="pl1914"/>
            <p:cNvSpPr/>
            <p:nvPr/>
          </p:nvSpPr>
          <p:spPr>
            <a:xfrm>
              <a:off x="5044428" y="1559052"/>
              <a:ext cx="714" cy="1270"/>
            </a:xfrm>
            <a:custGeom>
              <a:avLst/>
              <a:pathLst>
                <a:path w="714" h="1270">
                  <a:moveTo>
                    <a:pt x="714" y="12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5" name="pl1915"/>
            <p:cNvSpPr/>
            <p:nvPr/>
          </p:nvSpPr>
          <p:spPr>
            <a:xfrm>
              <a:off x="5049133" y="1558084"/>
              <a:ext cx="1423" cy="2543"/>
            </a:xfrm>
            <a:custGeom>
              <a:avLst/>
              <a:pathLst>
                <a:path w="1423" h="2543">
                  <a:moveTo>
                    <a:pt x="1423" y="2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6" name="pl1916"/>
            <p:cNvSpPr/>
            <p:nvPr/>
          </p:nvSpPr>
          <p:spPr>
            <a:xfrm>
              <a:off x="5033200" y="1567088"/>
              <a:ext cx="1444" cy="2531"/>
            </a:xfrm>
            <a:custGeom>
              <a:avLst/>
              <a:pathLst>
                <a:path w="1444" h="2531">
                  <a:moveTo>
                    <a:pt x="1444" y="2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7" name="pl1917"/>
            <p:cNvSpPr/>
            <p:nvPr/>
          </p:nvSpPr>
          <p:spPr>
            <a:xfrm>
              <a:off x="5042591" y="1565107"/>
              <a:ext cx="1433" cy="2537"/>
            </a:xfrm>
            <a:custGeom>
              <a:avLst/>
              <a:pathLst>
                <a:path w="1433" h="2537">
                  <a:moveTo>
                    <a:pt x="1433" y="25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8" name="pl1918"/>
            <p:cNvSpPr/>
            <p:nvPr/>
          </p:nvSpPr>
          <p:spPr>
            <a:xfrm>
              <a:off x="5017343" y="1576228"/>
              <a:ext cx="2932" cy="5038"/>
            </a:xfrm>
            <a:custGeom>
              <a:avLst/>
              <a:pathLst>
                <a:path w="2932" h="5038">
                  <a:moveTo>
                    <a:pt x="2932" y="50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9" name="pl1919"/>
            <p:cNvSpPr/>
            <p:nvPr/>
          </p:nvSpPr>
          <p:spPr>
            <a:xfrm>
              <a:off x="5032129" y="1574417"/>
              <a:ext cx="725" cy="1264"/>
            </a:xfrm>
            <a:custGeom>
              <a:avLst/>
              <a:pathLst>
                <a:path w="725" h="1264">
                  <a:moveTo>
                    <a:pt x="725" y="1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0" name="pl1920"/>
            <p:cNvSpPr/>
            <p:nvPr/>
          </p:nvSpPr>
          <p:spPr>
            <a:xfrm>
              <a:off x="5004762" y="1581916"/>
              <a:ext cx="4447" cy="7528"/>
            </a:xfrm>
            <a:custGeom>
              <a:avLst/>
              <a:pathLst>
                <a:path w="4447" h="7528">
                  <a:moveTo>
                    <a:pt x="4447" y="7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1" name="pl1921"/>
            <p:cNvSpPr/>
            <p:nvPr/>
          </p:nvSpPr>
          <p:spPr>
            <a:xfrm>
              <a:off x="5021009" y="1582525"/>
              <a:ext cx="733" cy="1259"/>
            </a:xfrm>
            <a:custGeom>
              <a:avLst/>
              <a:pathLst>
                <a:path w="733" h="1259">
                  <a:moveTo>
                    <a:pt x="733" y="12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2" name="pl1922"/>
            <p:cNvSpPr/>
            <p:nvPr/>
          </p:nvSpPr>
          <p:spPr>
            <a:xfrm>
              <a:off x="4996887" y="1586590"/>
              <a:ext cx="5226" cy="8761"/>
            </a:xfrm>
            <a:custGeom>
              <a:avLst/>
              <a:pathLst>
                <a:path w="5226" h="8761">
                  <a:moveTo>
                    <a:pt x="5226" y="8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3" name="pl1923"/>
            <p:cNvSpPr/>
            <p:nvPr/>
          </p:nvSpPr>
          <p:spPr>
            <a:xfrm>
              <a:off x="5092659" y="1532741"/>
              <a:ext cx="681" cy="1288"/>
            </a:xfrm>
            <a:custGeom>
              <a:avLst/>
              <a:pathLst>
                <a:path w="681" h="1288">
                  <a:moveTo>
                    <a:pt x="681" y="1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4" name="pl1924"/>
            <p:cNvSpPr/>
            <p:nvPr/>
          </p:nvSpPr>
          <p:spPr>
            <a:xfrm>
              <a:off x="5084574" y="1537040"/>
              <a:ext cx="687" cy="1285"/>
            </a:xfrm>
            <a:custGeom>
              <a:avLst/>
              <a:pathLst>
                <a:path w="687" h="1285">
                  <a:moveTo>
                    <a:pt x="687" y="12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5" name="pl1925"/>
            <p:cNvSpPr/>
            <p:nvPr/>
          </p:nvSpPr>
          <p:spPr>
            <a:xfrm>
              <a:off x="5089298" y="1536173"/>
              <a:ext cx="684" cy="1286"/>
            </a:xfrm>
            <a:custGeom>
              <a:avLst/>
              <a:pathLst>
                <a:path w="684" h="1286">
                  <a:moveTo>
                    <a:pt x="684" y="12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6" name="pl1926"/>
            <p:cNvSpPr/>
            <p:nvPr/>
          </p:nvSpPr>
          <p:spPr>
            <a:xfrm>
              <a:off x="5076507" y="1541374"/>
              <a:ext cx="1384" cy="2564"/>
            </a:xfrm>
            <a:custGeom>
              <a:avLst/>
              <a:pathLst>
                <a:path w="1384" h="2564">
                  <a:moveTo>
                    <a:pt x="1384" y="25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7" name="pl1927"/>
            <p:cNvSpPr/>
            <p:nvPr/>
          </p:nvSpPr>
          <p:spPr>
            <a:xfrm>
              <a:off x="5083932" y="1540689"/>
              <a:ext cx="688" cy="1284"/>
            </a:xfrm>
            <a:custGeom>
              <a:avLst/>
              <a:pathLst>
                <a:path w="688" h="1284">
                  <a:moveTo>
                    <a:pt x="688" y="1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8" name="pl1928"/>
            <p:cNvSpPr/>
            <p:nvPr/>
          </p:nvSpPr>
          <p:spPr>
            <a:xfrm>
              <a:off x="5068459" y="1545742"/>
              <a:ext cx="2093" cy="3838"/>
            </a:xfrm>
            <a:custGeom>
              <a:avLst/>
              <a:pathLst>
                <a:path w="2093" h="3838">
                  <a:moveTo>
                    <a:pt x="2093" y="38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9" name="pl1929"/>
            <p:cNvSpPr/>
            <p:nvPr/>
          </p:nvSpPr>
          <p:spPr>
            <a:xfrm>
              <a:off x="5077580" y="1545764"/>
              <a:ext cx="693" cy="1281"/>
            </a:xfrm>
            <a:custGeom>
              <a:avLst/>
              <a:pathLst>
                <a:path w="693" h="1281">
                  <a:moveTo>
                    <a:pt x="693" y="12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0" name="pl1930"/>
            <p:cNvSpPr/>
            <p:nvPr/>
          </p:nvSpPr>
          <p:spPr>
            <a:xfrm>
              <a:off x="5060430" y="1550145"/>
              <a:ext cx="2813" cy="5105"/>
            </a:xfrm>
            <a:custGeom>
              <a:avLst/>
              <a:pathLst>
                <a:path w="2813" h="5105">
                  <a:moveTo>
                    <a:pt x="2813" y="51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1" name="pl1931"/>
            <p:cNvSpPr/>
            <p:nvPr/>
          </p:nvSpPr>
          <p:spPr>
            <a:xfrm>
              <a:off x="5125180" y="1515890"/>
              <a:ext cx="659" cy="1299"/>
            </a:xfrm>
            <a:custGeom>
              <a:avLst/>
              <a:pathLst>
                <a:path w="659" h="1299">
                  <a:moveTo>
                    <a:pt x="659" y="12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2" name="pl1932"/>
            <p:cNvSpPr/>
            <p:nvPr/>
          </p:nvSpPr>
          <p:spPr>
            <a:xfrm>
              <a:off x="5117023" y="1520050"/>
              <a:ext cx="664" cy="1296"/>
            </a:xfrm>
            <a:custGeom>
              <a:avLst/>
              <a:pathLst>
                <a:path w="664" h="1296">
                  <a:moveTo>
                    <a:pt x="664" y="12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3" name="pl1933"/>
            <p:cNvSpPr/>
            <p:nvPr/>
          </p:nvSpPr>
          <p:spPr>
            <a:xfrm>
              <a:off x="5141547" y="1507673"/>
              <a:ext cx="648" cy="1305"/>
            </a:xfrm>
            <a:custGeom>
              <a:avLst/>
              <a:pathLst>
                <a:path w="648" h="1305">
                  <a:moveTo>
                    <a:pt x="648" y="1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4" name="pl1934"/>
            <p:cNvSpPr/>
            <p:nvPr/>
          </p:nvSpPr>
          <p:spPr>
            <a:xfrm>
              <a:off x="5133355" y="1511764"/>
              <a:ext cx="653" cy="1302"/>
            </a:xfrm>
            <a:custGeom>
              <a:avLst/>
              <a:pathLst>
                <a:path w="653" h="1302">
                  <a:moveTo>
                    <a:pt x="653" y="1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5" name="pl1935"/>
            <p:cNvSpPr/>
            <p:nvPr/>
          </p:nvSpPr>
          <p:spPr>
            <a:xfrm>
              <a:off x="5138100" y="1511018"/>
              <a:ext cx="1302" cy="2607"/>
            </a:xfrm>
            <a:custGeom>
              <a:avLst/>
              <a:pathLst>
                <a:path w="1302" h="2607">
                  <a:moveTo>
                    <a:pt x="1302" y="26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6" name="pl1936"/>
            <p:cNvSpPr/>
            <p:nvPr/>
          </p:nvSpPr>
          <p:spPr>
            <a:xfrm>
              <a:off x="5121761" y="1519264"/>
              <a:ext cx="1324" cy="2596"/>
            </a:xfrm>
            <a:custGeom>
              <a:avLst/>
              <a:pathLst>
                <a:path w="1324" h="2596">
                  <a:moveTo>
                    <a:pt x="1324" y="25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7" name="pl1937"/>
            <p:cNvSpPr/>
            <p:nvPr/>
          </p:nvSpPr>
          <p:spPr>
            <a:xfrm>
              <a:off x="5131235" y="1517726"/>
              <a:ext cx="656" cy="1301"/>
            </a:xfrm>
            <a:custGeom>
              <a:avLst/>
              <a:pathLst>
                <a:path w="656" h="1301">
                  <a:moveTo>
                    <a:pt x="656" y="13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8" name="pl1938"/>
            <p:cNvSpPr/>
            <p:nvPr/>
          </p:nvSpPr>
          <p:spPr>
            <a:xfrm>
              <a:off x="5108883" y="1524246"/>
              <a:ext cx="2681" cy="5175"/>
            </a:xfrm>
            <a:custGeom>
              <a:avLst/>
              <a:pathLst>
                <a:path w="2681" h="5175">
                  <a:moveTo>
                    <a:pt x="2681" y="51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9" name="pl1939"/>
            <p:cNvSpPr/>
            <p:nvPr/>
          </p:nvSpPr>
          <p:spPr>
            <a:xfrm>
              <a:off x="5121715" y="1524197"/>
              <a:ext cx="663" cy="1297"/>
            </a:xfrm>
            <a:custGeom>
              <a:avLst/>
              <a:pathLst>
                <a:path w="663" h="1297">
                  <a:moveTo>
                    <a:pt x="663" y="1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0" name="pl1940"/>
            <p:cNvSpPr/>
            <p:nvPr/>
          </p:nvSpPr>
          <p:spPr>
            <a:xfrm>
              <a:off x="5100762" y="1528476"/>
              <a:ext cx="3380" cy="6455"/>
            </a:xfrm>
            <a:custGeom>
              <a:avLst/>
              <a:pathLst>
                <a:path w="3380" h="6455">
                  <a:moveTo>
                    <a:pt x="3380" y="6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1" name="pl1941"/>
            <p:cNvSpPr/>
            <p:nvPr/>
          </p:nvSpPr>
          <p:spPr>
            <a:xfrm>
              <a:off x="5113249" y="1530191"/>
              <a:ext cx="3349" cy="6471"/>
            </a:xfrm>
            <a:custGeom>
              <a:avLst/>
              <a:pathLst>
                <a:path w="3349" h="6471">
                  <a:moveTo>
                    <a:pt x="3349" y="64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2" name="pl1942"/>
            <p:cNvSpPr/>
            <p:nvPr/>
          </p:nvSpPr>
          <p:spPr>
            <a:xfrm>
              <a:off x="5070750" y="1551133"/>
              <a:ext cx="4189" cy="7675"/>
            </a:xfrm>
            <a:custGeom>
              <a:avLst/>
              <a:pathLst>
                <a:path w="4189" h="7675">
                  <a:moveTo>
                    <a:pt x="4189" y="76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3" name="pl1943"/>
            <p:cNvSpPr/>
            <p:nvPr/>
          </p:nvSpPr>
          <p:spPr>
            <a:xfrm>
              <a:off x="5095707" y="1547620"/>
              <a:ext cx="5472" cy="10294"/>
            </a:xfrm>
            <a:custGeom>
              <a:avLst/>
              <a:pathLst>
                <a:path w="5472" h="10294">
                  <a:moveTo>
                    <a:pt x="5472" y="102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4" name="pl1944"/>
            <p:cNvSpPr/>
            <p:nvPr/>
          </p:nvSpPr>
          <p:spPr>
            <a:xfrm>
              <a:off x="5011913" y="1589542"/>
              <a:ext cx="8138" cy="13811"/>
            </a:xfrm>
            <a:custGeom>
              <a:avLst/>
              <a:pathLst>
                <a:path w="8138" h="13811">
                  <a:moveTo>
                    <a:pt x="8138" y="138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5" name="pl1945"/>
            <p:cNvSpPr/>
            <p:nvPr/>
          </p:nvSpPr>
          <p:spPr>
            <a:xfrm>
              <a:off x="5060366" y="1580189"/>
              <a:ext cx="1424" cy="2543"/>
            </a:xfrm>
            <a:custGeom>
              <a:avLst/>
              <a:pathLst>
                <a:path w="1424" h="2543">
                  <a:moveTo>
                    <a:pt x="1424" y="2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6" name="pl1946"/>
            <p:cNvSpPr/>
            <p:nvPr/>
          </p:nvSpPr>
          <p:spPr>
            <a:xfrm>
              <a:off x="4985868" y="1594911"/>
              <a:ext cx="14336" cy="23689"/>
            </a:xfrm>
            <a:custGeom>
              <a:avLst/>
              <a:pathLst>
                <a:path w="14336" h="23689">
                  <a:moveTo>
                    <a:pt x="14336" y="236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7" name="pl1947"/>
            <p:cNvSpPr/>
            <p:nvPr/>
          </p:nvSpPr>
          <p:spPr>
            <a:xfrm>
              <a:off x="5030847" y="1600407"/>
              <a:ext cx="733" cy="1259"/>
            </a:xfrm>
            <a:custGeom>
              <a:avLst/>
              <a:pathLst>
                <a:path w="733" h="1259">
                  <a:moveTo>
                    <a:pt x="733" y="12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8" name="pl1948"/>
            <p:cNvSpPr/>
            <p:nvPr/>
          </p:nvSpPr>
          <p:spPr>
            <a:xfrm>
              <a:off x="4973385" y="1600813"/>
              <a:ext cx="16013" cy="26081"/>
            </a:xfrm>
            <a:custGeom>
              <a:avLst/>
              <a:pathLst>
                <a:path w="16013" h="26081">
                  <a:moveTo>
                    <a:pt x="16013" y="260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9" name="pl1949"/>
            <p:cNvSpPr/>
            <p:nvPr/>
          </p:nvSpPr>
          <p:spPr>
            <a:xfrm>
              <a:off x="5010416" y="1614158"/>
              <a:ext cx="748" cy="1250"/>
            </a:xfrm>
            <a:custGeom>
              <a:avLst/>
              <a:pathLst>
                <a:path w="748" h="1250">
                  <a:moveTo>
                    <a:pt x="748" y="1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0" name="pl1950"/>
            <p:cNvSpPr/>
            <p:nvPr/>
          </p:nvSpPr>
          <p:spPr>
            <a:xfrm>
              <a:off x="4965592" y="1605621"/>
              <a:ext cx="16892" cy="27251"/>
            </a:xfrm>
            <a:custGeom>
              <a:avLst/>
              <a:pathLst>
                <a:path w="16892" h="27251">
                  <a:moveTo>
                    <a:pt x="16892" y="272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1" name="pl1951"/>
            <p:cNvSpPr/>
            <p:nvPr/>
          </p:nvSpPr>
          <p:spPr>
            <a:xfrm>
              <a:off x="4996790" y="1624084"/>
              <a:ext cx="757" cy="1244"/>
            </a:xfrm>
            <a:custGeom>
              <a:avLst/>
              <a:pathLst>
                <a:path w="757" h="1244">
                  <a:moveTo>
                    <a:pt x="757" y="12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2" name="pl1952"/>
            <p:cNvSpPr/>
            <p:nvPr/>
          </p:nvSpPr>
          <p:spPr>
            <a:xfrm>
              <a:off x="4957819" y="1610462"/>
              <a:ext cx="17781" cy="28414"/>
            </a:xfrm>
            <a:custGeom>
              <a:avLst/>
              <a:pathLst>
                <a:path w="17781" h="28414">
                  <a:moveTo>
                    <a:pt x="17781" y="284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3" name="pl1953"/>
            <p:cNvSpPr/>
            <p:nvPr/>
          </p:nvSpPr>
          <p:spPr>
            <a:xfrm>
              <a:off x="4986554" y="1632069"/>
              <a:ext cx="765" cy="1240"/>
            </a:xfrm>
            <a:custGeom>
              <a:avLst/>
              <a:pathLst>
                <a:path w="765" h="1240">
                  <a:moveTo>
                    <a:pt x="765" y="12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4" name="pl1954"/>
            <p:cNvSpPr/>
            <p:nvPr/>
          </p:nvSpPr>
          <p:spPr>
            <a:xfrm>
              <a:off x="4950067" y="1615337"/>
              <a:ext cx="18681" cy="29570"/>
            </a:xfrm>
            <a:custGeom>
              <a:avLst/>
              <a:pathLst>
                <a:path w="18681" h="29570">
                  <a:moveTo>
                    <a:pt x="18681" y="295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5" name="pl1955"/>
            <p:cNvSpPr/>
            <p:nvPr/>
          </p:nvSpPr>
          <p:spPr>
            <a:xfrm>
              <a:off x="4978019" y="1639084"/>
              <a:ext cx="1543" cy="2472"/>
            </a:xfrm>
            <a:custGeom>
              <a:avLst/>
              <a:pathLst>
                <a:path w="1543" h="2472">
                  <a:moveTo>
                    <a:pt x="1543" y="24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6" name="pl1956"/>
            <p:cNvSpPr/>
            <p:nvPr/>
          </p:nvSpPr>
          <p:spPr>
            <a:xfrm>
              <a:off x="4939265" y="1623937"/>
              <a:ext cx="19656" cy="30677"/>
            </a:xfrm>
            <a:custGeom>
              <a:avLst/>
              <a:pathLst>
                <a:path w="19656" h="30677">
                  <a:moveTo>
                    <a:pt x="19656" y="306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7" name="pl1957"/>
            <p:cNvSpPr/>
            <p:nvPr/>
          </p:nvSpPr>
          <p:spPr>
            <a:xfrm>
              <a:off x="4969223" y="1648056"/>
              <a:ext cx="7791" cy="12316"/>
            </a:xfrm>
            <a:custGeom>
              <a:avLst/>
              <a:pathLst>
                <a:path w="7791" h="12316">
                  <a:moveTo>
                    <a:pt x="7791" y="12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8" name="pl1958"/>
            <p:cNvSpPr/>
            <p:nvPr/>
          </p:nvSpPr>
          <p:spPr>
            <a:xfrm>
              <a:off x="4884934" y="1674072"/>
              <a:ext cx="22347" cy="32387"/>
            </a:xfrm>
            <a:custGeom>
              <a:avLst/>
              <a:pathLst>
                <a:path w="22347" h="32387">
                  <a:moveTo>
                    <a:pt x="22347" y="32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9" name="pl1959"/>
            <p:cNvSpPr/>
            <p:nvPr/>
          </p:nvSpPr>
          <p:spPr>
            <a:xfrm>
              <a:off x="4941918" y="1683068"/>
              <a:ext cx="803" cy="1215"/>
            </a:xfrm>
            <a:custGeom>
              <a:avLst/>
              <a:pathLst>
                <a:path w="803" h="1215">
                  <a:moveTo>
                    <a:pt x="803" y="12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0" name="pl1960"/>
            <p:cNvSpPr/>
            <p:nvPr/>
          </p:nvSpPr>
          <p:spPr>
            <a:xfrm>
              <a:off x="4851242" y="1681675"/>
              <a:ext cx="31284" cy="43920"/>
            </a:xfrm>
            <a:custGeom>
              <a:avLst/>
              <a:pathLst>
                <a:path w="31284" h="43920">
                  <a:moveTo>
                    <a:pt x="31284" y="439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1" name="pl1961"/>
            <p:cNvSpPr/>
            <p:nvPr/>
          </p:nvSpPr>
          <p:spPr>
            <a:xfrm>
              <a:off x="5166228" y="1495611"/>
              <a:ext cx="631" cy="1313"/>
            </a:xfrm>
            <a:custGeom>
              <a:avLst/>
              <a:pathLst>
                <a:path w="631" h="1313">
                  <a:moveTo>
                    <a:pt x="631" y="13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2" name="pl1962"/>
            <p:cNvSpPr/>
            <p:nvPr/>
          </p:nvSpPr>
          <p:spPr>
            <a:xfrm>
              <a:off x="5157984" y="1499596"/>
              <a:ext cx="637" cy="1310"/>
            </a:xfrm>
            <a:custGeom>
              <a:avLst/>
              <a:pathLst>
                <a:path w="637" h="1310">
                  <a:moveTo>
                    <a:pt x="637" y="13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3" name="pl1963"/>
            <p:cNvSpPr/>
            <p:nvPr/>
          </p:nvSpPr>
          <p:spPr>
            <a:xfrm>
              <a:off x="5162738" y="1498911"/>
              <a:ext cx="634" cy="1312"/>
            </a:xfrm>
            <a:custGeom>
              <a:avLst/>
              <a:pathLst>
                <a:path w="634" h="1312">
                  <a:moveTo>
                    <a:pt x="634" y="13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4" name="pl1964"/>
            <p:cNvSpPr/>
            <p:nvPr/>
          </p:nvSpPr>
          <p:spPr>
            <a:xfrm>
              <a:off x="5149757" y="1503617"/>
              <a:ext cx="1285" cy="2616"/>
            </a:xfrm>
            <a:custGeom>
              <a:avLst/>
              <a:pathLst>
                <a:path w="1285" h="2616">
                  <a:moveTo>
                    <a:pt x="1285" y="26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5" name="pl1965"/>
            <p:cNvSpPr/>
            <p:nvPr/>
          </p:nvSpPr>
          <p:spPr>
            <a:xfrm>
              <a:off x="5191061" y="1483865"/>
              <a:ext cx="614" cy="1321"/>
            </a:xfrm>
            <a:custGeom>
              <a:avLst/>
              <a:pathLst>
                <a:path w="614" h="1321">
                  <a:moveTo>
                    <a:pt x="614" y="13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6" name="pl1966"/>
            <p:cNvSpPr/>
            <p:nvPr/>
          </p:nvSpPr>
          <p:spPr>
            <a:xfrm>
              <a:off x="5182767" y="1487745"/>
              <a:ext cx="620" cy="1318"/>
            </a:xfrm>
            <a:custGeom>
              <a:avLst/>
              <a:pathLst>
                <a:path w="620" h="1318">
                  <a:moveTo>
                    <a:pt x="620" y="13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7" name="pl1967"/>
            <p:cNvSpPr/>
            <p:nvPr/>
          </p:nvSpPr>
          <p:spPr>
            <a:xfrm>
              <a:off x="5216043" y="1472439"/>
              <a:ext cx="597" cy="1329"/>
            </a:xfrm>
            <a:custGeom>
              <a:avLst/>
              <a:pathLst>
                <a:path w="597" h="1329">
                  <a:moveTo>
                    <a:pt x="597" y="13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8" name="pl1968"/>
            <p:cNvSpPr/>
            <p:nvPr/>
          </p:nvSpPr>
          <p:spPr>
            <a:xfrm>
              <a:off x="5207700" y="1476212"/>
              <a:ext cx="603" cy="1326"/>
            </a:xfrm>
            <a:custGeom>
              <a:avLst/>
              <a:pathLst>
                <a:path w="603" h="1326">
                  <a:moveTo>
                    <a:pt x="603" y="13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9" name="pl1969"/>
            <p:cNvSpPr/>
            <p:nvPr/>
          </p:nvSpPr>
          <p:spPr>
            <a:xfrm>
              <a:off x="5212470" y="1475649"/>
              <a:ext cx="600" cy="1327"/>
            </a:xfrm>
            <a:custGeom>
              <a:avLst/>
              <a:pathLst>
                <a:path w="600" h="1327">
                  <a:moveTo>
                    <a:pt x="600" y="13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0" name="pl1970"/>
            <p:cNvSpPr/>
            <p:nvPr/>
          </p:nvSpPr>
          <p:spPr>
            <a:xfrm>
              <a:off x="5199372" y="1480021"/>
              <a:ext cx="1218" cy="2648"/>
            </a:xfrm>
            <a:custGeom>
              <a:avLst/>
              <a:pathLst>
                <a:path w="1218" h="2648">
                  <a:moveTo>
                    <a:pt x="1218" y="26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1" name="pl1971"/>
            <p:cNvSpPr/>
            <p:nvPr/>
          </p:nvSpPr>
          <p:spPr>
            <a:xfrm>
              <a:off x="5206826" y="1479813"/>
              <a:ext cx="1209" cy="2651"/>
            </a:xfrm>
            <a:custGeom>
              <a:avLst/>
              <a:pathLst>
                <a:path w="1209" h="2651">
                  <a:moveTo>
                    <a:pt x="1209" y="26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2" name="pl1972"/>
            <p:cNvSpPr/>
            <p:nvPr/>
          </p:nvSpPr>
          <p:spPr>
            <a:xfrm>
              <a:off x="5187530" y="1487121"/>
              <a:ext cx="1852" cy="3960"/>
            </a:xfrm>
            <a:custGeom>
              <a:avLst/>
              <a:pathLst>
                <a:path w="1852" h="3960">
                  <a:moveTo>
                    <a:pt x="1852" y="39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3" name="pl1973"/>
            <p:cNvSpPr/>
            <p:nvPr/>
          </p:nvSpPr>
          <p:spPr>
            <a:xfrm>
              <a:off x="5198698" y="1486751"/>
              <a:ext cx="611" cy="1323"/>
            </a:xfrm>
            <a:custGeom>
              <a:avLst/>
              <a:pathLst>
                <a:path w="611" h="1323">
                  <a:moveTo>
                    <a:pt x="611" y="13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4" name="pl1974"/>
            <p:cNvSpPr/>
            <p:nvPr/>
          </p:nvSpPr>
          <p:spPr>
            <a:xfrm>
              <a:off x="5174489" y="1491660"/>
              <a:ext cx="3129" cy="6580"/>
            </a:xfrm>
            <a:custGeom>
              <a:avLst/>
              <a:pathLst>
                <a:path w="3129" h="6580">
                  <a:moveTo>
                    <a:pt x="3129" y="6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5" name="pl1975"/>
            <p:cNvSpPr/>
            <p:nvPr/>
          </p:nvSpPr>
          <p:spPr>
            <a:xfrm>
              <a:off x="5188450" y="1493127"/>
              <a:ext cx="1855" cy="3958"/>
            </a:xfrm>
            <a:custGeom>
              <a:avLst/>
              <a:pathLst>
                <a:path w="1855" h="3958">
                  <a:moveTo>
                    <a:pt x="1855" y="3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6" name="pl1976"/>
            <p:cNvSpPr/>
            <p:nvPr/>
          </p:nvSpPr>
          <p:spPr>
            <a:xfrm>
              <a:off x="5157203" y="1503218"/>
              <a:ext cx="3831" cy="7860"/>
            </a:xfrm>
            <a:custGeom>
              <a:avLst/>
              <a:pathLst>
                <a:path w="3831" h="7860">
                  <a:moveTo>
                    <a:pt x="3831" y="7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7" name="pl1977"/>
            <p:cNvSpPr/>
            <p:nvPr/>
          </p:nvSpPr>
          <p:spPr>
            <a:xfrm>
              <a:off x="5257998" y="1454109"/>
              <a:ext cx="569" cy="1341"/>
            </a:xfrm>
            <a:custGeom>
              <a:avLst/>
              <a:pathLst>
                <a:path w="569" h="1341">
                  <a:moveTo>
                    <a:pt x="569" y="13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8" name="pl1978"/>
            <p:cNvSpPr/>
            <p:nvPr/>
          </p:nvSpPr>
          <p:spPr>
            <a:xfrm>
              <a:off x="5249576" y="1457703"/>
              <a:ext cx="574" cy="1339"/>
            </a:xfrm>
            <a:custGeom>
              <a:avLst/>
              <a:pathLst>
                <a:path w="574" h="1339">
                  <a:moveTo>
                    <a:pt x="574" y="13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9" name="pl1979"/>
            <p:cNvSpPr/>
            <p:nvPr/>
          </p:nvSpPr>
          <p:spPr>
            <a:xfrm>
              <a:off x="5254357" y="1457242"/>
              <a:ext cx="572" cy="1340"/>
            </a:xfrm>
            <a:custGeom>
              <a:avLst/>
              <a:pathLst>
                <a:path w="572" h="1340">
                  <a:moveTo>
                    <a:pt x="572" y="134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0" name="pl1980"/>
            <p:cNvSpPr/>
            <p:nvPr/>
          </p:nvSpPr>
          <p:spPr>
            <a:xfrm>
              <a:off x="5241169" y="1461333"/>
              <a:ext cx="1161" cy="2673"/>
            </a:xfrm>
            <a:custGeom>
              <a:avLst/>
              <a:pathLst>
                <a:path w="1161" h="2673">
                  <a:moveTo>
                    <a:pt x="1161" y="2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1" name="pl1981"/>
            <p:cNvSpPr/>
            <p:nvPr/>
          </p:nvSpPr>
          <p:spPr>
            <a:xfrm>
              <a:off x="5283355" y="1443542"/>
              <a:ext cx="551" cy="1348"/>
            </a:xfrm>
            <a:custGeom>
              <a:avLst/>
              <a:pathLst>
                <a:path w="551" h="1348">
                  <a:moveTo>
                    <a:pt x="551" y="13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2" name="pl1982"/>
            <p:cNvSpPr/>
            <p:nvPr/>
          </p:nvSpPr>
          <p:spPr>
            <a:xfrm>
              <a:off x="5274888" y="1447028"/>
              <a:ext cx="557" cy="1346"/>
            </a:xfrm>
            <a:custGeom>
              <a:avLst/>
              <a:pathLst>
                <a:path w="557" h="1346">
                  <a:moveTo>
                    <a:pt x="557" y="13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3" name="pl1983"/>
            <p:cNvSpPr/>
            <p:nvPr/>
          </p:nvSpPr>
          <p:spPr>
            <a:xfrm>
              <a:off x="5279674" y="1446628"/>
              <a:ext cx="554" cy="1347"/>
            </a:xfrm>
            <a:custGeom>
              <a:avLst/>
              <a:pathLst>
                <a:path w="554" h="1347">
                  <a:moveTo>
                    <a:pt x="554" y="13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4" name="pl1984"/>
            <p:cNvSpPr/>
            <p:nvPr/>
          </p:nvSpPr>
          <p:spPr>
            <a:xfrm>
              <a:off x="5266435" y="1450550"/>
              <a:ext cx="1126" cy="2688"/>
            </a:xfrm>
            <a:custGeom>
              <a:avLst/>
              <a:pathLst>
                <a:path w="1126" h="2688">
                  <a:moveTo>
                    <a:pt x="1126" y="2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5" name="pl1985"/>
            <p:cNvSpPr/>
            <p:nvPr/>
          </p:nvSpPr>
          <p:spPr>
            <a:xfrm>
              <a:off x="5273891" y="1450597"/>
              <a:ext cx="1677" cy="4037"/>
            </a:xfrm>
            <a:custGeom>
              <a:avLst/>
              <a:pathLst>
                <a:path w="1677" h="4037">
                  <a:moveTo>
                    <a:pt x="1677" y="40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6" name="pl1986"/>
            <p:cNvSpPr/>
            <p:nvPr/>
          </p:nvSpPr>
          <p:spPr>
            <a:xfrm>
              <a:off x="5248625" y="1461284"/>
              <a:ext cx="1729" cy="4015"/>
            </a:xfrm>
            <a:custGeom>
              <a:avLst/>
              <a:pathLst>
                <a:path w="1729" h="4015">
                  <a:moveTo>
                    <a:pt x="1729" y="40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7" name="pl1987"/>
            <p:cNvSpPr/>
            <p:nvPr/>
          </p:nvSpPr>
          <p:spPr>
            <a:xfrm>
              <a:off x="5262945" y="1459927"/>
              <a:ext cx="567" cy="1342"/>
            </a:xfrm>
            <a:custGeom>
              <a:avLst/>
              <a:pathLst>
                <a:path w="567" h="1342">
                  <a:moveTo>
                    <a:pt x="567" y="1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8" name="pl1988"/>
            <p:cNvSpPr/>
            <p:nvPr/>
          </p:nvSpPr>
          <p:spPr>
            <a:xfrm>
              <a:off x="5232778" y="1464999"/>
              <a:ext cx="3517" cy="8005"/>
            </a:xfrm>
            <a:custGeom>
              <a:avLst/>
              <a:pathLst>
                <a:path w="3517" h="8005">
                  <a:moveTo>
                    <a:pt x="3517" y="80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9" name="pl1989"/>
            <p:cNvSpPr/>
            <p:nvPr/>
          </p:nvSpPr>
          <p:spPr>
            <a:xfrm>
              <a:off x="5249884" y="1467090"/>
              <a:ext cx="577" cy="1338"/>
            </a:xfrm>
            <a:custGeom>
              <a:avLst/>
              <a:pathLst>
                <a:path w="577" h="1338">
                  <a:moveTo>
                    <a:pt x="577" y="13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0" name="pl1990"/>
            <p:cNvSpPr/>
            <p:nvPr/>
          </p:nvSpPr>
          <p:spPr>
            <a:xfrm>
              <a:off x="5224403" y="1468701"/>
              <a:ext cx="4144" cy="9322"/>
            </a:xfrm>
            <a:custGeom>
              <a:avLst/>
              <a:pathLst>
                <a:path w="4144" h="9322">
                  <a:moveTo>
                    <a:pt x="4144" y="93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1" name="pl1991"/>
            <p:cNvSpPr/>
            <p:nvPr/>
          </p:nvSpPr>
          <p:spPr>
            <a:xfrm>
              <a:off x="5308846" y="1433301"/>
              <a:ext cx="534" cy="1355"/>
            </a:xfrm>
            <a:custGeom>
              <a:avLst/>
              <a:pathLst>
                <a:path w="534" h="1355">
                  <a:moveTo>
                    <a:pt x="534" y="13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2" name="pl1992"/>
            <p:cNvSpPr/>
            <p:nvPr/>
          </p:nvSpPr>
          <p:spPr>
            <a:xfrm>
              <a:off x="5300334" y="1436678"/>
              <a:ext cx="540" cy="1353"/>
            </a:xfrm>
            <a:custGeom>
              <a:avLst/>
              <a:pathLst>
                <a:path w="540" h="1353">
                  <a:moveTo>
                    <a:pt x="540" y="13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3" name="pl1993"/>
            <p:cNvSpPr/>
            <p:nvPr/>
          </p:nvSpPr>
          <p:spPr>
            <a:xfrm>
              <a:off x="5305126" y="1436340"/>
              <a:ext cx="537" cy="1354"/>
            </a:xfrm>
            <a:custGeom>
              <a:avLst/>
              <a:pathLst>
                <a:path w="537" h="1354">
                  <a:moveTo>
                    <a:pt x="537" y="13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4" name="pl1994"/>
            <p:cNvSpPr/>
            <p:nvPr/>
          </p:nvSpPr>
          <p:spPr>
            <a:xfrm>
              <a:off x="5291837" y="1440092"/>
              <a:ext cx="1092" cy="2702"/>
            </a:xfrm>
            <a:custGeom>
              <a:avLst/>
              <a:pathLst>
                <a:path w="1092" h="2702">
                  <a:moveTo>
                    <a:pt x="1092" y="27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5" name="pl1995"/>
            <p:cNvSpPr/>
            <p:nvPr/>
          </p:nvSpPr>
          <p:spPr>
            <a:xfrm>
              <a:off x="5325911" y="1426655"/>
              <a:ext cx="523" cy="1360"/>
            </a:xfrm>
            <a:custGeom>
              <a:avLst/>
              <a:pathLst>
                <a:path w="523" h="1360">
                  <a:moveTo>
                    <a:pt x="523" y="13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6" name="pl1996"/>
            <p:cNvSpPr/>
            <p:nvPr/>
          </p:nvSpPr>
          <p:spPr>
            <a:xfrm>
              <a:off x="5317371" y="1429960"/>
              <a:ext cx="528" cy="1358"/>
            </a:xfrm>
            <a:custGeom>
              <a:avLst/>
              <a:pathLst>
                <a:path w="528" h="1358">
                  <a:moveTo>
                    <a:pt x="528" y="13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7" name="pl1997"/>
            <p:cNvSpPr/>
            <p:nvPr/>
          </p:nvSpPr>
          <p:spPr>
            <a:xfrm>
              <a:off x="5343033" y="1420155"/>
              <a:ext cx="511" cy="1364"/>
            </a:xfrm>
            <a:custGeom>
              <a:avLst/>
              <a:pathLst>
                <a:path w="511" h="1364">
                  <a:moveTo>
                    <a:pt x="511" y="13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8" name="pl1998"/>
            <p:cNvSpPr/>
            <p:nvPr/>
          </p:nvSpPr>
          <p:spPr>
            <a:xfrm>
              <a:off x="5334465" y="1423387"/>
              <a:ext cx="517" cy="1362"/>
            </a:xfrm>
            <a:custGeom>
              <a:avLst/>
              <a:pathLst>
                <a:path w="517" h="1362">
                  <a:moveTo>
                    <a:pt x="517" y="13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9" name="pl1999"/>
            <p:cNvSpPr/>
            <p:nvPr/>
          </p:nvSpPr>
          <p:spPr>
            <a:xfrm>
              <a:off x="5360210" y="1413802"/>
              <a:ext cx="499" cy="1369"/>
            </a:xfrm>
            <a:custGeom>
              <a:avLst/>
              <a:pathLst>
                <a:path w="499" h="1369">
                  <a:moveTo>
                    <a:pt x="499" y="1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0" name="pl2000"/>
            <p:cNvSpPr/>
            <p:nvPr/>
          </p:nvSpPr>
          <p:spPr>
            <a:xfrm>
              <a:off x="5351615" y="1416960"/>
              <a:ext cx="505" cy="1366"/>
            </a:xfrm>
            <a:custGeom>
              <a:avLst/>
              <a:pathLst>
                <a:path w="505" h="1366">
                  <a:moveTo>
                    <a:pt x="505" y="13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1" name="pl2001"/>
            <p:cNvSpPr/>
            <p:nvPr/>
          </p:nvSpPr>
          <p:spPr>
            <a:xfrm>
              <a:off x="5356413" y="1416744"/>
              <a:ext cx="1005" cy="2735"/>
            </a:xfrm>
            <a:custGeom>
              <a:avLst/>
              <a:pathLst>
                <a:path w="1005" h="2735">
                  <a:moveTo>
                    <a:pt x="1005" y="2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2" name="pl2002"/>
            <p:cNvSpPr/>
            <p:nvPr/>
          </p:nvSpPr>
          <p:spPr>
            <a:xfrm>
              <a:off x="5339262" y="1423130"/>
              <a:ext cx="1028" cy="2727"/>
            </a:xfrm>
            <a:custGeom>
              <a:avLst/>
              <a:pathLst>
                <a:path w="1028" h="2727">
                  <a:moveTo>
                    <a:pt x="1028" y="27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3" name="pl2003"/>
            <p:cNvSpPr/>
            <p:nvPr/>
          </p:nvSpPr>
          <p:spPr>
            <a:xfrm>
              <a:off x="5348848" y="1422650"/>
              <a:ext cx="1017" cy="2731"/>
            </a:xfrm>
            <a:custGeom>
              <a:avLst/>
              <a:pathLst>
                <a:path w="1017" h="2731">
                  <a:moveTo>
                    <a:pt x="1017" y="27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4" name="pl2004"/>
            <p:cNvSpPr/>
            <p:nvPr/>
          </p:nvSpPr>
          <p:spPr>
            <a:xfrm>
              <a:off x="5322166" y="1429662"/>
              <a:ext cx="2103" cy="5436"/>
            </a:xfrm>
            <a:custGeom>
              <a:avLst/>
              <a:pathLst>
                <a:path w="2103" h="5436">
                  <a:moveTo>
                    <a:pt x="2103" y="5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5" name="pl2005"/>
            <p:cNvSpPr/>
            <p:nvPr/>
          </p:nvSpPr>
          <p:spPr>
            <a:xfrm>
              <a:off x="5337051" y="1430199"/>
              <a:ext cx="1551" cy="4087"/>
            </a:xfrm>
            <a:custGeom>
              <a:avLst/>
              <a:pathLst>
                <a:path w="1551" h="4087">
                  <a:moveTo>
                    <a:pt x="1551" y="40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6" name="pl2006"/>
            <p:cNvSpPr/>
            <p:nvPr/>
          </p:nvSpPr>
          <p:spPr>
            <a:xfrm>
              <a:off x="5299292" y="1440234"/>
              <a:ext cx="3251" cy="8117"/>
            </a:xfrm>
            <a:custGeom>
              <a:avLst/>
              <a:pathLst>
                <a:path w="3251" h="8117">
                  <a:moveTo>
                    <a:pt x="3251" y="81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7" name="pl2007"/>
            <p:cNvSpPr/>
            <p:nvPr/>
          </p:nvSpPr>
          <p:spPr>
            <a:xfrm>
              <a:off x="5320542" y="1441237"/>
              <a:ext cx="4236" cy="10862"/>
            </a:xfrm>
            <a:custGeom>
              <a:avLst/>
              <a:pathLst>
                <a:path w="4236" h="10862">
                  <a:moveTo>
                    <a:pt x="4236" y="108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8" name="pl2008"/>
            <p:cNvSpPr/>
            <p:nvPr/>
          </p:nvSpPr>
          <p:spPr>
            <a:xfrm>
              <a:off x="5239490" y="1473195"/>
              <a:ext cx="5260" cy="12015"/>
            </a:xfrm>
            <a:custGeom>
              <a:avLst/>
              <a:pathLst>
                <a:path w="5260" h="12015">
                  <a:moveTo>
                    <a:pt x="5260" y="120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9" name="pl2009"/>
            <p:cNvSpPr/>
            <p:nvPr/>
          </p:nvSpPr>
          <p:spPr>
            <a:xfrm>
              <a:off x="5394722" y="1401536"/>
              <a:ext cx="476" cy="1377"/>
            </a:xfrm>
            <a:custGeom>
              <a:avLst/>
              <a:pathLst>
                <a:path w="476" h="1377">
                  <a:moveTo>
                    <a:pt x="476" y="13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0" name="pl2010"/>
            <p:cNvSpPr/>
            <p:nvPr/>
          </p:nvSpPr>
          <p:spPr>
            <a:xfrm>
              <a:off x="5386075" y="1404547"/>
              <a:ext cx="482" cy="1375"/>
            </a:xfrm>
            <a:custGeom>
              <a:avLst/>
              <a:pathLst>
                <a:path w="482" h="1375">
                  <a:moveTo>
                    <a:pt x="482" y="13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1" name="pl2011"/>
            <p:cNvSpPr/>
            <p:nvPr/>
          </p:nvSpPr>
          <p:spPr>
            <a:xfrm>
              <a:off x="5390876" y="1404413"/>
              <a:ext cx="479" cy="1376"/>
            </a:xfrm>
            <a:custGeom>
              <a:avLst/>
              <a:pathLst>
                <a:path w="479" h="1376">
                  <a:moveTo>
                    <a:pt x="479" y="13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2" name="pl2012"/>
            <p:cNvSpPr/>
            <p:nvPr/>
          </p:nvSpPr>
          <p:spPr>
            <a:xfrm>
              <a:off x="5377440" y="1407595"/>
              <a:ext cx="976" cy="2746"/>
            </a:xfrm>
            <a:custGeom>
              <a:avLst/>
              <a:pathLst>
                <a:path w="976" h="2746">
                  <a:moveTo>
                    <a:pt x="976" y="27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3" name="pl2013"/>
            <p:cNvSpPr/>
            <p:nvPr/>
          </p:nvSpPr>
          <p:spPr>
            <a:xfrm>
              <a:off x="5420742" y="1392724"/>
              <a:ext cx="458" cy="1383"/>
            </a:xfrm>
            <a:custGeom>
              <a:avLst/>
              <a:pathLst>
                <a:path w="458" h="1383">
                  <a:moveTo>
                    <a:pt x="458" y="13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4" name="pl2014"/>
            <p:cNvSpPr/>
            <p:nvPr/>
          </p:nvSpPr>
          <p:spPr>
            <a:xfrm>
              <a:off x="5412056" y="1395624"/>
              <a:ext cx="464" cy="1381"/>
            </a:xfrm>
            <a:custGeom>
              <a:avLst/>
              <a:pathLst>
                <a:path w="464" h="1381">
                  <a:moveTo>
                    <a:pt x="464" y="1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5" name="pl2015"/>
            <p:cNvSpPr/>
            <p:nvPr/>
          </p:nvSpPr>
          <p:spPr>
            <a:xfrm>
              <a:off x="5416859" y="1395552"/>
              <a:ext cx="461" cy="1382"/>
            </a:xfrm>
            <a:custGeom>
              <a:avLst/>
              <a:pathLst>
                <a:path w="461" h="1382">
                  <a:moveTo>
                    <a:pt x="461" y="1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6" name="pl2016"/>
            <p:cNvSpPr/>
            <p:nvPr/>
          </p:nvSpPr>
          <p:spPr>
            <a:xfrm>
              <a:off x="5403383" y="1398562"/>
              <a:ext cx="940" cy="2758"/>
            </a:xfrm>
            <a:custGeom>
              <a:avLst/>
              <a:pathLst>
                <a:path w="940" h="2758">
                  <a:moveTo>
                    <a:pt x="940" y="27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7" name="pl2017"/>
            <p:cNvSpPr/>
            <p:nvPr/>
          </p:nvSpPr>
          <p:spPr>
            <a:xfrm>
              <a:off x="5446872" y="1384246"/>
              <a:ext cx="440" cy="1389"/>
            </a:xfrm>
            <a:custGeom>
              <a:avLst/>
              <a:pathLst>
                <a:path w="440" h="1389">
                  <a:moveTo>
                    <a:pt x="440" y="13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8" name="pl2018"/>
            <p:cNvSpPr/>
            <p:nvPr/>
          </p:nvSpPr>
          <p:spPr>
            <a:xfrm>
              <a:off x="5438150" y="1387035"/>
              <a:ext cx="446" cy="1387"/>
            </a:xfrm>
            <a:custGeom>
              <a:avLst/>
              <a:pathLst>
                <a:path w="446" h="1387">
                  <a:moveTo>
                    <a:pt x="446" y="13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9" name="pl2019"/>
            <p:cNvSpPr/>
            <p:nvPr/>
          </p:nvSpPr>
          <p:spPr>
            <a:xfrm>
              <a:off x="5442953" y="1387024"/>
              <a:ext cx="443" cy="1388"/>
            </a:xfrm>
            <a:custGeom>
              <a:avLst/>
              <a:pathLst>
                <a:path w="443" h="1388">
                  <a:moveTo>
                    <a:pt x="443" y="13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0" name="pl2020"/>
            <p:cNvSpPr/>
            <p:nvPr/>
          </p:nvSpPr>
          <p:spPr>
            <a:xfrm>
              <a:off x="5429440" y="1389861"/>
              <a:ext cx="905" cy="2770"/>
            </a:xfrm>
            <a:custGeom>
              <a:avLst/>
              <a:pathLst>
                <a:path w="905" h="2770">
                  <a:moveTo>
                    <a:pt x="905" y="2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1" name="pl2021"/>
            <p:cNvSpPr/>
            <p:nvPr/>
          </p:nvSpPr>
          <p:spPr>
            <a:xfrm>
              <a:off x="5436868" y="1390512"/>
              <a:ext cx="1344" cy="4160"/>
            </a:xfrm>
            <a:custGeom>
              <a:avLst/>
              <a:pathLst>
                <a:path w="1344" h="4160">
                  <a:moveTo>
                    <a:pt x="1344" y="4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2" name="pl2022"/>
            <p:cNvSpPr/>
            <p:nvPr/>
          </p:nvSpPr>
          <p:spPr>
            <a:xfrm>
              <a:off x="5410819" y="1399117"/>
              <a:ext cx="1398" cy="4142"/>
            </a:xfrm>
            <a:custGeom>
              <a:avLst/>
              <a:pathLst>
                <a:path w="1398" h="4142">
                  <a:moveTo>
                    <a:pt x="1398" y="4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3" name="pl2023"/>
            <p:cNvSpPr/>
            <p:nvPr/>
          </p:nvSpPr>
          <p:spPr>
            <a:xfrm>
              <a:off x="5490656" y="1370862"/>
              <a:ext cx="411" cy="1398"/>
            </a:xfrm>
            <a:custGeom>
              <a:avLst/>
              <a:pathLst>
                <a:path w="411" h="1398">
                  <a:moveTo>
                    <a:pt x="411" y="13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4" name="pl2024"/>
            <p:cNvSpPr/>
            <p:nvPr/>
          </p:nvSpPr>
          <p:spPr>
            <a:xfrm>
              <a:off x="5481876" y="1373464"/>
              <a:ext cx="417" cy="1396"/>
            </a:xfrm>
            <a:custGeom>
              <a:avLst/>
              <a:pathLst>
                <a:path w="417" h="1396">
                  <a:moveTo>
                    <a:pt x="417" y="1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5" name="pl2025"/>
            <p:cNvSpPr/>
            <p:nvPr/>
          </p:nvSpPr>
          <p:spPr>
            <a:xfrm>
              <a:off x="5486679" y="1373556"/>
              <a:ext cx="414" cy="1397"/>
            </a:xfrm>
            <a:custGeom>
              <a:avLst/>
              <a:pathLst>
                <a:path w="414" h="1397">
                  <a:moveTo>
                    <a:pt x="414" y="13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6" name="pl2026"/>
            <p:cNvSpPr/>
            <p:nvPr/>
          </p:nvSpPr>
          <p:spPr>
            <a:xfrm>
              <a:off x="5473108" y="1376104"/>
              <a:ext cx="846" cy="2789"/>
            </a:xfrm>
            <a:custGeom>
              <a:avLst/>
              <a:pathLst>
                <a:path w="846" h="2789">
                  <a:moveTo>
                    <a:pt x="846" y="27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7" name="pl2027"/>
            <p:cNvSpPr/>
            <p:nvPr/>
          </p:nvSpPr>
          <p:spPr>
            <a:xfrm>
              <a:off x="5480520" y="1376913"/>
              <a:ext cx="418" cy="1395"/>
            </a:xfrm>
            <a:custGeom>
              <a:avLst/>
              <a:pathLst>
                <a:path w="418" h="1395">
                  <a:moveTo>
                    <a:pt x="418" y="1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8" name="pl2028"/>
            <p:cNvSpPr/>
            <p:nvPr/>
          </p:nvSpPr>
          <p:spPr>
            <a:xfrm>
              <a:off x="5464351" y="1378781"/>
              <a:ext cx="1287" cy="4178"/>
            </a:xfrm>
            <a:custGeom>
              <a:avLst/>
              <a:pathLst>
                <a:path w="1287" h="4178">
                  <a:moveTo>
                    <a:pt x="1287" y="4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9" name="pl2029"/>
            <p:cNvSpPr/>
            <p:nvPr/>
          </p:nvSpPr>
          <p:spPr>
            <a:xfrm>
              <a:off x="5517060" y="1363282"/>
              <a:ext cx="393" cy="1403"/>
            </a:xfrm>
            <a:custGeom>
              <a:avLst/>
              <a:pathLst>
                <a:path w="393" h="1403">
                  <a:moveTo>
                    <a:pt x="393" y="14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0" name="pl2030"/>
            <p:cNvSpPr/>
            <p:nvPr/>
          </p:nvSpPr>
          <p:spPr>
            <a:xfrm>
              <a:off x="5508248" y="1365771"/>
              <a:ext cx="399" cy="1401"/>
            </a:xfrm>
            <a:custGeom>
              <a:avLst/>
              <a:pathLst>
                <a:path w="399" h="1401">
                  <a:moveTo>
                    <a:pt x="399" y="14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1" name="pl2031"/>
            <p:cNvSpPr/>
            <p:nvPr/>
          </p:nvSpPr>
          <p:spPr>
            <a:xfrm>
              <a:off x="5513049" y="1365924"/>
              <a:ext cx="396" cy="1402"/>
            </a:xfrm>
            <a:custGeom>
              <a:avLst/>
              <a:pathLst>
                <a:path w="396" h="1402">
                  <a:moveTo>
                    <a:pt x="396" y="14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2" name="pl2032"/>
            <p:cNvSpPr/>
            <p:nvPr/>
          </p:nvSpPr>
          <p:spPr>
            <a:xfrm>
              <a:off x="5499447" y="1368298"/>
              <a:ext cx="810" cy="2799"/>
            </a:xfrm>
            <a:custGeom>
              <a:avLst/>
              <a:pathLst>
                <a:path w="810" h="2799">
                  <a:moveTo>
                    <a:pt x="810" y="27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3" name="pl2033"/>
            <p:cNvSpPr/>
            <p:nvPr/>
          </p:nvSpPr>
          <p:spPr>
            <a:xfrm>
              <a:off x="5534716" y="1358416"/>
              <a:ext cx="381" cy="1406"/>
            </a:xfrm>
            <a:custGeom>
              <a:avLst/>
              <a:pathLst>
                <a:path w="381" h="1406">
                  <a:moveTo>
                    <a:pt x="381" y="1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4" name="pl2034"/>
            <p:cNvSpPr/>
            <p:nvPr/>
          </p:nvSpPr>
          <p:spPr>
            <a:xfrm>
              <a:off x="5525883" y="1360830"/>
              <a:ext cx="387" cy="1405"/>
            </a:xfrm>
            <a:custGeom>
              <a:avLst/>
              <a:pathLst>
                <a:path w="387" h="1405">
                  <a:moveTo>
                    <a:pt x="387" y="1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5" name="pl2035"/>
            <p:cNvSpPr/>
            <p:nvPr/>
          </p:nvSpPr>
          <p:spPr>
            <a:xfrm>
              <a:off x="5561276" y="1351400"/>
              <a:ext cx="363" cy="1411"/>
            </a:xfrm>
            <a:custGeom>
              <a:avLst/>
              <a:pathLst>
                <a:path w="363" h="1411">
                  <a:moveTo>
                    <a:pt x="363" y="14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6" name="pl2036"/>
            <p:cNvSpPr/>
            <p:nvPr/>
          </p:nvSpPr>
          <p:spPr>
            <a:xfrm>
              <a:off x="5552413" y="1353701"/>
              <a:ext cx="369" cy="1409"/>
            </a:xfrm>
            <a:custGeom>
              <a:avLst/>
              <a:pathLst>
                <a:path w="369" h="1409">
                  <a:moveTo>
                    <a:pt x="369" y="1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7" name="pl2037"/>
            <p:cNvSpPr/>
            <p:nvPr/>
          </p:nvSpPr>
          <p:spPr>
            <a:xfrm>
              <a:off x="5557209" y="1353957"/>
              <a:ext cx="366" cy="1410"/>
            </a:xfrm>
            <a:custGeom>
              <a:avLst/>
              <a:pathLst>
                <a:path w="366" h="1410">
                  <a:moveTo>
                    <a:pt x="366" y="1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8" name="pl2038"/>
            <p:cNvSpPr/>
            <p:nvPr/>
          </p:nvSpPr>
          <p:spPr>
            <a:xfrm>
              <a:off x="5543559" y="1356040"/>
              <a:ext cx="750" cy="2816"/>
            </a:xfrm>
            <a:custGeom>
              <a:avLst/>
              <a:pathLst>
                <a:path w="750" h="2816">
                  <a:moveTo>
                    <a:pt x="750" y="28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9" name="pl2039"/>
            <p:cNvSpPr/>
            <p:nvPr/>
          </p:nvSpPr>
          <p:spPr>
            <a:xfrm>
              <a:off x="5550940" y="1357101"/>
              <a:ext cx="741" cy="2818"/>
            </a:xfrm>
            <a:custGeom>
              <a:avLst/>
              <a:pathLst>
                <a:path w="741" h="2818">
                  <a:moveTo>
                    <a:pt x="741" y="28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0" name="pl2040"/>
            <p:cNvSpPr/>
            <p:nvPr/>
          </p:nvSpPr>
          <p:spPr>
            <a:xfrm>
              <a:off x="5530682" y="1361024"/>
              <a:ext cx="1152" cy="4217"/>
            </a:xfrm>
            <a:custGeom>
              <a:avLst/>
              <a:pathLst>
                <a:path w="1152" h="4217">
                  <a:moveTo>
                    <a:pt x="1152" y="42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1" name="pl2041"/>
            <p:cNvSpPr/>
            <p:nvPr/>
          </p:nvSpPr>
          <p:spPr>
            <a:xfrm>
              <a:off x="5541752" y="1362557"/>
              <a:ext cx="1132" cy="4222"/>
            </a:xfrm>
            <a:custGeom>
              <a:avLst/>
              <a:pathLst>
                <a:path w="1132" h="4222">
                  <a:moveTo>
                    <a:pt x="1132" y="42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2" name="pl2042"/>
            <p:cNvSpPr/>
            <p:nvPr/>
          </p:nvSpPr>
          <p:spPr>
            <a:xfrm>
              <a:off x="5506848" y="1369202"/>
              <a:ext cx="2003" cy="7006"/>
            </a:xfrm>
            <a:custGeom>
              <a:avLst/>
              <a:pathLst>
                <a:path w="2003" h="7006">
                  <a:moveTo>
                    <a:pt x="2003" y="7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3" name="pl2043"/>
            <p:cNvSpPr/>
            <p:nvPr/>
          </p:nvSpPr>
          <p:spPr>
            <a:xfrm>
              <a:off x="5525848" y="1371423"/>
              <a:ext cx="1556" cy="5617"/>
            </a:xfrm>
            <a:custGeom>
              <a:avLst/>
              <a:pathLst>
                <a:path w="1556" h="5617">
                  <a:moveTo>
                    <a:pt x="1556" y="56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4" name="pl2044"/>
            <p:cNvSpPr/>
            <p:nvPr/>
          </p:nvSpPr>
          <p:spPr>
            <a:xfrm>
              <a:off x="5473284" y="1380620"/>
              <a:ext cx="3390" cy="11155"/>
            </a:xfrm>
            <a:custGeom>
              <a:avLst/>
              <a:pathLst>
                <a:path w="3390" h="11155">
                  <a:moveTo>
                    <a:pt x="3390" y="111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5" name="pl2045"/>
            <p:cNvSpPr/>
            <p:nvPr/>
          </p:nvSpPr>
          <p:spPr>
            <a:xfrm>
              <a:off x="5579031" y="1346913"/>
              <a:ext cx="351" cy="1414"/>
            </a:xfrm>
            <a:custGeom>
              <a:avLst/>
              <a:pathLst>
                <a:path w="351" h="1414">
                  <a:moveTo>
                    <a:pt x="351" y="14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6" name="pl2046"/>
            <p:cNvSpPr/>
            <p:nvPr/>
          </p:nvSpPr>
          <p:spPr>
            <a:xfrm>
              <a:off x="5570149" y="1349138"/>
              <a:ext cx="357" cy="1412"/>
            </a:xfrm>
            <a:custGeom>
              <a:avLst/>
              <a:pathLst>
                <a:path w="357" h="1412">
                  <a:moveTo>
                    <a:pt x="357" y="14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7" name="pl2047"/>
            <p:cNvSpPr/>
            <p:nvPr/>
          </p:nvSpPr>
          <p:spPr>
            <a:xfrm>
              <a:off x="5605735" y="1340465"/>
              <a:ext cx="332" cy="1418"/>
            </a:xfrm>
            <a:custGeom>
              <a:avLst/>
              <a:pathLst>
                <a:path w="332" h="1418">
                  <a:moveTo>
                    <a:pt x="332" y="14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8" name="pl2048"/>
            <p:cNvSpPr/>
            <p:nvPr/>
          </p:nvSpPr>
          <p:spPr>
            <a:xfrm>
              <a:off x="5596825" y="1342576"/>
              <a:ext cx="339" cy="1417"/>
            </a:xfrm>
            <a:custGeom>
              <a:avLst/>
              <a:pathLst>
                <a:path w="339" h="1417">
                  <a:moveTo>
                    <a:pt x="339" y="1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9" name="pl2049"/>
            <p:cNvSpPr/>
            <p:nvPr/>
          </p:nvSpPr>
          <p:spPr>
            <a:xfrm>
              <a:off x="5601615" y="1342934"/>
              <a:ext cx="335" cy="1418"/>
            </a:xfrm>
            <a:custGeom>
              <a:avLst/>
              <a:pathLst>
                <a:path w="335" h="1418">
                  <a:moveTo>
                    <a:pt x="335" y="14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0" name="pl2050"/>
            <p:cNvSpPr/>
            <p:nvPr/>
          </p:nvSpPr>
          <p:spPr>
            <a:xfrm>
              <a:off x="5587923" y="1344726"/>
              <a:ext cx="690" cy="2831"/>
            </a:xfrm>
            <a:custGeom>
              <a:avLst/>
              <a:pathLst>
                <a:path w="690" h="2831">
                  <a:moveTo>
                    <a:pt x="690" y="28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1" name="pl2051"/>
            <p:cNvSpPr/>
            <p:nvPr/>
          </p:nvSpPr>
          <p:spPr>
            <a:xfrm>
              <a:off x="5595280" y="1345944"/>
              <a:ext cx="681" cy="2834"/>
            </a:xfrm>
            <a:custGeom>
              <a:avLst/>
              <a:pathLst>
                <a:path w="681" h="2834">
                  <a:moveTo>
                    <a:pt x="681" y="28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2" name="pl2052"/>
            <p:cNvSpPr/>
            <p:nvPr/>
          </p:nvSpPr>
          <p:spPr>
            <a:xfrm>
              <a:off x="5574943" y="1349434"/>
              <a:ext cx="1062" cy="4241"/>
            </a:xfrm>
            <a:custGeom>
              <a:avLst/>
              <a:pathLst>
                <a:path w="1062" h="4241">
                  <a:moveTo>
                    <a:pt x="1062" y="42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3" name="pl2053"/>
            <p:cNvSpPr/>
            <p:nvPr/>
          </p:nvSpPr>
          <p:spPr>
            <a:xfrm>
              <a:off x="5632519" y="1334361"/>
              <a:ext cx="314" cy="1422"/>
            </a:xfrm>
            <a:custGeom>
              <a:avLst/>
              <a:pathLst>
                <a:path w="314" h="1422">
                  <a:moveTo>
                    <a:pt x="314" y="14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4" name="pl2054"/>
            <p:cNvSpPr/>
            <p:nvPr/>
          </p:nvSpPr>
          <p:spPr>
            <a:xfrm>
              <a:off x="5623582" y="1336357"/>
              <a:ext cx="320" cy="1421"/>
            </a:xfrm>
            <a:custGeom>
              <a:avLst/>
              <a:pathLst>
                <a:path w="320" h="1421">
                  <a:moveTo>
                    <a:pt x="320" y="14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5" name="pl2055"/>
            <p:cNvSpPr/>
            <p:nvPr/>
          </p:nvSpPr>
          <p:spPr>
            <a:xfrm>
              <a:off x="5650417" y="1330482"/>
              <a:ext cx="302" cy="1425"/>
            </a:xfrm>
            <a:custGeom>
              <a:avLst/>
              <a:pathLst>
                <a:path w="302" h="1425">
                  <a:moveTo>
                    <a:pt x="302" y="14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6" name="pl2056"/>
            <p:cNvSpPr/>
            <p:nvPr/>
          </p:nvSpPr>
          <p:spPr>
            <a:xfrm>
              <a:off x="5641464" y="1332402"/>
              <a:ext cx="308" cy="1424"/>
            </a:xfrm>
            <a:custGeom>
              <a:avLst/>
              <a:pathLst>
                <a:path w="308" h="1424">
                  <a:moveTo>
                    <a:pt x="308" y="1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7" name="pl2057"/>
            <p:cNvSpPr/>
            <p:nvPr/>
          </p:nvSpPr>
          <p:spPr>
            <a:xfrm>
              <a:off x="5646245" y="1332862"/>
              <a:ext cx="611" cy="2849"/>
            </a:xfrm>
            <a:custGeom>
              <a:avLst/>
              <a:pathLst>
                <a:path w="611" h="2849">
                  <a:moveTo>
                    <a:pt x="611" y="2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8" name="pl2058"/>
            <p:cNvSpPr/>
            <p:nvPr/>
          </p:nvSpPr>
          <p:spPr>
            <a:xfrm>
              <a:off x="5628367" y="1336777"/>
              <a:ext cx="635" cy="2844"/>
            </a:xfrm>
            <a:custGeom>
              <a:avLst/>
              <a:pathLst>
                <a:path w="635" h="2844">
                  <a:moveTo>
                    <a:pt x="635" y="28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9" name="pl2059"/>
            <p:cNvSpPr/>
            <p:nvPr/>
          </p:nvSpPr>
          <p:spPr>
            <a:xfrm>
              <a:off x="5637926" y="1337648"/>
              <a:ext cx="311" cy="1423"/>
            </a:xfrm>
            <a:custGeom>
              <a:avLst/>
              <a:pathLst>
                <a:path w="311" h="1423">
                  <a:moveTo>
                    <a:pt x="311" y="14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0" name="pl2060"/>
            <p:cNvSpPr/>
            <p:nvPr/>
          </p:nvSpPr>
          <p:spPr>
            <a:xfrm>
              <a:off x="5614654" y="1338392"/>
              <a:ext cx="1307" cy="5680"/>
            </a:xfrm>
            <a:custGeom>
              <a:avLst/>
              <a:pathLst>
                <a:path w="1307" h="5680">
                  <a:moveTo>
                    <a:pt x="1307" y="56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1" name="pl2061"/>
            <p:cNvSpPr/>
            <p:nvPr/>
          </p:nvSpPr>
          <p:spPr>
            <a:xfrm>
              <a:off x="5668348" y="1326756"/>
              <a:ext cx="290" cy="1428"/>
            </a:xfrm>
            <a:custGeom>
              <a:avLst/>
              <a:pathLst>
                <a:path w="290" h="1428">
                  <a:moveTo>
                    <a:pt x="290" y="14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2" name="pl2062"/>
            <p:cNvSpPr/>
            <p:nvPr/>
          </p:nvSpPr>
          <p:spPr>
            <a:xfrm>
              <a:off x="5659379" y="1328600"/>
              <a:ext cx="296" cy="1426"/>
            </a:xfrm>
            <a:custGeom>
              <a:avLst/>
              <a:pathLst>
                <a:path w="296" h="1426">
                  <a:moveTo>
                    <a:pt x="296" y="14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3" name="pl2063"/>
            <p:cNvSpPr/>
            <p:nvPr/>
          </p:nvSpPr>
          <p:spPr>
            <a:xfrm>
              <a:off x="5704302" y="1319763"/>
              <a:ext cx="265" cy="1432"/>
            </a:xfrm>
            <a:custGeom>
              <a:avLst/>
              <a:pathLst>
                <a:path w="265" h="1432">
                  <a:moveTo>
                    <a:pt x="265" y="1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4" name="pl2064"/>
            <p:cNvSpPr/>
            <p:nvPr/>
          </p:nvSpPr>
          <p:spPr>
            <a:xfrm>
              <a:off x="5695303" y="1321454"/>
              <a:ext cx="272" cy="1431"/>
            </a:xfrm>
            <a:custGeom>
              <a:avLst/>
              <a:pathLst>
                <a:path w="272" h="1431">
                  <a:moveTo>
                    <a:pt x="272" y="1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5" name="pl2065"/>
            <p:cNvSpPr/>
            <p:nvPr/>
          </p:nvSpPr>
          <p:spPr>
            <a:xfrm>
              <a:off x="5700071" y="1322036"/>
              <a:ext cx="269" cy="1432"/>
            </a:xfrm>
            <a:custGeom>
              <a:avLst/>
              <a:pathLst>
                <a:path w="269" h="1432">
                  <a:moveTo>
                    <a:pt x="269" y="1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6" name="pl2066"/>
            <p:cNvSpPr/>
            <p:nvPr/>
          </p:nvSpPr>
          <p:spPr>
            <a:xfrm>
              <a:off x="5686310" y="1323183"/>
              <a:ext cx="556" cy="2861"/>
            </a:xfrm>
            <a:custGeom>
              <a:avLst/>
              <a:pathLst>
                <a:path w="556" h="2861">
                  <a:moveTo>
                    <a:pt x="556" y="28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7" name="pl2067"/>
            <p:cNvSpPr/>
            <p:nvPr/>
          </p:nvSpPr>
          <p:spPr>
            <a:xfrm>
              <a:off x="5693601" y="1324745"/>
              <a:ext cx="273" cy="1431"/>
            </a:xfrm>
            <a:custGeom>
              <a:avLst/>
              <a:pathLst>
                <a:path w="273" h="1431">
                  <a:moveTo>
                    <a:pt x="273" y="14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8" name="pl2068"/>
            <p:cNvSpPr/>
            <p:nvPr/>
          </p:nvSpPr>
          <p:spPr>
            <a:xfrm>
              <a:off x="5677326" y="1324950"/>
              <a:ext cx="852" cy="4288"/>
            </a:xfrm>
            <a:custGeom>
              <a:avLst/>
              <a:pathLst>
                <a:path w="852" h="4288">
                  <a:moveTo>
                    <a:pt x="852" y="4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9" name="pl2069"/>
            <p:cNvSpPr/>
            <p:nvPr/>
          </p:nvSpPr>
          <p:spPr>
            <a:xfrm>
              <a:off x="5686024" y="1327693"/>
              <a:ext cx="557" cy="2860"/>
            </a:xfrm>
            <a:custGeom>
              <a:avLst/>
              <a:pathLst>
                <a:path w="557" h="2860">
                  <a:moveTo>
                    <a:pt x="557" y="2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0" name="pl2070"/>
            <p:cNvSpPr/>
            <p:nvPr/>
          </p:nvSpPr>
          <p:spPr>
            <a:xfrm>
              <a:off x="5664156" y="1329100"/>
              <a:ext cx="1173" cy="5710"/>
            </a:xfrm>
            <a:custGeom>
              <a:avLst/>
              <a:pathLst>
                <a:path w="1173" h="5710">
                  <a:moveTo>
                    <a:pt x="1173" y="57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1" name="pl2071"/>
            <p:cNvSpPr/>
            <p:nvPr/>
          </p:nvSpPr>
          <p:spPr>
            <a:xfrm>
              <a:off x="5675951" y="1332655"/>
              <a:ext cx="1431" cy="7145"/>
            </a:xfrm>
            <a:custGeom>
              <a:avLst/>
              <a:pathLst>
                <a:path w="1431" h="7145">
                  <a:moveTo>
                    <a:pt x="1431" y="7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2" name="pl2072"/>
            <p:cNvSpPr/>
            <p:nvPr/>
          </p:nvSpPr>
          <p:spPr>
            <a:xfrm>
              <a:off x="5627093" y="1341543"/>
              <a:ext cx="1915" cy="8531"/>
            </a:xfrm>
            <a:custGeom>
              <a:avLst/>
              <a:pathLst>
                <a:path w="1915" h="8531">
                  <a:moveTo>
                    <a:pt x="1915" y="8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3" name="pl2073"/>
            <p:cNvSpPr/>
            <p:nvPr/>
          </p:nvSpPr>
          <p:spPr>
            <a:xfrm>
              <a:off x="5653165" y="1344797"/>
              <a:ext cx="1513" cy="7127"/>
            </a:xfrm>
            <a:custGeom>
              <a:avLst/>
              <a:pathLst>
                <a:path w="1513" h="7127">
                  <a:moveTo>
                    <a:pt x="1513" y="71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4" name="pl2074"/>
            <p:cNvSpPr/>
            <p:nvPr/>
          </p:nvSpPr>
          <p:spPr>
            <a:xfrm>
              <a:off x="5585977" y="1351203"/>
              <a:ext cx="3820" cy="15569"/>
            </a:xfrm>
            <a:custGeom>
              <a:avLst/>
              <a:pathLst>
                <a:path w="3820" h="15569">
                  <a:moveTo>
                    <a:pt x="3820" y="155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5" name="pl2075"/>
            <p:cNvSpPr/>
            <p:nvPr/>
          </p:nvSpPr>
          <p:spPr>
            <a:xfrm>
              <a:off x="5622180" y="1359094"/>
              <a:ext cx="3901" cy="17047"/>
            </a:xfrm>
            <a:custGeom>
              <a:avLst/>
              <a:pathLst>
                <a:path w="3901" h="17047">
                  <a:moveTo>
                    <a:pt x="3901" y="170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6" name="pl2076"/>
            <p:cNvSpPr/>
            <p:nvPr/>
          </p:nvSpPr>
          <p:spPr>
            <a:xfrm>
              <a:off x="5501994" y="1384251"/>
              <a:ext cx="6503" cy="22392"/>
            </a:xfrm>
            <a:custGeom>
              <a:avLst/>
              <a:pathLst>
                <a:path w="6503" h="22392">
                  <a:moveTo>
                    <a:pt x="6503" y="223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7" name="pl2077"/>
            <p:cNvSpPr/>
            <p:nvPr/>
          </p:nvSpPr>
          <p:spPr>
            <a:xfrm>
              <a:off x="5567069" y="1390545"/>
              <a:ext cx="365" cy="1410"/>
            </a:xfrm>
            <a:custGeom>
              <a:avLst/>
              <a:pathLst>
                <a:path w="365" h="1410">
                  <a:moveTo>
                    <a:pt x="365" y="14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8" name="pl2078"/>
            <p:cNvSpPr/>
            <p:nvPr/>
          </p:nvSpPr>
          <p:spPr>
            <a:xfrm>
              <a:off x="5455605" y="1381495"/>
              <a:ext cx="12178" cy="38947"/>
            </a:xfrm>
            <a:custGeom>
              <a:avLst/>
              <a:pathLst>
                <a:path w="12178" h="38947">
                  <a:moveTo>
                    <a:pt x="12178" y="38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9" name="pl2079"/>
            <p:cNvSpPr/>
            <p:nvPr/>
          </p:nvSpPr>
          <p:spPr>
            <a:xfrm>
              <a:off x="5517434" y="1405585"/>
              <a:ext cx="2403" cy="8407"/>
            </a:xfrm>
            <a:custGeom>
              <a:avLst/>
              <a:pathLst>
                <a:path w="2403" h="8407">
                  <a:moveTo>
                    <a:pt x="2403" y="84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0" name="pl2080"/>
            <p:cNvSpPr/>
            <p:nvPr/>
          </p:nvSpPr>
          <p:spPr>
            <a:xfrm>
              <a:off x="5425201" y="1398924"/>
              <a:ext cx="13257" cy="40131"/>
            </a:xfrm>
            <a:custGeom>
              <a:avLst/>
              <a:pathLst>
                <a:path w="13257" h="40131">
                  <a:moveTo>
                    <a:pt x="13257" y="40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1" name="pl2081"/>
            <p:cNvSpPr/>
            <p:nvPr/>
          </p:nvSpPr>
          <p:spPr>
            <a:xfrm>
              <a:off x="5731343" y="1314922"/>
              <a:ext cx="247" cy="1436"/>
            </a:xfrm>
            <a:custGeom>
              <a:avLst/>
              <a:pathLst>
                <a:path w="247" h="1436">
                  <a:moveTo>
                    <a:pt x="247" y="1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2" name="pl2082"/>
            <p:cNvSpPr/>
            <p:nvPr/>
          </p:nvSpPr>
          <p:spPr>
            <a:xfrm>
              <a:off x="5722323" y="1316498"/>
              <a:ext cx="253" cy="1435"/>
            </a:xfrm>
            <a:custGeom>
              <a:avLst/>
              <a:pathLst>
                <a:path w="253" h="1435">
                  <a:moveTo>
                    <a:pt x="253" y="14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3" name="pl2083"/>
            <p:cNvSpPr/>
            <p:nvPr/>
          </p:nvSpPr>
          <p:spPr>
            <a:xfrm>
              <a:off x="5758444" y="1310428"/>
              <a:ext cx="229" cy="1439"/>
            </a:xfrm>
            <a:custGeom>
              <a:avLst/>
              <a:pathLst>
                <a:path w="229" h="1439">
                  <a:moveTo>
                    <a:pt x="229" y="14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4" name="pl2084"/>
            <p:cNvSpPr/>
            <p:nvPr/>
          </p:nvSpPr>
          <p:spPr>
            <a:xfrm>
              <a:off x="5749404" y="1311888"/>
              <a:ext cx="235" cy="1438"/>
            </a:xfrm>
            <a:custGeom>
              <a:avLst/>
              <a:pathLst>
                <a:path w="235" h="1438">
                  <a:moveTo>
                    <a:pt x="235" y="1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5" name="pl2085"/>
            <p:cNvSpPr/>
            <p:nvPr/>
          </p:nvSpPr>
          <p:spPr>
            <a:xfrm>
              <a:off x="5754156" y="1312592"/>
              <a:ext cx="232" cy="1438"/>
            </a:xfrm>
            <a:custGeom>
              <a:avLst/>
              <a:pathLst>
                <a:path w="232" h="1438">
                  <a:moveTo>
                    <a:pt x="232" y="1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6" name="pl2086"/>
            <p:cNvSpPr/>
            <p:nvPr/>
          </p:nvSpPr>
          <p:spPr>
            <a:xfrm>
              <a:off x="5740371" y="1313386"/>
              <a:ext cx="482" cy="2874"/>
            </a:xfrm>
            <a:custGeom>
              <a:avLst/>
              <a:pathLst>
                <a:path w="482" h="2874">
                  <a:moveTo>
                    <a:pt x="482" y="28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7" name="pl2087"/>
            <p:cNvSpPr/>
            <p:nvPr/>
          </p:nvSpPr>
          <p:spPr>
            <a:xfrm>
              <a:off x="5747619" y="1315135"/>
              <a:ext cx="473" cy="2876"/>
            </a:xfrm>
            <a:custGeom>
              <a:avLst/>
              <a:pathLst>
                <a:path w="473" h="2876">
                  <a:moveTo>
                    <a:pt x="473" y="28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8" name="pl2088"/>
            <p:cNvSpPr/>
            <p:nvPr/>
          </p:nvSpPr>
          <p:spPr>
            <a:xfrm>
              <a:off x="5727083" y="1317141"/>
              <a:ext cx="752" cy="4306"/>
            </a:xfrm>
            <a:custGeom>
              <a:avLst/>
              <a:pathLst>
                <a:path w="752" h="4306">
                  <a:moveTo>
                    <a:pt x="752" y="43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9" name="pl2089"/>
            <p:cNvSpPr/>
            <p:nvPr/>
          </p:nvSpPr>
          <p:spPr>
            <a:xfrm>
              <a:off x="5737960" y="1319705"/>
              <a:ext cx="243" cy="1436"/>
            </a:xfrm>
            <a:custGeom>
              <a:avLst/>
              <a:pathLst>
                <a:path w="243" h="1436">
                  <a:moveTo>
                    <a:pt x="243" y="1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0" name="pl2090"/>
            <p:cNvSpPr/>
            <p:nvPr/>
          </p:nvSpPr>
          <p:spPr>
            <a:xfrm>
              <a:off x="5713309" y="1318111"/>
              <a:ext cx="1299" cy="7170"/>
            </a:xfrm>
            <a:custGeom>
              <a:avLst/>
              <a:pathLst>
                <a:path w="1299" h="7170">
                  <a:moveTo>
                    <a:pt x="1299" y="71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1" name="pl2091"/>
            <p:cNvSpPr/>
            <p:nvPr/>
          </p:nvSpPr>
          <p:spPr>
            <a:xfrm>
              <a:off x="5785600" y="1306282"/>
              <a:ext cx="210" cy="1442"/>
            </a:xfrm>
            <a:custGeom>
              <a:avLst/>
              <a:pathLst>
                <a:path w="210" h="1442">
                  <a:moveTo>
                    <a:pt x="210" y="1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2" name="pl2092"/>
            <p:cNvSpPr/>
            <p:nvPr/>
          </p:nvSpPr>
          <p:spPr>
            <a:xfrm>
              <a:off x="5776542" y="1307625"/>
              <a:ext cx="216" cy="1441"/>
            </a:xfrm>
            <a:custGeom>
              <a:avLst/>
              <a:pathLst>
                <a:path w="216" h="1441">
                  <a:moveTo>
                    <a:pt x="216" y="14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3" name="pl2093"/>
            <p:cNvSpPr/>
            <p:nvPr/>
          </p:nvSpPr>
          <p:spPr>
            <a:xfrm>
              <a:off x="5781284" y="1308390"/>
              <a:ext cx="213" cy="1441"/>
            </a:xfrm>
            <a:custGeom>
              <a:avLst/>
              <a:pathLst>
                <a:path w="213" h="1441">
                  <a:moveTo>
                    <a:pt x="213" y="14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4" name="pl2094"/>
            <p:cNvSpPr/>
            <p:nvPr/>
          </p:nvSpPr>
          <p:spPr>
            <a:xfrm>
              <a:off x="5767490" y="1309007"/>
              <a:ext cx="446" cy="2880"/>
            </a:xfrm>
            <a:custGeom>
              <a:avLst/>
              <a:pathLst>
                <a:path w="446" h="2880">
                  <a:moveTo>
                    <a:pt x="446" y="28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5" name="pl2095"/>
            <p:cNvSpPr/>
            <p:nvPr/>
          </p:nvSpPr>
          <p:spPr>
            <a:xfrm>
              <a:off x="5803733" y="1303710"/>
              <a:ext cx="198" cy="1443"/>
            </a:xfrm>
            <a:custGeom>
              <a:avLst/>
              <a:pathLst>
                <a:path w="198" h="1443">
                  <a:moveTo>
                    <a:pt x="198" y="14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6" name="pl2096"/>
            <p:cNvSpPr/>
            <p:nvPr/>
          </p:nvSpPr>
          <p:spPr>
            <a:xfrm>
              <a:off x="5794664" y="1304977"/>
              <a:ext cx="204" cy="1442"/>
            </a:xfrm>
            <a:custGeom>
              <a:avLst/>
              <a:pathLst>
                <a:path w="204" h="1442">
                  <a:moveTo>
                    <a:pt x="204" y="1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7" name="pl2097"/>
            <p:cNvSpPr/>
            <p:nvPr/>
          </p:nvSpPr>
          <p:spPr>
            <a:xfrm>
              <a:off x="5830971" y="1300144"/>
              <a:ext cx="179" cy="1446"/>
            </a:xfrm>
            <a:custGeom>
              <a:avLst/>
              <a:pathLst>
                <a:path w="179" h="1446">
                  <a:moveTo>
                    <a:pt x="179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8" name="pl2098"/>
            <p:cNvSpPr/>
            <p:nvPr/>
          </p:nvSpPr>
          <p:spPr>
            <a:xfrm>
              <a:off x="5821887" y="1301294"/>
              <a:ext cx="186" cy="1445"/>
            </a:xfrm>
            <a:custGeom>
              <a:avLst/>
              <a:pathLst>
                <a:path w="186" h="1445">
                  <a:moveTo>
                    <a:pt x="186" y="1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9" name="pl2099"/>
            <p:cNvSpPr/>
            <p:nvPr/>
          </p:nvSpPr>
          <p:spPr>
            <a:xfrm>
              <a:off x="5826611" y="1302160"/>
              <a:ext cx="183" cy="1445"/>
            </a:xfrm>
            <a:custGeom>
              <a:avLst/>
              <a:pathLst>
                <a:path w="183" h="1445">
                  <a:moveTo>
                    <a:pt x="183" y="14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0" name="pl2100"/>
            <p:cNvSpPr/>
            <p:nvPr/>
          </p:nvSpPr>
          <p:spPr>
            <a:xfrm>
              <a:off x="5812807" y="1302483"/>
              <a:ext cx="384" cy="2889"/>
            </a:xfrm>
            <a:custGeom>
              <a:avLst/>
              <a:pathLst>
                <a:path w="384" h="2889">
                  <a:moveTo>
                    <a:pt x="384" y="28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1" name="pl2101"/>
            <p:cNvSpPr/>
            <p:nvPr/>
          </p:nvSpPr>
          <p:spPr>
            <a:xfrm>
              <a:off x="5819992" y="1304478"/>
              <a:ext cx="375" cy="2890"/>
            </a:xfrm>
            <a:custGeom>
              <a:avLst/>
              <a:pathLst>
                <a:path w="375" h="2890">
                  <a:moveTo>
                    <a:pt x="375" y="2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2" name="pl2102"/>
            <p:cNvSpPr/>
            <p:nvPr/>
          </p:nvSpPr>
          <p:spPr>
            <a:xfrm>
              <a:off x="5799399" y="1305782"/>
              <a:ext cx="604" cy="4330"/>
            </a:xfrm>
            <a:custGeom>
              <a:avLst/>
              <a:pathLst>
                <a:path w="604" h="4330">
                  <a:moveTo>
                    <a:pt x="604" y="43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3" name="pl2103"/>
            <p:cNvSpPr/>
            <p:nvPr/>
          </p:nvSpPr>
          <p:spPr>
            <a:xfrm>
              <a:off x="5810182" y="1308716"/>
              <a:ext cx="583" cy="4333"/>
            </a:xfrm>
            <a:custGeom>
              <a:avLst/>
              <a:pathLst>
                <a:path w="583" h="4333">
                  <a:moveTo>
                    <a:pt x="583" y="43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4" name="pl2104"/>
            <p:cNvSpPr/>
            <p:nvPr/>
          </p:nvSpPr>
          <p:spPr>
            <a:xfrm>
              <a:off x="5774716" y="1310849"/>
              <a:ext cx="1092" cy="7204"/>
            </a:xfrm>
            <a:custGeom>
              <a:avLst/>
              <a:pathLst>
                <a:path w="1092" h="7204">
                  <a:moveTo>
                    <a:pt x="1092" y="72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5" name="pl2105"/>
            <p:cNvSpPr/>
            <p:nvPr/>
          </p:nvSpPr>
          <p:spPr>
            <a:xfrm>
              <a:off x="5793277" y="1315479"/>
              <a:ext cx="1239" cy="8656"/>
            </a:xfrm>
            <a:custGeom>
              <a:avLst/>
              <a:pathLst>
                <a:path w="1239" h="8656">
                  <a:moveTo>
                    <a:pt x="1239" y="86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6" name="pl2106"/>
            <p:cNvSpPr/>
            <p:nvPr/>
          </p:nvSpPr>
          <p:spPr>
            <a:xfrm>
              <a:off x="5726400" y="1323179"/>
              <a:ext cx="2014" cy="11483"/>
            </a:xfrm>
            <a:custGeom>
              <a:avLst/>
              <a:pathLst>
                <a:path w="2014" h="11483">
                  <a:moveTo>
                    <a:pt x="2014" y="114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7" name="pl2107"/>
            <p:cNvSpPr/>
            <p:nvPr/>
          </p:nvSpPr>
          <p:spPr>
            <a:xfrm>
              <a:off x="5849155" y="1297960"/>
              <a:ext cx="167" cy="1447"/>
            </a:xfrm>
            <a:custGeom>
              <a:avLst/>
              <a:pathLst>
                <a:path w="167" h="1447">
                  <a:moveTo>
                    <a:pt x="167" y="14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8" name="pl2108"/>
            <p:cNvSpPr/>
            <p:nvPr/>
          </p:nvSpPr>
          <p:spPr>
            <a:xfrm>
              <a:off x="5840061" y="1299033"/>
              <a:ext cx="173" cy="1446"/>
            </a:xfrm>
            <a:custGeom>
              <a:avLst/>
              <a:pathLst>
                <a:path w="173" h="1446">
                  <a:moveTo>
                    <a:pt x="173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9" name="pl2109"/>
            <p:cNvSpPr/>
            <p:nvPr/>
          </p:nvSpPr>
          <p:spPr>
            <a:xfrm>
              <a:off x="5876463" y="1294976"/>
              <a:ext cx="149" cy="1449"/>
            </a:xfrm>
            <a:custGeom>
              <a:avLst/>
              <a:pathLst>
                <a:path w="149" h="1449">
                  <a:moveTo>
                    <a:pt x="149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0" name="pl2110"/>
            <p:cNvSpPr/>
            <p:nvPr/>
          </p:nvSpPr>
          <p:spPr>
            <a:xfrm>
              <a:off x="5867356" y="1295932"/>
              <a:ext cx="155" cy="1449"/>
            </a:xfrm>
            <a:custGeom>
              <a:avLst/>
              <a:pathLst>
                <a:path w="155" h="1449">
                  <a:moveTo>
                    <a:pt x="155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1" name="pl2111"/>
            <p:cNvSpPr/>
            <p:nvPr/>
          </p:nvSpPr>
          <p:spPr>
            <a:xfrm>
              <a:off x="5872061" y="1296899"/>
              <a:ext cx="152" cy="1449"/>
            </a:xfrm>
            <a:custGeom>
              <a:avLst/>
              <a:pathLst>
                <a:path w="152" h="1449">
                  <a:moveTo>
                    <a:pt x="152" y="1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2" name="pl2112"/>
            <p:cNvSpPr/>
            <p:nvPr/>
          </p:nvSpPr>
          <p:spPr>
            <a:xfrm>
              <a:off x="5858253" y="1296927"/>
              <a:ext cx="322" cy="2896"/>
            </a:xfrm>
            <a:custGeom>
              <a:avLst/>
              <a:pathLst>
                <a:path w="322" h="2896">
                  <a:moveTo>
                    <a:pt x="322" y="28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3" name="pl2113"/>
            <p:cNvSpPr/>
            <p:nvPr/>
          </p:nvSpPr>
          <p:spPr>
            <a:xfrm>
              <a:off x="5865393" y="1299075"/>
              <a:ext cx="313" cy="2897"/>
            </a:xfrm>
            <a:custGeom>
              <a:avLst/>
              <a:pathLst>
                <a:path w="313" h="2897">
                  <a:moveTo>
                    <a:pt x="313" y="28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4" name="pl2114"/>
            <p:cNvSpPr/>
            <p:nvPr/>
          </p:nvSpPr>
          <p:spPr>
            <a:xfrm>
              <a:off x="5844778" y="1299939"/>
              <a:ext cx="512" cy="4342"/>
            </a:xfrm>
            <a:custGeom>
              <a:avLst/>
              <a:pathLst>
                <a:path w="512" h="4342">
                  <a:moveTo>
                    <a:pt x="512" y="4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5" name="pl2115"/>
            <p:cNvSpPr/>
            <p:nvPr/>
          </p:nvSpPr>
          <p:spPr>
            <a:xfrm>
              <a:off x="5894689" y="1293181"/>
              <a:ext cx="136" cy="1450"/>
            </a:xfrm>
            <a:custGeom>
              <a:avLst/>
              <a:pathLst>
                <a:path w="136" h="1450">
                  <a:moveTo>
                    <a:pt x="136" y="1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6" name="pl2116"/>
            <p:cNvSpPr/>
            <p:nvPr/>
          </p:nvSpPr>
          <p:spPr>
            <a:xfrm>
              <a:off x="5885574" y="1294059"/>
              <a:ext cx="142" cy="1450"/>
            </a:xfrm>
            <a:custGeom>
              <a:avLst/>
              <a:pathLst>
                <a:path w="142" h="1450">
                  <a:moveTo>
                    <a:pt x="142" y="1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7" name="pl2117"/>
            <p:cNvSpPr/>
            <p:nvPr/>
          </p:nvSpPr>
          <p:spPr>
            <a:xfrm>
              <a:off x="5912929" y="1291542"/>
              <a:ext cx="124" cy="1452"/>
            </a:xfrm>
            <a:custGeom>
              <a:avLst/>
              <a:pathLst>
                <a:path w="124" h="1452">
                  <a:moveTo>
                    <a:pt x="124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8" name="pl2118"/>
            <p:cNvSpPr/>
            <p:nvPr/>
          </p:nvSpPr>
          <p:spPr>
            <a:xfrm>
              <a:off x="5903807" y="1292342"/>
              <a:ext cx="130" cy="1451"/>
            </a:xfrm>
            <a:custGeom>
              <a:avLst/>
              <a:pathLst>
                <a:path w="130" h="1451">
                  <a:moveTo>
                    <a:pt x="130" y="14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9" name="pl2119"/>
            <p:cNvSpPr/>
            <p:nvPr/>
          </p:nvSpPr>
          <p:spPr>
            <a:xfrm>
              <a:off x="5931183" y="1290058"/>
              <a:ext cx="111" cy="1453"/>
            </a:xfrm>
            <a:custGeom>
              <a:avLst/>
              <a:pathLst>
                <a:path w="111" h="1453">
                  <a:moveTo>
                    <a:pt x="111" y="14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0" name="pl2120"/>
            <p:cNvSpPr/>
            <p:nvPr/>
          </p:nvSpPr>
          <p:spPr>
            <a:xfrm>
              <a:off x="5922054" y="1290780"/>
              <a:ext cx="118" cy="1452"/>
            </a:xfrm>
            <a:custGeom>
              <a:avLst/>
              <a:pathLst>
                <a:path w="118" h="1452">
                  <a:moveTo>
                    <a:pt x="118" y="1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1" name="pl2121"/>
            <p:cNvSpPr/>
            <p:nvPr/>
          </p:nvSpPr>
          <p:spPr>
            <a:xfrm>
              <a:off x="5926733" y="1291867"/>
              <a:ext cx="229" cy="2905"/>
            </a:xfrm>
            <a:custGeom>
              <a:avLst/>
              <a:pathLst>
                <a:path w="229" h="2905">
                  <a:moveTo>
                    <a:pt x="229" y="29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2" name="pl2122"/>
            <p:cNvSpPr/>
            <p:nvPr/>
          </p:nvSpPr>
          <p:spPr>
            <a:xfrm>
              <a:off x="5908495" y="1293389"/>
              <a:ext cx="254" cy="2903"/>
            </a:xfrm>
            <a:custGeom>
              <a:avLst/>
              <a:pathLst>
                <a:path w="254" h="2903">
                  <a:moveTo>
                    <a:pt x="254" y="2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3" name="pl2123"/>
            <p:cNvSpPr/>
            <p:nvPr/>
          </p:nvSpPr>
          <p:spPr>
            <a:xfrm>
              <a:off x="5917855" y="1295513"/>
              <a:ext cx="242" cy="2904"/>
            </a:xfrm>
            <a:custGeom>
              <a:avLst/>
              <a:pathLst>
                <a:path w="242" h="2904">
                  <a:moveTo>
                    <a:pt x="242" y="2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4" name="pl2124"/>
            <p:cNvSpPr/>
            <p:nvPr/>
          </p:nvSpPr>
          <p:spPr>
            <a:xfrm>
              <a:off x="5890271" y="1295066"/>
              <a:ext cx="559" cy="5802"/>
            </a:xfrm>
            <a:custGeom>
              <a:avLst/>
              <a:pathLst>
                <a:path w="559" h="5802">
                  <a:moveTo>
                    <a:pt x="559" y="5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5" name="pl2125"/>
            <p:cNvSpPr/>
            <p:nvPr/>
          </p:nvSpPr>
          <p:spPr>
            <a:xfrm>
              <a:off x="5904459" y="1299600"/>
              <a:ext cx="652" cy="7257"/>
            </a:xfrm>
            <a:custGeom>
              <a:avLst/>
              <a:pathLst>
                <a:path w="652" h="7257">
                  <a:moveTo>
                    <a:pt x="652" y="7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6" name="pl2126"/>
            <p:cNvSpPr/>
            <p:nvPr/>
          </p:nvSpPr>
          <p:spPr>
            <a:xfrm>
              <a:off x="5855496" y="1303103"/>
              <a:ext cx="982" cy="8688"/>
            </a:xfrm>
            <a:custGeom>
              <a:avLst/>
              <a:pathLst>
                <a:path w="982" h="8688">
                  <a:moveTo>
                    <a:pt x="982" y="8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7" name="pl2127"/>
            <p:cNvSpPr/>
            <p:nvPr/>
          </p:nvSpPr>
          <p:spPr>
            <a:xfrm>
              <a:off x="5967725" y="1287559"/>
              <a:ext cx="87" cy="1454"/>
            </a:xfrm>
            <a:custGeom>
              <a:avLst/>
              <a:pathLst>
                <a:path w="87" h="1454">
                  <a:moveTo>
                    <a:pt x="87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8" name="pl2128"/>
            <p:cNvSpPr/>
            <p:nvPr/>
          </p:nvSpPr>
          <p:spPr>
            <a:xfrm>
              <a:off x="5958586" y="1288125"/>
              <a:ext cx="93" cy="1454"/>
            </a:xfrm>
            <a:custGeom>
              <a:avLst/>
              <a:pathLst>
                <a:path w="93" h="1454">
                  <a:moveTo>
                    <a:pt x="93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9" name="pl2129"/>
            <p:cNvSpPr/>
            <p:nvPr/>
          </p:nvSpPr>
          <p:spPr>
            <a:xfrm>
              <a:off x="5963245" y="1289291"/>
              <a:ext cx="90" cy="1454"/>
            </a:xfrm>
            <a:custGeom>
              <a:avLst/>
              <a:pathLst>
                <a:path w="90" h="1454">
                  <a:moveTo>
                    <a:pt x="90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0" name="pl2130"/>
            <p:cNvSpPr/>
            <p:nvPr/>
          </p:nvSpPr>
          <p:spPr>
            <a:xfrm>
              <a:off x="5949449" y="1288730"/>
              <a:ext cx="198" cy="2907"/>
            </a:xfrm>
            <a:custGeom>
              <a:avLst/>
              <a:pathLst>
                <a:path w="198" h="2907">
                  <a:moveTo>
                    <a:pt x="198" y="29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1" name="pl2131"/>
            <p:cNvSpPr/>
            <p:nvPr/>
          </p:nvSpPr>
          <p:spPr>
            <a:xfrm>
              <a:off x="5956491" y="1291181"/>
              <a:ext cx="94" cy="1454"/>
            </a:xfrm>
            <a:custGeom>
              <a:avLst/>
              <a:pathLst>
                <a:path w="94" h="1454">
                  <a:moveTo>
                    <a:pt x="94" y="14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2" name="pl2132"/>
            <p:cNvSpPr/>
            <p:nvPr/>
          </p:nvSpPr>
          <p:spPr>
            <a:xfrm>
              <a:off x="5940314" y="1289375"/>
              <a:ext cx="316" cy="4360"/>
            </a:xfrm>
            <a:custGeom>
              <a:avLst/>
              <a:pathLst>
                <a:path w="316" h="4360">
                  <a:moveTo>
                    <a:pt x="316" y="43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3" name="pl2133"/>
            <p:cNvSpPr/>
            <p:nvPr/>
          </p:nvSpPr>
          <p:spPr>
            <a:xfrm>
              <a:off x="6013454" y="1285312"/>
              <a:ext cx="55" cy="1456"/>
            </a:xfrm>
            <a:custGeom>
              <a:avLst/>
              <a:pathLst>
                <a:path w="55" h="1456">
                  <a:moveTo>
                    <a:pt x="55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4" name="pl2134"/>
            <p:cNvSpPr/>
            <p:nvPr/>
          </p:nvSpPr>
          <p:spPr>
            <a:xfrm>
              <a:off x="6004305" y="1285683"/>
              <a:ext cx="62" cy="1456"/>
            </a:xfrm>
            <a:custGeom>
              <a:avLst/>
              <a:pathLst>
                <a:path w="62" h="1456">
                  <a:moveTo>
                    <a:pt x="62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5" name="pl2135"/>
            <p:cNvSpPr/>
            <p:nvPr/>
          </p:nvSpPr>
          <p:spPr>
            <a:xfrm>
              <a:off x="6008938" y="1286949"/>
              <a:ext cx="59" cy="1456"/>
            </a:xfrm>
            <a:custGeom>
              <a:avLst/>
              <a:pathLst>
                <a:path w="59" h="1456">
                  <a:moveTo>
                    <a:pt x="59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6" name="pl2136"/>
            <p:cNvSpPr/>
            <p:nvPr/>
          </p:nvSpPr>
          <p:spPr>
            <a:xfrm>
              <a:off x="5995157" y="1286094"/>
              <a:ext cx="136" cy="2911"/>
            </a:xfrm>
            <a:custGeom>
              <a:avLst/>
              <a:pathLst>
                <a:path w="136" h="2911">
                  <a:moveTo>
                    <a:pt x="136" y="29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7" name="pl2137"/>
            <p:cNvSpPr/>
            <p:nvPr/>
          </p:nvSpPr>
          <p:spPr>
            <a:xfrm>
              <a:off x="6002145" y="1288694"/>
              <a:ext cx="63" cy="1455"/>
            </a:xfrm>
            <a:custGeom>
              <a:avLst/>
              <a:pathLst>
                <a:path w="63" h="1455">
                  <a:moveTo>
                    <a:pt x="63" y="1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8" name="pl2138"/>
            <p:cNvSpPr/>
            <p:nvPr/>
          </p:nvSpPr>
          <p:spPr>
            <a:xfrm>
              <a:off x="5986011" y="1286543"/>
              <a:ext cx="223" cy="4366"/>
            </a:xfrm>
            <a:custGeom>
              <a:avLst/>
              <a:pathLst>
                <a:path w="223" h="4366">
                  <a:moveTo>
                    <a:pt x="223" y="43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9" name="pl2139"/>
            <p:cNvSpPr/>
            <p:nvPr/>
          </p:nvSpPr>
          <p:spPr>
            <a:xfrm>
              <a:off x="5994221" y="1290515"/>
              <a:ext cx="69" cy="1455"/>
            </a:xfrm>
            <a:custGeom>
              <a:avLst/>
              <a:pathLst>
                <a:path w="69" h="1455">
                  <a:moveTo>
                    <a:pt x="69" y="14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0" name="pl2140"/>
            <p:cNvSpPr/>
            <p:nvPr/>
          </p:nvSpPr>
          <p:spPr>
            <a:xfrm>
              <a:off x="5976867" y="1287031"/>
              <a:ext cx="323" cy="5820"/>
            </a:xfrm>
            <a:custGeom>
              <a:avLst/>
              <a:pathLst>
                <a:path w="323" h="5820">
                  <a:moveTo>
                    <a:pt x="323" y="58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1" name="pl2141"/>
            <p:cNvSpPr/>
            <p:nvPr/>
          </p:nvSpPr>
          <p:spPr>
            <a:xfrm>
              <a:off x="6031758" y="1284687"/>
              <a:ext cx="43" cy="1456"/>
            </a:xfrm>
            <a:custGeom>
              <a:avLst/>
              <a:pathLst>
                <a:path w="43" h="1456">
                  <a:moveTo>
                    <a:pt x="43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2" name="pl2142"/>
            <p:cNvSpPr/>
            <p:nvPr/>
          </p:nvSpPr>
          <p:spPr>
            <a:xfrm>
              <a:off x="6022605" y="1284980"/>
              <a:ext cx="49" cy="1456"/>
            </a:xfrm>
            <a:custGeom>
              <a:avLst/>
              <a:pathLst>
                <a:path w="49" h="1456">
                  <a:moveTo>
                    <a:pt x="49" y="14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3" name="pl2143"/>
            <p:cNvSpPr/>
            <p:nvPr/>
          </p:nvSpPr>
          <p:spPr>
            <a:xfrm>
              <a:off x="6086690" y="1283749"/>
              <a:ext cx="6" cy="1457"/>
            </a:xfrm>
            <a:custGeom>
              <a:avLst/>
              <a:pathLst>
                <a:path w="6" h="1457">
                  <a:moveTo>
                    <a:pt x="6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4" name="pl2144"/>
            <p:cNvSpPr/>
            <p:nvPr/>
          </p:nvSpPr>
          <p:spPr>
            <a:xfrm>
              <a:off x="6077533" y="1283807"/>
              <a:ext cx="12" cy="1457"/>
            </a:xfrm>
            <a:custGeom>
              <a:avLst/>
              <a:pathLst>
                <a:path w="12" h="1457">
                  <a:moveTo>
                    <a:pt x="12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5" name="pl2145"/>
            <p:cNvSpPr/>
            <p:nvPr/>
          </p:nvSpPr>
          <p:spPr>
            <a:xfrm>
              <a:off x="6082121" y="1285231"/>
              <a:ext cx="9" cy="1457"/>
            </a:xfrm>
            <a:custGeom>
              <a:avLst/>
              <a:pathLst>
                <a:path w="9" h="1457">
                  <a:moveTo>
                    <a:pt x="9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6" name="pl2146"/>
            <p:cNvSpPr/>
            <p:nvPr/>
          </p:nvSpPr>
          <p:spPr>
            <a:xfrm>
              <a:off x="6068377" y="1283905"/>
              <a:ext cx="37" cy="2914"/>
            </a:xfrm>
            <a:custGeom>
              <a:avLst/>
              <a:pathLst>
                <a:path w="37" h="2914">
                  <a:moveTo>
                    <a:pt x="37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7" name="pl2147"/>
            <p:cNvSpPr/>
            <p:nvPr/>
          </p:nvSpPr>
          <p:spPr>
            <a:xfrm>
              <a:off x="6075272" y="1286743"/>
              <a:ext cx="13" cy="1457"/>
            </a:xfrm>
            <a:custGeom>
              <a:avLst/>
              <a:pathLst>
                <a:path w="13" h="1457">
                  <a:moveTo>
                    <a:pt x="13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8" name="pl2148"/>
            <p:cNvSpPr/>
            <p:nvPr/>
          </p:nvSpPr>
          <p:spPr>
            <a:xfrm>
              <a:off x="6059221" y="1284042"/>
              <a:ext cx="74" cy="4371"/>
            </a:xfrm>
            <a:custGeom>
              <a:avLst/>
              <a:pathLst>
                <a:path w="74" h="4371">
                  <a:moveTo>
                    <a:pt x="74" y="43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9" name="pl2149"/>
            <p:cNvSpPr/>
            <p:nvPr/>
          </p:nvSpPr>
          <p:spPr>
            <a:xfrm>
              <a:off x="6067291" y="1288292"/>
              <a:ext cx="19" cy="1457"/>
            </a:xfrm>
            <a:custGeom>
              <a:avLst/>
              <a:pathLst>
                <a:path w="19" h="1457">
                  <a:moveTo>
                    <a:pt x="19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0" name="pl2150"/>
            <p:cNvSpPr/>
            <p:nvPr/>
          </p:nvSpPr>
          <p:spPr>
            <a:xfrm>
              <a:off x="6050065" y="1284218"/>
              <a:ext cx="124" cy="5828"/>
            </a:xfrm>
            <a:custGeom>
              <a:avLst/>
              <a:pathLst>
                <a:path w="124" h="5828">
                  <a:moveTo>
                    <a:pt x="124" y="58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1" name="pl2151"/>
            <p:cNvSpPr/>
            <p:nvPr/>
          </p:nvSpPr>
          <p:spPr>
            <a:xfrm>
              <a:off x="6058750" y="1289880"/>
              <a:ext cx="25" cy="1457"/>
            </a:xfrm>
            <a:custGeom>
              <a:avLst/>
              <a:pathLst>
                <a:path w="25" h="1457">
                  <a:moveTo>
                    <a:pt x="25" y="14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2" name="pl2152"/>
            <p:cNvSpPr/>
            <p:nvPr/>
          </p:nvSpPr>
          <p:spPr>
            <a:xfrm>
              <a:off x="6040911" y="1284433"/>
              <a:ext cx="186" cy="7284"/>
            </a:xfrm>
            <a:custGeom>
              <a:avLst/>
              <a:pathLst>
                <a:path w="186" h="7284">
                  <a:moveTo>
                    <a:pt x="186" y="7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3" name="pl2153"/>
            <p:cNvSpPr/>
            <p:nvPr/>
          </p:nvSpPr>
          <p:spPr>
            <a:xfrm>
              <a:off x="6049936" y="1291509"/>
              <a:ext cx="62" cy="2914"/>
            </a:xfrm>
            <a:custGeom>
              <a:avLst/>
              <a:pathLst>
                <a:path w="62" h="2914">
                  <a:moveTo>
                    <a:pt x="62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4" name="pl2154"/>
            <p:cNvSpPr/>
            <p:nvPr/>
          </p:nvSpPr>
          <p:spPr>
            <a:xfrm>
              <a:off x="6027228" y="1286285"/>
              <a:ext cx="279" cy="8739"/>
            </a:xfrm>
            <a:custGeom>
              <a:avLst/>
              <a:pathLst>
                <a:path w="279" h="8739">
                  <a:moveTo>
                    <a:pt x="279" y="87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5" name="pl2155"/>
            <p:cNvSpPr/>
            <p:nvPr/>
          </p:nvSpPr>
          <p:spPr>
            <a:xfrm>
              <a:off x="6038752" y="1294694"/>
              <a:ext cx="194" cy="7284"/>
            </a:xfrm>
            <a:custGeom>
              <a:avLst/>
              <a:pathLst>
                <a:path w="194" h="7284">
                  <a:moveTo>
                    <a:pt x="194" y="72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6" name="pl2156"/>
            <p:cNvSpPr/>
            <p:nvPr/>
          </p:nvSpPr>
          <p:spPr>
            <a:xfrm>
              <a:off x="5985739" y="1292394"/>
              <a:ext cx="600" cy="11643"/>
            </a:xfrm>
            <a:custGeom>
              <a:avLst/>
              <a:pathLst>
                <a:path w="600" h="11643">
                  <a:moveTo>
                    <a:pt x="600" y="11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7" name="pl2157"/>
            <p:cNvSpPr/>
            <p:nvPr/>
          </p:nvSpPr>
          <p:spPr>
            <a:xfrm>
              <a:off x="6012637" y="1302845"/>
              <a:ext cx="227" cy="5825"/>
            </a:xfrm>
            <a:custGeom>
              <a:avLst/>
              <a:pathLst>
                <a:path w="227" h="5825">
                  <a:moveTo>
                    <a:pt x="227" y="58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8" name="pl2158"/>
            <p:cNvSpPr/>
            <p:nvPr/>
          </p:nvSpPr>
          <p:spPr>
            <a:xfrm>
              <a:off x="5948607" y="1293171"/>
              <a:ext cx="1303" cy="18901"/>
            </a:xfrm>
            <a:custGeom>
              <a:avLst/>
              <a:pathLst>
                <a:path w="1303" h="18901">
                  <a:moveTo>
                    <a:pt x="1303" y="189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9" name="pl2159"/>
            <p:cNvSpPr/>
            <p:nvPr/>
          </p:nvSpPr>
          <p:spPr>
            <a:xfrm>
              <a:off x="5981375" y="1310137"/>
              <a:ext cx="864" cy="16007"/>
            </a:xfrm>
            <a:custGeom>
              <a:avLst/>
              <a:pathLst>
                <a:path w="864" h="16007">
                  <a:moveTo>
                    <a:pt x="864" y="16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0" name="pl2160"/>
            <p:cNvSpPr/>
            <p:nvPr/>
          </p:nvSpPr>
          <p:spPr>
            <a:xfrm>
              <a:off x="5880781" y="1309185"/>
              <a:ext cx="2500" cy="24649"/>
            </a:xfrm>
            <a:custGeom>
              <a:avLst/>
              <a:pathLst>
                <a:path w="2500" h="24649">
                  <a:moveTo>
                    <a:pt x="2500" y="246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1" name="pl2161"/>
            <p:cNvSpPr/>
            <p:nvPr/>
          </p:nvSpPr>
          <p:spPr>
            <a:xfrm>
              <a:off x="5932715" y="1329406"/>
              <a:ext cx="1580" cy="20342"/>
            </a:xfrm>
            <a:custGeom>
              <a:avLst/>
              <a:pathLst>
                <a:path w="1580" h="20342">
                  <a:moveTo>
                    <a:pt x="1580" y="20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2" name="pl2162"/>
            <p:cNvSpPr/>
            <p:nvPr/>
          </p:nvSpPr>
          <p:spPr>
            <a:xfrm>
              <a:off x="5761424" y="1329139"/>
              <a:ext cx="6417" cy="40298"/>
            </a:xfrm>
            <a:custGeom>
              <a:avLst/>
              <a:pathLst>
                <a:path w="6417" h="40298">
                  <a:moveTo>
                    <a:pt x="6417" y="402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3" name="pl2163"/>
            <p:cNvSpPr/>
            <p:nvPr/>
          </p:nvSpPr>
          <p:spPr>
            <a:xfrm>
              <a:off x="5850871" y="1357920"/>
              <a:ext cx="5991" cy="50655"/>
            </a:xfrm>
            <a:custGeom>
              <a:avLst/>
              <a:pathLst>
                <a:path w="5991" h="50655">
                  <a:moveTo>
                    <a:pt x="5991" y="506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4" name="pl2164"/>
            <p:cNvSpPr/>
            <p:nvPr/>
          </p:nvSpPr>
          <p:spPr>
            <a:xfrm>
              <a:off x="5479021" y="1426111"/>
              <a:ext cx="18015" cy="58498"/>
            </a:xfrm>
            <a:custGeom>
              <a:avLst/>
              <a:pathLst>
                <a:path w="18015" h="58498">
                  <a:moveTo>
                    <a:pt x="18015" y="584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5" name="pl2165"/>
            <p:cNvSpPr/>
            <p:nvPr/>
          </p:nvSpPr>
          <p:spPr>
            <a:xfrm>
              <a:off x="5675228" y="1438445"/>
              <a:ext cx="903" cy="4277"/>
            </a:xfrm>
            <a:custGeom>
              <a:avLst/>
              <a:pathLst>
                <a:path w="903" h="4277">
                  <a:moveTo>
                    <a:pt x="903" y="4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6" name="pl2166"/>
            <p:cNvSpPr/>
            <p:nvPr/>
          </p:nvSpPr>
          <p:spPr>
            <a:xfrm>
              <a:off x="5384882" y="1408055"/>
              <a:ext cx="37241" cy="105858"/>
            </a:xfrm>
            <a:custGeom>
              <a:avLst/>
              <a:pathLst>
                <a:path w="37241" h="105858">
                  <a:moveTo>
                    <a:pt x="37241" y="105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7" name="pl2167"/>
            <p:cNvSpPr/>
            <p:nvPr/>
          </p:nvSpPr>
          <p:spPr>
            <a:xfrm>
              <a:off x="5547970" y="1474188"/>
              <a:ext cx="393" cy="1403"/>
            </a:xfrm>
            <a:custGeom>
              <a:avLst/>
              <a:pathLst>
                <a:path w="393" h="1403">
                  <a:moveTo>
                    <a:pt x="393" y="14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8" name="pl2168"/>
            <p:cNvSpPr/>
            <p:nvPr/>
          </p:nvSpPr>
          <p:spPr>
            <a:xfrm>
              <a:off x="5368818" y="1410680"/>
              <a:ext cx="39512" cy="109691"/>
            </a:xfrm>
            <a:custGeom>
              <a:avLst/>
              <a:pathLst>
                <a:path w="39512" h="109691">
                  <a:moveTo>
                    <a:pt x="39512" y="1096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9" name="pl2169"/>
            <p:cNvSpPr/>
            <p:nvPr/>
          </p:nvSpPr>
          <p:spPr>
            <a:xfrm>
              <a:off x="5477941" y="1496713"/>
              <a:ext cx="7546" cy="23598"/>
            </a:xfrm>
            <a:custGeom>
              <a:avLst/>
              <a:pathLst>
                <a:path w="7546" h="23598">
                  <a:moveTo>
                    <a:pt x="7546" y="235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0" name="pl2170"/>
            <p:cNvSpPr/>
            <p:nvPr/>
          </p:nvSpPr>
          <p:spPr>
            <a:xfrm>
              <a:off x="5284596" y="1468247"/>
              <a:ext cx="45131" cy="109080"/>
            </a:xfrm>
            <a:custGeom>
              <a:avLst/>
              <a:pathLst>
                <a:path w="45131" h="109080">
                  <a:moveTo>
                    <a:pt x="45131" y="1090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1" name="pl2171"/>
            <p:cNvSpPr/>
            <p:nvPr/>
          </p:nvSpPr>
          <p:spPr>
            <a:xfrm>
              <a:off x="5407017" y="1547207"/>
              <a:ext cx="4508" cy="12317"/>
            </a:xfrm>
            <a:custGeom>
              <a:avLst/>
              <a:pathLst>
                <a:path w="4508" h="12317">
                  <a:moveTo>
                    <a:pt x="4508" y="123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2" name="pl2172"/>
            <p:cNvSpPr/>
            <p:nvPr/>
          </p:nvSpPr>
          <p:spPr>
            <a:xfrm>
              <a:off x="5175643" y="1504026"/>
              <a:ext cx="61598" cy="128857"/>
            </a:xfrm>
            <a:custGeom>
              <a:avLst/>
              <a:pathLst>
                <a:path w="61598" h="128857">
                  <a:moveTo>
                    <a:pt x="61598" y="1288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3" name="pl2173"/>
            <p:cNvSpPr/>
            <p:nvPr/>
          </p:nvSpPr>
          <p:spPr>
            <a:xfrm>
              <a:off x="5323512" y="1594133"/>
              <a:ext cx="21485" cy="51043"/>
            </a:xfrm>
            <a:custGeom>
              <a:avLst/>
              <a:pathLst>
                <a:path w="21485" h="51043">
                  <a:moveTo>
                    <a:pt x="21485" y="510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4" name="pl2174"/>
            <p:cNvSpPr/>
            <p:nvPr/>
          </p:nvSpPr>
          <p:spPr>
            <a:xfrm>
              <a:off x="4912444" y="1704677"/>
              <a:ext cx="88239" cy="128573"/>
            </a:xfrm>
            <a:custGeom>
              <a:avLst/>
              <a:pathLst>
                <a:path w="88239" h="128573">
                  <a:moveTo>
                    <a:pt x="88239" y="1285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5" name="pl2175"/>
            <p:cNvSpPr/>
            <p:nvPr/>
          </p:nvSpPr>
          <p:spPr>
            <a:xfrm>
              <a:off x="5168062" y="1730466"/>
              <a:ext cx="1397" cy="2558"/>
            </a:xfrm>
            <a:custGeom>
              <a:avLst/>
              <a:pathLst>
                <a:path w="1397" h="2558">
                  <a:moveTo>
                    <a:pt x="1397" y="25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6" name="pl2176"/>
            <p:cNvSpPr/>
            <p:nvPr/>
          </p:nvSpPr>
          <p:spPr>
            <a:xfrm>
              <a:off x="4840933" y="1690861"/>
              <a:ext cx="123699" cy="171332"/>
            </a:xfrm>
            <a:custGeom>
              <a:avLst/>
              <a:pathLst>
                <a:path w="123699" h="171332">
                  <a:moveTo>
                    <a:pt x="123699" y="1713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7" name="pl2177"/>
            <p:cNvSpPr/>
            <p:nvPr/>
          </p:nvSpPr>
          <p:spPr>
            <a:xfrm>
              <a:off x="5065021" y="1794397"/>
              <a:ext cx="17102" cy="27120"/>
            </a:xfrm>
            <a:custGeom>
              <a:avLst/>
              <a:pathLst>
                <a:path w="17102" h="27120">
                  <a:moveTo>
                    <a:pt x="17102" y="271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8" name="pl2178"/>
            <p:cNvSpPr/>
            <p:nvPr/>
          </p:nvSpPr>
          <p:spPr>
            <a:xfrm>
              <a:off x="4716394" y="1826215"/>
              <a:ext cx="139751" cy="162377"/>
            </a:xfrm>
            <a:custGeom>
              <a:avLst/>
              <a:pathLst>
                <a:path w="139751" h="162377">
                  <a:moveTo>
                    <a:pt x="139751" y="1623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9" name="pl2179"/>
            <p:cNvSpPr/>
            <p:nvPr/>
          </p:nvSpPr>
          <p:spPr>
            <a:xfrm>
              <a:off x="4966042" y="1900872"/>
              <a:ext cx="866" cy="1171"/>
            </a:xfrm>
            <a:custGeom>
              <a:avLst/>
              <a:pathLst>
                <a:path w="866" h="1171">
                  <a:moveTo>
                    <a:pt x="866" y="11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0" name="pl2180"/>
            <p:cNvSpPr/>
            <p:nvPr/>
          </p:nvSpPr>
          <p:spPr>
            <a:xfrm>
              <a:off x="4672216" y="1824176"/>
              <a:ext cx="163446" cy="184249"/>
            </a:xfrm>
            <a:custGeom>
              <a:avLst/>
              <a:pathLst>
                <a:path w="163446" h="184249">
                  <a:moveTo>
                    <a:pt x="163446" y="184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1" name="pl2181"/>
            <p:cNvSpPr/>
            <p:nvPr/>
          </p:nvSpPr>
          <p:spPr>
            <a:xfrm>
              <a:off x="4900102" y="1953774"/>
              <a:ext cx="18353" cy="22643"/>
            </a:xfrm>
            <a:custGeom>
              <a:avLst/>
              <a:pathLst>
                <a:path w="18353" h="22643">
                  <a:moveTo>
                    <a:pt x="18353" y="22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2" name="pl2182"/>
            <p:cNvSpPr/>
            <p:nvPr/>
          </p:nvSpPr>
          <p:spPr>
            <a:xfrm>
              <a:off x="4581155" y="1949185"/>
              <a:ext cx="177217" cy="173137"/>
            </a:xfrm>
            <a:custGeom>
              <a:avLst/>
              <a:pathLst>
                <a:path w="177217" h="173137">
                  <a:moveTo>
                    <a:pt x="177217" y="1731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3" name="pl2183"/>
            <p:cNvSpPr/>
            <p:nvPr/>
          </p:nvSpPr>
          <p:spPr>
            <a:xfrm>
              <a:off x="4836300" y="2047050"/>
              <a:ext cx="1963" cy="2154"/>
            </a:xfrm>
            <a:custGeom>
              <a:avLst/>
              <a:pathLst>
                <a:path w="1963" h="2154">
                  <a:moveTo>
                    <a:pt x="1963" y="21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4" name="pl2184"/>
            <p:cNvSpPr/>
            <p:nvPr/>
          </p:nvSpPr>
          <p:spPr>
            <a:xfrm>
              <a:off x="4532198" y="1962393"/>
              <a:ext cx="201966" cy="189432"/>
            </a:xfrm>
            <a:custGeom>
              <a:avLst/>
              <a:pathLst>
                <a:path w="201966" h="189432">
                  <a:moveTo>
                    <a:pt x="201966" y="1894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5" name="pl2185"/>
            <p:cNvSpPr/>
            <p:nvPr/>
          </p:nvSpPr>
          <p:spPr>
            <a:xfrm>
              <a:off x="4785209" y="2099496"/>
              <a:ext cx="2046" cy="2075"/>
            </a:xfrm>
            <a:custGeom>
              <a:avLst/>
              <a:pathLst>
                <a:path w="2046" h="2075">
                  <a:moveTo>
                    <a:pt x="2046" y="2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6" name="pl2186"/>
            <p:cNvSpPr/>
            <p:nvPr/>
          </p:nvSpPr>
          <p:spPr>
            <a:xfrm>
              <a:off x="4519735" y="1975795"/>
              <a:ext cx="205719" cy="189677"/>
            </a:xfrm>
            <a:custGeom>
              <a:avLst/>
              <a:pathLst>
                <a:path w="205719" h="189677">
                  <a:moveTo>
                    <a:pt x="205719" y="1896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7" name="pl2187"/>
            <p:cNvSpPr/>
            <p:nvPr/>
          </p:nvSpPr>
          <p:spPr>
            <a:xfrm>
              <a:off x="4755974" y="2133153"/>
              <a:ext cx="179138" cy="173252"/>
            </a:xfrm>
            <a:custGeom>
              <a:avLst/>
              <a:pathLst>
                <a:path w="179138" h="173252">
                  <a:moveTo>
                    <a:pt x="179138" y="1732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8" name="pl2188"/>
            <p:cNvSpPr/>
            <p:nvPr/>
          </p:nvSpPr>
          <p:spPr>
            <a:xfrm>
              <a:off x="4204181" y="3280130"/>
              <a:ext cx="281861" cy="22181"/>
            </a:xfrm>
            <a:custGeom>
              <a:avLst/>
              <a:pathLst>
                <a:path w="281861" h="22181">
                  <a:moveTo>
                    <a:pt x="281861" y="221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9" name="pl2189"/>
            <p:cNvSpPr/>
            <p:nvPr/>
          </p:nvSpPr>
          <p:spPr>
            <a:xfrm>
              <a:off x="4623798" y="2765228"/>
              <a:ext cx="2657" cy="1198"/>
            </a:xfrm>
            <a:custGeom>
              <a:avLst/>
              <a:pathLst>
                <a:path w="2657" h="1198">
                  <a:moveTo>
                    <a:pt x="2657" y="11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0" name="pl2190"/>
            <p:cNvSpPr/>
            <p:nvPr/>
          </p:nvSpPr>
          <p:spPr>
            <a:xfrm>
              <a:off x="3952078" y="3415273"/>
              <a:ext cx="531934" cy="3405"/>
            </a:xfrm>
            <a:custGeom>
              <a:avLst/>
              <a:pathLst>
                <a:path w="531934" h="3405">
                  <a:moveTo>
                    <a:pt x="531934" y="3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1" name="pl2191"/>
            <p:cNvSpPr/>
            <p:nvPr/>
          </p:nvSpPr>
          <p:spPr>
            <a:xfrm>
              <a:off x="6114148" y="1283807"/>
              <a:ext cx="12" cy="1457"/>
            </a:xfrm>
            <a:custGeom>
              <a:avLst/>
              <a:pathLst>
                <a:path w="12" h="1457">
                  <a:moveTo>
                    <a:pt x="0" y="1457"/>
                  </a:moveTo>
                  <a:lnTo>
                    <a:pt x="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2" name="pl2192"/>
            <p:cNvSpPr/>
            <p:nvPr/>
          </p:nvSpPr>
          <p:spPr>
            <a:xfrm>
              <a:off x="6104998" y="1283749"/>
              <a:ext cx="6" cy="1457"/>
            </a:xfrm>
            <a:custGeom>
              <a:avLst/>
              <a:pathLst>
                <a:path w="6" h="1457">
                  <a:moveTo>
                    <a:pt x="0" y="1457"/>
                  </a:moveTo>
                  <a:lnTo>
                    <a:pt x="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3" name="pl2193"/>
            <p:cNvSpPr/>
            <p:nvPr/>
          </p:nvSpPr>
          <p:spPr>
            <a:xfrm>
              <a:off x="6109564" y="1285231"/>
              <a:ext cx="9" cy="1457"/>
            </a:xfrm>
            <a:custGeom>
              <a:avLst/>
              <a:pathLst>
                <a:path w="9" h="1457">
                  <a:moveTo>
                    <a:pt x="0" y="1457"/>
                  </a:moveTo>
                  <a:lnTo>
                    <a:pt x="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4" name="pl2194"/>
            <p:cNvSpPr/>
            <p:nvPr/>
          </p:nvSpPr>
          <p:spPr>
            <a:xfrm>
              <a:off x="6095847" y="1283729"/>
              <a:ext cx="0" cy="2914"/>
            </a:xfrm>
            <a:custGeom>
              <a:avLst/>
              <a:pathLst>
                <a:path w="0" h="2914">
                  <a:moveTo>
                    <a:pt x="0" y="29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5" name="pl2195"/>
            <p:cNvSpPr/>
            <p:nvPr/>
          </p:nvSpPr>
          <p:spPr>
            <a:xfrm>
              <a:off x="6169039" y="1284980"/>
              <a:ext cx="49" cy="1456"/>
            </a:xfrm>
            <a:custGeom>
              <a:avLst/>
              <a:pathLst>
                <a:path w="49" h="1456">
                  <a:moveTo>
                    <a:pt x="0" y="1456"/>
                  </a:moveTo>
                  <a:lnTo>
                    <a:pt x="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6" name="pl2196"/>
            <p:cNvSpPr/>
            <p:nvPr/>
          </p:nvSpPr>
          <p:spPr>
            <a:xfrm>
              <a:off x="6159893" y="1284687"/>
              <a:ext cx="43" cy="1456"/>
            </a:xfrm>
            <a:custGeom>
              <a:avLst/>
              <a:pathLst>
                <a:path w="43" h="1456">
                  <a:moveTo>
                    <a:pt x="0" y="1456"/>
                  </a:moveTo>
                  <a:lnTo>
                    <a:pt x="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7" name="pl2197"/>
            <p:cNvSpPr/>
            <p:nvPr/>
          </p:nvSpPr>
          <p:spPr>
            <a:xfrm>
              <a:off x="6164420" y="1286285"/>
              <a:ext cx="46" cy="1456"/>
            </a:xfrm>
            <a:custGeom>
              <a:avLst/>
              <a:pathLst>
                <a:path w="46" h="1456">
                  <a:moveTo>
                    <a:pt x="0" y="1456"/>
                  </a:moveTo>
                  <a:lnTo>
                    <a:pt x="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8" name="pl2198"/>
            <p:cNvSpPr/>
            <p:nvPr/>
          </p:nvSpPr>
          <p:spPr>
            <a:xfrm>
              <a:off x="6150709" y="1284433"/>
              <a:ext cx="74" cy="2913"/>
            </a:xfrm>
            <a:custGeom>
              <a:avLst/>
              <a:pathLst>
                <a:path w="74" h="2913">
                  <a:moveTo>
                    <a:pt x="0" y="2913"/>
                  </a:moveTo>
                  <a:lnTo>
                    <a:pt x="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9" name="pl2199"/>
            <p:cNvSpPr/>
            <p:nvPr/>
          </p:nvSpPr>
          <p:spPr>
            <a:xfrm>
              <a:off x="6157522" y="1287533"/>
              <a:ext cx="41" cy="1456"/>
            </a:xfrm>
            <a:custGeom>
              <a:avLst/>
              <a:pathLst>
                <a:path w="41" h="1456">
                  <a:moveTo>
                    <a:pt x="0" y="1456"/>
                  </a:moveTo>
                  <a:lnTo>
                    <a:pt x="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0" name="pl2200"/>
            <p:cNvSpPr/>
            <p:nvPr/>
          </p:nvSpPr>
          <p:spPr>
            <a:xfrm>
              <a:off x="6141535" y="1284218"/>
              <a:ext cx="93" cy="4371"/>
            </a:xfrm>
            <a:custGeom>
              <a:avLst/>
              <a:pathLst>
                <a:path w="93" h="4371">
                  <a:moveTo>
                    <a:pt x="0" y="4371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1" name="pl2201"/>
            <p:cNvSpPr/>
            <p:nvPr/>
          </p:nvSpPr>
          <p:spPr>
            <a:xfrm>
              <a:off x="6205609" y="1286543"/>
              <a:ext cx="74" cy="1455"/>
            </a:xfrm>
            <a:custGeom>
              <a:avLst/>
              <a:pathLst>
                <a:path w="74" h="1455">
                  <a:moveTo>
                    <a:pt x="0" y="1455"/>
                  </a:moveTo>
                  <a:lnTo>
                    <a:pt x="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2" name="pl2202"/>
            <p:cNvSpPr/>
            <p:nvPr/>
          </p:nvSpPr>
          <p:spPr>
            <a:xfrm>
              <a:off x="6196469" y="1286094"/>
              <a:ext cx="68" cy="1455"/>
            </a:xfrm>
            <a:custGeom>
              <a:avLst/>
              <a:pathLst>
                <a:path w="68" h="1455">
                  <a:moveTo>
                    <a:pt x="0" y="1455"/>
                  </a:moveTo>
                  <a:lnTo>
                    <a:pt x="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3" name="pl2203"/>
            <p:cNvSpPr/>
            <p:nvPr/>
          </p:nvSpPr>
          <p:spPr>
            <a:xfrm>
              <a:off x="6200968" y="1287769"/>
              <a:ext cx="71" cy="1455"/>
            </a:xfrm>
            <a:custGeom>
              <a:avLst/>
              <a:pathLst>
                <a:path w="71" h="1455">
                  <a:moveTo>
                    <a:pt x="0" y="1455"/>
                  </a:moveTo>
                  <a:lnTo>
                    <a:pt x="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4" name="pl2204"/>
            <p:cNvSpPr/>
            <p:nvPr/>
          </p:nvSpPr>
          <p:spPr>
            <a:xfrm>
              <a:off x="6187265" y="1285683"/>
              <a:ext cx="124" cy="2912"/>
            </a:xfrm>
            <a:custGeom>
              <a:avLst/>
              <a:pathLst>
                <a:path w="124" h="2912">
                  <a:moveTo>
                    <a:pt x="0" y="2912"/>
                  </a:moveTo>
                  <a:lnTo>
                    <a:pt x="1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5" name="pl2205"/>
            <p:cNvSpPr/>
            <p:nvPr/>
          </p:nvSpPr>
          <p:spPr>
            <a:xfrm>
              <a:off x="6242146" y="1288730"/>
              <a:ext cx="99" cy="1453"/>
            </a:xfrm>
            <a:custGeom>
              <a:avLst/>
              <a:pathLst>
                <a:path w="99" h="1453">
                  <a:moveTo>
                    <a:pt x="0" y="1453"/>
                  </a:moveTo>
                  <a:lnTo>
                    <a:pt x="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6" name="pl2206"/>
            <p:cNvSpPr/>
            <p:nvPr/>
          </p:nvSpPr>
          <p:spPr>
            <a:xfrm>
              <a:off x="6233015" y="1288125"/>
              <a:ext cx="93" cy="1454"/>
            </a:xfrm>
            <a:custGeom>
              <a:avLst/>
              <a:pathLst>
                <a:path w="93" h="1454">
                  <a:moveTo>
                    <a:pt x="0" y="1454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7" name="pl2207"/>
            <p:cNvSpPr/>
            <p:nvPr/>
          </p:nvSpPr>
          <p:spPr>
            <a:xfrm>
              <a:off x="6237485" y="1289877"/>
              <a:ext cx="96" cy="1454"/>
            </a:xfrm>
            <a:custGeom>
              <a:avLst/>
              <a:pathLst>
                <a:path w="96" h="1454">
                  <a:moveTo>
                    <a:pt x="0" y="1454"/>
                  </a:moveTo>
                  <a:lnTo>
                    <a:pt x="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8" name="pl2208"/>
            <p:cNvSpPr/>
            <p:nvPr/>
          </p:nvSpPr>
          <p:spPr>
            <a:xfrm>
              <a:off x="6223795" y="1287559"/>
              <a:ext cx="174" cy="2909"/>
            </a:xfrm>
            <a:custGeom>
              <a:avLst/>
              <a:pathLst>
                <a:path w="174" h="2909">
                  <a:moveTo>
                    <a:pt x="0" y="2909"/>
                  </a:moveTo>
                  <a:lnTo>
                    <a:pt x="1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9" name="pl2209"/>
            <p:cNvSpPr/>
            <p:nvPr/>
          </p:nvSpPr>
          <p:spPr>
            <a:xfrm>
              <a:off x="6230549" y="1290889"/>
              <a:ext cx="91" cy="1454"/>
            </a:xfrm>
            <a:custGeom>
              <a:avLst/>
              <a:pathLst>
                <a:path w="91" h="1454">
                  <a:moveTo>
                    <a:pt x="0" y="1454"/>
                  </a:moveTo>
                  <a:lnTo>
                    <a:pt x="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0" name="pl2210"/>
            <p:cNvSpPr/>
            <p:nvPr/>
          </p:nvSpPr>
          <p:spPr>
            <a:xfrm>
              <a:off x="6214585" y="1287031"/>
              <a:ext cx="242" cy="4365"/>
            </a:xfrm>
            <a:custGeom>
              <a:avLst/>
              <a:pathLst>
                <a:path w="242" h="4365">
                  <a:moveTo>
                    <a:pt x="0" y="4365"/>
                  </a:moveTo>
                  <a:lnTo>
                    <a:pt x="2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1" name="pl2211"/>
            <p:cNvSpPr/>
            <p:nvPr/>
          </p:nvSpPr>
          <p:spPr>
            <a:xfrm>
              <a:off x="6222309" y="1291855"/>
              <a:ext cx="258" cy="4364"/>
            </a:xfrm>
            <a:custGeom>
              <a:avLst/>
              <a:pathLst>
                <a:path w="258" h="4364">
                  <a:moveTo>
                    <a:pt x="0" y="4364"/>
                  </a:moveTo>
                  <a:lnTo>
                    <a:pt x="2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2" name="pl2212"/>
            <p:cNvSpPr/>
            <p:nvPr/>
          </p:nvSpPr>
          <p:spPr>
            <a:xfrm>
              <a:off x="6193849" y="1288899"/>
              <a:ext cx="267" cy="5823"/>
            </a:xfrm>
            <a:custGeom>
              <a:avLst/>
              <a:pathLst>
                <a:path w="267" h="5823">
                  <a:moveTo>
                    <a:pt x="0" y="5823"/>
                  </a:moveTo>
                  <a:lnTo>
                    <a:pt x="2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3" name="pl2213"/>
            <p:cNvSpPr/>
            <p:nvPr/>
          </p:nvSpPr>
          <p:spPr>
            <a:xfrm>
              <a:off x="6208005" y="1295423"/>
              <a:ext cx="76" cy="1455"/>
            </a:xfrm>
            <a:custGeom>
              <a:avLst/>
              <a:pathLst>
                <a:path w="76" h="1455">
                  <a:moveTo>
                    <a:pt x="0" y="1455"/>
                  </a:moveTo>
                  <a:lnTo>
                    <a:pt x="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4" name="pl2214"/>
            <p:cNvSpPr/>
            <p:nvPr/>
          </p:nvSpPr>
          <p:spPr>
            <a:xfrm>
              <a:off x="6177848" y="1285312"/>
              <a:ext cx="391" cy="10194"/>
            </a:xfrm>
            <a:custGeom>
              <a:avLst/>
              <a:pathLst>
                <a:path w="391" h="10194">
                  <a:moveTo>
                    <a:pt x="0" y="10194"/>
                  </a:moveTo>
                  <a:lnTo>
                    <a:pt x="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5" name="pl2215"/>
            <p:cNvSpPr/>
            <p:nvPr/>
          </p:nvSpPr>
          <p:spPr>
            <a:xfrm>
              <a:off x="6278641" y="1291542"/>
              <a:ext cx="124" cy="1452"/>
            </a:xfrm>
            <a:custGeom>
              <a:avLst/>
              <a:pathLst>
                <a:path w="124" h="1452">
                  <a:moveTo>
                    <a:pt x="0" y="1452"/>
                  </a:moveTo>
                  <a:lnTo>
                    <a:pt x="1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6" name="pl2216"/>
            <p:cNvSpPr/>
            <p:nvPr/>
          </p:nvSpPr>
          <p:spPr>
            <a:xfrm>
              <a:off x="6269522" y="1290780"/>
              <a:ext cx="118" cy="1452"/>
            </a:xfrm>
            <a:custGeom>
              <a:avLst/>
              <a:pathLst>
                <a:path w="118" h="1452">
                  <a:moveTo>
                    <a:pt x="0" y="1452"/>
                  </a:moveTo>
                  <a:lnTo>
                    <a:pt x="1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7" name="pl2217"/>
            <p:cNvSpPr/>
            <p:nvPr/>
          </p:nvSpPr>
          <p:spPr>
            <a:xfrm>
              <a:off x="6333280" y="1296927"/>
              <a:ext cx="161" cy="1448"/>
            </a:xfrm>
            <a:custGeom>
              <a:avLst/>
              <a:pathLst>
                <a:path w="161" h="1448">
                  <a:moveTo>
                    <a:pt x="0" y="1448"/>
                  </a:moveTo>
                  <a:lnTo>
                    <a:pt x="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8" name="pl2218"/>
            <p:cNvSpPr/>
            <p:nvPr/>
          </p:nvSpPr>
          <p:spPr>
            <a:xfrm>
              <a:off x="6324183" y="1295932"/>
              <a:ext cx="155" cy="1449"/>
            </a:xfrm>
            <a:custGeom>
              <a:avLst/>
              <a:pathLst>
                <a:path w="155" h="1449">
                  <a:moveTo>
                    <a:pt x="0" y="1449"/>
                  </a:moveTo>
                  <a:lnTo>
                    <a:pt x="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9" name="pl2219"/>
            <p:cNvSpPr/>
            <p:nvPr/>
          </p:nvSpPr>
          <p:spPr>
            <a:xfrm>
              <a:off x="6328574" y="1297873"/>
              <a:ext cx="158" cy="1448"/>
            </a:xfrm>
            <a:custGeom>
              <a:avLst/>
              <a:pathLst>
                <a:path w="158" h="1448">
                  <a:moveTo>
                    <a:pt x="0" y="1448"/>
                  </a:moveTo>
                  <a:lnTo>
                    <a:pt x="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0" name="pl2220"/>
            <p:cNvSpPr/>
            <p:nvPr/>
          </p:nvSpPr>
          <p:spPr>
            <a:xfrm>
              <a:off x="6314933" y="1294976"/>
              <a:ext cx="298" cy="2899"/>
            </a:xfrm>
            <a:custGeom>
              <a:avLst/>
              <a:pathLst>
                <a:path w="298" h="2899">
                  <a:moveTo>
                    <a:pt x="0" y="2899"/>
                  </a:moveTo>
                  <a:lnTo>
                    <a:pt x="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1" name="pl2221"/>
            <p:cNvSpPr/>
            <p:nvPr/>
          </p:nvSpPr>
          <p:spPr>
            <a:xfrm>
              <a:off x="6321601" y="1298588"/>
              <a:ext cx="153" cy="1449"/>
            </a:xfrm>
            <a:custGeom>
              <a:avLst/>
              <a:pathLst>
                <a:path w="153" h="1449">
                  <a:moveTo>
                    <a:pt x="0" y="1449"/>
                  </a:moveTo>
                  <a:lnTo>
                    <a:pt x="1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2" name="pl2222"/>
            <p:cNvSpPr/>
            <p:nvPr/>
          </p:nvSpPr>
          <p:spPr>
            <a:xfrm>
              <a:off x="6305692" y="1294059"/>
              <a:ext cx="428" cy="4351"/>
            </a:xfrm>
            <a:custGeom>
              <a:avLst/>
              <a:pathLst>
                <a:path w="428" h="4351">
                  <a:moveTo>
                    <a:pt x="0" y="4351"/>
                  </a:moveTo>
                  <a:lnTo>
                    <a:pt x="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3" name="pl2223"/>
            <p:cNvSpPr/>
            <p:nvPr/>
          </p:nvSpPr>
          <p:spPr>
            <a:xfrm>
              <a:off x="6313500" y="1299209"/>
              <a:ext cx="148" cy="1449"/>
            </a:xfrm>
            <a:custGeom>
              <a:avLst/>
              <a:pathLst>
                <a:path w="148" h="1449">
                  <a:moveTo>
                    <a:pt x="0" y="1449"/>
                  </a:moveTo>
                  <a:lnTo>
                    <a:pt x="1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4" name="pl2224"/>
            <p:cNvSpPr/>
            <p:nvPr/>
          </p:nvSpPr>
          <p:spPr>
            <a:xfrm>
              <a:off x="6296459" y="1293181"/>
              <a:ext cx="546" cy="5803"/>
            </a:xfrm>
            <a:custGeom>
              <a:avLst/>
              <a:pathLst>
                <a:path w="546" h="5803">
                  <a:moveTo>
                    <a:pt x="0" y="5803"/>
                  </a:moveTo>
                  <a:lnTo>
                    <a:pt x="5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5" name="pl2225"/>
            <p:cNvSpPr/>
            <p:nvPr/>
          </p:nvSpPr>
          <p:spPr>
            <a:xfrm>
              <a:off x="6304838" y="1299805"/>
              <a:ext cx="142" cy="1450"/>
            </a:xfrm>
            <a:custGeom>
              <a:avLst/>
              <a:pathLst>
                <a:path w="142" h="1450">
                  <a:moveTo>
                    <a:pt x="0" y="1450"/>
                  </a:moveTo>
                  <a:lnTo>
                    <a:pt x="1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6" name="pl2226"/>
            <p:cNvSpPr/>
            <p:nvPr/>
          </p:nvSpPr>
          <p:spPr>
            <a:xfrm>
              <a:off x="6287235" y="1292342"/>
              <a:ext cx="652" cy="7257"/>
            </a:xfrm>
            <a:custGeom>
              <a:avLst/>
              <a:pathLst>
                <a:path w="652" h="7257">
                  <a:moveTo>
                    <a:pt x="0" y="7257"/>
                  </a:moveTo>
                  <a:lnTo>
                    <a:pt x="6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7" name="pl2227"/>
            <p:cNvSpPr/>
            <p:nvPr/>
          </p:nvSpPr>
          <p:spPr>
            <a:xfrm>
              <a:off x="6295765" y="1300409"/>
              <a:ext cx="272" cy="2901"/>
            </a:xfrm>
            <a:custGeom>
              <a:avLst/>
              <a:pathLst>
                <a:path w="272" h="2901">
                  <a:moveTo>
                    <a:pt x="0" y="2901"/>
                  </a:moveTo>
                  <a:lnTo>
                    <a:pt x="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8" name="pl2228"/>
            <p:cNvSpPr/>
            <p:nvPr/>
          </p:nvSpPr>
          <p:spPr>
            <a:xfrm>
              <a:off x="6273355" y="1292609"/>
              <a:ext cx="726" cy="8714"/>
            </a:xfrm>
            <a:custGeom>
              <a:avLst/>
              <a:pathLst>
                <a:path w="726" h="8714">
                  <a:moveTo>
                    <a:pt x="0" y="8714"/>
                  </a:moveTo>
                  <a:lnTo>
                    <a:pt x="7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9" name="pl2229"/>
            <p:cNvSpPr/>
            <p:nvPr/>
          </p:nvSpPr>
          <p:spPr>
            <a:xfrm>
              <a:off x="6284434" y="1302287"/>
              <a:ext cx="128" cy="1451"/>
            </a:xfrm>
            <a:custGeom>
              <a:avLst/>
              <a:pathLst>
                <a:path w="128" h="1451">
                  <a:moveTo>
                    <a:pt x="0" y="1451"/>
                  </a:moveTo>
                  <a:lnTo>
                    <a:pt x="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0" name="pl2230"/>
            <p:cNvSpPr/>
            <p:nvPr/>
          </p:nvSpPr>
          <p:spPr>
            <a:xfrm>
              <a:off x="6259616" y="1290058"/>
              <a:ext cx="894" cy="11624"/>
            </a:xfrm>
            <a:custGeom>
              <a:avLst/>
              <a:pathLst>
                <a:path w="894" h="11624">
                  <a:moveTo>
                    <a:pt x="0" y="11624"/>
                  </a:moveTo>
                  <a:lnTo>
                    <a:pt x="8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1" name="pl2231"/>
            <p:cNvSpPr/>
            <p:nvPr/>
          </p:nvSpPr>
          <p:spPr>
            <a:xfrm>
              <a:off x="6271908" y="1302675"/>
              <a:ext cx="120" cy="1452"/>
            </a:xfrm>
            <a:custGeom>
              <a:avLst/>
              <a:pathLst>
                <a:path w="120" h="1452">
                  <a:moveTo>
                    <a:pt x="0" y="1452"/>
                  </a:moveTo>
                  <a:lnTo>
                    <a:pt x="1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2" name="pl2232"/>
            <p:cNvSpPr/>
            <p:nvPr/>
          </p:nvSpPr>
          <p:spPr>
            <a:xfrm>
              <a:off x="6250429" y="1289375"/>
              <a:ext cx="950" cy="13081"/>
            </a:xfrm>
            <a:custGeom>
              <a:avLst/>
              <a:pathLst>
                <a:path w="950" h="13081">
                  <a:moveTo>
                    <a:pt x="0" y="13081"/>
                  </a:moveTo>
                  <a:lnTo>
                    <a:pt x="9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3" name="pl2233"/>
            <p:cNvSpPr/>
            <p:nvPr/>
          </p:nvSpPr>
          <p:spPr>
            <a:xfrm>
              <a:off x="6260266" y="1303265"/>
              <a:ext cx="904" cy="11623"/>
            </a:xfrm>
            <a:custGeom>
              <a:avLst/>
              <a:pathLst>
                <a:path w="904" h="11623">
                  <a:moveTo>
                    <a:pt x="0" y="11623"/>
                  </a:moveTo>
                  <a:lnTo>
                    <a:pt x="9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4" name="pl2234"/>
            <p:cNvSpPr/>
            <p:nvPr/>
          </p:nvSpPr>
          <p:spPr>
            <a:xfrm>
              <a:off x="6192266" y="1296139"/>
              <a:ext cx="662" cy="14558"/>
            </a:xfrm>
            <a:custGeom>
              <a:avLst/>
              <a:pathLst>
                <a:path w="662" h="14558">
                  <a:moveTo>
                    <a:pt x="0" y="14558"/>
                  </a:moveTo>
                  <a:lnTo>
                    <a:pt x="6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5" name="pl2235"/>
            <p:cNvSpPr/>
            <p:nvPr/>
          </p:nvSpPr>
          <p:spPr>
            <a:xfrm>
              <a:off x="6225925" y="1312520"/>
              <a:ext cx="358" cy="5818"/>
            </a:xfrm>
            <a:custGeom>
              <a:avLst/>
              <a:pathLst>
                <a:path w="358" h="5818">
                  <a:moveTo>
                    <a:pt x="0" y="5818"/>
                  </a:moveTo>
                  <a:lnTo>
                    <a:pt x="3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6" name="pl2236"/>
            <p:cNvSpPr/>
            <p:nvPr/>
          </p:nvSpPr>
          <p:spPr>
            <a:xfrm>
              <a:off x="6148872" y="1288775"/>
              <a:ext cx="657" cy="26224"/>
            </a:xfrm>
            <a:custGeom>
              <a:avLst/>
              <a:pathLst>
                <a:path w="657" h="26224">
                  <a:moveTo>
                    <a:pt x="0" y="26224"/>
                  </a:moveTo>
                  <a:lnTo>
                    <a:pt x="6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7" name="pl2237"/>
            <p:cNvSpPr/>
            <p:nvPr/>
          </p:nvSpPr>
          <p:spPr>
            <a:xfrm>
              <a:off x="6187350" y="1316318"/>
              <a:ext cx="63" cy="1456"/>
            </a:xfrm>
            <a:custGeom>
              <a:avLst/>
              <a:pathLst>
                <a:path w="63" h="1456">
                  <a:moveTo>
                    <a:pt x="0" y="1456"/>
                  </a:moveTo>
                  <a:lnTo>
                    <a:pt x="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8" name="pl2238"/>
            <p:cNvSpPr/>
            <p:nvPr/>
          </p:nvSpPr>
          <p:spPr>
            <a:xfrm>
              <a:off x="6131926" y="1284042"/>
              <a:ext cx="547" cy="32057"/>
            </a:xfrm>
            <a:custGeom>
              <a:avLst/>
              <a:pathLst>
                <a:path w="547" h="32057">
                  <a:moveTo>
                    <a:pt x="0" y="32057"/>
                  </a:moveTo>
                  <a:lnTo>
                    <a:pt x="5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9" name="pl2239"/>
            <p:cNvSpPr/>
            <p:nvPr/>
          </p:nvSpPr>
          <p:spPr>
            <a:xfrm>
              <a:off x="6159600" y="1316755"/>
              <a:ext cx="43" cy="1456"/>
            </a:xfrm>
            <a:custGeom>
              <a:avLst/>
              <a:pathLst>
                <a:path w="43" h="1456">
                  <a:moveTo>
                    <a:pt x="0" y="1456"/>
                  </a:moveTo>
                  <a:lnTo>
                    <a:pt x="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0" name="pl2240"/>
            <p:cNvSpPr/>
            <p:nvPr/>
          </p:nvSpPr>
          <p:spPr>
            <a:xfrm>
              <a:off x="6122888" y="1283905"/>
              <a:ext cx="429" cy="33517"/>
            </a:xfrm>
            <a:custGeom>
              <a:avLst/>
              <a:pathLst>
                <a:path w="429" h="33517">
                  <a:moveTo>
                    <a:pt x="0" y="33517"/>
                  </a:moveTo>
                  <a:lnTo>
                    <a:pt x="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1" name="pl2241"/>
            <p:cNvSpPr/>
            <p:nvPr/>
          </p:nvSpPr>
          <p:spPr>
            <a:xfrm>
              <a:off x="6141152" y="1317737"/>
              <a:ext cx="93" cy="4371"/>
            </a:xfrm>
            <a:custGeom>
              <a:avLst/>
              <a:pathLst>
                <a:path w="93" h="4371">
                  <a:moveTo>
                    <a:pt x="0" y="4371"/>
                  </a:moveTo>
                  <a:lnTo>
                    <a:pt x="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2" name="pl2242"/>
            <p:cNvSpPr/>
            <p:nvPr/>
          </p:nvSpPr>
          <p:spPr>
            <a:xfrm>
              <a:off x="6102594" y="1286655"/>
              <a:ext cx="111" cy="34977"/>
            </a:xfrm>
            <a:custGeom>
              <a:avLst/>
              <a:pathLst>
                <a:path w="111" h="34977">
                  <a:moveTo>
                    <a:pt x="0" y="34977"/>
                  </a:moveTo>
                  <a:lnTo>
                    <a:pt x="1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3" name="pl2243"/>
            <p:cNvSpPr/>
            <p:nvPr/>
          </p:nvSpPr>
          <p:spPr>
            <a:xfrm>
              <a:off x="6387763" y="1303710"/>
              <a:ext cx="198" cy="1443"/>
            </a:xfrm>
            <a:custGeom>
              <a:avLst/>
              <a:pathLst>
                <a:path w="198" h="1443">
                  <a:moveTo>
                    <a:pt x="0" y="1443"/>
                  </a:moveTo>
                  <a:lnTo>
                    <a:pt x="1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4" name="pl2244"/>
            <p:cNvSpPr/>
            <p:nvPr/>
          </p:nvSpPr>
          <p:spPr>
            <a:xfrm>
              <a:off x="6378695" y="1302483"/>
              <a:ext cx="192" cy="1444"/>
            </a:xfrm>
            <a:custGeom>
              <a:avLst/>
              <a:pathLst>
                <a:path w="192" h="1444">
                  <a:moveTo>
                    <a:pt x="0" y="1444"/>
                  </a:moveTo>
                  <a:lnTo>
                    <a:pt x="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5" name="pl2245"/>
            <p:cNvSpPr/>
            <p:nvPr/>
          </p:nvSpPr>
          <p:spPr>
            <a:xfrm>
              <a:off x="6383034" y="1304536"/>
              <a:ext cx="195" cy="1444"/>
            </a:xfrm>
            <a:custGeom>
              <a:avLst/>
              <a:pathLst>
                <a:path w="195" h="1444">
                  <a:moveTo>
                    <a:pt x="0" y="1444"/>
                  </a:moveTo>
                  <a:lnTo>
                    <a:pt x="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6" name="pl2246"/>
            <p:cNvSpPr/>
            <p:nvPr/>
          </p:nvSpPr>
          <p:spPr>
            <a:xfrm>
              <a:off x="6369435" y="1301294"/>
              <a:ext cx="372" cy="2890"/>
            </a:xfrm>
            <a:custGeom>
              <a:avLst/>
              <a:pathLst>
                <a:path w="372" h="2890">
                  <a:moveTo>
                    <a:pt x="0" y="2890"/>
                  </a:moveTo>
                  <a:lnTo>
                    <a:pt x="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7" name="pl2247"/>
            <p:cNvSpPr/>
            <p:nvPr/>
          </p:nvSpPr>
          <p:spPr>
            <a:xfrm>
              <a:off x="6376045" y="1305072"/>
              <a:ext cx="190" cy="1444"/>
            </a:xfrm>
            <a:custGeom>
              <a:avLst/>
              <a:pathLst>
                <a:path w="190" h="1444">
                  <a:moveTo>
                    <a:pt x="0" y="1444"/>
                  </a:moveTo>
                  <a:lnTo>
                    <a:pt x="1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8" name="pl2248"/>
            <p:cNvSpPr/>
            <p:nvPr/>
          </p:nvSpPr>
          <p:spPr>
            <a:xfrm>
              <a:off x="6360183" y="1300144"/>
              <a:ext cx="539" cy="4338"/>
            </a:xfrm>
            <a:custGeom>
              <a:avLst/>
              <a:pathLst>
                <a:path w="539" h="4338">
                  <a:moveTo>
                    <a:pt x="0" y="4338"/>
                  </a:moveTo>
                  <a:lnTo>
                    <a:pt x="5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9" name="pl2249"/>
            <p:cNvSpPr/>
            <p:nvPr/>
          </p:nvSpPr>
          <p:spPr>
            <a:xfrm>
              <a:off x="6423981" y="1309007"/>
              <a:ext cx="223" cy="1440"/>
            </a:xfrm>
            <a:custGeom>
              <a:avLst/>
              <a:pathLst>
                <a:path w="223" h="1440">
                  <a:moveTo>
                    <a:pt x="0" y="1440"/>
                  </a:moveTo>
                  <a:lnTo>
                    <a:pt x="2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0" name="pl2250"/>
            <p:cNvSpPr/>
            <p:nvPr/>
          </p:nvSpPr>
          <p:spPr>
            <a:xfrm>
              <a:off x="6414935" y="1307625"/>
              <a:ext cx="216" cy="1441"/>
            </a:xfrm>
            <a:custGeom>
              <a:avLst/>
              <a:pathLst>
                <a:path w="216" h="1441">
                  <a:moveTo>
                    <a:pt x="0" y="1441"/>
                  </a:moveTo>
                  <a:lnTo>
                    <a:pt x="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1" name="pl2251"/>
            <p:cNvSpPr/>
            <p:nvPr/>
          </p:nvSpPr>
          <p:spPr>
            <a:xfrm>
              <a:off x="6419239" y="1309752"/>
              <a:ext cx="219" cy="1440"/>
            </a:xfrm>
            <a:custGeom>
              <a:avLst/>
              <a:pathLst>
                <a:path w="219" h="1440">
                  <a:moveTo>
                    <a:pt x="0" y="1440"/>
                  </a:moveTo>
                  <a:lnTo>
                    <a:pt x="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2" name="pl2252"/>
            <p:cNvSpPr/>
            <p:nvPr/>
          </p:nvSpPr>
          <p:spPr>
            <a:xfrm>
              <a:off x="6405672" y="1306282"/>
              <a:ext cx="421" cy="2884"/>
            </a:xfrm>
            <a:custGeom>
              <a:avLst/>
              <a:pathLst>
                <a:path w="421" h="2884">
                  <a:moveTo>
                    <a:pt x="0" y="2884"/>
                  </a:moveTo>
                  <a:lnTo>
                    <a:pt x="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3" name="pl2253"/>
            <p:cNvSpPr/>
            <p:nvPr/>
          </p:nvSpPr>
          <p:spPr>
            <a:xfrm>
              <a:off x="6412242" y="1310168"/>
              <a:ext cx="215" cy="1441"/>
            </a:xfrm>
            <a:custGeom>
              <a:avLst/>
              <a:pathLst>
                <a:path w="215" h="1441">
                  <a:moveTo>
                    <a:pt x="0" y="1441"/>
                  </a:moveTo>
                  <a:lnTo>
                    <a:pt x="2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4" name="pl2254"/>
            <p:cNvSpPr/>
            <p:nvPr/>
          </p:nvSpPr>
          <p:spPr>
            <a:xfrm>
              <a:off x="6396417" y="1304977"/>
              <a:ext cx="613" cy="4328"/>
            </a:xfrm>
            <a:custGeom>
              <a:avLst/>
              <a:pathLst>
                <a:path w="613" h="4328">
                  <a:moveTo>
                    <a:pt x="0" y="4328"/>
                  </a:moveTo>
                  <a:lnTo>
                    <a:pt x="6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5" name="pl2255"/>
            <p:cNvSpPr/>
            <p:nvPr/>
          </p:nvSpPr>
          <p:spPr>
            <a:xfrm>
              <a:off x="6442055" y="1311888"/>
              <a:ext cx="235" cy="1438"/>
            </a:xfrm>
            <a:custGeom>
              <a:avLst/>
              <a:pathLst>
                <a:path w="235" h="1438">
                  <a:moveTo>
                    <a:pt x="0" y="1438"/>
                  </a:moveTo>
                  <a:lnTo>
                    <a:pt x="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6" name="pl2256"/>
            <p:cNvSpPr/>
            <p:nvPr/>
          </p:nvSpPr>
          <p:spPr>
            <a:xfrm>
              <a:off x="6433021" y="1310428"/>
              <a:ext cx="229" cy="1439"/>
            </a:xfrm>
            <a:custGeom>
              <a:avLst/>
              <a:pathLst>
                <a:path w="229" h="1439">
                  <a:moveTo>
                    <a:pt x="0" y="1439"/>
                  </a:moveTo>
                  <a:lnTo>
                    <a:pt x="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7" name="pl2257"/>
            <p:cNvSpPr/>
            <p:nvPr/>
          </p:nvSpPr>
          <p:spPr>
            <a:xfrm>
              <a:off x="6469118" y="1316498"/>
              <a:ext cx="253" cy="1435"/>
            </a:xfrm>
            <a:custGeom>
              <a:avLst/>
              <a:pathLst>
                <a:path w="253" h="1435">
                  <a:moveTo>
                    <a:pt x="0" y="1435"/>
                  </a:moveTo>
                  <a:lnTo>
                    <a:pt x="2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8" name="pl2258"/>
            <p:cNvSpPr/>
            <p:nvPr/>
          </p:nvSpPr>
          <p:spPr>
            <a:xfrm>
              <a:off x="6460103" y="1314922"/>
              <a:ext cx="247" cy="1436"/>
            </a:xfrm>
            <a:custGeom>
              <a:avLst/>
              <a:pathLst>
                <a:path w="247" h="1436">
                  <a:moveTo>
                    <a:pt x="0" y="1436"/>
                  </a:moveTo>
                  <a:lnTo>
                    <a:pt x="2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9" name="pl2259"/>
            <p:cNvSpPr/>
            <p:nvPr/>
          </p:nvSpPr>
          <p:spPr>
            <a:xfrm>
              <a:off x="6487126" y="1319763"/>
              <a:ext cx="265" cy="1432"/>
            </a:xfrm>
            <a:custGeom>
              <a:avLst/>
              <a:pathLst>
                <a:path w="265" h="1432">
                  <a:moveTo>
                    <a:pt x="0" y="1432"/>
                  </a:moveTo>
                  <a:lnTo>
                    <a:pt x="2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0" name="pl2260"/>
            <p:cNvSpPr/>
            <p:nvPr/>
          </p:nvSpPr>
          <p:spPr>
            <a:xfrm>
              <a:off x="6478125" y="1318111"/>
              <a:ext cx="259" cy="1434"/>
            </a:xfrm>
            <a:custGeom>
              <a:avLst/>
              <a:pathLst>
                <a:path w="259" h="1434">
                  <a:moveTo>
                    <a:pt x="0" y="1434"/>
                  </a:moveTo>
                  <a:lnTo>
                    <a:pt x="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1" name="pl2261"/>
            <p:cNvSpPr/>
            <p:nvPr/>
          </p:nvSpPr>
          <p:spPr>
            <a:xfrm>
              <a:off x="6482100" y="1320366"/>
              <a:ext cx="525" cy="2866"/>
            </a:xfrm>
            <a:custGeom>
              <a:avLst/>
              <a:pathLst>
                <a:path w="525" h="2866">
                  <a:moveTo>
                    <a:pt x="0" y="2866"/>
                  </a:moveTo>
                  <a:lnTo>
                    <a:pt x="5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2" name="pl2262"/>
            <p:cNvSpPr/>
            <p:nvPr/>
          </p:nvSpPr>
          <p:spPr>
            <a:xfrm>
              <a:off x="6464110" y="1317141"/>
              <a:ext cx="501" cy="2871"/>
            </a:xfrm>
            <a:custGeom>
              <a:avLst/>
              <a:pathLst>
                <a:path w="501" h="2871">
                  <a:moveTo>
                    <a:pt x="0" y="2871"/>
                  </a:moveTo>
                  <a:lnTo>
                    <a:pt x="5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3" name="pl2263"/>
            <p:cNvSpPr/>
            <p:nvPr/>
          </p:nvSpPr>
          <p:spPr>
            <a:xfrm>
              <a:off x="6472852" y="1321603"/>
              <a:ext cx="256" cy="1434"/>
            </a:xfrm>
            <a:custGeom>
              <a:avLst/>
              <a:pathLst>
                <a:path w="256" h="1434">
                  <a:moveTo>
                    <a:pt x="0" y="1434"/>
                  </a:moveTo>
                  <a:lnTo>
                    <a:pt x="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4" name="pl2264"/>
            <p:cNvSpPr/>
            <p:nvPr/>
          </p:nvSpPr>
          <p:spPr>
            <a:xfrm>
              <a:off x="6450358" y="1313386"/>
              <a:ext cx="965" cy="5748"/>
            </a:xfrm>
            <a:custGeom>
              <a:avLst/>
              <a:pathLst>
                <a:path w="965" h="5748">
                  <a:moveTo>
                    <a:pt x="0" y="5748"/>
                  </a:moveTo>
                  <a:lnTo>
                    <a:pt x="9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5" name="pl2265"/>
            <p:cNvSpPr/>
            <p:nvPr/>
          </p:nvSpPr>
          <p:spPr>
            <a:xfrm>
              <a:off x="6461112" y="1321056"/>
              <a:ext cx="498" cy="2871"/>
            </a:xfrm>
            <a:custGeom>
              <a:avLst/>
              <a:pathLst>
                <a:path w="498" h="2871">
                  <a:moveTo>
                    <a:pt x="0" y="2871"/>
                  </a:moveTo>
                  <a:lnTo>
                    <a:pt x="4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6" name="pl2266"/>
            <p:cNvSpPr/>
            <p:nvPr/>
          </p:nvSpPr>
          <p:spPr>
            <a:xfrm>
              <a:off x="6436377" y="1312592"/>
              <a:ext cx="1161" cy="7193"/>
            </a:xfrm>
            <a:custGeom>
              <a:avLst/>
              <a:pathLst>
                <a:path w="1161" h="7193">
                  <a:moveTo>
                    <a:pt x="0" y="7193"/>
                  </a:moveTo>
                  <a:lnTo>
                    <a:pt x="1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7" name="pl2267"/>
            <p:cNvSpPr/>
            <p:nvPr/>
          </p:nvSpPr>
          <p:spPr>
            <a:xfrm>
              <a:off x="6447788" y="1321821"/>
              <a:ext cx="962" cy="5749"/>
            </a:xfrm>
            <a:custGeom>
              <a:avLst/>
              <a:pathLst>
                <a:path w="962" h="5749">
                  <a:moveTo>
                    <a:pt x="0" y="5749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8" name="pl2268"/>
            <p:cNvSpPr/>
            <p:nvPr/>
          </p:nvSpPr>
          <p:spPr>
            <a:xfrm>
              <a:off x="6402861" y="1310443"/>
              <a:ext cx="1469" cy="10095"/>
            </a:xfrm>
            <a:custGeom>
              <a:avLst/>
              <a:pathLst>
                <a:path w="1469" h="10095">
                  <a:moveTo>
                    <a:pt x="0" y="10095"/>
                  </a:moveTo>
                  <a:lnTo>
                    <a:pt x="14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9" name="pl2269"/>
            <p:cNvSpPr/>
            <p:nvPr/>
          </p:nvSpPr>
          <p:spPr>
            <a:xfrm>
              <a:off x="6424442" y="1323934"/>
              <a:ext cx="901" cy="5759"/>
            </a:xfrm>
            <a:custGeom>
              <a:avLst/>
              <a:pathLst>
                <a:path w="901" h="5759">
                  <a:moveTo>
                    <a:pt x="0" y="5759"/>
                  </a:moveTo>
                  <a:lnTo>
                    <a:pt x="9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0" name="pl2270"/>
            <p:cNvSpPr/>
            <p:nvPr/>
          </p:nvSpPr>
          <p:spPr>
            <a:xfrm>
              <a:off x="6366077" y="1305485"/>
              <a:ext cx="2038" cy="15901"/>
            </a:xfrm>
            <a:custGeom>
              <a:avLst/>
              <a:pathLst>
                <a:path w="2038" h="15901">
                  <a:moveTo>
                    <a:pt x="0" y="15901"/>
                  </a:moveTo>
                  <a:lnTo>
                    <a:pt x="2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1" name="pl2271"/>
            <p:cNvSpPr/>
            <p:nvPr/>
          </p:nvSpPr>
          <p:spPr>
            <a:xfrm>
              <a:off x="6395083" y="1325337"/>
              <a:ext cx="205" cy="1442"/>
            </a:xfrm>
            <a:custGeom>
              <a:avLst/>
              <a:pathLst>
                <a:path w="205" h="1442">
                  <a:moveTo>
                    <a:pt x="0" y="1442"/>
                  </a:moveTo>
                  <a:lnTo>
                    <a:pt x="2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2" name="pl2272"/>
            <p:cNvSpPr/>
            <p:nvPr/>
          </p:nvSpPr>
          <p:spPr>
            <a:xfrm>
              <a:off x="6349027" y="1299033"/>
              <a:ext cx="2606" cy="21704"/>
            </a:xfrm>
            <a:custGeom>
              <a:avLst/>
              <a:pathLst>
                <a:path w="2606" h="21704">
                  <a:moveTo>
                    <a:pt x="0" y="21704"/>
                  </a:moveTo>
                  <a:lnTo>
                    <a:pt x="2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3" name="pl2273"/>
            <p:cNvSpPr/>
            <p:nvPr/>
          </p:nvSpPr>
          <p:spPr>
            <a:xfrm>
              <a:off x="6371882" y="1323633"/>
              <a:ext cx="189" cy="1445"/>
            </a:xfrm>
            <a:custGeom>
              <a:avLst/>
              <a:pathLst>
                <a:path w="189" h="1445">
                  <a:moveTo>
                    <a:pt x="0" y="1445"/>
                  </a:moveTo>
                  <a:lnTo>
                    <a:pt x="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4" name="pl2274"/>
            <p:cNvSpPr/>
            <p:nvPr/>
          </p:nvSpPr>
          <p:spPr>
            <a:xfrm>
              <a:off x="6339858" y="1297960"/>
              <a:ext cx="2681" cy="23163"/>
            </a:xfrm>
            <a:custGeom>
              <a:avLst/>
              <a:pathLst>
                <a:path w="2681" h="23163">
                  <a:moveTo>
                    <a:pt x="0" y="23163"/>
                  </a:moveTo>
                  <a:lnTo>
                    <a:pt x="2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5" name="pl2275"/>
            <p:cNvSpPr/>
            <p:nvPr/>
          </p:nvSpPr>
          <p:spPr>
            <a:xfrm>
              <a:off x="6505105" y="1323183"/>
              <a:ext cx="278" cy="1430"/>
            </a:xfrm>
            <a:custGeom>
              <a:avLst/>
              <a:pathLst>
                <a:path w="278" h="1430">
                  <a:moveTo>
                    <a:pt x="0" y="1430"/>
                  </a:moveTo>
                  <a:lnTo>
                    <a:pt x="2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6" name="pl2276"/>
            <p:cNvSpPr/>
            <p:nvPr/>
          </p:nvSpPr>
          <p:spPr>
            <a:xfrm>
              <a:off x="6496119" y="1321454"/>
              <a:ext cx="272" cy="1431"/>
            </a:xfrm>
            <a:custGeom>
              <a:avLst/>
              <a:pathLst>
                <a:path w="272" h="1431">
                  <a:moveTo>
                    <a:pt x="0" y="1431"/>
                  </a:moveTo>
                  <a:lnTo>
                    <a:pt x="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7" name="pl2277"/>
            <p:cNvSpPr/>
            <p:nvPr/>
          </p:nvSpPr>
          <p:spPr>
            <a:xfrm>
              <a:off x="6523055" y="1326756"/>
              <a:ext cx="290" cy="1428"/>
            </a:xfrm>
            <a:custGeom>
              <a:avLst/>
              <a:pathLst>
                <a:path w="290" h="1428">
                  <a:moveTo>
                    <a:pt x="0" y="1428"/>
                  </a:moveTo>
                  <a:lnTo>
                    <a:pt x="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8" name="pl2278"/>
            <p:cNvSpPr/>
            <p:nvPr/>
          </p:nvSpPr>
          <p:spPr>
            <a:xfrm>
              <a:off x="6514084" y="1324950"/>
              <a:ext cx="284" cy="1429"/>
            </a:xfrm>
            <a:custGeom>
              <a:avLst/>
              <a:pathLst>
                <a:path w="284" h="1429">
                  <a:moveTo>
                    <a:pt x="0" y="1429"/>
                  </a:moveTo>
                  <a:lnTo>
                    <a:pt x="2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9" name="pl2279"/>
            <p:cNvSpPr/>
            <p:nvPr/>
          </p:nvSpPr>
          <p:spPr>
            <a:xfrm>
              <a:off x="6549921" y="1332402"/>
              <a:ext cx="308" cy="1424"/>
            </a:xfrm>
            <a:custGeom>
              <a:avLst/>
              <a:pathLst>
                <a:path w="308" h="1424">
                  <a:moveTo>
                    <a:pt x="0" y="1424"/>
                  </a:moveTo>
                  <a:lnTo>
                    <a:pt x="3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0" name="pl2280"/>
            <p:cNvSpPr/>
            <p:nvPr/>
          </p:nvSpPr>
          <p:spPr>
            <a:xfrm>
              <a:off x="6540974" y="1330482"/>
              <a:ext cx="302" cy="1425"/>
            </a:xfrm>
            <a:custGeom>
              <a:avLst/>
              <a:pathLst>
                <a:path w="302" h="1425">
                  <a:moveTo>
                    <a:pt x="0" y="1425"/>
                  </a:moveTo>
                  <a:lnTo>
                    <a:pt x="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1" name="pl2281"/>
            <p:cNvSpPr/>
            <p:nvPr/>
          </p:nvSpPr>
          <p:spPr>
            <a:xfrm>
              <a:off x="6545143" y="1332862"/>
              <a:ext cx="305" cy="1424"/>
            </a:xfrm>
            <a:custGeom>
              <a:avLst/>
              <a:pathLst>
                <a:path w="305" h="1424">
                  <a:moveTo>
                    <a:pt x="0" y="1424"/>
                  </a:moveTo>
                  <a:lnTo>
                    <a:pt x="3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2" name="pl2282"/>
            <p:cNvSpPr/>
            <p:nvPr/>
          </p:nvSpPr>
          <p:spPr>
            <a:xfrm>
              <a:off x="6531722" y="1328600"/>
              <a:ext cx="593" cy="2853"/>
            </a:xfrm>
            <a:custGeom>
              <a:avLst/>
              <a:pathLst>
                <a:path w="593" h="2853">
                  <a:moveTo>
                    <a:pt x="0" y="2853"/>
                  </a:moveTo>
                  <a:lnTo>
                    <a:pt x="5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3" name="pl2283"/>
            <p:cNvSpPr/>
            <p:nvPr/>
          </p:nvSpPr>
          <p:spPr>
            <a:xfrm>
              <a:off x="6594531" y="1342576"/>
              <a:ext cx="339" cy="1417"/>
            </a:xfrm>
            <a:custGeom>
              <a:avLst/>
              <a:pathLst>
                <a:path w="339" h="1417">
                  <a:moveTo>
                    <a:pt x="0" y="1417"/>
                  </a:moveTo>
                  <a:lnTo>
                    <a:pt x="3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4" name="pl2284"/>
            <p:cNvSpPr/>
            <p:nvPr/>
          </p:nvSpPr>
          <p:spPr>
            <a:xfrm>
              <a:off x="6585626" y="1340465"/>
              <a:ext cx="332" cy="1418"/>
            </a:xfrm>
            <a:custGeom>
              <a:avLst/>
              <a:pathLst>
                <a:path w="332" h="1418">
                  <a:moveTo>
                    <a:pt x="0" y="1418"/>
                  </a:moveTo>
                  <a:lnTo>
                    <a:pt x="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5" name="pl2285"/>
            <p:cNvSpPr/>
            <p:nvPr/>
          </p:nvSpPr>
          <p:spPr>
            <a:xfrm>
              <a:off x="6589743" y="1342934"/>
              <a:ext cx="335" cy="1418"/>
            </a:xfrm>
            <a:custGeom>
              <a:avLst/>
              <a:pathLst>
                <a:path w="335" h="1418">
                  <a:moveTo>
                    <a:pt x="0" y="1418"/>
                  </a:moveTo>
                  <a:lnTo>
                    <a:pt x="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6" name="pl2286"/>
            <p:cNvSpPr/>
            <p:nvPr/>
          </p:nvSpPr>
          <p:spPr>
            <a:xfrm>
              <a:off x="6576386" y="1338392"/>
              <a:ext cx="653" cy="2840"/>
            </a:xfrm>
            <a:custGeom>
              <a:avLst/>
              <a:pathLst>
                <a:path w="653" h="2840">
                  <a:moveTo>
                    <a:pt x="0" y="2840"/>
                  </a:moveTo>
                  <a:lnTo>
                    <a:pt x="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7" name="pl2287"/>
            <p:cNvSpPr/>
            <p:nvPr/>
          </p:nvSpPr>
          <p:spPr>
            <a:xfrm>
              <a:off x="6582736" y="1342782"/>
              <a:ext cx="331" cy="1419"/>
            </a:xfrm>
            <a:custGeom>
              <a:avLst/>
              <a:pathLst>
                <a:path w="331" h="1419">
                  <a:moveTo>
                    <a:pt x="0" y="1419"/>
                  </a:moveTo>
                  <a:lnTo>
                    <a:pt x="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8" name="pl2288"/>
            <p:cNvSpPr/>
            <p:nvPr/>
          </p:nvSpPr>
          <p:spPr>
            <a:xfrm>
              <a:off x="6567149" y="1336357"/>
              <a:ext cx="962" cy="4264"/>
            </a:xfrm>
            <a:custGeom>
              <a:avLst/>
              <a:pathLst>
                <a:path w="962" h="4264">
                  <a:moveTo>
                    <a:pt x="0" y="4264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9" name="pl2289"/>
            <p:cNvSpPr/>
            <p:nvPr/>
          </p:nvSpPr>
          <p:spPr>
            <a:xfrm>
              <a:off x="6574620" y="1342397"/>
              <a:ext cx="326" cy="1420"/>
            </a:xfrm>
            <a:custGeom>
              <a:avLst/>
              <a:pathLst>
                <a:path w="326" h="1420">
                  <a:moveTo>
                    <a:pt x="0" y="1420"/>
                  </a:moveTo>
                  <a:lnTo>
                    <a:pt x="3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0" name="pl2290"/>
            <p:cNvSpPr/>
            <p:nvPr/>
          </p:nvSpPr>
          <p:spPr>
            <a:xfrm>
              <a:off x="6557916" y="1334361"/>
              <a:ext cx="1259" cy="5691"/>
            </a:xfrm>
            <a:custGeom>
              <a:avLst/>
              <a:pathLst>
                <a:path w="1259" h="5691">
                  <a:moveTo>
                    <a:pt x="0" y="5691"/>
                  </a:moveTo>
                  <a:lnTo>
                    <a:pt x="1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1" name="pl2291"/>
            <p:cNvSpPr/>
            <p:nvPr/>
          </p:nvSpPr>
          <p:spPr>
            <a:xfrm>
              <a:off x="6565310" y="1341918"/>
              <a:ext cx="961" cy="4265"/>
            </a:xfrm>
            <a:custGeom>
              <a:avLst/>
              <a:pathLst>
                <a:path w="961" h="4265">
                  <a:moveTo>
                    <a:pt x="0" y="4265"/>
                  </a:moveTo>
                  <a:lnTo>
                    <a:pt x="9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2" name="pl2292"/>
            <p:cNvSpPr/>
            <p:nvPr/>
          </p:nvSpPr>
          <p:spPr>
            <a:xfrm>
              <a:off x="6536930" y="1332859"/>
              <a:ext cx="1505" cy="7129"/>
            </a:xfrm>
            <a:custGeom>
              <a:avLst/>
              <a:pathLst>
                <a:path w="1505" h="7129">
                  <a:moveTo>
                    <a:pt x="0" y="7129"/>
                  </a:moveTo>
                  <a:lnTo>
                    <a:pt x="1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3" name="pl2293"/>
            <p:cNvSpPr/>
            <p:nvPr/>
          </p:nvSpPr>
          <p:spPr>
            <a:xfrm>
              <a:off x="6550509" y="1343038"/>
              <a:ext cx="621" cy="2847"/>
            </a:xfrm>
            <a:custGeom>
              <a:avLst/>
              <a:pathLst>
                <a:path w="621" h="2847">
                  <a:moveTo>
                    <a:pt x="0" y="2847"/>
                  </a:moveTo>
                  <a:lnTo>
                    <a:pt x="6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4" name="pl2294"/>
            <p:cNvSpPr/>
            <p:nvPr/>
          </p:nvSpPr>
          <p:spPr>
            <a:xfrm>
              <a:off x="6516272" y="1327277"/>
              <a:ext cx="2298" cy="11430"/>
            </a:xfrm>
            <a:custGeom>
              <a:avLst/>
              <a:pathLst>
                <a:path w="2298" h="11430">
                  <a:moveTo>
                    <a:pt x="0" y="11430"/>
                  </a:moveTo>
                  <a:lnTo>
                    <a:pt x="2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5" name="pl2295"/>
            <p:cNvSpPr/>
            <p:nvPr/>
          </p:nvSpPr>
          <p:spPr>
            <a:xfrm>
              <a:off x="6532807" y="1342226"/>
              <a:ext cx="598" cy="2852"/>
            </a:xfrm>
            <a:custGeom>
              <a:avLst/>
              <a:pathLst>
                <a:path w="598" h="2852">
                  <a:moveTo>
                    <a:pt x="0" y="2852"/>
                  </a:moveTo>
                  <a:lnTo>
                    <a:pt x="5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6" name="pl2296"/>
            <p:cNvSpPr/>
            <p:nvPr/>
          </p:nvSpPr>
          <p:spPr>
            <a:xfrm>
              <a:off x="6497862" y="1323745"/>
              <a:ext cx="2751" cy="14311"/>
            </a:xfrm>
            <a:custGeom>
              <a:avLst/>
              <a:pathLst>
                <a:path w="2751" h="14311">
                  <a:moveTo>
                    <a:pt x="0" y="14311"/>
                  </a:moveTo>
                  <a:lnTo>
                    <a:pt x="27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7" name="pl2297"/>
            <p:cNvSpPr/>
            <p:nvPr/>
          </p:nvSpPr>
          <p:spPr>
            <a:xfrm>
              <a:off x="6621188" y="1349138"/>
              <a:ext cx="357" cy="1412"/>
            </a:xfrm>
            <a:custGeom>
              <a:avLst/>
              <a:pathLst>
                <a:path w="357" h="1412">
                  <a:moveTo>
                    <a:pt x="0" y="1412"/>
                  </a:moveTo>
                  <a:lnTo>
                    <a:pt x="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8" name="pl2298"/>
            <p:cNvSpPr/>
            <p:nvPr/>
          </p:nvSpPr>
          <p:spPr>
            <a:xfrm>
              <a:off x="6612312" y="1346913"/>
              <a:ext cx="351" cy="1414"/>
            </a:xfrm>
            <a:custGeom>
              <a:avLst/>
              <a:pathLst>
                <a:path w="351" h="1414">
                  <a:moveTo>
                    <a:pt x="0" y="1414"/>
                  </a:moveTo>
                  <a:lnTo>
                    <a:pt x="3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9" name="pl2299"/>
            <p:cNvSpPr/>
            <p:nvPr/>
          </p:nvSpPr>
          <p:spPr>
            <a:xfrm>
              <a:off x="6616397" y="1349434"/>
              <a:ext cx="354" cy="1413"/>
            </a:xfrm>
            <a:custGeom>
              <a:avLst/>
              <a:pathLst>
                <a:path w="354" h="1413">
                  <a:moveTo>
                    <a:pt x="0" y="1413"/>
                  </a:moveTo>
                  <a:lnTo>
                    <a:pt x="3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0" name="pl2300"/>
            <p:cNvSpPr/>
            <p:nvPr/>
          </p:nvSpPr>
          <p:spPr>
            <a:xfrm>
              <a:off x="6603081" y="1344726"/>
              <a:ext cx="690" cy="2831"/>
            </a:xfrm>
            <a:custGeom>
              <a:avLst/>
              <a:pathLst>
                <a:path w="690" h="2831">
                  <a:moveTo>
                    <a:pt x="0" y="2831"/>
                  </a:moveTo>
                  <a:lnTo>
                    <a:pt x="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1" name="pl2301"/>
            <p:cNvSpPr/>
            <p:nvPr/>
          </p:nvSpPr>
          <p:spPr>
            <a:xfrm>
              <a:off x="6647760" y="1356040"/>
              <a:ext cx="375" cy="1408"/>
            </a:xfrm>
            <a:custGeom>
              <a:avLst/>
              <a:pathLst>
                <a:path w="375" h="1408">
                  <a:moveTo>
                    <a:pt x="0" y="1408"/>
                  </a:moveTo>
                  <a:lnTo>
                    <a:pt x="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2" name="pl2302"/>
            <p:cNvSpPr/>
            <p:nvPr/>
          </p:nvSpPr>
          <p:spPr>
            <a:xfrm>
              <a:off x="6638912" y="1353701"/>
              <a:ext cx="369" cy="1409"/>
            </a:xfrm>
            <a:custGeom>
              <a:avLst/>
              <a:pathLst>
                <a:path w="369" h="1409">
                  <a:moveTo>
                    <a:pt x="0" y="1409"/>
                  </a:moveTo>
                  <a:lnTo>
                    <a:pt x="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3" name="pl2303"/>
            <p:cNvSpPr/>
            <p:nvPr/>
          </p:nvSpPr>
          <p:spPr>
            <a:xfrm>
              <a:off x="6674241" y="1363282"/>
              <a:ext cx="393" cy="1403"/>
            </a:xfrm>
            <a:custGeom>
              <a:avLst/>
              <a:pathLst>
                <a:path w="393" h="1403">
                  <a:moveTo>
                    <a:pt x="0" y="1403"/>
                  </a:moveTo>
                  <a:lnTo>
                    <a:pt x="3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4" name="pl2304"/>
            <p:cNvSpPr/>
            <p:nvPr/>
          </p:nvSpPr>
          <p:spPr>
            <a:xfrm>
              <a:off x="6665424" y="1360830"/>
              <a:ext cx="387" cy="1405"/>
            </a:xfrm>
            <a:custGeom>
              <a:avLst/>
              <a:pathLst>
                <a:path w="387" h="1405">
                  <a:moveTo>
                    <a:pt x="0" y="1405"/>
                  </a:moveTo>
                  <a:lnTo>
                    <a:pt x="3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5" name="pl2305"/>
            <p:cNvSpPr/>
            <p:nvPr/>
          </p:nvSpPr>
          <p:spPr>
            <a:xfrm>
              <a:off x="6669444" y="1363455"/>
              <a:ext cx="390" cy="1404"/>
            </a:xfrm>
            <a:custGeom>
              <a:avLst/>
              <a:pathLst>
                <a:path w="390" h="1404">
                  <a:moveTo>
                    <a:pt x="0" y="1404"/>
                  </a:moveTo>
                  <a:lnTo>
                    <a:pt x="3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6" name="pl2306"/>
            <p:cNvSpPr/>
            <p:nvPr/>
          </p:nvSpPr>
          <p:spPr>
            <a:xfrm>
              <a:off x="6656216" y="1358416"/>
              <a:ext cx="762" cy="2813"/>
            </a:xfrm>
            <a:custGeom>
              <a:avLst/>
              <a:pathLst>
                <a:path w="762" h="2813">
                  <a:moveTo>
                    <a:pt x="0" y="2813"/>
                  </a:moveTo>
                  <a:lnTo>
                    <a:pt x="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7" name="pl2307"/>
            <p:cNvSpPr/>
            <p:nvPr/>
          </p:nvSpPr>
          <p:spPr>
            <a:xfrm>
              <a:off x="6662061" y="1363034"/>
              <a:ext cx="771" cy="2810"/>
            </a:xfrm>
            <a:custGeom>
              <a:avLst/>
              <a:pathLst>
                <a:path w="771" h="2810">
                  <a:moveTo>
                    <a:pt x="0" y="2810"/>
                  </a:moveTo>
                  <a:lnTo>
                    <a:pt x="7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8" name="pl2308"/>
            <p:cNvSpPr/>
            <p:nvPr/>
          </p:nvSpPr>
          <p:spPr>
            <a:xfrm>
              <a:off x="6642221" y="1356275"/>
              <a:ext cx="1116" cy="4227"/>
            </a:xfrm>
            <a:custGeom>
              <a:avLst/>
              <a:pathLst>
                <a:path w="1116" h="4227">
                  <a:moveTo>
                    <a:pt x="0" y="4227"/>
                  </a:moveTo>
                  <a:lnTo>
                    <a:pt x="11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9" name="pl2309"/>
            <p:cNvSpPr/>
            <p:nvPr/>
          </p:nvSpPr>
          <p:spPr>
            <a:xfrm>
              <a:off x="6700627" y="1370862"/>
              <a:ext cx="411" cy="1398"/>
            </a:xfrm>
            <a:custGeom>
              <a:avLst/>
              <a:pathLst>
                <a:path w="411" h="1398">
                  <a:moveTo>
                    <a:pt x="0" y="1398"/>
                  </a:moveTo>
                  <a:lnTo>
                    <a:pt x="4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0" name="pl2310"/>
            <p:cNvSpPr/>
            <p:nvPr/>
          </p:nvSpPr>
          <p:spPr>
            <a:xfrm>
              <a:off x="6691843" y="1368298"/>
              <a:ext cx="405" cy="1399"/>
            </a:xfrm>
            <a:custGeom>
              <a:avLst/>
              <a:pathLst>
                <a:path w="405" h="1399">
                  <a:moveTo>
                    <a:pt x="0" y="1399"/>
                  </a:moveTo>
                  <a:lnTo>
                    <a:pt x="4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1" name="pl2311"/>
            <p:cNvSpPr/>
            <p:nvPr/>
          </p:nvSpPr>
          <p:spPr>
            <a:xfrm>
              <a:off x="6695828" y="1370975"/>
              <a:ext cx="408" cy="1399"/>
            </a:xfrm>
            <a:custGeom>
              <a:avLst/>
              <a:pathLst>
                <a:path w="408" h="1399">
                  <a:moveTo>
                    <a:pt x="0" y="1399"/>
                  </a:moveTo>
                  <a:lnTo>
                    <a:pt x="4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2" name="pl2312"/>
            <p:cNvSpPr/>
            <p:nvPr/>
          </p:nvSpPr>
          <p:spPr>
            <a:xfrm>
              <a:off x="6682648" y="1365771"/>
              <a:ext cx="798" cy="2803"/>
            </a:xfrm>
            <a:custGeom>
              <a:avLst/>
              <a:pathLst>
                <a:path w="798" h="2803">
                  <a:moveTo>
                    <a:pt x="0" y="2803"/>
                  </a:moveTo>
                  <a:lnTo>
                    <a:pt x="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3" name="pl2313"/>
            <p:cNvSpPr/>
            <p:nvPr/>
          </p:nvSpPr>
          <p:spPr>
            <a:xfrm>
              <a:off x="6735654" y="1381495"/>
              <a:ext cx="434" cy="1390"/>
            </a:xfrm>
            <a:custGeom>
              <a:avLst/>
              <a:pathLst>
                <a:path w="434" h="1390">
                  <a:moveTo>
                    <a:pt x="0" y="1390"/>
                  </a:moveTo>
                  <a:lnTo>
                    <a:pt x="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4" name="pl2314"/>
            <p:cNvSpPr/>
            <p:nvPr/>
          </p:nvSpPr>
          <p:spPr>
            <a:xfrm>
              <a:off x="6726914" y="1378781"/>
              <a:ext cx="429" cy="1392"/>
            </a:xfrm>
            <a:custGeom>
              <a:avLst/>
              <a:pathLst>
                <a:path w="429" h="1392">
                  <a:moveTo>
                    <a:pt x="0" y="1392"/>
                  </a:moveTo>
                  <a:lnTo>
                    <a:pt x="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5" name="pl2315"/>
            <p:cNvSpPr/>
            <p:nvPr/>
          </p:nvSpPr>
          <p:spPr>
            <a:xfrm>
              <a:off x="6730853" y="1381525"/>
              <a:ext cx="431" cy="1391"/>
            </a:xfrm>
            <a:custGeom>
              <a:avLst/>
              <a:pathLst>
                <a:path w="431" h="1391">
                  <a:moveTo>
                    <a:pt x="0" y="1391"/>
                  </a:moveTo>
                  <a:lnTo>
                    <a:pt x="4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6" name="pl2316"/>
            <p:cNvSpPr/>
            <p:nvPr/>
          </p:nvSpPr>
          <p:spPr>
            <a:xfrm>
              <a:off x="6717740" y="1376104"/>
              <a:ext cx="846" cy="2789"/>
            </a:xfrm>
            <a:custGeom>
              <a:avLst/>
              <a:pathLst>
                <a:path w="846" h="2789">
                  <a:moveTo>
                    <a:pt x="0" y="2789"/>
                  </a:moveTo>
                  <a:lnTo>
                    <a:pt x="8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7" name="pl2317"/>
            <p:cNvSpPr/>
            <p:nvPr/>
          </p:nvSpPr>
          <p:spPr>
            <a:xfrm>
              <a:off x="6723872" y="1380895"/>
              <a:ext cx="427" cy="1393"/>
            </a:xfrm>
            <a:custGeom>
              <a:avLst/>
              <a:pathLst>
                <a:path w="427" h="1393">
                  <a:moveTo>
                    <a:pt x="0" y="1393"/>
                  </a:moveTo>
                  <a:lnTo>
                    <a:pt x="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8" name="pl2318"/>
            <p:cNvSpPr/>
            <p:nvPr/>
          </p:nvSpPr>
          <p:spPr>
            <a:xfrm>
              <a:off x="6708567" y="1373464"/>
              <a:ext cx="1251" cy="4189"/>
            </a:xfrm>
            <a:custGeom>
              <a:avLst/>
              <a:pathLst>
                <a:path w="1251" h="4189">
                  <a:moveTo>
                    <a:pt x="0" y="4189"/>
                  </a:moveTo>
                  <a:lnTo>
                    <a:pt x="12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9" name="pl2319"/>
            <p:cNvSpPr/>
            <p:nvPr/>
          </p:nvSpPr>
          <p:spPr>
            <a:xfrm>
              <a:off x="6714957" y="1379956"/>
              <a:ext cx="1266" cy="4184"/>
            </a:xfrm>
            <a:custGeom>
              <a:avLst/>
              <a:pathLst>
                <a:path w="1266" h="4184">
                  <a:moveTo>
                    <a:pt x="0" y="4184"/>
                  </a:moveTo>
                  <a:lnTo>
                    <a:pt x="1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0" name="pl2320"/>
            <p:cNvSpPr/>
            <p:nvPr/>
          </p:nvSpPr>
          <p:spPr>
            <a:xfrm>
              <a:off x="6687626" y="1370463"/>
              <a:ext cx="1614" cy="5601"/>
            </a:xfrm>
            <a:custGeom>
              <a:avLst/>
              <a:pathLst>
                <a:path w="1614" h="5601">
                  <a:moveTo>
                    <a:pt x="0" y="5601"/>
                  </a:moveTo>
                  <a:lnTo>
                    <a:pt x="16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1" name="pl2321"/>
            <p:cNvSpPr/>
            <p:nvPr/>
          </p:nvSpPr>
          <p:spPr>
            <a:xfrm>
              <a:off x="6699240" y="1380057"/>
              <a:ext cx="2064" cy="6988"/>
            </a:xfrm>
            <a:custGeom>
              <a:avLst/>
              <a:pathLst>
                <a:path w="2064" h="6988">
                  <a:moveTo>
                    <a:pt x="0" y="6988"/>
                  </a:moveTo>
                  <a:lnTo>
                    <a:pt x="20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2" name="pl2322"/>
            <p:cNvSpPr/>
            <p:nvPr/>
          </p:nvSpPr>
          <p:spPr>
            <a:xfrm>
              <a:off x="6649495" y="1363149"/>
              <a:ext cx="2652" cy="9850"/>
            </a:xfrm>
            <a:custGeom>
              <a:avLst/>
              <a:pathLst>
                <a:path w="2652" h="9850">
                  <a:moveTo>
                    <a:pt x="0" y="9850"/>
                  </a:moveTo>
                  <a:lnTo>
                    <a:pt x="26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3" name="pl2323"/>
            <p:cNvSpPr/>
            <p:nvPr/>
          </p:nvSpPr>
          <p:spPr>
            <a:xfrm>
              <a:off x="6674014" y="1379872"/>
              <a:ext cx="396" cy="1402"/>
            </a:xfrm>
            <a:custGeom>
              <a:avLst/>
              <a:pathLst>
                <a:path w="396" h="1402">
                  <a:moveTo>
                    <a:pt x="0" y="1402"/>
                  </a:moveTo>
                  <a:lnTo>
                    <a:pt x="3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4" name="pl2324"/>
            <p:cNvSpPr/>
            <p:nvPr/>
          </p:nvSpPr>
          <p:spPr>
            <a:xfrm>
              <a:off x="6626060" y="1351400"/>
              <a:ext cx="4357" cy="16936"/>
            </a:xfrm>
            <a:custGeom>
              <a:avLst/>
              <a:pathLst>
                <a:path w="4357" h="16936">
                  <a:moveTo>
                    <a:pt x="0" y="16936"/>
                  </a:moveTo>
                  <a:lnTo>
                    <a:pt x="4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5" name="pl2325"/>
            <p:cNvSpPr/>
            <p:nvPr/>
          </p:nvSpPr>
          <p:spPr>
            <a:xfrm>
              <a:off x="6648936" y="1374666"/>
              <a:ext cx="1138" cy="4221"/>
            </a:xfrm>
            <a:custGeom>
              <a:avLst/>
              <a:pathLst>
                <a:path w="1138" h="4221">
                  <a:moveTo>
                    <a:pt x="0" y="4221"/>
                  </a:moveTo>
                  <a:lnTo>
                    <a:pt x="1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6" name="pl2326"/>
            <p:cNvSpPr/>
            <p:nvPr/>
          </p:nvSpPr>
          <p:spPr>
            <a:xfrm>
              <a:off x="6605197" y="1349192"/>
              <a:ext cx="4544" cy="18392"/>
            </a:xfrm>
            <a:custGeom>
              <a:avLst/>
              <a:pathLst>
                <a:path w="4544" h="18392">
                  <a:moveTo>
                    <a:pt x="0" y="18392"/>
                  </a:moveTo>
                  <a:lnTo>
                    <a:pt x="45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7" name="pl2327"/>
            <p:cNvSpPr/>
            <p:nvPr/>
          </p:nvSpPr>
          <p:spPr>
            <a:xfrm>
              <a:off x="6761802" y="1389861"/>
              <a:ext cx="452" cy="1385"/>
            </a:xfrm>
            <a:custGeom>
              <a:avLst/>
              <a:pathLst>
                <a:path w="452" h="1385">
                  <a:moveTo>
                    <a:pt x="0" y="1385"/>
                  </a:moveTo>
                  <a:lnTo>
                    <a:pt x="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8" name="pl2328"/>
            <p:cNvSpPr/>
            <p:nvPr/>
          </p:nvSpPr>
          <p:spPr>
            <a:xfrm>
              <a:off x="6753098" y="1387035"/>
              <a:ext cx="446" cy="1387"/>
            </a:xfrm>
            <a:custGeom>
              <a:avLst/>
              <a:pathLst>
                <a:path w="446" h="1387">
                  <a:moveTo>
                    <a:pt x="0" y="1387"/>
                  </a:moveTo>
                  <a:lnTo>
                    <a:pt x="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9" name="pl2329"/>
            <p:cNvSpPr/>
            <p:nvPr/>
          </p:nvSpPr>
          <p:spPr>
            <a:xfrm>
              <a:off x="6796495" y="1401536"/>
              <a:ext cx="476" cy="1377"/>
            </a:xfrm>
            <a:custGeom>
              <a:avLst/>
              <a:pathLst>
                <a:path w="476" h="1377">
                  <a:moveTo>
                    <a:pt x="0" y="1377"/>
                  </a:moveTo>
                  <a:lnTo>
                    <a:pt x="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0" name="pl2330"/>
            <p:cNvSpPr/>
            <p:nvPr/>
          </p:nvSpPr>
          <p:spPr>
            <a:xfrm>
              <a:off x="6787841" y="1398562"/>
              <a:ext cx="470" cy="1379"/>
            </a:xfrm>
            <a:custGeom>
              <a:avLst/>
              <a:pathLst>
                <a:path w="470" h="1379">
                  <a:moveTo>
                    <a:pt x="0" y="1379"/>
                  </a:moveTo>
                  <a:lnTo>
                    <a:pt x="4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1" name="pl2331"/>
            <p:cNvSpPr/>
            <p:nvPr/>
          </p:nvSpPr>
          <p:spPr>
            <a:xfrm>
              <a:off x="6791696" y="1401423"/>
              <a:ext cx="473" cy="1378"/>
            </a:xfrm>
            <a:custGeom>
              <a:avLst/>
              <a:pathLst>
                <a:path w="473" h="1378">
                  <a:moveTo>
                    <a:pt x="0" y="1378"/>
                  </a:moveTo>
                  <a:lnTo>
                    <a:pt x="4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2" name="pl2332"/>
            <p:cNvSpPr/>
            <p:nvPr/>
          </p:nvSpPr>
          <p:spPr>
            <a:xfrm>
              <a:off x="6778709" y="1395624"/>
              <a:ext cx="929" cy="2762"/>
            </a:xfrm>
            <a:custGeom>
              <a:avLst/>
              <a:pathLst>
                <a:path w="929" h="2762">
                  <a:moveTo>
                    <a:pt x="0" y="2762"/>
                  </a:moveTo>
                  <a:lnTo>
                    <a:pt x="9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3" name="pl2333"/>
            <p:cNvSpPr/>
            <p:nvPr/>
          </p:nvSpPr>
          <p:spPr>
            <a:xfrm>
              <a:off x="6784737" y="1400584"/>
              <a:ext cx="468" cy="1379"/>
            </a:xfrm>
            <a:custGeom>
              <a:avLst/>
              <a:pathLst>
                <a:path w="468" h="1379">
                  <a:moveTo>
                    <a:pt x="0" y="1379"/>
                  </a:moveTo>
                  <a:lnTo>
                    <a:pt x="4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4" name="pl2334"/>
            <p:cNvSpPr/>
            <p:nvPr/>
          </p:nvSpPr>
          <p:spPr>
            <a:xfrm>
              <a:off x="6769577" y="1392724"/>
              <a:ext cx="1375" cy="4150"/>
            </a:xfrm>
            <a:custGeom>
              <a:avLst/>
              <a:pathLst>
                <a:path w="1375" h="4150">
                  <a:moveTo>
                    <a:pt x="0" y="4150"/>
                  </a:moveTo>
                  <a:lnTo>
                    <a:pt x="1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5" name="pl2335"/>
            <p:cNvSpPr/>
            <p:nvPr/>
          </p:nvSpPr>
          <p:spPr>
            <a:xfrm>
              <a:off x="6776234" y="1399405"/>
              <a:ext cx="927" cy="2763"/>
            </a:xfrm>
            <a:custGeom>
              <a:avLst/>
              <a:pathLst>
                <a:path w="927" h="2763">
                  <a:moveTo>
                    <a:pt x="0" y="2763"/>
                  </a:moveTo>
                  <a:lnTo>
                    <a:pt x="9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6" name="pl2336"/>
            <p:cNvSpPr/>
            <p:nvPr/>
          </p:nvSpPr>
          <p:spPr>
            <a:xfrm>
              <a:off x="6755652" y="1389830"/>
              <a:ext cx="1799" cy="5544"/>
            </a:xfrm>
            <a:custGeom>
              <a:avLst/>
              <a:pathLst>
                <a:path w="1799" h="5544">
                  <a:moveTo>
                    <a:pt x="0" y="5544"/>
                  </a:moveTo>
                  <a:lnTo>
                    <a:pt x="1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7" name="pl2337"/>
            <p:cNvSpPr/>
            <p:nvPr/>
          </p:nvSpPr>
          <p:spPr>
            <a:xfrm>
              <a:off x="6848150" y="1420155"/>
              <a:ext cx="511" cy="1364"/>
            </a:xfrm>
            <a:custGeom>
              <a:avLst/>
              <a:pathLst>
                <a:path w="511" h="1364">
                  <a:moveTo>
                    <a:pt x="0" y="1364"/>
                  </a:moveTo>
                  <a:lnTo>
                    <a:pt x="5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8" name="pl2338"/>
            <p:cNvSpPr/>
            <p:nvPr/>
          </p:nvSpPr>
          <p:spPr>
            <a:xfrm>
              <a:off x="6839574" y="1416960"/>
              <a:ext cx="505" cy="1366"/>
            </a:xfrm>
            <a:custGeom>
              <a:avLst/>
              <a:pathLst>
                <a:path w="505" h="1366">
                  <a:moveTo>
                    <a:pt x="0" y="1366"/>
                  </a:moveTo>
                  <a:lnTo>
                    <a:pt x="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9" name="pl2339"/>
            <p:cNvSpPr/>
            <p:nvPr/>
          </p:nvSpPr>
          <p:spPr>
            <a:xfrm>
              <a:off x="6843355" y="1419919"/>
              <a:ext cx="508" cy="1365"/>
            </a:xfrm>
            <a:custGeom>
              <a:avLst/>
              <a:pathLst>
                <a:path w="508" h="1365">
                  <a:moveTo>
                    <a:pt x="0" y="1365"/>
                  </a:moveTo>
                  <a:lnTo>
                    <a:pt x="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0" name="pl2340"/>
            <p:cNvSpPr/>
            <p:nvPr/>
          </p:nvSpPr>
          <p:spPr>
            <a:xfrm>
              <a:off x="6830485" y="1413802"/>
              <a:ext cx="999" cy="2738"/>
            </a:xfrm>
            <a:custGeom>
              <a:avLst/>
              <a:pathLst>
                <a:path w="999" h="2738">
                  <a:moveTo>
                    <a:pt x="0" y="2738"/>
                  </a:moveTo>
                  <a:lnTo>
                    <a:pt x="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1" name="pl2341"/>
            <p:cNvSpPr/>
            <p:nvPr/>
          </p:nvSpPr>
          <p:spPr>
            <a:xfrm>
              <a:off x="6836420" y="1418902"/>
              <a:ext cx="504" cy="1367"/>
            </a:xfrm>
            <a:custGeom>
              <a:avLst/>
              <a:pathLst>
                <a:path w="504" h="1367">
                  <a:moveTo>
                    <a:pt x="0" y="1367"/>
                  </a:moveTo>
                  <a:lnTo>
                    <a:pt x="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2" name="pl2342"/>
            <p:cNvSpPr/>
            <p:nvPr/>
          </p:nvSpPr>
          <p:spPr>
            <a:xfrm>
              <a:off x="6821394" y="1410680"/>
              <a:ext cx="1481" cy="4113"/>
            </a:xfrm>
            <a:custGeom>
              <a:avLst/>
              <a:pathLst>
                <a:path w="1481" h="4113">
                  <a:moveTo>
                    <a:pt x="0" y="4113"/>
                  </a:moveTo>
                  <a:lnTo>
                    <a:pt x="14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3" name="pl2343"/>
            <p:cNvSpPr/>
            <p:nvPr/>
          </p:nvSpPr>
          <p:spPr>
            <a:xfrm>
              <a:off x="6828413" y="1417517"/>
              <a:ext cx="499" cy="1369"/>
            </a:xfrm>
            <a:custGeom>
              <a:avLst/>
              <a:pathLst>
                <a:path w="499" h="1369">
                  <a:moveTo>
                    <a:pt x="0" y="1369"/>
                  </a:moveTo>
                  <a:lnTo>
                    <a:pt x="4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4" name="pl2344"/>
            <p:cNvSpPr/>
            <p:nvPr/>
          </p:nvSpPr>
          <p:spPr>
            <a:xfrm>
              <a:off x="6812302" y="1407595"/>
              <a:ext cx="1952" cy="5492"/>
            </a:xfrm>
            <a:custGeom>
              <a:avLst/>
              <a:pathLst>
                <a:path w="1952" h="5492">
                  <a:moveTo>
                    <a:pt x="0" y="5492"/>
                  </a:moveTo>
                  <a:lnTo>
                    <a:pt x="19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5" name="pl2345"/>
            <p:cNvSpPr/>
            <p:nvPr/>
          </p:nvSpPr>
          <p:spPr>
            <a:xfrm>
              <a:off x="6865260" y="1426655"/>
              <a:ext cx="523" cy="1360"/>
            </a:xfrm>
            <a:custGeom>
              <a:avLst/>
              <a:pathLst>
                <a:path w="523" h="1360">
                  <a:moveTo>
                    <a:pt x="0" y="1360"/>
                  </a:moveTo>
                  <a:lnTo>
                    <a:pt x="5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6" name="pl2346"/>
            <p:cNvSpPr/>
            <p:nvPr/>
          </p:nvSpPr>
          <p:spPr>
            <a:xfrm>
              <a:off x="6856712" y="1423387"/>
              <a:ext cx="517" cy="1362"/>
            </a:xfrm>
            <a:custGeom>
              <a:avLst/>
              <a:pathLst>
                <a:path w="517" h="1362">
                  <a:moveTo>
                    <a:pt x="0" y="1362"/>
                  </a:moveTo>
                  <a:lnTo>
                    <a:pt x="5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7" name="pl2347"/>
            <p:cNvSpPr/>
            <p:nvPr/>
          </p:nvSpPr>
          <p:spPr>
            <a:xfrm>
              <a:off x="6890820" y="1436678"/>
              <a:ext cx="540" cy="1353"/>
            </a:xfrm>
            <a:custGeom>
              <a:avLst/>
              <a:pathLst>
                <a:path w="540" h="1353">
                  <a:moveTo>
                    <a:pt x="0" y="1353"/>
                  </a:moveTo>
                  <a:lnTo>
                    <a:pt x="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8" name="pl2348"/>
            <p:cNvSpPr/>
            <p:nvPr/>
          </p:nvSpPr>
          <p:spPr>
            <a:xfrm>
              <a:off x="6882314" y="1433301"/>
              <a:ext cx="534" cy="1355"/>
            </a:xfrm>
            <a:custGeom>
              <a:avLst/>
              <a:pathLst>
                <a:path w="534" h="1355">
                  <a:moveTo>
                    <a:pt x="0" y="1355"/>
                  </a:moveTo>
                  <a:lnTo>
                    <a:pt x="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9" name="pl2349"/>
            <p:cNvSpPr/>
            <p:nvPr/>
          </p:nvSpPr>
          <p:spPr>
            <a:xfrm>
              <a:off x="6886031" y="1436340"/>
              <a:ext cx="537" cy="1354"/>
            </a:xfrm>
            <a:custGeom>
              <a:avLst/>
              <a:pathLst>
                <a:path w="537" h="1354">
                  <a:moveTo>
                    <a:pt x="0" y="1354"/>
                  </a:moveTo>
                  <a:lnTo>
                    <a:pt x="5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0" name="pl2350"/>
            <p:cNvSpPr/>
            <p:nvPr/>
          </p:nvSpPr>
          <p:spPr>
            <a:xfrm>
              <a:off x="6873265" y="1429960"/>
              <a:ext cx="1057" cy="2716"/>
            </a:xfrm>
            <a:custGeom>
              <a:avLst/>
              <a:pathLst>
                <a:path w="1057" h="2716">
                  <a:moveTo>
                    <a:pt x="0" y="2716"/>
                  </a:moveTo>
                  <a:lnTo>
                    <a:pt x="10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1" name="pl2351"/>
            <p:cNvSpPr/>
            <p:nvPr/>
          </p:nvSpPr>
          <p:spPr>
            <a:xfrm>
              <a:off x="6878586" y="1435175"/>
              <a:ext cx="1066" cy="2712"/>
            </a:xfrm>
            <a:custGeom>
              <a:avLst/>
              <a:pathLst>
                <a:path w="1066" h="2712">
                  <a:moveTo>
                    <a:pt x="0" y="2712"/>
                  </a:moveTo>
                  <a:lnTo>
                    <a:pt x="10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2" name="pl2352"/>
            <p:cNvSpPr/>
            <p:nvPr/>
          </p:nvSpPr>
          <p:spPr>
            <a:xfrm>
              <a:off x="6859427" y="1426378"/>
              <a:ext cx="1560" cy="4084"/>
            </a:xfrm>
            <a:custGeom>
              <a:avLst/>
              <a:pathLst>
                <a:path w="1560" h="4084">
                  <a:moveTo>
                    <a:pt x="0" y="4084"/>
                  </a:moveTo>
                  <a:lnTo>
                    <a:pt x="15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3" name="pl2353"/>
            <p:cNvSpPr/>
            <p:nvPr/>
          </p:nvSpPr>
          <p:spPr>
            <a:xfrm>
              <a:off x="6866382" y="1434152"/>
              <a:ext cx="2633" cy="6794"/>
            </a:xfrm>
            <a:custGeom>
              <a:avLst/>
              <a:pathLst>
                <a:path w="2633" h="6794">
                  <a:moveTo>
                    <a:pt x="0" y="6794"/>
                  </a:moveTo>
                  <a:lnTo>
                    <a:pt x="26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4" name="pl2354"/>
            <p:cNvSpPr/>
            <p:nvPr/>
          </p:nvSpPr>
          <p:spPr>
            <a:xfrm>
              <a:off x="6817896" y="1415971"/>
              <a:ext cx="2467" cy="6856"/>
            </a:xfrm>
            <a:custGeom>
              <a:avLst/>
              <a:pathLst>
                <a:path w="2467" h="6856">
                  <a:moveTo>
                    <a:pt x="0" y="6856"/>
                  </a:moveTo>
                  <a:lnTo>
                    <a:pt x="24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5" name="pl2355"/>
            <p:cNvSpPr/>
            <p:nvPr/>
          </p:nvSpPr>
          <p:spPr>
            <a:xfrm>
              <a:off x="6841684" y="1431740"/>
              <a:ext cx="510" cy="1365"/>
            </a:xfrm>
            <a:custGeom>
              <a:avLst/>
              <a:pathLst>
                <a:path w="510" h="1365">
                  <a:moveTo>
                    <a:pt x="0" y="1365"/>
                  </a:moveTo>
                  <a:lnTo>
                    <a:pt x="5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6" name="pl2356"/>
            <p:cNvSpPr/>
            <p:nvPr/>
          </p:nvSpPr>
          <p:spPr>
            <a:xfrm>
              <a:off x="6800798" y="1404547"/>
              <a:ext cx="4821" cy="13753"/>
            </a:xfrm>
            <a:custGeom>
              <a:avLst/>
              <a:pathLst>
                <a:path w="4821" h="13753">
                  <a:moveTo>
                    <a:pt x="0" y="13753"/>
                  </a:moveTo>
                  <a:lnTo>
                    <a:pt x="48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7" name="pl2357"/>
            <p:cNvSpPr/>
            <p:nvPr/>
          </p:nvSpPr>
          <p:spPr>
            <a:xfrm>
              <a:off x="6818301" y="1425598"/>
              <a:ext cx="2977" cy="8221"/>
            </a:xfrm>
            <a:custGeom>
              <a:avLst/>
              <a:pathLst>
                <a:path w="2977" h="8221">
                  <a:moveTo>
                    <a:pt x="0" y="8221"/>
                  </a:moveTo>
                  <a:lnTo>
                    <a:pt x="2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8" name="pl2358"/>
            <p:cNvSpPr/>
            <p:nvPr/>
          </p:nvSpPr>
          <p:spPr>
            <a:xfrm>
              <a:off x="6760927" y="1398745"/>
              <a:ext cx="5024" cy="15223"/>
            </a:xfrm>
            <a:custGeom>
              <a:avLst/>
              <a:pathLst>
                <a:path w="5024" h="15223">
                  <a:moveTo>
                    <a:pt x="0" y="15223"/>
                  </a:moveTo>
                  <a:lnTo>
                    <a:pt x="50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9" name="pl2359"/>
            <p:cNvSpPr/>
            <p:nvPr/>
          </p:nvSpPr>
          <p:spPr>
            <a:xfrm>
              <a:off x="6789209" y="1423689"/>
              <a:ext cx="476" cy="1377"/>
            </a:xfrm>
            <a:custGeom>
              <a:avLst/>
              <a:pathLst>
                <a:path w="476" h="1377">
                  <a:moveTo>
                    <a:pt x="0" y="1377"/>
                  </a:moveTo>
                  <a:lnTo>
                    <a:pt x="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0" name="pl2360"/>
            <p:cNvSpPr/>
            <p:nvPr/>
          </p:nvSpPr>
          <p:spPr>
            <a:xfrm>
              <a:off x="6737328" y="1384246"/>
              <a:ext cx="7494" cy="23614"/>
            </a:xfrm>
            <a:custGeom>
              <a:avLst/>
              <a:pathLst>
                <a:path w="7494" h="23614">
                  <a:moveTo>
                    <a:pt x="0" y="23614"/>
                  </a:moveTo>
                  <a:lnTo>
                    <a:pt x="74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1" name="pl2361"/>
            <p:cNvSpPr/>
            <p:nvPr/>
          </p:nvSpPr>
          <p:spPr>
            <a:xfrm>
              <a:off x="6755984" y="1416297"/>
              <a:ext cx="7339" cy="22132"/>
            </a:xfrm>
            <a:custGeom>
              <a:avLst/>
              <a:pathLst>
                <a:path w="7339" h="22132">
                  <a:moveTo>
                    <a:pt x="0" y="22132"/>
                  </a:moveTo>
                  <a:lnTo>
                    <a:pt x="73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2" name="pl2362"/>
            <p:cNvSpPr/>
            <p:nvPr/>
          </p:nvSpPr>
          <p:spPr>
            <a:xfrm>
              <a:off x="6620533" y="1373120"/>
              <a:ext cx="6563" cy="25398"/>
            </a:xfrm>
            <a:custGeom>
              <a:avLst/>
              <a:pathLst>
                <a:path w="6563" h="25398">
                  <a:moveTo>
                    <a:pt x="0" y="25398"/>
                  </a:moveTo>
                  <a:lnTo>
                    <a:pt x="65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3" name="pl2363"/>
            <p:cNvSpPr/>
            <p:nvPr/>
          </p:nvSpPr>
          <p:spPr>
            <a:xfrm>
              <a:off x="6907787" y="1443542"/>
              <a:ext cx="551" cy="1348"/>
            </a:xfrm>
            <a:custGeom>
              <a:avLst/>
              <a:pathLst>
                <a:path w="551" h="1348">
                  <a:moveTo>
                    <a:pt x="0" y="1348"/>
                  </a:moveTo>
                  <a:lnTo>
                    <a:pt x="5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4" name="pl2364"/>
            <p:cNvSpPr/>
            <p:nvPr/>
          </p:nvSpPr>
          <p:spPr>
            <a:xfrm>
              <a:off x="6899311" y="1440092"/>
              <a:ext cx="546" cy="1351"/>
            </a:xfrm>
            <a:custGeom>
              <a:avLst/>
              <a:pathLst>
                <a:path w="546" h="1351">
                  <a:moveTo>
                    <a:pt x="0" y="1351"/>
                  </a:moveTo>
                  <a:lnTo>
                    <a:pt x="5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5" name="pl2365"/>
            <p:cNvSpPr/>
            <p:nvPr/>
          </p:nvSpPr>
          <p:spPr>
            <a:xfrm>
              <a:off x="6924696" y="1450550"/>
              <a:ext cx="563" cy="1344"/>
            </a:xfrm>
            <a:custGeom>
              <a:avLst/>
              <a:pathLst>
                <a:path w="563" h="1344">
                  <a:moveTo>
                    <a:pt x="0" y="1344"/>
                  </a:moveTo>
                  <a:lnTo>
                    <a:pt x="5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6" name="pl2366"/>
            <p:cNvSpPr/>
            <p:nvPr/>
          </p:nvSpPr>
          <p:spPr>
            <a:xfrm>
              <a:off x="6916249" y="1447028"/>
              <a:ext cx="557" cy="1346"/>
            </a:xfrm>
            <a:custGeom>
              <a:avLst/>
              <a:pathLst>
                <a:path w="557" h="1346">
                  <a:moveTo>
                    <a:pt x="0" y="1346"/>
                  </a:moveTo>
                  <a:lnTo>
                    <a:pt x="5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7" name="pl2367"/>
            <p:cNvSpPr/>
            <p:nvPr/>
          </p:nvSpPr>
          <p:spPr>
            <a:xfrm>
              <a:off x="6919353" y="1450130"/>
              <a:ext cx="1121" cy="2690"/>
            </a:xfrm>
            <a:custGeom>
              <a:avLst/>
              <a:pathLst>
                <a:path w="1121" h="2690">
                  <a:moveTo>
                    <a:pt x="0" y="2690"/>
                  </a:moveTo>
                  <a:lnTo>
                    <a:pt x="11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8" name="pl2368"/>
            <p:cNvSpPr/>
            <p:nvPr/>
          </p:nvSpPr>
          <p:spPr>
            <a:xfrm>
              <a:off x="6902453" y="1443162"/>
              <a:ext cx="1098" cy="2699"/>
            </a:xfrm>
            <a:custGeom>
              <a:avLst/>
              <a:pathLst>
                <a:path w="1098" h="2699">
                  <a:moveTo>
                    <a:pt x="0" y="2699"/>
                  </a:moveTo>
                  <a:lnTo>
                    <a:pt x="10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9" name="pl2369"/>
            <p:cNvSpPr/>
            <p:nvPr/>
          </p:nvSpPr>
          <p:spPr>
            <a:xfrm>
              <a:off x="6949944" y="1461333"/>
              <a:ext cx="580" cy="1336"/>
            </a:xfrm>
            <a:custGeom>
              <a:avLst/>
              <a:pathLst>
                <a:path w="580" h="1336">
                  <a:moveTo>
                    <a:pt x="0" y="1336"/>
                  </a:moveTo>
                  <a:lnTo>
                    <a:pt x="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0" name="pl2370"/>
            <p:cNvSpPr/>
            <p:nvPr/>
          </p:nvSpPr>
          <p:spPr>
            <a:xfrm>
              <a:off x="6941544" y="1457703"/>
              <a:ext cx="574" cy="1339"/>
            </a:xfrm>
            <a:custGeom>
              <a:avLst/>
              <a:pathLst>
                <a:path w="574" h="1339">
                  <a:moveTo>
                    <a:pt x="0" y="1339"/>
                  </a:moveTo>
                  <a:lnTo>
                    <a:pt x="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1" name="pl2371"/>
            <p:cNvSpPr/>
            <p:nvPr/>
          </p:nvSpPr>
          <p:spPr>
            <a:xfrm>
              <a:off x="6966700" y="1468701"/>
              <a:ext cx="592" cy="1331"/>
            </a:xfrm>
            <a:custGeom>
              <a:avLst/>
              <a:pathLst>
                <a:path w="592" h="1331">
                  <a:moveTo>
                    <a:pt x="0" y="1331"/>
                  </a:moveTo>
                  <a:lnTo>
                    <a:pt x="5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2" name="pl2372"/>
            <p:cNvSpPr/>
            <p:nvPr/>
          </p:nvSpPr>
          <p:spPr>
            <a:xfrm>
              <a:off x="6958330" y="1464999"/>
              <a:ext cx="586" cy="1334"/>
            </a:xfrm>
            <a:custGeom>
              <a:avLst/>
              <a:pathLst>
                <a:path w="586" h="1334">
                  <a:moveTo>
                    <a:pt x="0" y="1334"/>
                  </a:moveTo>
                  <a:lnTo>
                    <a:pt x="5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3" name="pl2373"/>
            <p:cNvSpPr/>
            <p:nvPr/>
          </p:nvSpPr>
          <p:spPr>
            <a:xfrm>
              <a:off x="6991713" y="1480021"/>
              <a:ext cx="609" cy="1324"/>
            </a:xfrm>
            <a:custGeom>
              <a:avLst/>
              <a:pathLst>
                <a:path w="609" h="1324">
                  <a:moveTo>
                    <a:pt x="0" y="1324"/>
                  </a:moveTo>
                  <a:lnTo>
                    <a:pt x="6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4" name="pl2374"/>
            <p:cNvSpPr/>
            <p:nvPr/>
          </p:nvSpPr>
          <p:spPr>
            <a:xfrm>
              <a:off x="6983391" y="1476212"/>
              <a:ext cx="603" cy="1326"/>
            </a:xfrm>
            <a:custGeom>
              <a:avLst/>
              <a:pathLst>
                <a:path w="603" h="1326">
                  <a:moveTo>
                    <a:pt x="0" y="1326"/>
                  </a:moveTo>
                  <a:lnTo>
                    <a:pt x="6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5" name="pl2375"/>
            <p:cNvSpPr/>
            <p:nvPr/>
          </p:nvSpPr>
          <p:spPr>
            <a:xfrm>
              <a:off x="6986948" y="1479437"/>
              <a:ext cx="606" cy="1325"/>
            </a:xfrm>
            <a:custGeom>
              <a:avLst/>
              <a:pathLst>
                <a:path w="606" h="1325">
                  <a:moveTo>
                    <a:pt x="0" y="1325"/>
                  </a:moveTo>
                  <a:lnTo>
                    <a:pt x="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6" name="pl2376"/>
            <p:cNvSpPr/>
            <p:nvPr/>
          </p:nvSpPr>
          <p:spPr>
            <a:xfrm>
              <a:off x="6974456" y="1472439"/>
              <a:ext cx="1195" cy="2658"/>
            </a:xfrm>
            <a:custGeom>
              <a:avLst/>
              <a:pathLst>
                <a:path w="1195" h="2658">
                  <a:moveTo>
                    <a:pt x="0" y="2658"/>
                  </a:moveTo>
                  <a:lnTo>
                    <a:pt x="1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7" name="pl2377"/>
            <p:cNvSpPr/>
            <p:nvPr/>
          </p:nvSpPr>
          <p:spPr>
            <a:xfrm>
              <a:off x="6979502" y="1477920"/>
              <a:ext cx="1203" cy="2654"/>
            </a:xfrm>
            <a:custGeom>
              <a:avLst/>
              <a:pathLst>
                <a:path w="1203" h="2654">
                  <a:moveTo>
                    <a:pt x="0" y="2654"/>
                  </a:moveTo>
                  <a:lnTo>
                    <a:pt x="12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8" name="pl2378"/>
            <p:cNvSpPr/>
            <p:nvPr/>
          </p:nvSpPr>
          <p:spPr>
            <a:xfrm>
              <a:off x="6960749" y="1468179"/>
              <a:ext cx="1767" cy="3998"/>
            </a:xfrm>
            <a:custGeom>
              <a:avLst/>
              <a:pathLst>
                <a:path w="1767" h="3998">
                  <a:moveTo>
                    <a:pt x="0" y="3998"/>
                  </a:moveTo>
                  <a:lnTo>
                    <a:pt x="1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9" name="pl2379"/>
            <p:cNvSpPr/>
            <p:nvPr/>
          </p:nvSpPr>
          <p:spPr>
            <a:xfrm>
              <a:off x="7016579" y="1491660"/>
              <a:ext cx="625" cy="1316"/>
            </a:xfrm>
            <a:custGeom>
              <a:avLst/>
              <a:pathLst>
                <a:path w="625" h="1316">
                  <a:moveTo>
                    <a:pt x="0" y="1316"/>
                  </a:moveTo>
                  <a:lnTo>
                    <a:pt x="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0" name="pl2380"/>
            <p:cNvSpPr/>
            <p:nvPr/>
          </p:nvSpPr>
          <p:spPr>
            <a:xfrm>
              <a:off x="7008307" y="1487745"/>
              <a:ext cx="620" cy="1318"/>
            </a:xfrm>
            <a:custGeom>
              <a:avLst/>
              <a:pathLst>
                <a:path w="620" h="1318">
                  <a:moveTo>
                    <a:pt x="0" y="1318"/>
                  </a:moveTo>
                  <a:lnTo>
                    <a:pt x="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1" name="pl2381"/>
            <p:cNvSpPr/>
            <p:nvPr/>
          </p:nvSpPr>
          <p:spPr>
            <a:xfrm>
              <a:off x="7011822" y="1491016"/>
              <a:ext cx="623" cy="1317"/>
            </a:xfrm>
            <a:custGeom>
              <a:avLst/>
              <a:pathLst>
                <a:path w="623" h="1317">
                  <a:moveTo>
                    <a:pt x="0" y="1317"/>
                  </a:moveTo>
                  <a:lnTo>
                    <a:pt x="6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2" name="pl2382"/>
            <p:cNvSpPr/>
            <p:nvPr/>
          </p:nvSpPr>
          <p:spPr>
            <a:xfrm>
              <a:off x="6999404" y="1483865"/>
              <a:ext cx="1229" cy="2642"/>
            </a:xfrm>
            <a:custGeom>
              <a:avLst/>
              <a:pathLst>
                <a:path w="1229" h="2642">
                  <a:moveTo>
                    <a:pt x="0" y="2642"/>
                  </a:moveTo>
                  <a:lnTo>
                    <a:pt x="1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3" name="pl2383"/>
            <p:cNvSpPr/>
            <p:nvPr/>
          </p:nvSpPr>
          <p:spPr>
            <a:xfrm>
              <a:off x="7041295" y="1503617"/>
              <a:ext cx="642" cy="1308"/>
            </a:xfrm>
            <a:custGeom>
              <a:avLst/>
              <a:pathLst>
                <a:path w="642" h="1308">
                  <a:moveTo>
                    <a:pt x="0" y="1308"/>
                  </a:moveTo>
                  <a:lnTo>
                    <a:pt x="6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4" name="pl2384"/>
            <p:cNvSpPr/>
            <p:nvPr/>
          </p:nvSpPr>
          <p:spPr>
            <a:xfrm>
              <a:off x="7033073" y="1499596"/>
              <a:ext cx="637" cy="1310"/>
            </a:xfrm>
            <a:custGeom>
              <a:avLst/>
              <a:pathLst>
                <a:path w="637" h="1310">
                  <a:moveTo>
                    <a:pt x="0" y="1310"/>
                  </a:moveTo>
                  <a:lnTo>
                    <a:pt x="6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5" name="pl2385"/>
            <p:cNvSpPr/>
            <p:nvPr/>
          </p:nvSpPr>
          <p:spPr>
            <a:xfrm>
              <a:off x="7036546" y="1502912"/>
              <a:ext cx="639" cy="1309"/>
            </a:xfrm>
            <a:custGeom>
              <a:avLst/>
              <a:pathLst>
                <a:path w="639" h="1309">
                  <a:moveTo>
                    <a:pt x="0" y="1309"/>
                  </a:moveTo>
                  <a:lnTo>
                    <a:pt x="6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6" name="pl2386"/>
            <p:cNvSpPr/>
            <p:nvPr/>
          </p:nvSpPr>
          <p:spPr>
            <a:xfrm>
              <a:off x="7024203" y="1495611"/>
              <a:ext cx="1263" cy="2626"/>
            </a:xfrm>
            <a:custGeom>
              <a:avLst/>
              <a:pathLst>
                <a:path w="1263" h="2626">
                  <a:moveTo>
                    <a:pt x="0" y="2626"/>
                  </a:moveTo>
                  <a:lnTo>
                    <a:pt x="12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7" name="pl2387"/>
            <p:cNvSpPr/>
            <p:nvPr/>
          </p:nvSpPr>
          <p:spPr>
            <a:xfrm>
              <a:off x="7028472" y="1501219"/>
              <a:ext cx="1907" cy="3934"/>
            </a:xfrm>
            <a:custGeom>
              <a:avLst/>
              <a:pathLst>
                <a:path w="1907" h="3934">
                  <a:moveTo>
                    <a:pt x="0" y="3934"/>
                  </a:moveTo>
                  <a:lnTo>
                    <a:pt x="1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8" name="pl2388"/>
            <p:cNvSpPr/>
            <p:nvPr/>
          </p:nvSpPr>
          <p:spPr>
            <a:xfrm>
              <a:off x="7003761" y="1489411"/>
              <a:ext cx="1856" cy="3958"/>
            </a:xfrm>
            <a:custGeom>
              <a:avLst/>
              <a:pathLst>
                <a:path w="1856" h="3958">
                  <a:moveTo>
                    <a:pt x="0" y="3958"/>
                  </a:moveTo>
                  <a:lnTo>
                    <a:pt x="18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9" name="pl2389"/>
            <p:cNvSpPr/>
            <p:nvPr/>
          </p:nvSpPr>
          <p:spPr>
            <a:xfrm>
              <a:off x="7012999" y="1499222"/>
              <a:ext cx="3136" cy="6577"/>
            </a:xfrm>
            <a:custGeom>
              <a:avLst/>
              <a:pathLst>
                <a:path w="3136" h="6577">
                  <a:moveTo>
                    <a:pt x="0" y="6577"/>
                  </a:moveTo>
                  <a:lnTo>
                    <a:pt x="31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0" name="pl2390"/>
            <p:cNvSpPr/>
            <p:nvPr/>
          </p:nvSpPr>
          <p:spPr>
            <a:xfrm>
              <a:off x="6966563" y="1476354"/>
              <a:ext cx="3573" cy="7980"/>
            </a:xfrm>
            <a:custGeom>
              <a:avLst/>
              <a:pathLst>
                <a:path w="3573" h="7980">
                  <a:moveTo>
                    <a:pt x="0" y="7980"/>
                  </a:moveTo>
                  <a:lnTo>
                    <a:pt x="35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1" name="pl2391"/>
            <p:cNvSpPr/>
            <p:nvPr/>
          </p:nvSpPr>
          <p:spPr>
            <a:xfrm>
              <a:off x="6988622" y="1494927"/>
              <a:ext cx="1222" cy="2645"/>
            </a:xfrm>
            <a:custGeom>
              <a:avLst/>
              <a:pathLst>
                <a:path w="1222" h="2645">
                  <a:moveTo>
                    <a:pt x="0" y="2645"/>
                  </a:moveTo>
                  <a:lnTo>
                    <a:pt x="12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2" name="pl2392"/>
            <p:cNvSpPr/>
            <p:nvPr/>
          </p:nvSpPr>
          <p:spPr>
            <a:xfrm>
              <a:off x="6939390" y="1460852"/>
              <a:ext cx="6355" cy="14717"/>
            </a:xfrm>
            <a:custGeom>
              <a:avLst/>
              <a:pathLst>
                <a:path w="6355" h="14717">
                  <a:moveTo>
                    <a:pt x="0" y="14717"/>
                  </a:moveTo>
                  <a:lnTo>
                    <a:pt x="63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3" name="pl2393"/>
            <p:cNvSpPr/>
            <p:nvPr/>
          </p:nvSpPr>
          <p:spPr>
            <a:xfrm>
              <a:off x="6963481" y="1486415"/>
              <a:ext cx="594" cy="1330"/>
            </a:xfrm>
            <a:custGeom>
              <a:avLst/>
              <a:pathLst>
                <a:path w="594" h="1330">
                  <a:moveTo>
                    <a:pt x="0" y="1330"/>
                  </a:moveTo>
                  <a:lnTo>
                    <a:pt x="5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4" name="pl2394"/>
            <p:cNvSpPr/>
            <p:nvPr/>
          </p:nvSpPr>
          <p:spPr>
            <a:xfrm>
              <a:off x="6926297" y="1454109"/>
              <a:ext cx="7399" cy="17441"/>
            </a:xfrm>
            <a:custGeom>
              <a:avLst/>
              <a:pathLst>
                <a:path w="7399" h="17441">
                  <a:moveTo>
                    <a:pt x="0" y="17441"/>
                  </a:moveTo>
                  <a:lnTo>
                    <a:pt x="7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5" name="pl2395"/>
            <p:cNvSpPr/>
            <p:nvPr/>
          </p:nvSpPr>
          <p:spPr>
            <a:xfrm>
              <a:off x="6942600" y="1479559"/>
              <a:ext cx="2327" cy="5344"/>
            </a:xfrm>
            <a:custGeom>
              <a:avLst/>
              <a:pathLst>
                <a:path w="2327" h="5344">
                  <a:moveTo>
                    <a:pt x="0" y="5344"/>
                  </a:moveTo>
                  <a:lnTo>
                    <a:pt x="23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6" name="pl2396"/>
            <p:cNvSpPr/>
            <p:nvPr/>
          </p:nvSpPr>
          <p:spPr>
            <a:xfrm>
              <a:off x="6903142" y="1449324"/>
              <a:ext cx="7767" cy="18866"/>
            </a:xfrm>
            <a:custGeom>
              <a:avLst/>
              <a:pathLst>
                <a:path w="7767" h="18866">
                  <a:moveTo>
                    <a:pt x="0" y="18866"/>
                  </a:moveTo>
                  <a:lnTo>
                    <a:pt x="7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7" name="pl2397"/>
            <p:cNvSpPr/>
            <p:nvPr/>
          </p:nvSpPr>
          <p:spPr>
            <a:xfrm>
              <a:off x="7057686" y="1511764"/>
              <a:ext cx="653" cy="1302"/>
            </a:xfrm>
            <a:custGeom>
              <a:avLst/>
              <a:pathLst>
                <a:path w="653" h="1302">
                  <a:moveTo>
                    <a:pt x="0" y="1302"/>
                  </a:moveTo>
                  <a:lnTo>
                    <a:pt x="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8" name="pl2398"/>
            <p:cNvSpPr/>
            <p:nvPr/>
          </p:nvSpPr>
          <p:spPr>
            <a:xfrm>
              <a:off x="7049499" y="1507673"/>
              <a:ext cx="648" cy="1305"/>
            </a:xfrm>
            <a:custGeom>
              <a:avLst/>
              <a:pathLst>
                <a:path w="648" h="1305">
                  <a:moveTo>
                    <a:pt x="0" y="1305"/>
                  </a:moveTo>
                  <a:lnTo>
                    <a:pt x="6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9" name="pl2399"/>
            <p:cNvSpPr/>
            <p:nvPr/>
          </p:nvSpPr>
          <p:spPr>
            <a:xfrm>
              <a:off x="7082140" y="1524246"/>
              <a:ext cx="670" cy="1293"/>
            </a:xfrm>
            <a:custGeom>
              <a:avLst/>
              <a:pathLst>
                <a:path w="670" h="1293">
                  <a:moveTo>
                    <a:pt x="0" y="1293"/>
                  </a:moveTo>
                  <a:lnTo>
                    <a:pt x="6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0" name="pl2400"/>
            <p:cNvSpPr/>
            <p:nvPr/>
          </p:nvSpPr>
          <p:spPr>
            <a:xfrm>
              <a:off x="7074007" y="1520050"/>
              <a:ext cx="664" cy="1296"/>
            </a:xfrm>
            <a:custGeom>
              <a:avLst/>
              <a:pathLst>
                <a:path w="664" h="1296">
                  <a:moveTo>
                    <a:pt x="0" y="1296"/>
                  </a:moveTo>
                  <a:lnTo>
                    <a:pt x="6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1" name="pl2401"/>
            <p:cNvSpPr/>
            <p:nvPr/>
          </p:nvSpPr>
          <p:spPr>
            <a:xfrm>
              <a:off x="7098354" y="1532741"/>
              <a:ext cx="681" cy="1288"/>
            </a:xfrm>
            <a:custGeom>
              <a:avLst/>
              <a:pathLst>
                <a:path w="681" h="1288">
                  <a:moveTo>
                    <a:pt x="0" y="1288"/>
                  </a:moveTo>
                  <a:lnTo>
                    <a:pt x="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2" name="pl2402"/>
            <p:cNvSpPr/>
            <p:nvPr/>
          </p:nvSpPr>
          <p:spPr>
            <a:xfrm>
              <a:off x="7090256" y="1528476"/>
              <a:ext cx="676" cy="1291"/>
            </a:xfrm>
            <a:custGeom>
              <a:avLst/>
              <a:pathLst>
                <a:path w="676" h="1291">
                  <a:moveTo>
                    <a:pt x="0" y="1291"/>
                  </a:moveTo>
                  <a:lnTo>
                    <a:pt x="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3" name="pl2403"/>
            <p:cNvSpPr/>
            <p:nvPr/>
          </p:nvSpPr>
          <p:spPr>
            <a:xfrm>
              <a:off x="7092950" y="1531894"/>
              <a:ext cx="1357" cy="2579"/>
            </a:xfrm>
            <a:custGeom>
              <a:avLst/>
              <a:pathLst>
                <a:path w="1357" h="2579">
                  <a:moveTo>
                    <a:pt x="0" y="2579"/>
                  </a:moveTo>
                  <a:lnTo>
                    <a:pt x="13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4" name="pl2404"/>
            <p:cNvSpPr/>
            <p:nvPr/>
          </p:nvSpPr>
          <p:spPr>
            <a:xfrm>
              <a:off x="7076740" y="1523439"/>
              <a:ext cx="1335" cy="2590"/>
            </a:xfrm>
            <a:custGeom>
              <a:avLst/>
              <a:pathLst>
                <a:path w="1335" h="2590">
                  <a:moveTo>
                    <a:pt x="0" y="2590"/>
                  </a:moveTo>
                  <a:lnTo>
                    <a:pt x="1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5" name="pl2405"/>
            <p:cNvSpPr/>
            <p:nvPr/>
          </p:nvSpPr>
          <p:spPr>
            <a:xfrm>
              <a:off x="7084181" y="1530234"/>
              <a:ext cx="673" cy="1292"/>
            </a:xfrm>
            <a:custGeom>
              <a:avLst/>
              <a:pathLst>
                <a:path w="673" h="1292">
                  <a:moveTo>
                    <a:pt x="0" y="1292"/>
                  </a:moveTo>
                  <a:lnTo>
                    <a:pt x="6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6" name="pl2406"/>
            <p:cNvSpPr/>
            <p:nvPr/>
          </p:nvSpPr>
          <p:spPr>
            <a:xfrm>
              <a:off x="7063877" y="1515890"/>
              <a:ext cx="2637" cy="5198"/>
            </a:xfrm>
            <a:custGeom>
              <a:avLst/>
              <a:pathLst>
                <a:path w="2637" h="5198">
                  <a:moveTo>
                    <a:pt x="0" y="5198"/>
                  </a:moveTo>
                  <a:lnTo>
                    <a:pt x="26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7" name="pl2407"/>
            <p:cNvSpPr/>
            <p:nvPr/>
          </p:nvSpPr>
          <p:spPr>
            <a:xfrm>
              <a:off x="7072710" y="1526280"/>
              <a:ext cx="1332" cy="2592"/>
            </a:xfrm>
            <a:custGeom>
              <a:avLst/>
              <a:pathLst>
                <a:path w="1332" h="2592">
                  <a:moveTo>
                    <a:pt x="0" y="2592"/>
                  </a:moveTo>
                  <a:lnTo>
                    <a:pt x="1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8" name="pl2408"/>
            <p:cNvSpPr/>
            <p:nvPr/>
          </p:nvSpPr>
          <p:spPr>
            <a:xfrm>
              <a:off x="7050339" y="1511018"/>
              <a:ext cx="3255" cy="6519"/>
            </a:xfrm>
            <a:custGeom>
              <a:avLst/>
              <a:pathLst>
                <a:path w="3255" h="6519">
                  <a:moveTo>
                    <a:pt x="0" y="6519"/>
                  </a:moveTo>
                  <a:lnTo>
                    <a:pt x="32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9" name="pl2409"/>
            <p:cNvSpPr/>
            <p:nvPr/>
          </p:nvSpPr>
          <p:spPr>
            <a:xfrm>
              <a:off x="7114495" y="1541374"/>
              <a:ext cx="692" cy="1282"/>
            </a:xfrm>
            <a:custGeom>
              <a:avLst/>
              <a:pathLst>
                <a:path w="692" h="1282">
                  <a:moveTo>
                    <a:pt x="0" y="1282"/>
                  </a:moveTo>
                  <a:lnTo>
                    <a:pt x="6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0" name="pl2410"/>
            <p:cNvSpPr/>
            <p:nvPr/>
          </p:nvSpPr>
          <p:spPr>
            <a:xfrm>
              <a:off x="7106433" y="1537040"/>
              <a:ext cx="687" cy="1285"/>
            </a:xfrm>
            <a:custGeom>
              <a:avLst/>
              <a:pathLst>
                <a:path w="687" h="1285">
                  <a:moveTo>
                    <a:pt x="0" y="1285"/>
                  </a:moveTo>
                  <a:lnTo>
                    <a:pt x="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1" name="pl2411"/>
            <p:cNvSpPr/>
            <p:nvPr/>
          </p:nvSpPr>
          <p:spPr>
            <a:xfrm>
              <a:off x="7130561" y="1550145"/>
              <a:ext cx="703" cy="1276"/>
            </a:xfrm>
            <a:custGeom>
              <a:avLst/>
              <a:pathLst>
                <a:path w="703" h="1276">
                  <a:moveTo>
                    <a:pt x="0" y="1276"/>
                  </a:moveTo>
                  <a:lnTo>
                    <a:pt x="7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2" name="pl2412"/>
            <p:cNvSpPr/>
            <p:nvPr/>
          </p:nvSpPr>
          <p:spPr>
            <a:xfrm>
              <a:off x="7122537" y="1545742"/>
              <a:ext cx="697" cy="1279"/>
            </a:xfrm>
            <a:custGeom>
              <a:avLst/>
              <a:pathLst>
                <a:path w="697" h="1279">
                  <a:moveTo>
                    <a:pt x="0" y="1279"/>
                  </a:moveTo>
                  <a:lnTo>
                    <a:pt x="6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3" name="pl2413"/>
            <p:cNvSpPr/>
            <p:nvPr/>
          </p:nvSpPr>
          <p:spPr>
            <a:xfrm>
              <a:off x="7162466" y="1568096"/>
              <a:ext cx="725" cy="1264"/>
            </a:xfrm>
            <a:custGeom>
              <a:avLst/>
              <a:pathLst>
                <a:path w="725" h="1264">
                  <a:moveTo>
                    <a:pt x="0" y="1264"/>
                  </a:moveTo>
                  <a:lnTo>
                    <a:pt x="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4" name="pl2414"/>
            <p:cNvSpPr/>
            <p:nvPr/>
          </p:nvSpPr>
          <p:spPr>
            <a:xfrm>
              <a:off x="7154518" y="1563557"/>
              <a:ext cx="719" cy="1267"/>
            </a:xfrm>
            <a:custGeom>
              <a:avLst/>
              <a:pathLst>
                <a:path w="719" h="1267">
                  <a:moveTo>
                    <a:pt x="0" y="1267"/>
                  </a:moveTo>
                  <a:lnTo>
                    <a:pt x="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5" name="pl2415"/>
            <p:cNvSpPr/>
            <p:nvPr/>
          </p:nvSpPr>
          <p:spPr>
            <a:xfrm>
              <a:off x="7157772" y="1567088"/>
              <a:ext cx="722" cy="1265"/>
            </a:xfrm>
            <a:custGeom>
              <a:avLst/>
              <a:pathLst>
                <a:path w="722" h="1265">
                  <a:moveTo>
                    <a:pt x="0" y="1265"/>
                  </a:moveTo>
                  <a:lnTo>
                    <a:pt x="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6" name="pl2416"/>
            <p:cNvSpPr/>
            <p:nvPr/>
          </p:nvSpPr>
          <p:spPr>
            <a:xfrm>
              <a:off x="7145837" y="1559052"/>
              <a:ext cx="1428" cy="2540"/>
            </a:xfrm>
            <a:custGeom>
              <a:avLst/>
              <a:pathLst>
                <a:path w="1428" h="2540">
                  <a:moveTo>
                    <a:pt x="0" y="2540"/>
                  </a:moveTo>
                  <a:lnTo>
                    <a:pt x="1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7" name="pl2417"/>
            <p:cNvSpPr/>
            <p:nvPr/>
          </p:nvSpPr>
          <p:spPr>
            <a:xfrm>
              <a:off x="7151092" y="1564964"/>
              <a:ext cx="718" cy="1268"/>
            </a:xfrm>
            <a:custGeom>
              <a:avLst/>
              <a:pathLst>
                <a:path w="718" h="1268">
                  <a:moveTo>
                    <a:pt x="0" y="1268"/>
                  </a:moveTo>
                  <a:lnTo>
                    <a:pt x="7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8" name="pl2418"/>
            <p:cNvSpPr/>
            <p:nvPr/>
          </p:nvSpPr>
          <p:spPr>
            <a:xfrm>
              <a:off x="7137148" y="1554581"/>
              <a:ext cx="2126" cy="3820"/>
            </a:xfrm>
            <a:custGeom>
              <a:avLst/>
              <a:pathLst>
                <a:path w="2126" h="3820">
                  <a:moveTo>
                    <a:pt x="0" y="3820"/>
                  </a:moveTo>
                  <a:lnTo>
                    <a:pt x="2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9" name="pl2419"/>
            <p:cNvSpPr/>
            <p:nvPr/>
          </p:nvSpPr>
          <p:spPr>
            <a:xfrm>
              <a:off x="7142700" y="1562304"/>
              <a:ext cx="1427" cy="2541"/>
            </a:xfrm>
            <a:custGeom>
              <a:avLst/>
              <a:pathLst>
                <a:path w="1427" h="2541">
                  <a:moveTo>
                    <a:pt x="0" y="2541"/>
                  </a:moveTo>
                  <a:lnTo>
                    <a:pt x="1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0" name="pl2420"/>
            <p:cNvSpPr/>
            <p:nvPr/>
          </p:nvSpPr>
          <p:spPr>
            <a:xfrm>
              <a:off x="7123749" y="1549217"/>
              <a:ext cx="2802" cy="5111"/>
            </a:xfrm>
            <a:custGeom>
              <a:avLst/>
              <a:pathLst>
                <a:path w="2802" h="5111">
                  <a:moveTo>
                    <a:pt x="0" y="5111"/>
                  </a:moveTo>
                  <a:lnTo>
                    <a:pt x="28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1" name="pl2421"/>
            <p:cNvSpPr/>
            <p:nvPr/>
          </p:nvSpPr>
          <p:spPr>
            <a:xfrm>
              <a:off x="7131823" y="1559563"/>
              <a:ext cx="1414" cy="2548"/>
            </a:xfrm>
            <a:custGeom>
              <a:avLst/>
              <a:pathLst>
                <a:path w="1414" h="2548">
                  <a:moveTo>
                    <a:pt x="0" y="2548"/>
                  </a:moveTo>
                  <a:lnTo>
                    <a:pt x="1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2" name="pl2422"/>
            <p:cNvSpPr/>
            <p:nvPr/>
          </p:nvSpPr>
          <p:spPr>
            <a:xfrm>
              <a:off x="7106328" y="1540486"/>
              <a:ext cx="4138" cy="7702"/>
            </a:xfrm>
            <a:custGeom>
              <a:avLst/>
              <a:pathLst>
                <a:path w="4138" h="7702">
                  <a:moveTo>
                    <a:pt x="0" y="7702"/>
                  </a:moveTo>
                  <a:lnTo>
                    <a:pt x="4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3" name="pl2423"/>
            <p:cNvSpPr/>
            <p:nvPr/>
          </p:nvSpPr>
          <p:spPr>
            <a:xfrm>
              <a:off x="7186191" y="1581916"/>
              <a:ext cx="741" cy="1254"/>
            </a:xfrm>
            <a:custGeom>
              <a:avLst/>
              <a:pathLst>
                <a:path w="741" h="1254">
                  <a:moveTo>
                    <a:pt x="0" y="1254"/>
                  </a:moveTo>
                  <a:lnTo>
                    <a:pt x="7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4" name="pl2424"/>
            <p:cNvSpPr/>
            <p:nvPr/>
          </p:nvSpPr>
          <p:spPr>
            <a:xfrm>
              <a:off x="7178303" y="1577276"/>
              <a:ext cx="735" cy="1257"/>
            </a:xfrm>
            <a:custGeom>
              <a:avLst/>
              <a:pathLst>
                <a:path w="735" h="1257">
                  <a:moveTo>
                    <a:pt x="0" y="1257"/>
                  </a:moveTo>
                  <a:lnTo>
                    <a:pt x="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5" name="pl2425"/>
            <p:cNvSpPr/>
            <p:nvPr/>
          </p:nvSpPr>
          <p:spPr>
            <a:xfrm>
              <a:off x="7181511" y="1580848"/>
              <a:ext cx="738" cy="1256"/>
            </a:xfrm>
            <a:custGeom>
              <a:avLst/>
              <a:pathLst>
                <a:path w="738" h="1256">
                  <a:moveTo>
                    <a:pt x="0" y="1256"/>
                  </a:moveTo>
                  <a:lnTo>
                    <a:pt x="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6" name="pl2426"/>
            <p:cNvSpPr/>
            <p:nvPr/>
          </p:nvSpPr>
          <p:spPr>
            <a:xfrm>
              <a:off x="7169664" y="1572669"/>
              <a:ext cx="1460" cy="2522"/>
            </a:xfrm>
            <a:custGeom>
              <a:avLst/>
              <a:pathLst>
                <a:path w="1460" h="2522">
                  <a:moveTo>
                    <a:pt x="0" y="2522"/>
                  </a:moveTo>
                  <a:lnTo>
                    <a:pt x="14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7" name="pl2427"/>
            <p:cNvSpPr/>
            <p:nvPr/>
          </p:nvSpPr>
          <p:spPr>
            <a:xfrm>
              <a:off x="7217546" y="1600813"/>
              <a:ext cx="762" cy="1241"/>
            </a:xfrm>
            <a:custGeom>
              <a:avLst/>
              <a:pathLst>
                <a:path w="762" h="1241">
                  <a:moveTo>
                    <a:pt x="0" y="1241"/>
                  </a:moveTo>
                  <a:lnTo>
                    <a:pt x="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8" name="pl2428"/>
            <p:cNvSpPr/>
            <p:nvPr/>
          </p:nvSpPr>
          <p:spPr>
            <a:xfrm>
              <a:off x="7209738" y="1596039"/>
              <a:ext cx="757" cy="1245"/>
            </a:xfrm>
            <a:custGeom>
              <a:avLst/>
              <a:pathLst>
                <a:path w="757" h="1245">
                  <a:moveTo>
                    <a:pt x="0" y="1245"/>
                  </a:moveTo>
                  <a:lnTo>
                    <a:pt x="7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9" name="pl2429"/>
            <p:cNvSpPr/>
            <p:nvPr/>
          </p:nvSpPr>
          <p:spPr>
            <a:xfrm>
              <a:off x="7233102" y="1610462"/>
              <a:ext cx="773" cy="1235"/>
            </a:xfrm>
            <a:custGeom>
              <a:avLst/>
              <a:pathLst>
                <a:path w="773" h="1235">
                  <a:moveTo>
                    <a:pt x="0" y="1235"/>
                  </a:moveTo>
                  <a:lnTo>
                    <a:pt x="7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0" name="pl2430"/>
            <p:cNvSpPr/>
            <p:nvPr/>
          </p:nvSpPr>
          <p:spPr>
            <a:xfrm>
              <a:off x="7225334" y="1605621"/>
              <a:ext cx="767" cy="1238"/>
            </a:xfrm>
            <a:custGeom>
              <a:avLst/>
              <a:pathLst>
                <a:path w="767" h="1238">
                  <a:moveTo>
                    <a:pt x="0" y="1238"/>
                  </a:moveTo>
                  <a:lnTo>
                    <a:pt x="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1" name="pl2431"/>
            <p:cNvSpPr/>
            <p:nvPr/>
          </p:nvSpPr>
          <p:spPr>
            <a:xfrm>
              <a:off x="7248574" y="1620244"/>
              <a:ext cx="783" cy="1228"/>
            </a:xfrm>
            <a:custGeom>
              <a:avLst/>
              <a:pathLst>
                <a:path w="783" h="1228">
                  <a:moveTo>
                    <a:pt x="0" y="1228"/>
                  </a:moveTo>
                  <a:lnTo>
                    <a:pt x="7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2" name="pl2432"/>
            <p:cNvSpPr/>
            <p:nvPr/>
          </p:nvSpPr>
          <p:spPr>
            <a:xfrm>
              <a:off x="7240848" y="1615337"/>
              <a:ext cx="778" cy="1232"/>
            </a:xfrm>
            <a:custGeom>
              <a:avLst/>
              <a:pathLst>
                <a:path w="778" h="1232">
                  <a:moveTo>
                    <a:pt x="0" y="1232"/>
                  </a:moveTo>
                  <a:lnTo>
                    <a:pt x="7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3" name="pl2433"/>
            <p:cNvSpPr/>
            <p:nvPr/>
          </p:nvSpPr>
          <p:spPr>
            <a:xfrm>
              <a:off x="7243152" y="1619016"/>
              <a:ext cx="1562" cy="2460"/>
            </a:xfrm>
            <a:custGeom>
              <a:avLst/>
              <a:pathLst>
                <a:path w="1562" h="2460">
                  <a:moveTo>
                    <a:pt x="0" y="2460"/>
                  </a:moveTo>
                  <a:lnTo>
                    <a:pt x="15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4" name="pl2434"/>
            <p:cNvSpPr/>
            <p:nvPr/>
          </p:nvSpPr>
          <p:spPr>
            <a:xfrm>
              <a:off x="7227680" y="1609275"/>
              <a:ext cx="1540" cy="2474"/>
            </a:xfrm>
            <a:custGeom>
              <a:avLst/>
              <a:pathLst>
                <a:path w="1540" h="2474">
                  <a:moveTo>
                    <a:pt x="0" y="2474"/>
                  </a:moveTo>
                  <a:lnTo>
                    <a:pt x="1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5" name="pl2435"/>
            <p:cNvSpPr/>
            <p:nvPr/>
          </p:nvSpPr>
          <p:spPr>
            <a:xfrm>
              <a:off x="7233875" y="1616597"/>
              <a:ext cx="1551" cy="2467"/>
            </a:xfrm>
            <a:custGeom>
              <a:avLst/>
              <a:pathLst>
                <a:path w="1551" h="2467">
                  <a:moveTo>
                    <a:pt x="0" y="2467"/>
                  </a:moveTo>
                  <a:lnTo>
                    <a:pt x="15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6" name="pl2436"/>
            <p:cNvSpPr/>
            <p:nvPr/>
          </p:nvSpPr>
          <p:spPr>
            <a:xfrm>
              <a:off x="7210605" y="1599666"/>
              <a:ext cx="3039" cy="4974"/>
            </a:xfrm>
            <a:custGeom>
              <a:avLst/>
              <a:pathLst>
                <a:path w="3039" h="4974">
                  <a:moveTo>
                    <a:pt x="0" y="4974"/>
                  </a:moveTo>
                  <a:lnTo>
                    <a:pt x="30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7" name="pl2437"/>
            <p:cNvSpPr/>
            <p:nvPr/>
          </p:nvSpPr>
          <p:spPr>
            <a:xfrm>
              <a:off x="7221495" y="1611815"/>
              <a:ext cx="767" cy="1238"/>
            </a:xfrm>
            <a:custGeom>
              <a:avLst/>
              <a:pathLst>
                <a:path w="767" h="1238">
                  <a:moveTo>
                    <a:pt x="0" y="1238"/>
                  </a:moveTo>
                  <a:lnTo>
                    <a:pt x="7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8" name="pl2438"/>
            <p:cNvSpPr/>
            <p:nvPr/>
          </p:nvSpPr>
          <p:spPr>
            <a:xfrm>
              <a:off x="7198150" y="1591298"/>
              <a:ext cx="4511" cy="7490"/>
            </a:xfrm>
            <a:custGeom>
              <a:avLst/>
              <a:pathLst>
                <a:path w="4511" h="7490">
                  <a:moveTo>
                    <a:pt x="0" y="7490"/>
                  </a:moveTo>
                  <a:lnTo>
                    <a:pt x="45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9" name="pl2439"/>
            <p:cNvSpPr/>
            <p:nvPr/>
          </p:nvSpPr>
          <p:spPr>
            <a:xfrm>
              <a:off x="7209085" y="1605884"/>
              <a:ext cx="759" cy="1243"/>
            </a:xfrm>
            <a:custGeom>
              <a:avLst/>
              <a:pathLst>
                <a:path w="759" h="1243">
                  <a:moveTo>
                    <a:pt x="0" y="1243"/>
                  </a:moveTo>
                  <a:lnTo>
                    <a:pt x="7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0" name="pl2440"/>
            <p:cNvSpPr/>
            <p:nvPr/>
          </p:nvSpPr>
          <p:spPr>
            <a:xfrm>
              <a:off x="7189581" y="1586590"/>
              <a:ext cx="5226" cy="8761"/>
            </a:xfrm>
            <a:custGeom>
              <a:avLst/>
              <a:pathLst>
                <a:path w="5226" h="8761">
                  <a:moveTo>
                    <a:pt x="0" y="8761"/>
                  </a:moveTo>
                  <a:lnTo>
                    <a:pt x="5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1" name="pl2441"/>
            <p:cNvSpPr/>
            <p:nvPr/>
          </p:nvSpPr>
          <p:spPr>
            <a:xfrm>
              <a:off x="7197089" y="1601213"/>
              <a:ext cx="2259" cy="3742"/>
            </a:xfrm>
            <a:custGeom>
              <a:avLst/>
              <a:pathLst>
                <a:path w="2259" h="3742">
                  <a:moveTo>
                    <a:pt x="0" y="3742"/>
                  </a:moveTo>
                  <a:lnTo>
                    <a:pt x="2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2" name="pl2442"/>
            <p:cNvSpPr/>
            <p:nvPr/>
          </p:nvSpPr>
          <p:spPr>
            <a:xfrm>
              <a:off x="7169717" y="1578638"/>
              <a:ext cx="5876" cy="10069"/>
            </a:xfrm>
            <a:custGeom>
              <a:avLst/>
              <a:pathLst>
                <a:path w="5876" h="10069">
                  <a:moveTo>
                    <a:pt x="0" y="10069"/>
                  </a:moveTo>
                  <a:lnTo>
                    <a:pt x="58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3" name="pl2443"/>
            <p:cNvSpPr/>
            <p:nvPr/>
          </p:nvSpPr>
          <p:spPr>
            <a:xfrm>
              <a:off x="7177482" y="1596781"/>
              <a:ext cx="5951" cy="10025"/>
            </a:xfrm>
            <a:custGeom>
              <a:avLst/>
              <a:pathLst>
                <a:path w="5951" h="10025">
                  <a:moveTo>
                    <a:pt x="0" y="10025"/>
                  </a:moveTo>
                  <a:lnTo>
                    <a:pt x="59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4" name="pl2444"/>
            <p:cNvSpPr/>
            <p:nvPr/>
          </p:nvSpPr>
          <p:spPr>
            <a:xfrm>
              <a:off x="7111416" y="1555107"/>
              <a:ext cx="7683" cy="14070"/>
            </a:xfrm>
            <a:custGeom>
              <a:avLst/>
              <a:pathLst>
                <a:path w="7683" h="14070">
                  <a:moveTo>
                    <a:pt x="0" y="14070"/>
                  </a:moveTo>
                  <a:lnTo>
                    <a:pt x="7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5" name="pl2445"/>
            <p:cNvSpPr/>
            <p:nvPr/>
          </p:nvSpPr>
          <p:spPr>
            <a:xfrm>
              <a:off x="7139569" y="1587696"/>
              <a:ext cx="5049" cy="8864"/>
            </a:xfrm>
            <a:custGeom>
              <a:avLst/>
              <a:pathLst>
                <a:path w="5049" h="8864">
                  <a:moveTo>
                    <a:pt x="0" y="8864"/>
                  </a:moveTo>
                  <a:lnTo>
                    <a:pt x="50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6" name="pl2446"/>
            <p:cNvSpPr/>
            <p:nvPr/>
          </p:nvSpPr>
          <p:spPr>
            <a:xfrm>
              <a:off x="7049025" y="1523172"/>
              <a:ext cx="12515" cy="24700"/>
            </a:xfrm>
            <a:custGeom>
              <a:avLst/>
              <a:pathLst>
                <a:path w="12515" h="24700">
                  <a:moveTo>
                    <a:pt x="0" y="24700"/>
                  </a:moveTo>
                  <a:lnTo>
                    <a:pt x="125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7" name="pl2447"/>
            <p:cNvSpPr/>
            <p:nvPr/>
          </p:nvSpPr>
          <p:spPr>
            <a:xfrm>
              <a:off x="7271625" y="1635163"/>
              <a:ext cx="799" cy="1218"/>
            </a:xfrm>
            <a:custGeom>
              <a:avLst/>
              <a:pathLst>
                <a:path w="799" h="1218">
                  <a:moveTo>
                    <a:pt x="0" y="1218"/>
                  </a:moveTo>
                  <a:lnTo>
                    <a:pt x="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8" name="pl2448"/>
            <p:cNvSpPr/>
            <p:nvPr/>
          </p:nvSpPr>
          <p:spPr>
            <a:xfrm>
              <a:off x="7263963" y="1630157"/>
              <a:ext cx="794" cy="1222"/>
            </a:xfrm>
            <a:custGeom>
              <a:avLst/>
              <a:pathLst>
                <a:path w="794" h="1222">
                  <a:moveTo>
                    <a:pt x="0" y="1222"/>
                  </a:moveTo>
                  <a:lnTo>
                    <a:pt x="7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9" name="pl2449"/>
            <p:cNvSpPr/>
            <p:nvPr/>
          </p:nvSpPr>
          <p:spPr>
            <a:xfrm>
              <a:off x="7286886" y="1645272"/>
              <a:ext cx="809" cy="1211"/>
            </a:xfrm>
            <a:custGeom>
              <a:avLst/>
              <a:pathLst>
                <a:path w="809" h="1211">
                  <a:moveTo>
                    <a:pt x="0" y="1211"/>
                  </a:moveTo>
                  <a:lnTo>
                    <a:pt x="8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0" name="pl2450"/>
            <p:cNvSpPr/>
            <p:nvPr/>
          </p:nvSpPr>
          <p:spPr>
            <a:xfrm>
              <a:off x="7279266" y="1640201"/>
              <a:ext cx="804" cy="1215"/>
            </a:xfrm>
            <a:custGeom>
              <a:avLst/>
              <a:pathLst>
                <a:path w="804" h="1215">
                  <a:moveTo>
                    <a:pt x="0" y="1215"/>
                  </a:moveTo>
                  <a:lnTo>
                    <a:pt x="8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1" name="pl2451"/>
            <p:cNvSpPr/>
            <p:nvPr/>
          </p:nvSpPr>
          <p:spPr>
            <a:xfrm>
              <a:off x="7324655" y="1671114"/>
              <a:ext cx="835" cy="1194"/>
            </a:xfrm>
            <a:custGeom>
              <a:avLst/>
              <a:pathLst>
                <a:path w="835" h="1194">
                  <a:moveTo>
                    <a:pt x="0" y="1194"/>
                  </a:moveTo>
                  <a:lnTo>
                    <a:pt x="8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2" name="pl2452"/>
            <p:cNvSpPr/>
            <p:nvPr/>
          </p:nvSpPr>
          <p:spPr>
            <a:xfrm>
              <a:off x="7317145" y="1665881"/>
              <a:ext cx="830" cy="1197"/>
            </a:xfrm>
            <a:custGeom>
              <a:avLst/>
              <a:pathLst>
                <a:path w="830" h="1197">
                  <a:moveTo>
                    <a:pt x="0" y="1197"/>
                  </a:moveTo>
                  <a:lnTo>
                    <a:pt x="8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3" name="pl2453"/>
            <p:cNvSpPr/>
            <p:nvPr/>
          </p:nvSpPr>
          <p:spPr>
            <a:xfrm>
              <a:off x="7320070" y="1669689"/>
              <a:ext cx="832" cy="1195"/>
            </a:xfrm>
            <a:custGeom>
              <a:avLst/>
              <a:pathLst>
                <a:path w="832" h="1195">
                  <a:moveTo>
                    <a:pt x="0" y="1195"/>
                  </a:moveTo>
                  <a:lnTo>
                    <a:pt x="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4" name="pl2454"/>
            <p:cNvSpPr/>
            <p:nvPr/>
          </p:nvSpPr>
          <p:spPr>
            <a:xfrm>
              <a:off x="7308788" y="1660680"/>
              <a:ext cx="1650" cy="2402"/>
            </a:xfrm>
            <a:custGeom>
              <a:avLst/>
              <a:pathLst>
                <a:path w="1650" h="2402">
                  <a:moveTo>
                    <a:pt x="0" y="2402"/>
                  </a:moveTo>
                  <a:lnTo>
                    <a:pt x="16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5" name="pl2455"/>
            <p:cNvSpPr/>
            <p:nvPr/>
          </p:nvSpPr>
          <p:spPr>
            <a:xfrm>
              <a:off x="7313606" y="1666975"/>
              <a:ext cx="828" cy="1198"/>
            </a:xfrm>
            <a:custGeom>
              <a:avLst/>
              <a:pathLst>
                <a:path w="828" h="1198">
                  <a:moveTo>
                    <a:pt x="0" y="1198"/>
                  </a:moveTo>
                  <a:lnTo>
                    <a:pt x="8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6" name="pl2456"/>
            <p:cNvSpPr/>
            <p:nvPr/>
          </p:nvSpPr>
          <p:spPr>
            <a:xfrm>
              <a:off x="7300419" y="1655512"/>
              <a:ext cx="2459" cy="3614"/>
            </a:xfrm>
            <a:custGeom>
              <a:avLst/>
              <a:pathLst>
                <a:path w="2459" h="3614">
                  <a:moveTo>
                    <a:pt x="0" y="3614"/>
                  </a:moveTo>
                  <a:lnTo>
                    <a:pt x="24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7" name="pl2457"/>
            <p:cNvSpPr/>
            <p:nvPr/>
          </p:nvSpPr>
          <p:spPr>
            <a:xfrm>
              <a:off x="7306197" y="1663638"/>
              <a:ext cx="824" cy="1201"/>
            </a:xfrm>
            <a:custGeom>
              <a:avLst/>
              <a:pathLst>
                <a:path w="824" h="1201">
                  <a:moveTo>
                    <a:pt x="0" y="1201"/>
                  </a:moveTo>
                  <a:lnTo>
                    <a:pt x="8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8" name="pl2458"/>
            <p:cNvSpPr/>
            <p:nvPr/>
          </p:nvSpPr>
          <p:spPr>
            <a:xfrm>
              <a:off x="7292039" y="1650376"/>
              <a:ext cx="3259" cy="4833"/>
            </a:xfrm>
            <a:custGeom>
              <a:avLst/>
              <a:pathLst>
                <a:path w="3259" h="4833">
                  <a:moveTo>
                    <a:pt x="0" y="4833"/>
                  </a:moveTo>
                  <a:lnTo>
                    <a:pt x="32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9" name="pl2459"/>
            <p:cNvSpPr/>
            <p:nvPr/>
          </p:nvSpPr>
          <p:spPr>
            <a:xfrm>
              <a:off x="7297488" y="1660010"/>
              <a:ext cx="1639" cy="2410"/>
            </a:xfrm>
            <a:custGeom>
              <a:avLst/>
              <a:pathLst>
                <a:path w="1639" h="2410">
                  <a:moveTo>
                    <a:pt x="0" y="2410"/>
                  </a:moveTo>
                  <a:lnTo>
                    <a:pt x="16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0" name="pl2460"/>
            <p:cNvSpPr/>
            <p:nvPr/>
          </p:nvSpPr>
          <p:spPr>
            <a:xfrm>
              <a:off x="7279043" y="1643946"/>
              <a:ext cx="4035" cy="6067"/>
            </a:xfrm>
            <a:custGeom>
              <a:avLst/>
              <a:pathLst>
                <a:path w="4035" h="6067">
                  <a:moveTo>
                    <a:pt x="0" y="6067"/>
                  </a:moveTo>
                  <a:lnTo>
                    <a:pt x="4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1" name="pl2461"/>
            <p:cNvSpPr/>
            <p:nvPr/>
          </p:nvSpPr>
          <p:spPr>
            <a:xfrm>
              <a:off x="7286655" y="1656193"/>
              <a:ext cx="1626" cy="2418"/>
            </a:xfrm>
            <a:custGeom>
              <a:avLst/>
              <a:pathLst>
                <a:path w="1626" h="2418">
                  <a:moveTo>
                    <a:pt x="0" y="2418"/>
                  </a:moveTo>
                  <a:lnTo>
                    <a:pt x="16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2" name="pl2462"/>
            <p:cNvSpPr/>
            <p:nvPr/>
          </p:nvSpPr>
          <p:spPr>
            <a:xfrm>
              <a:off x="7262220" y="1633876"/>
              <a:ext cx="5576" cy="8542"/>
            </a:xfrm>
            <a:custGeom>
              <a:avLst/>
              <a:pathLst>
                <a:path w="5576" h="8542">
                  <a:moveTo>
                    <a:pt x="0" y="8542"/>
                  </a:moveTo>
                  <a:lnTo>
                    <a:pt x="5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3" name="pl2463"/>
            <p:cNvSpPr/>
            <p:nvPr/>
          </p:nvSpPr>
          <p:spPr>
            <a:xfrm>
              <a:off x="7339606" y="1681675"/>
              <a:ext cx="845" cy="1187"/>
            </a:xfrm>
            <a:custGeom>
              <a:avLst/>
              <a:pathLst>
                <a:path w="845" h="1187">
                  <a:moveTo>
                    <a:pt x="0" y="1187"/>
                  </a:moveTo>
                  <a:lnTo>
                    <a:pt x="8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4" name="pl2464"/>
            <p:cNvSpPr/>
            <p:nvPr/>
          </p:nvSpPr>
          <p:spPr>
            <a:xfrm>
              <a:off x="7332142" y="1676378"/>
              <a:ext cx="840" cy="1190"/>
            </a:xfrm>
            <a:custGeom>
              <a:avLst/>
              <a:pathLst>
                <a:path w="840" h="1190">
                  <a:moveTo>
                    <a:pt x="0" y="1190"/>
                  </a:moveTo>
                  <a:lnTo>
                    <a:pt x="8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5" name="pl2465"/>
            <p:cNvSpPr/>
            <p:nvPr/>
          </p:nvSpPr>
          <p:spPr>
            <a:xfrm>
              <a:off x="7354468" y="1692364"/>
              <a:ext cx="855" cy="1179"/>
            </a:xfrm>
            <a:custGeom>
              <a:avLst/>
              <a:pathLst>
                <a:path w="855" h="1179">
                  <a:moveTo>
                    <a:pt x="0" y="1179"/>
                  </a:moveTo>
                  <a:lnTo>
                    <a:pt x="8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6" name="pl2466"/>
            <p:cNvSpPr/>
            <p:nvPr/>
          </p:nvSpPr>
          <p:spPr>
            <a:xfrm>
              <a:off x="7347048" y="1687003"/>
              <a:ext cx="850" cy="1183"/>
            </a:xfrm>
            <a:custGeom>
              <a:avLst/>
              <a:pathLst>
                <a:path w="850" h="1183">
                  <a:moveTo>
                    <a:pt x="0" y="1183"/>
                  </a:moveTo>
                  <a:lnTo>
                    <a:pt x="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7" name="pl2467"/>
            <p:cNvSpPr/>
            <p:nvPr/>
          </p:nvSpPr>
          <p:spPr>
            <a:xfrm>
              <a:off x="7349055" y="1690861"/>
              <a:ext cx="1706" cy="2363"/>
            </a:xfrm>
            <a:custGeom>
              <a:avLst/>
              <a:pathLst>
                <a:path w="1706" h="2363">
                  <a:moveTo>
                    <a:pt x="0" y="2363"/>
                  </a:moveTo>
                  <a:lnTo>
                    <a:pt x="17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8" name="pl2468"/>
            <p:cNvSpPr/>
            <p:nvPr/>
          </p:nvSpPr>
          <p:spPr>
            <a:xfrm>
              <a:off x="7334191" y="1680211"/>
              <a:ext cx="1685" cy="2377"/>
            </a:xfrm>
            <a:custGeom>
              <a:avLst/>
              <a:pathLst>
                <a:path w="1685" h="2377">
                  <a:moveTo>
                    <a:pt x="0" y="2377"/>
                  </a:moveTo>
                  <a:lnTo>
                    <a:pt x="1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9" name="pl2469"/>
            <p:cNvSpPr/>
            <p:nvPr/>
          </p:nvSpPr>
          <p:spPr>
            <a:xfrm>
              <a:off x="7369237" y="1703179"/>
              <a:ext cx="865" cy="1172"/>
            </a:xfrm>
            <a:custGeom>
              <a:avLst/>
              <a:pathLst>
                <a:path w="865" h="1172">
                  <a:moveTo>
                    <a:pt x="0" y="1172"/>
                  </a:moveTo>
                  <a:lnTo>
                    <a:pt x="8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0" name="pl2470"/>
            <p:cNvSpPr/>
            <p:nvPr/>
          </p:nvSpPr>
          <p:spPr>
            <a:xfrm>
              <a:off x="7361864" y="1697755"/>
              <a:ext cx="860" cy="1176"/>
            </a:xfrm>
            <a:custGeom>
              <a:avLst/>
              <a:pathLst>
                <a:path w="860" h="1176">
                  <a:moveTo>
                    <a:pt x="0" y="1176"/>
                  </a:moveTo>
                  <a:lnTo>
                    <a:pt x="8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1" name="pl2471"/>
            <p:cNvSpPr/>
            <p:nvPr/>
          </p:nvSpPr>
          <p:spPr>
            <a:xfrm>
              <a:off x="7398496" y="1725186"/>
              <a:ext cx="885" cy="1157"/>
            </a:xfrm>
            <a:custGeom>
              <a:avLst/>
              <a:pathLst>
                <a:path w="885" h="1157">
                  <a:moveTo>
                    <a:pt x="0" y="1157"/>
                  </a:moveTo>
                  <a:lnTo>
                    <a:pt x="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2" name="pl2472"/>
            <p:cNvSpPr/>
            <p:nvPr/>
          </p:nvSpPr>
          <p:spPr>
            <a:xfrm>
              <a:off x="7391217" y="1719637"/>
              <a:ext cx="880" cy="1161"/>
            </a:xfrm>
            <a:custGeom>
              <a:avLst/>
              <a:pathLst>
                <a:path w="880" h="1161">
                  <a:moveTo>
                    <a:pt x="0" y="1161"/>
                  </a:moveTo>
                  <a:lnTo>
                    <a:pt x="8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3" name="pl2473"/>
            <p:cNvSpPr/>
            <p:nvPr/>
          </p:nvSpPr>
          <p:spPr>
            <a:xfrm>
              <a:off x="7393977" y="1723567"/>
              <a:ext cx="883" cy="1159"/>
            </a:xfrm>
            <a:custGeom>
              <a:avLst/>
              <a:pathLst>
                <a:path w="883" h="1159">
                  <a:moveTo>
                    <a:pt x="0" y="1159"/>
                  </a:moveTo>
                  <a:lnTo>
                    <a:pt x="8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4" name="pl2474"/>
            <p:cNvSpPr/>
            <p:nvPr/>
          </p:nvSpPr>
          <p:spPr>
            <a:xfrm>
              <a:off x="7383038" y="1714120"/>
              <a:ext cx="1751" cy="2329"/>
            </a:xfrm>
            <a:custGeom>
              <a:avLst/>
              <a:pathLst>
                <a:path w="1751" h="2329">
                  <a:moveTo>
                    <a:pt x="0" y="2329"/>
                  </a:moveTo>
                  <a:lnTo>
                    <a:pt x="17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5" name="pl2475"/>
            <p:cNvSpPr/>
            <p:nvPr/>
          </p:nvSpPr>
          <p:spPr>
            <a:xfrm>
              <a:off x="7387635" y="1720579"/>
              <a:ext cx="879" cy="1162"/>
            </a:xfrm>
            <a:custGeom>
              <a:avLst/>
              <a:pathLst>
                <a:path w="879" h="1162">
                  <a:moveTo>
                    <a:pt x="0" y="1162"/>
                  </a:moveTo>
                  <a:lnTo>
                    <a:pt x="8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6" name="pl2476"/>
            <p:cNvSpPr/>
            <p:nvPr/>
          </p:nvSpPr>
          <p:spPr>
            <a:xfrm>
              <a:off x="7374846" y="1708634"/>
              <a:ext cx="2611" cy="3506"/>
            </a:xfrm>
            <a:custGeom>
              <a:avLst/>
              <a:pathLst>
                <a:path w="2611" h="3506">
                  <a:moveTo>
                    <a:pt x="0" y="3506"/>
                  </a:moveTo>
                  <a:lnTo>
                    <a:pt x="26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7" name="pl2477"/>
            <p:cNvSpPr/>
            <p:nvPr/>
          </p:nvSpPr>
          <p:spPr>
            <a:xfrm>
              <a:off x="7379499" y="1716929"/>
              <a:ext cx="1750" cy="2330"/>
            </a:xfrm>
            <a:custGeom>
              <a:avLst/>
              <a:pathLst>
                <a:path w="1750" h="2330">
                  <a:moveTo>
                    <a:pt x="0" y="2330"/>
                  </a:moveTo>
                  <a:lnTo>
                    <a:pt x="17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8" name="pl2478"/>
            <p:cNvSpPr/>
            <p:nvPr/>
          </p:nvSpPr>
          <p:spPr>
            <a:xfrm>
              <a:off x="7362101" y="1701637"/>
              <a:ext cx="3452" cy="4697"/>
            </a:xfrm>
            <a:custGeom>
              <a:avLst/>
              <a:pathLst>
                <a:path w="3452" h="4697">
                  <a:moveTo>
                    <a:pt x="0" y="4697"/>
                  </a:moveTo>
                  <a:lnTo>
                    <a:pt x="3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9" name="pl2479"/>
            <p:cNvSpPr/>
            <p:nvPr/>
          </p:nvSpPr>
          <p:spPr>
            <a:xfrm>
              <a:off x="7367340" y="1712775"/>
              <a:ext cx="3476" cy="4679"/>
            </a:xfrm>
            <a:custGeom>
              <a:avLst/>
              <a:pathLst>
                <a:path w="3476" h="4679">
                  <a:moveTo>
                    <a:pt x="0" y="4679"/>
                  </a:moveTo>
                  <a:lnTo>
                    <a:pt x="34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0" name="pl2480"/>
            <p:cNvSpPr/>
            <p:nvPr/>
          </p:nvSpPr>
          <p:spPr>
            <a:xfrm>
              <a:off x="7336546" y="1687891"/>
              <a:ext cx="5088" cy="7111"/>
            </a:xfrm>
            <a:custGeom>
              <a:avLst/>
              <a:pathLst>
                <a:path w="5088" h="7111">
                  <a:moveTo>
                    <a:pt x="0" y="7111"/>
                  </a:moveTo>
                  <a:lnTo>
                    <a:pt x="50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1" name="pl2481"/>
            <p:cNvSpPr/>
            <p:nvPr/>
          </p:nvSpPr>
          <p:spPr>
            <a:xfrm>
              <a:off x="7344266" y="1706160"/>
              <a:ext cx="7727" cy="10598"/>
            </a:xfrm>
            <a:custGeom>
              <a:avLst/>
              <a:pathLst>
                <a:path w="7727" h="10598">
                  <a:moveTo>
                    <a:pt x="0" y="10598"/>
                  </a:moveTo>
                  <a:lnTo>
                    <a:pt x="77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2" name="pl2482"/>
            <p:cNvSpPr/>
            <p:nvPr/>
          </p:nvSpPr>
          <p:spPr>
            <a:xfrm>
              <a:off x="7266415" y="1650473"/>
              <a:ext cx="8050" cy="12148"/>
            </a:xfrm>
            <a:custGeom>
              <a:avLst/>
              <a:pathLst>
                <a:path w="8050" h="12148">
                  <a:moveTo>
                    <a:pt x="0" y="12148"/>
                  </a:moveTo>
                  <a:lnTo>
                    <a:pt x="80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3" name="pl2483"/>
            <p:cNvSpPr/>
            <p:nvPr/>
          </p:nvSpPr>
          <p:spPr>
            <a:xfrm>
              <a:off x="7304811" y="1689254"/>
              <a:ext cx="832" cy="1196"/>
            </a:xfrm>
            <a:custGeom>
              <a:avLst/>
              <a:pathLst>
                <a:path w="832" h="1196">
                  <a:moveTo>
                    <a:pt x="0" y="1196"/>
                  </a:moveTo>
                  <a:lnTo>
                    <a:pt x="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4" name="pl2484"/>
            <p:cNvSpPr/>
            <p:nvPr/>
          </p:nvSpPr>
          <p:spPr>
            <a:xfrm>
              <a:off x="7242079" y="1625184"/>
              <a:ext cx="14988" cy="23282"/>
            </a:xfrm>
            <a:custGeom>
              <a:avLst/>
              <a:pathLst>
                <a:path w="14988" h="23282">
                  <a:moveTo>
                    <a:pt x="0" y="23282"/>
                  </a:moveTo>
                  <a:lnTo>
                    <a:pt x="149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5" name="pl2485"/>
            <p:cNvSpPr/>
            <p:nvPr/>
          </p:nvSpPr>
          <p:spPr>
            <a:xfrm>
              <a:off x="7412984" y="1736376"/>
              <a:ext cx="895" cy="1149"/>
            </a:xfrm>
            <a:custGeom>
              <a:avLst/>
              <a:pathLst>
                <a:path w="895" h="1149">
                  <a:moveTo>
                    <a:pt x="0" y="1149"/>
                  </a:moveTo>
                  <a:lnTo>
                    <a:pt x="8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6" name="pl2486"/>
            <p:cNvSpPr/>
            <p:nvPr/>
          </p:nvSpPr>
          <p:spPr>
            <a:xfrm>
              <a:off x="7405752" y="1730765"/>
              <a:ext cx="890" cy="1153"/>
            </a:xfrm>
            <a:custGeom>
              <a:avLst/>
              <a:pathLst>
                <a:path w="890" h="1153">
                  <a:moveTo>
                    <a:pt x="0" y="1153"/>
                  </a:moveTo>
                  <a:lnTo>
                    <a:pt x="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7" name="pl2487"/>
            <p:cNvSpPr/>
            <p:nvPr/>
          </p:nvSpPr>
          <p:spPr>
            <a:xfrm>
              <a:off x="7427376" y="1747689"/>
              <a:ext cx="905" cy="1142"/>
            </a:xfrm>
            <a:custGeom>
              <a:avLst/>
              <a:pathLst>
                <a:path w="905" h="1142">
                  <a:moveTo>
                    <a:pt x="0" y="1142"/>
                  </a:moveTo>
                  <a:lnTo>
                    <a:pt x="9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8" name="pl2488"/>
            <p:cNvSpPr/>
            <p:nvPr/>
          </p:nvSpPr>
          <p:spPr>
            <a:xfrm>
              <a:off x="7420192" y="1742017"/>
              <a:ext cx="900" cy="1146"/>
            </a:xfrm>
            <a:custGeom>
              <a:avLst/>
              <a:pathLst>
                <a:path w="900" h="1146">
                  <a:moveTo>
                    <a:pt x="0" y="1146"/>
                  </a:moveTo>
                  <a:lnTo>
                    <a:pt x="9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9" name="pl2489"/>
            <p:cNvSpPr/>
            <p:nvPr/>
          </p:nvSpPr>
          <p:spPr>
            <a:xfrm>
              <a:off x="7441671" y="1759125"/>
              <a:ext cx="914" cy="1134"/>
            </a:xfrm>
            <a:custGeom>
              <a:avLst/>
              <a:pathLst>
                <a:path w="914" h="1134">
                  <a:moveTo>
                    <a:pt x="0" y="1134"/>
                  </a:moveTo>
                  <a:lnTo>
                    <a:pt x="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0" name="pl2490"/>
            <p:cNvSpPr/>
            <p:nvPr/>
          </p:nvSpPr>
          <p:spPr>
            <a:xfrm>
              <a:off x="7434536" y="1753392"/>
              <a:ext cx="910" cy="1138"/>
            </a:xfrm>
            <a:custGeom>
              <a:avLst/>
              <a:pathLst>
                <a:path w="910" h="1138">
                  <a:moveTo>
                    <a:pt x="0" y="1138"/>
                  </a:moveTo>
                  <a:lnTo>
                    <a:pt x="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1" name="pl2491"/>
            <p:cNvSpPr/>
            <p:nvPr/>
          </p:nvSpPr>
          <p:spPr>
            <a:xfrm>
              <a:off x="7436281" y="1757391"/>
              <a:ext cx="1824" cy="2272"/>
            </a:xfrm>
            <a:custGeom>
              <a:avLst/>
              <a:pathLst>
                <a:path w="1824" h="2272">
                  <a:moveTo>
                    <a:pt x="0" y="2272"/>
                  </a:moveTo>
                  <a:lnTo>
                    <a:pt x="18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2" name="pl2492"/>
            <p:cNvSpPr/>
            <p:nvPr/>
          </p:nvSpPr>
          <p:spPr>
            <a:xfrm>
              <a:off x="7421982" y="1745994"/>
              <a:ext cx="1805" cy="2288"/>
            </a:xfrm>
            <a:custGeom>
              <a:avLst/>
              <a:pathLst>
                <a:path w="1805" h="2288">
                  <a:moveTo>
                    <a:pt x="0" y="2288"/>
                  </a:moveTo>
                  <a:lnTo>
                    <a:pt x="18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3" name="pl2493"/>
            <p:cNvSpPr/>
            <p:nvPr/>
          </p:nvSpPr>
          <p:spPr>
            <a:xfrm>
              <a:off x="7469965" y="1782362"/>
              <a:ext cx="934" cy="1118"/>
            </a:xfrm>
            <a:custGeom>
              <a:avLst/>
              <a:pathLst>
                <a:path w="934" h="1118">
                  <a:moveTo>
                    <a:pt x="0" y="1118"/>
                  </a:moveTo>
                  <a:lnTo>
                    <a:pt x="9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4" name="pl2494"/>
            <p:cNvSpPr/>
            <p:nvPr/>
          </p:nvSpPr>
          <p:spPr>
            <a:xfrm>
              <a:off x="7462929" y="1776507"/>
              <a:ext cx="929" cy="1122"/>
            </a:xfrm>
            <a:custGeom>
              <a:avLst/>
              <a:pathLst>
                <a:path w="929" h="1122">
                  <a:moveTo>
                    <a:pt x="0" y="1122"/>
                  </a:moveTo>
                  <a:lnTo>
                    <a:pt x="9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5" name="pl2495"/>
            <p:cNvSpPr/>
            <p:nvPr/>
          </p:nvSpPr>
          <p:spPr>
            <a:xfrm>
              <a:off x="7465518" y="1780551"/>
              <a:ext cx="931" cy="1120"/>
            </a:xfrm>
            <a:custGeom>
              <a:avLst/>
              <a:pathLst>
                <a:path w="931" h="1120">
                  <a:moveTo>
                    <a:pt x="0" y="1120"/>
                  </a:moveTo>
                  <a:lnTo>
                    <a:pt x="9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6" name="pl2496"/>
            <p:cNvSpPr/>
            <p:nvPr/>
          </p:nvSpPr>
          <p:spPr>
            <a:xfrm>
              <a:off x="7454943" y="1770683"/>
              <a:ext cx="1849" cy="2253"/>
            </a:xfrm>
            <a:custGeom>
              <a:avLst/>
              <a:pathLst>
                <a:path w="1849" h="2253">
                  <a:moveTo>
                    <a:pt x="0" y="2253"/>
                  </a:moveTo>
                  <a:lnTo>
                    <a:pt x="18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7" name="pl2497"/>
            <p:cNvSpPr/>
            <p:nvPr/>
          </p:nvSpPr>
          <p:spPr>
            <a:xfrm>
              <a:off x="7459310" y="1777296"/>
              <a:ext cx="928" cy="1123"/>
            </a:xfrm>
            <a:custGeom>
              <a:avLst/>
              <a:pathLst>
                <a:path w="928" h="1123">
                  <a:moveTo>
                    <a:pt x="0" y="1123"/>
                  </a:moveTo>
                  <a:lnTo>
                    <a:pt x="9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8" name="pl2498"/>
            <p:cNvSpPr/>
            <p:nvPr/>
          </p:nvSpPr>
          <p:spPr>
            <a:xfrm>
              <a:off x="7446942" y="1764889"/>
              <a:ext cx="2759" cy="3391"/>
            </a:xfrm>
            <a:custGeom>
              <a:avLst/>
              <a:pathLst>
                <a:path w="2759" h="3391">
                  <a:moveTo>
                    <a:pt x="0" y="3391"/>
                  </a:moveTo>
                  <a:lnTo>
                    <a:pt x="27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9" name="pl2499"/>
            <p:cNvSpPr/>
            <p:nvPr/>
          </p:nvSpPr>
          <p:spPr>
            <a:xfrm>
              <a:off x="7449439" y="1773338"/>
              <a:ext cx="3695" cy="4508"/>
            </a:xfrm>
            <a:custGeom>
              <a:avLst/>
              <a:pathLst>
                <a:path w="3695" h="4508">
                  <a:moveTo>
                    <a:pt x="0" y="4508"/>
                  </a:moveTo>
                  <a:lnTo>
                    <a:pt x="36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0" name="pl2500"/>
            <p:cNvSpPr/>
            <p:nvPr/>
          </p:nvSpPr>
          <p:spPr>
            <a:xfrm>
              <a:off x="7425513" y="1753958"/>
              <a:ext cx="3630" cy="4561"/>
            </a:xfrm>
            <a:custGeom>
              <a:avLst/>
              <a:pathLst>
                <a:path w="3630" h="4561">
                  <a:moveTo>
                    <a:pt x="0" y="4561"/>
                  </a:moveTo>
                  <a:lnTo>
                    <a:pt x="36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1" name="pl2501"/>
            <p:cNvSpPr/>
            <p:nvPr/>
          </p:nvSpPr>
          <p:spPr>
            <a:xfrm>
              <a:off x="7483963" y="1794160"/>
              <a:ext cx="943" cy="1110"/>
            </a:xfrm>
            <a:custGeom>
              <a:avLst/>
              <a:pathLst>
                <a:path w="943" h="1110">
                  <a:moveTo>
                    <a:pt x="0" y="1110"/>
                  </a:moveTo>
                  <a:lnTo>
                    <a:pt x="9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2" name="pl2502"/>
            <p:cNvSpPr/>
            <p:nvPr/>
          </p:nvSpPr>
          <p:spPr>
            <a:xfrm>
              <a:off x="7476976" y="1788246"/>
              <a:ext cx="938" cy="1114"/>
            </a:xfrm>
            <a:custGeom>
              <a:avLst/>
              <a:pathLst>
                <a:path w="938" h="1114">
                  <a:moveTo>
                    <a:pt x="0" y="1114"/>
                  </a:moveTo>
                  <a:lnTo>
                    <a:pt x="9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3" name="pl2503"/>
            <p:cNvSpPr/>
            <p:nvPr/>
          </p:nvSpPr>
          <p:spPr>
            <a:xfrm>
              <a:off x="7511653" y="1818114"/>
              <a:ext cx="962" cy="1094"/>
            </a:xfrm>
            <a:custGeom>
              <a:avLst/>
              <a:pathLst>
                <a:path w="962" h="1094">
                  <a:moveTo>
                    <a:pt x="0" y="1094"/>
                  </a:moveTo>
                  <a:lnTo>
                    <a:pt x="9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4" name="pl2504"/>
            <p:cNvSpPr/>
            <p:nvPr/>
          </p:nvSpPr>
          <p:spPr>
            <a:xfrm>
              <a:off x="7504769" y="1812081"/>
              <a:ext cx="957" cy="1098"/>
            </a:xfrm>
            <a:custGeom>
              <a:avLst/>
              <a:pathLst>
                <a:path w="957" h="1098">
                  <a:moveTo>
                    <a:pt x="0" y="1098"/>
                  </a:moveTo>
                  <a:lnTo>
                    <a:pt x="9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5" name="pl2505"/>
            <p:cNvSpPr/>
            <p:nvPr/>
          </p:nvSpPr>
          <p:spPr>
            <a:xfrm>
              <a:off x="7532150" y="1836388"/>
              <a:ext cx="976" cy="1081"/>
            </a:xfrm>
            <a:custGeom>
              <a:avLst/>
              <a:pathLst>
                <a:path w="976" h="1081">
                  <a:moveTo>
                    <a:pt x="0" y="1081"/>
                  </a:moveTo>
                  <a:lnTo>
                    <a:pt x="9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6" name="pl2506"/>
            <p:cNvSpPr/>
            <p:nvPr/>
          </p:nvSpPr>
          <p:spPr>
            <a:xfrm>
              <a:off x="7525344" y="1830268"/>
              <a:ext cx="971" cy="1086"/>
            </a:xfrm>
            <a:custGeom>
              <a:avLst/>
              <a:pathLst>
                <a:path w="971" h="1086">
                  <a:moveTo>
                    <a:pt x="0" y="1086"/>
                  </a:moveTo>
                  <a:lnTo>
                    <a:pt x="9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7" name="pl2507"/>
            <p:cNvSpPr/>
            <p:nvPr/>
          </p:nvSpPr>
          <p:spPr>
            <a:xfrm>
              <a:off x="7527776" y="1834408"/>
              <a:ext cx="974" cy="1084"/>
            </a:xfrm>
            <a:custGeom>
              <a:avLst/>
              <a:pathLst>
                <a:path w="974" h="1084">
                  <a:moveTo>
                    <a:pt x="0" y="1084"/>
                  </a:moveTo>
                  <a:lnTo>
                    <a:pt x="9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8" name="pl2508"/>
            <p:cNvSpPr/>
            <p:nvPr/>
          </p:nvSpPr>
          <p:spPr>
            <a:xfrm>
              <a:off x="7517544" y="1824176"/>
              <a:ext cx="1934" cy="2180"/>
            </a:xfrm>
            <a:custGeom>
              <a:avLst/>
              <a:pathLst>
                <a:path w="1934" h="2180">
                  <a:moveTo>
                    <a:pt x="0" y="2180"/>
                  </a:moveTo>
                  <a:lnTo>
                    <a:pt x="19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9" name="pl2509"/>
            <p:cNvSpPr/>
            <p:nvPr/>
          </p:nvSpPr>
          <p:spPr>
            <a:xfrm>
              <a:off x="7520726" y="1830916"/>
              <a:ext cx="1941" cy="2174"/>
            </a:xfrm>
            <a:custGeom>
              <a:avLst/>
              <a:pathLst>
                <a:path w="1941" h="2174">
                  <a:moveTo>
                    <a:pt x="0" y="2174"/>
                  </a:moveTo>
                  <a:lnTo>
                    <a:pt x="19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0" name="pl2510"/>
            <p:cNvSpPr/>
            <p:nvPr/>
          </p:nvSpPr>
          <p:spPr>
            <a:xfrm>
              <a:off x="7505334" y="1816190"/>
              <a:ext cx="2880" cy="3289"/>
            </a:xfrm>
            <a:custGeom>
              <a:avLst/>
              <a:pathLst>
                <a:path w="2880" h="3289">
                  <a:moveTo>
                    <a:pt x="0" y="3289"/>
                  </a:moveTo>
                  <a:lnTo>
                    <a:pt x="28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1" name="pl2511"/>
            <p:cNvSpPr/>
            <p:nvPr/>
          </p:nvSpPr>
          <p:spPr>
            <a:xfrm>
              <a:off x="7512081" y="1826267"/>
              <a:ext cx="965" cy="1091"/>
            </a:xfrm>
            <a:custGeom>
              <a:avLst/>
              <a:pathLst>
                <a:path w="965" h="1091">
                  <a:moveTo>
                    <a:pt x="0" y="1091"/>
                  </a:moveTo>
                  <a:lnTo>
                    <a:pt x="9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2" name="pl2512"/>
            <p:cNvSpPr/>
            <p:nvPr/>
          </p:nvSpPr>
          <p:spPr>
            <a:xfrm>
              <a:off x="7494047" y="1806078"/>
              <a:ext cx="4765" cy="5512"/>
            </a:xfrm>
            <a:custGeom>
              <a:avLst/>
              <a:pathLst>
                <a:path w="4765" h="5512">
                  <a:moveTo>
                    <a:pt x="0" y="5512"/>
                  </a:moveTo>
                  <a:lnTo>
                    <a:pt x="47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3" name="pl2513"/>
            <p:cNvSpPr/>
            <p:nvPr/>
          </p:nvSpPr>
          <p:spPr>
            <a:xfrm>
              <a:off x="7502127" y="1819449"/>
              <a:ext cx="959" cy="1097"/>
            </a:xfrm>
            <a:custGeom>
              <a:avLst/>
              <a:pathLst>
                <a:path w="959" h="1097">
                  <a:moveTo>
                    <a:pt x="0" y="1097"/>
                  </a:moveTo>
                  <a:lnTo>
                    <a:pt x="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4" name="pl2514"/>
            <p:cNvSpPr/>
            <p:nvPr/>
          </p:nvSpPr>
          <p:spPr>
            <a:xfrm>
              <a:off x="7486182" y="1800104"/>
              <a:ext cx="5690" cy="6639"/>
            </a:xfrm>
            <a:custGeom>
              <a:avLst/>
              <a:pathLst>
                <a:path w="5690" h="6639">
                  <a:moveTo>
                    <a:pt x="0" y="6639"/>
                  </a:moveTo>
                  <a:lnTo>
                    <a:pt x="5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5" name="pl2515"/>
            <p:cNvSpPr/>
            <p:nvPr/>
          </p:nvSpPr>
          <p:spPr>
            <a:xfrm>
              <a:off x="7492263" y="1813625"/>
              <a:ext cx="1907" cy="2203"/>
            </a:xfrm>
            <a:custGeom>
              <a:avLst/>
              <a:pathLst>
                <a:path w="1907" h="2203">
                  <a:moveTo>
                    <a:pt x="0" y="2203"/>
                  </a:moveTo>
                  <a:lnTo>
                    <a:pt x="1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6" name="pl2516"/>
            <p:cNvSpPr/>
            <p:nvPr/>
          </p:nvSpPr>
          <p:spPr>
            <a:xfrm>
              <a:off x="7473884" y="1792312"/>
              <a:ext cx="6588" cy="7788"/>
            </a:xfrm>
            <a:custGeom>
              <a:avLst/>
              <a:pathLst>
                <a:path w="6588" h="7788">
                  <a:moveTo>
                    <a:pt x="0" y="7788"/>
                  </a:moveTo>
                  <a:lnTo>
                    <a:pt x="65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7" name="pl2517"/>
            <p:cNvSpPr/>
            <p:nvPr/>
          </p:nvSpPr>
          <p:spPr>
            <a:xfrm>
              <a:off x="7559113" y="1861159"/>
              <a:ext cx="994" cy="1065"/>
            </a:xfrm>
            <a:custGeom>
              <a:avLst/>
              <a:pathLst>
                <a:path w="994" h="1065">
                  <a:moveTo>
                    <a:pt x="0" y="1065"/>
                  </a:moveTo>
                  <a:lnTo>
                    <a:pt x="9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8" name="pl2518"/>
            <p:cNvSpPr/>
            <p:nvPr/>
          </p:nvSpPr>
          <p:spPr>
            <a:xfrm>
              <a:off x="7552412" y="1854923"/>
              <a:ext cx="990" cy="1069"/>
            </a:xfrm>
            <a:custGeom>
              <a:avLst/>
              <a:pathLst>
                <a:path w="990" h="1069">
                  <a:moveTo>
                    <a:pt x="0" y="1069"/>
                  </a:moveTo>
                  <a:lnTo>
                    <a:pt x="9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9" name="pl2519"/>
            <p:cNvSpPr/>
            <p:nvPr/>
          </p:nvSpPr>
          <p:spPr>
            <a:xfrm>
              <a:off x="7554774" y="1859105"/>
              <a:ext cx="992" cy="1067"/>
            </a:xfrm>
            <a:custGeom>
              <a:avLst/>
              <a:pathLst>
                <a:path w="992" h="1067">
                  <a:moveTo>
                    <a:pt x="0" y="1067"/>
                  </a:moveTo>
                  <a:lnTo>
                    <a:pt x="9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0" name="pl2520"/>
            <p:cNvSpPr/>
            <p:nvPr/>
          </p:nvSpPr>
          <p:spPr>
            <a:xfrm>
              <a:off x="7544699" y="1848716"/>
              <a:ext cx="1971" cy="2147"/>
            </a:xfrm>
            <a:custGeom>
              <a:avLst/>
              <a:pathLst>
                <a:path w="1971" h="2147">
                  <a:moveTo>
                    <a:pt x="0" y="2147"/>
                  </a:moveTo>
                  <a:lnTo>
                    <a:pt x="19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1" name="pl2521"/>
            <p:cNvSpPr/>
            <p:nvPr/>
          </p:nvSpPr>
          <p:spPr>
            <a:xfrm>
              <a:off x="7579056" y="1880037"/>
              <a:ext cx="1008" cy="1052"/>
            </a:xfrm>
            <a:custGeom>
              <a:avLst/>
              <a:pathLst>
                <a:path w="1008" h="1052">
                  <a:moveTo>
                    <a:pt x="0" y="1052"/>
                  </a:moveTo>
                  <a:lnTo>
                    <a:pt x="10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2" name="pl2522"/>
            <p:cNvSpPr/>
            <p:nvPr/>
          </p:nvSpPr>
          <p:spPr>
            <a:xfrm>
              <a:off x="7572435" y="1873716"/>
              <a:ext cx="1003" cy="1056"/>
            </a:xfrm>
            <a:custGeom>
              <a:avLst/>
              <a:pathLst>
                <a:path w="1003" h="1056">
                  <a:moveTo>
                    <a:pt x="0" y="1056"/>
                  </a:moveTo>
                  <a:lnTo>
                    <a:pt x="1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3" name="pl2523"/>
            <p:cNvSpPr/>
            <p:nvPr/>
          </p:nvSpPr>
          <p:spPr>
            <a:xfrm>
              <a:off x="7574743" y="1877928"/>
              <a:ext cx="1006" cy="1054"/>
            </a:xfrm>
            <a:custGeom>
              <a:avLst/>
              <a:pathLst>
                <a:path w="1006" h="1054">
                  <a:moveTo>
                    <a:pt x="0" y="1054"/>
                  </a:moveTo>
                  <a:lnTo>
                    <a:pt x="1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4" name="pl2524"/>
            <p:cNvSpPr/>
            <p:nvPr/>
          </p:nvSpPr>
          <p:spPr>
            <a:xfrm>
              <a:off x="7564788" y="1867423"/>
              <a:ext cx="1998" cy="2121"/>
            </a:xfrm>
            <a:custGeom>
              <a:avLst/>
              <a:pathLst>
                <a:path w="1998" h="2121">
                  <a:moveTo>
                    <a:pt x="0" y="2121"/>
                  </a:moveTo>
                  <a:lnTo>
                    <a:pt x="19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5" name="pl2525"/>
            <p:cNvSpPr/>
            <p:nvPr/>
          </p:nvSpPr>
          <p:spPr>
            <a:xfrm>
              <a:off x="7605267" y="1905603"/>
              <a:ext cx="1026" cy="1034"/>
            </a:xfrm>
            <a:custGeom>
              <a:avLst/>
              <a:pathLst>
                <a:path w="1026" h="1034">
                  <a:moveTo>
                    <a:pt x="0" y="1034"/>
                  </a:moveTo>
                  <a:lnTo>
                    <a:pt x="10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6" name="pl2526"/>
            <p:cNvSpPr/>
            <p:nvPr/>
          </p:nvSpPr>
          <p:spPr>
            <a:xfrm>
              <a:off x="7598755" y="1899170"/>
              <a:ext cx="1021" cy="1039"/>
            </a:xfrm>
            <a:custGeom>
              <a:avLst/>
              <a:pathLst>
                <a:path w="1021" h="1039">
                  <a:moveTo>
                    <a:pt x="0" y="1039"/>
                  </a:moveTo>
                  <a:lnTo>
                    <a:pt x="10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7" name="pl2527"/>
            <p:cNvSpPr/>
            <p:nvPr/>
          </p:nvSpPr>
          <p:spPr>
            <a:xfrm>
              <a:off x="7600991" y="1903420"/>
              <a:ext cx="1023" cy="1037"/>
            </a:xfrm>
            <a:custGeom>
              <a:avLst/>
              <a:pathLst>
                <a:path w="1023" h="1037">
                  <a:moveTo>
                    <a:pt x="0" y="1037"/>
                  </a:moveTo>
                  <a:lnTo>
                    <a:pt x="1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8" name="pl2528"/>
            <p:cNvSpPr/>
            <p:nvPr/>
          </p:nvSpPr>
          <p:spPr>
            <a:xfrm>
              <a:off x="7591199" y="1892764"/>
              <a:ext cx="2034" cy="2087"/>
            </a:xfrm>
            <a:custGeom>
              <a:avLst/>
              <a:pathLst>
                <a:path w="2034" h="2087">
                  <a:moveTo>
                    <a:pt x="0" y="2087"/>
                  </a:moveTo>
                  <a:lnTo>
                    <a:pt x="20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9" name="pl2529"/>
            <p:cNvSpPr/>
            <p:nvPr/>
          </p:nvSpPr>
          <p:spPr>
            <a:xfrm>
              <a:off x="7595082" y="1899647"/>
              <a:ext cx="1020" cy="1040"/>
            </a:xfrm>
            <a:custGeom>
              <a:avLst/>
              <a:pathLst>
                <a:path w="1020" h="1040">
                  <a:moveTo>
                    <a:pt x="0" y="1040"/>
                  </a:moveTo>
                  <a:lnTo>
                    <a:pt x="10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0" name="pl2530"/>
            <p:cNvSpPr/>
            <p:nvPr/>
          </p:nvSpPr>
          <p:spPr>
            <a:xfrm>
              <a:off x="7583624" y="1886387"/>
              <a:ext cx="3038" cy="3143"/>
            </a:xfrm>
            <a:custGeom>
              <a:avLst/>
              <a:pathLst>
                <a:path w="3038" h="3143">
                  <a:moveTo>
                    <a:pt x="0" y="3143"/>
                  </a:moveTo>
                  <a:lnTo>
                    <a:pt x="3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1" name="pl2531"/>
            <p:cNvSpPr/>
            <p:nvPr/>
          </p:nvSpPr>
          <p:spPr>
            <a:xfrm>
              <a:off x="7586313" y="1895098"/>
              <a:ext cx="3050" cy="3132"/>
            </a:xfrm>
            <a:custGeom>
              <a:avLst/>
              <a:pathLst>
                <a:path w="3050" h="3132">
                  <a:moveTo>
                    <a:pt x="0" y="3132"/>
                  </a:moveTo>
                  <a:lnTo>
                    <a:pt x="30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2" name="pl2532"/>
            <p:cNvSpPr/>
            <p:nvPr/>
          </p:nvSpPr>
          <p:spPr>
            <a:xfrm>
              <a:off x="7565763" y="1874256"/>
              <a:ext cx="4010" cy="4230"/>
            </a:xfrm>
            <a:custGeom>
              <a:avLst/>
              <a:pathLst>
                <a:path w="4010" h="4230">
                  <a:moveTo>
                    <a:pt x="0" y="4230"/>
                  </a:moveTo>
                  <a:lnTo>
                    <a:pt x="40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3" name="pl2533"/>
            <p:cNvSpPr/>
            <p:nvPr/>
          </p:nvSpPr>
          <p:spPr>
            <a:xfrm>
              <a:off x="7573042" y="1888324"/>
              <a:ext cx="3029" cy="3152"/>
            </a:xfrm>
            <a:custGeom>
              <a:avLst/>
              <a:pathLst>
                <a:path w="3029" h="3152">
                  <a:moveTo>
                    <a:pt x="0" y="3152"/>
                  </a:moveTo>
                  <a:lnTo>
                    <a:pt x="30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4" name="pl2534"/>
            <p:cNvSpPr/>
            <p:nvPr/>
          </p:nvSpPr>
          <p:spPr>
            <a:xfrm>
              <a:off x="7542821" y="1855509"/>
              <a:ext cx="6923" cy="7492"/>
            </a:xfrm>
            <a:custGeom>
              <a:avLst/>
              <a:pathLst>
                <a:path w="6923" h="7492">
                  <a:moveTo>
                    <a:pt x="0" y="7492"/>
                  </a:moveTo>
                  <a:lnTo>
                    <a:pt x="69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5" name="pl2535"/>
            <p:cNvSpPr/>
            <p:nvPr/>
          </p:nvSpPr>
          <p:spPr>
            <a:xfrm>
              <a:off x="7557001" y="1877166"/>
              <a:ext cx="999" cy="1060"/>
            </a:xfrm>
            <a:custGeom>
              <a:avLst/>
              <a:pathLst>
                <a:path w="999" h="1060">
                  <a:moveTo>
                    <a:pt x="0" y="1060"/>
                  </a:moveTo>
                  <a:lnTo>
                    <a:pt x="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6" name="pl2536"/>
            <p:cNvSpPr/>
            <p:nvPr/>
          </p:nvSpPr>
          <p:spPr>
            <a:xfrm>
              <a:off x="7530102" y="1842537"/>
              <a:ext cx="9810" cy="10777"/>
            </a:xfrm>
            <a:custGeom>
              <a:avLst/>
              <a:pathLst>
                <a:path w="9810" h="10777">
                  <a:moveTo>
                    <a:pt x="0" y="10777"/>
                  </a:moveTo>
                  <a:lnTo>
                    <a:pt x="98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7" name="pl2537"/>
            <p:cNvSpPr/>
            <p:nvPr/>
          </p:nvSpPr>
          <p:spPr>
            <a:xfrm>
              <a:off x="7534693" y="1865713"/>
              <a:ext cx="8912" cy="9623"/>
            </a:xfrm>
            <a:custGeom>
              <a:avLst/>
              <a:pathLst>
                <a:path w="8912" h="9623">
                  <a:moveTo>
                    <a:pt x="0" y="9623"/>
                  </a:moveTo>
                  <a:lnTo>
                    <a:pt x="89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8" name="pl2538"/>
            <p:cNvSpPr/>
            <p:nvPr/>
          </p:nvSpPr>
          <p:spPr>
            <a:xfrm>
              <a:off x="7472673" y="1807939"/>
              <a:ext cx="10423" cy="12180"/>
            </a:xfrm>
            <a:custGeom>
              <a:avLst/>
              <a:pathLst>
                <a:path w="10423" h="12180">
                  <a:moveTo>
                    <a:pt x="0" y="12180"/>
                  </a:moveTo>
                  <a:lnTo>
                    <a:pt x="104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9" name="pl2539"/>
            <p:cNvSpPr/>
            <p:nvPr/>
          </p:nvSpPr>
          <p:spPr>
            <a:xfrm>
              <a:off x="7496200" y="1847424"/>
              <a:ext cx="7752" cy="8707"/>
            </a:xfrm>
            <a:custGeom>
              <a:avLst/>
              <a:pathLst>
                <a:path w="7752" h="8707">
                  <a:moveTo>
                    <a:pt x="0" y="8707"/>
                  </a:moveTo>
                  <a:lnTo>
                    <a:pt x="77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0" name="pl2540"/>
            <p:cNvSpPr/>
            <p:nvPr/>
          </p:nvSpPr>
          <p:spPr>
            <a:xfrm>
              <a:off x="7419195" y="1768140"/>
              <a:ext cx="18316" cy="22673"/>
            </a:xfrm>
            <a:custGeom>
              <a:avLst/>
              <a:pathLst>
                <a:path w="18316" h="22673">
                  <a:moveTo>
                    <a:pt x="0" y="22673"/>
                  </a:moveTo>
                  <a:lnTo>
                    <a:pt x="18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1" name="pl2541"/>
            <p:cNvSpPr/>
            <p:nvPr/>
          </p:nvSpPr>
          <p:spPr>
            <a:xfrm>
              <a:off x="7456204" y="1823011"/>
              <a:ext cx="1885" cy="2222"/>
            </a:xfrm>
            <a:custGeom>
              <a:avLst/>
              <a:pathLst>
                <a:path w="1885" h="2222">
                  <a:moveTo>
                    <a:pt x="0" y="2222"/>
                  </a:moveTo>
                  <a:lnTo>
                    <a:pt x="1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2" name="pl2542"/>
            <p:cNvSpPr/>
            <p:nvPr/>
          </p:nvSpPr>
          <p:spPr>
            <a:xfrm>
              <a:off x="7384369" y="1734719"/>
              <a:ext cx="25002" cy="32250"/>
            </a:xfrm>
            <a:custGeom>
              <a:avLst/>
              <a:pathLst>
                <a:path w="25002" h="32250">
                  <a:moveTo>
                    <a:pt x="0" y="32250"/>
                  </a:moveTo>
                  <a:lnTo>
                    <a:pt x="250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3" name="pl2543"/>
            <p:cNvSpPr/>
            <p:nvPr/>
          </p:nvSpPr>
          <p:spPr>
            <a:xfrm>
              <a:off x="7402245" y="1795706"/>
              <a:ext cx="18361" cy="22637"/>
            </a:xfrm>
            <a:custGeom>
              <a:avLst/>
              <a:pathLst>
                <a:path w="18361" h="22637">
                  <a:moveTo>
                    <a:pt x="0" y="22637"/>
                  </a:moveTo>
                  <a:lnTo>
                    <a:pt x="183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4" name="pl2544"/>
            <p:cNvSpPr/>
            <p:nvPr/>
          </p:nvSpPr>
          <p:spPr>
            <a:xfrm>
              <a:off x="7249315" y="1669179"/>
              <a:ext cx="24317" cy="36334"/>
            </a:xfrm>
            <a:custGeom>
              <a:avLst/>
              <a:pathLst>
                <a:path w="24317" h="36334">
                  <a:moveTo>
                    <a:pt x="0" y="36334"/>
                  </a:moveTo>
                  <a:lnTo>
                    <a:pt x="243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5" name="pl2545"/>
            <p:cNvSpPr/>
            <p:nvPr/>
          </p:nvSpPr>
          <p:spPr>
            <a:xfrm>
              <a:off x="7304577" y="1760176"/>
              <a:ext cx="22496" cy="30491"/>
            </a:xfrm>
            <a:custGeom>
              <a:avLst/>
              <a:pathLst>
                <a:path w="22496" h="30491">
                  <a:moveTo>
                    <a:pt x="0" y="30491"/>
                  </a:moveTo>
                  <a:lnTo>
                    <a:pt x="224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6" name="pl2546"/>
            <p:cNvSpPr/>
            <p:nvPr/>
          </p:nvSpPr>
          <p:spPr>
            <a:xfrm>
              <a:off x="7060083" y="1571665"/>
              <a:ext cx="34510" cy="64178"/>
            </a:xfrm>
            <a:custGeom>
              <a:avLst/>
              <a:pathLst>
                <a:path w="34510" h="64178">
                  <a:moveTo>
                    <a:pt x="0" y="64178"/>
                  </a:moveTo>
                  <a:lnTo>
                    <a:pt x="345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7" name="pl2547"/>
            <p:cNvSpPr/>
            <p:nvPr/>
          </p:nvSpPr>
          <p:spPr>
            <a:xfrm>
              <a:off x="7618208" y="1918553"/>
              <a:ext cx="1034" cy="1026"/>
            </a:xfrm>
            <a:custGeom>
              <a:avLst/>
              <a:pathLst>
                <a:path w="1034" h="1026">
                  <a:moveTo>
                    <a:pt x="0" y="1026"/>
                  </a:moveTo>
                  <a:lnTo>
                    <a:pt x="10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8" name="pl2548"/>
            <p:cNvSpPr/>
            <p:nvPr/>
          </p:nvSpPr>
          <p:spPr>
            <a:xfrm>
              <a:off x="7611752" y="1912064"/>
              <a:ext cx="1030" cy="1030"/>
            </a:xfrm>
            <a:custGeom>
              <a:avLst/>
              <a:pathLst>
                <a:path w="1030" h="1030">
                  <a:moveTo>
                    <a:pt x="0" y="1030"/>
                  </a:moveTo>
                  <a:lnTo>
                    <a:pt x="10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9" name="pl2549"/>
            <p:cNvSpPr/>
            <p:nvPr/>
          </p:nvSpPr>
          <p:spPr>
            <a:xfrm>
              <a:off x="7643757" y="1944782"/>
              <a:ext cx="1052" cy="1008"/>
            </a:xfrm>
            <a:custGeom>
              <a:avLst/>
              <a:pathLst>
                <a:path w="1052" h="1008">
                  <a:moveTo>
                    <a:pt x="0" y="1008"/>
                  </a:moveTo>
                  <a:lnTo>
                    <a:pt x="10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0" name="pl2550"/>
            <p:cNvSpPr/>
            <p:nvPr/>
          </p:nvSpPr>
          <p:spPr>
            <a:xfrm>
              <a:off x="7637412" y="1938184"/>
              <a:ext cx="1047" cy="1012"/>
            </a:xfrm>
            <a:custGeom>
              <a:avLst/>
              <a:pathLst>
                <a:path w="1047" h="1012">
                  <a:moveTo>
                    <a:pt x="0" y="1012"/>
                  </a:moveTo>
                  <a:lnTo>
                    <a:pt x="10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1" name="pl2551"/>
            <p:cNvSpPr/>
            <p:nvPr/>
          </p:nvSpPr>
          <p:spPr>
            <a:xfrm>
              <a:off x="7662623" y="1964739"/>
              <a:ext cx="1065" cy="994"/>
            </a:xfrm>
            <a:custGeom>
              <a:avLst/>
              <a:pathLst>
                <a:path w="1065" h="994">
                  <a:moveTo>
                    <a:pt x="0" y="994"/>
                  </a:moveTo>
                  <a:lnTo>
                    <a:pt x="10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2" name="pl2552"/>
            <p:cNvSpPr/>
            <p:nvPr/>
          </p:nvSpPr>
          <p:spPr>
            <a:xfrm>
              <a:off x="7656362" y="1958060"/>
              <a:ext cx="1060" cy="999"/>
            </a:xfrm>
            <a:custGeom>
              <a:avLst/>
              <a:pathLst>
                <a:path w="1060" h="999">
                  <a:moveTo>
                    <a:pt x="0" y="999"/>
                  </a:moveTo>
                  <a:lnTo>
                    <a:pt x="10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3" name="pl2553"/>
            <p:cNvSpPr/>
            <p:nvPr/>
          </p:nvSpPr>
          <p:spPr>
            <a:xfrm>
              <a:off x="7658433" y="1962393"/>
              <a:ext cx="1062" cy="997"/>
            </a:xfrm>
            <a:custGeom>
              <a:avLst/>
              <a:pathLst>
                <a:path w="1062" h="997">
                  <a:moveTo>
                    <a:pt x="0" y="997"/>
                  </a:moveTo>
                  <a:lnTo>
                    <a:pt x="10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4" name="pl2554"/>
            <p:cNvSpPr/>
            <p:nvPr/>
          </p:nvSpPr>
          <p:spPr>
            <a:xfrm>
              <a:off x="7649017" y="1951407"/>
              <a:ext cx="2113" cy="2007"/>
            </a:xfrm>
            <a:custGeom>
              <a:avLst/>
              <a:pathLst>
                <a:path w="2113" h="2007">
                  <a:moveTo>
                    <a:pt x="0" y="2007"/>
                  </a:moveTo>
                  <a:lnTo>
                    <a:pt x="2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5" name="pl2555"/>
            <p:cNvSpPr/>
            <p:nvPr/>
          </p:nvSpPr>
          <p:spPr>
            <a:xfrm>
              <a:off x="7651614" y="1958395"/>
              <a:ext cx="2119" cy="2000"/>
            </a:xfrm>
            <a:custGeom>
              <a:avLst/>
              <a:pathLst>
                <a:path w="2119" h="2000">
                  <a:moveTo>
                    <a:pt x="0" y="2000"/>
                  </a:moveTo>
                  <a:lnTo>
                    <a:pt x="21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6" name="pl2556"/>
            <p:cNvSpPr/>
            <p:nvPr/>
          </p:nvSpPr>
          <p:spPr>
            <a:xfrm>
              <a:off x="7637438" y="1942490"/>
              <a:ext cx="3150" cy="3031"/>
            </a:xfrm>
            <a:custGeom>
              <a:avLst/>
              <a:pathLst>
                <a:path w="3150" h="3031">
                  <a:moveTo>
                    <a:pt x="0" y="3031"/>
                  </a:moveTo>
                  <a:lnTo>
                    <a:pt x="3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7" name="pl2557"/>
            <p:cNvSpPr/>
            <p:nvPr/>
          </p:nvSpPr>
          <p:spPr>
            <a:xfrm>
              <a:off x="7643488" y="1952942"/>
              <a:ext cx="1054" cy="1005"/>
            </a:xfrm>
            <a:custGeom>
              <a:avLst/>
              <a:pathLst>
                <a:path w="1054" h="1005">
                  <a:moveTo>
                    <a:pt x="0" y="1005"/>
                  </a:moveTo>
                  <a:lnTo>
                    <a:pt x="10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8" name="pl2558"/>
            <p:cNvSpPr/>
            <p:nvPr/>
          </p:nvSpPr>
          <p:spPr>
            <a:xfrm>
              <a:off x="7626864" y="1931613"/>
              <a:ext cx="5218" cy="5086"/>
            </a:xfrm>
            <a:custGeom>
              <a:avLst/>
              <a:pathLst>
                <a:path w="5218" h="5086">
                  <a:moveTo>
                    <a:pt x="0" y="5086"/>
                  </a:moveTo>
                  <a:lnTo>
                    <a:pt x="52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9" name="pl2559"/>
            <p:cNvSpPr/>
            <p:nvPr/>
          </p:nvSpPr>
          <p:spPr>
            <a:xfrm>
              <a:off x="7634151" y="1945300"/>
              <a:ext cx="1049" cy="1011"/>
            </a:xfrm>
            <a:custGeom>
              <a:avLst/>
              <a:pathLst>
                <a:path w="1049" h="1011">
                  <a:moveTo>
                    <a:pt x="0" y="1011"/>
                  </a:moveTo>
                  <a:lnTo>
                    <a:pt x="10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0" name="pl2560"/>
            <p:cNvSpPr/>
            <p:nvPr/>
          </p:nvSpPr>
          <p:spPr>
            <a:xfrm>
              <a:off x="7619441" y="1925069"/>
              <a:ext cx="6235" cy="6130"/>
            </a:xfrm>
            <a:custGeom>
              <a:avLst/>
              <a:pathLst>
                <a:path w="6235" h="6130">
                  <a:moveTo>
                    <a:pt x="0" y="6130"/>
                  </a:moveTo>
                  <a:lnTo>
                    <a:pt x="6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1" name="pl2561"/>
            <p:cNvSpPr/>
            <p:nvPr/>
          </p:nvSpPr>
          <p:spPr>
            <a:xfrm>
              <a:off x="7624726" y="1938737"/>
              <a:ext cx="2088" cy="2033"/>
            </a:xfrm>
            <a:custGeom>
              <a:avLst/>
              <a:pathLst>
                <a:path w="2088" h="2033">
                  <a:moveTo>
                    <a:pt x="0" y="2033"/>
                  </a:moveTo>
                  <a:lnTo>
                    <a:pt x="20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2" name="pl2562"/>
            <p:cNvSpPr/>
            <p:nvPr/>
          </p:nvSpPr>
          <p:spPr>
            <a:xfrm>
              <a:off x="7607755" y="1916334"/>
              <a:ext cx="7229" cy="7198"/>
            </a:xfrm>
            <a:custGeom>
              <a:avLst/>
              <a:pathLst>
                <a:path w="7229" h="7198">
                  <a:moveTo>
                    <a:pt x="0" y="7198"/>
                  </a:moveTo>
                  <a:lnTo>
                    <a:pt x="72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3" name="pl2563"/>
            <p:cNvSpPr/>
            <p:nvPr/>
          </p:nvSpPr>
          <p:spPr>
            <a:xfrm>
              <a:off x="7681231" y="1984935"/>
              <a:ext cx="1077" cy="981"/>
            </a:xfrm>
            <a:custGeom>
              <a:avLst/>
              <a:pathLst>
                <a:path w="1077" h="981">
                  <a:moveTo>
                    <a:pt x="0" y="981"/>
                  </a:moveTo>
                  <a:lnTo>
                    <a:pt x="10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4" name="pl2564"/>
            <p:cNvSpPr/>
            <p:nvPr/>
          </p:nvSpPr>
          <p:spPr>
            <a:xfrm>
              <a:off x="7675057" y="1978176"/>
              <a:ext cx="1073" cy="985"/>
            </a:xfrm>
            <a:custGeom>
              <a:avLst/>
              <a:pathLst>
                <a:path w="1073" h="985">
                  <a:moveTo>
                    <a:pt x="0" y="985"/>
                  </a:moveTo>
                  <a:lnTo>
                    <a:pt x="1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5" name="pl2565"/>
            <p:cNvSpPr/>
            <p:nvPr/>
          </p:nvSpPr>
          <p:spPr>
            <a:xfrm>
              <a:off x="7717666" y="2026035"/>
              <a:ext cx="1102" cy="953"/>
            </a:xfrm>
            <a:custGeom>
              <a:avLst/>
              <a:pathLst>
                <a:path w="1102" h="953">
                  <a:moveTo>
                    <a:pt x="0" y="953"/>
                  </a:moveTo>
                  <a:lnTo>
                    <a:pt x="11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6" name="pl2566"/>
            <p:cNvSpPr/>
            <p:nvPr/>
          </p:nvSpPr>
          <p:spPr>
            <a:xfrm>
              <a:off x="7711667" y="2019120"/>
              <a:ext cx="1098" cy="957"/>
            </a:xfrm>
            <a:custGeom>
              <a:avLst/>
              <a:pathLst>
                <a:path w="1098" h="957">
                  <a:moveTo>
                    <a:pt x="0" y="957"/>
                  </a:moveTo>
                  <a:lnTo>
                    <a:pt x="10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7" name="pl2567"/>
            <p:cNvSpPr/>
            <p:nvPr/>
          </p:nvSpPr>
          <p:spPr>
            <a:xfrm>
              <a:off x="7713570" y="2023530"/>
              <a:ext cx="1100" cy="955"/>
            </a:xfrm>
            <a:custGeom>
              <a:avLst/>
              <a:pathLst>
                <a:path w="1100" h="955">
                  <a:moveTo>
                    <a:pt x="0" y="955"/>
                  </a:moveTo>
                  <a:lnTo>
                    <a:pt x="1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8" name="pl2568"/>
            <p:cNvSpPr/>
            <p:nvPr/>
          </p:nvSpPr>
          <p:spPr>
            <a:xfrm>
              <a:off x="7704544" y="2012231"/>
              <a:ext cx="2188" cy="1924"/>
            </a:xfrm>
            <a:custGeom>
              <a:avLst/>
              <a:pathLst>
                <a:path w="2188" h="1924">
                  <a:moveTo>
                    <a:pt x="0" y="1924"/>
                  </a:moveTo>
                  <a:lnTo>
                    <a:pt x="2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9" name="pl2569"/>
            <p:cNvSpPr/>
            <p:nvPr/>
          </p:nvSpPr>
          <p:spPr>
            <a:xfrm>
              <a:off x="7741366" y="2053947"/>
              <a:ext cx="1118" cy="934"/>
            </a:xfrm>
            <a:custGeom>
              <a:avLst/>
              <a:pathLst>
                <a:path w="1118" h="934">
                  <a:moveTo>
                    <a:pt x="0" y="934"/>
                  </a:moveTo>
                  <a:lnTo>
                    <a:pt x="11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0" name="pl2570"/>
            <p:cNvSpPr/>
            <p:nvPr/>
          </p:nvSpPr>
          <p:spPr>
            <a:xfrm>
              <a:off x="7735486" y="2046931"/>
              <a:ext cx="1114" cy="938"/>
            </a:xfrm>
            <a:custGeom>
              <a:avLst/>
              <a:pathLst>
                <a:path w="1114" h="938">
                  <a:moveTo>
                    <a:pt x="0" y="938"/>
                  </a:moveTo>
                  <a:lnTo>
                    <a:pt x="11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1" name="pl2571"/>
            <p:cNvSpPr/>
            <p:nvPr/>
          </p:nvSpPr>
          <p:spPr>
            <a:xfrm>
              <a:off x="7737313" y="2051373"/>
              <a:ext cx="1116" cy="936"/>
            </a:xfrm>
            <a:custGeom>
              <a:avLst/>
              <a:pathLst>
                <a:path w="1116" h="936">
                  <a:moveTo>
                    <a:pt x="0" y="936"/>
                  </a:moveTo>
                  <a:lnTo>
                    <a:pt x="11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2" name="pl2572"/>
            <p:cNvSpPr/>
            <p:nvPr/>
          </p:nvSpPr>
          <p:spPr>
            <a:xfrm>
              <a:off x="7728465" y="2039940"/>
              <a:ext cx="2221" cy="1887"/>
            </a:xfrm>
            <a:custGeom>
              <a:avLst/>
              <a:pathLst>
                <a:path w="2221" h="1887">
                  <a:moveTo>
                    <a:pt x="0" y="1887"/>
                  </a:moveTo>
                  <a:lnTo>
                    <a:pt x="22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3" name="pl2573"/>
            <p:cNvSpPr/>
            <p:nvPr/>
          </p:nvSpPr>
          <p:spPr>
            <a:xfrm>
              <a:off x="7731784" y="2047061"/>
              <a:ext cx="1113" cy="940"/>
            </a:xfrm>
            <a:custGeom>
              <a:avLst/>
              <a:pathLst>
                <a:path w="1113" h="940">
                  <a:moveTo>
                    <a:pt x="0" y="940"/>
                  </a:moveTo>
                  <a:lnTo>
                    <a:pt x="1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4" name="pl2574"/>
            <p:cNvSpPr/>
            <p:nvPr/>
          </p:nvSpPr>
          <p:spPr>
            <a:xfrm>
              <a:off x="7721422" y="2032975"/>
              <a:ext cx="3319" cy="2845"/>
            </a:xfrm>
            <a:custGeom>
              <a:avLst/>
              <a:pathLst>
                <a:path w="3319" h="2845">
                  <a:moveTo>
                    <a:pt x="0" y="2845"/>
                  </a:moveTo>
                  <a:lnTo>
                    <a:pt x="33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5" name="pl2575"/>
            <p:cNvSpPr/>
            <p:nvPr/>
          </p:nvSpPr>
          <p:spPr>
            <a:xfrm>
              <a:off x="7723284" y="2041901"/>
              <a:ext cx="3330" cy="2832"/>
            </a:xfrm>
            <a:custGeom>
              <a:avLst/>
              <a:pathLst>
                <a:path w="3330" h="2832">
                  <a:moveTo>
                    <a:pt x="0" y="2832"/>
                  </a:moveTo>
                  <a:lnTo>
                    <a:pt x="33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6" name="pl2576"/>
            <p:cNvSpPr/>
            <p:nvPr/>
          </p:nvSpPr>
          <p:spPr>
            <a:xfrm>
              <a:off x="7704675" y="2019313"/>
              <a:ext cx="4389" cy="3835"/>
            </a:xfrm>
            <a:custGeom>
              <a:avLst/>
              <a:pathLst>
                <a:path w="4389" h="3835">
                  <a:moveTo>
                    <a:pt x="0" y="3835"/>
                  </a:moveTo>
                  <a:lnTo>
                    <a:pt x="4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7" name="pl2577"/>
            <p:cNvSpPr/>
            <p:nvPr/>
          </p:nvSpPr>
          <p:spPr>
            <a:xfrm>
              <a:off x="7712912" y="2033910"/>
              <a:ext cx="1103" cy="951"/>
            </a:xfrm>
            <a:custGeom>
              <a:avLst/>
              <a:pathLst>
                <a:path w="1103" h="951">
                  <a:moveTo>
                    <a:pt x="0" y="951"/>
                  </a:moveTo>
                  <a:lnTo>
                    <a:pt x="11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8" name="pl2578"/>
            <p:cNvSpPr/>
            <p:nvPr/>
          </p:nvSpPr>
          <p:spPr>
            <a:xfrm>
              <a:off x="7693039" y="2005368"/>
              <a:ext cx="7631" cy="6769"/>
            </a:xfrm>
            <a:custGeom>
              <a:avLst/>
              <a:pathLst>
                <a:path w="7631" h="6769">
                  <a:moveTo>
                    <a:pt x="0" y="6769"/>
                  </a:moveTo>
                  <a:lnTo>
                    <a:pt x="76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9" name="pl2579"/>
            <p:cNvSpPr/>
            <p:nvPr/>
          </p:nvSpPr>
          <p:spPr>
            <a:xfrm>
              <a:off x="7701918" y="2023465"/>
              <a:ext cx="1097" cy="959"/>
            </a:xfrm>
            <a:custGeom>
              <a:avLst/>
              <a:pathLst>
                <a:path w="1097" h="959">
                  <a:moveTo>
                    <a:pt x="0" y="959"/>
                  </a:moveTo>
                  <a:lnTo>
                    <a:pt x="10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0" name="pl2580"/>
            <p:cNvSpPr/>
            <p:nvPr/>
          </p:nvSpPr>
          <p:spPr>
            <a:xfrm>
              <a:off x="7685890" y="1998531"/>
              <a:ext cx="8688" cy="7774"/>
            </a:xfrm>
            <a:custGeom>
              <a:avLst/>
              <a:pathLst>
                <a:path w="8688" h="7774">
                  <a:moveTo>
                    <a:pt x="0" y="7774"/>
                  </a:moveTo>
                  <a:lnTo>
                    <a:pt x="86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1" name="pl2581"/>
            <p:cNvSpPr/>
            <p:nvPr/>
          </p:nvSpPr>
          <p:spPr>
            <a:xfrm>
              <a:off x="7692838" y="2015342"/>
              <a:ext cx="1091" cy="965"/>
            </a:xfrm>
            <a:custGeom>
              <a:avLst/>
              <a:pathLst>
                <a:path w="1091" h="965">
                  <a:moveTo>
                    <a:pt x="0" y="965"/>
                  </a:moveTo>
                  <a:lnTo>
                    <a:pt x="10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2" name="pl2582"/>
            <p:cNvSpPr/>
            <p:nvPr/>
          </p:nvSpPr>
          <p:spPr>
            <a:xfrm>
              <a:off x="7678721" y="1991720"/>
              <a:ext cx="9737" cy="8787"/>
            </a:xfrm>
            <a:custGeom>
              <a:avLst/>
              <a:pathLst>
                <a:path w="9737" h="8787">
                  <a:moveTo>
                    <a:pt x="0" y="8787"/>
                  </a:moveTo>
                  <a:lnTo>
                    <a:pt x="9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3" name="pl2583"/>
            <p:cNvSpPr/>
            <p:nvPr/>
          </p:nvSpPr>
          <p:spPr>
            <a:xfrm>
              <a:off x="7683626" y="2008390"/>
              <a:ext cx="2173" cy="1942"/>
            </a:xfrm>
            <a:custGeom>
              <a:avLst/>
              <a:pathLst>
                <a:path w="2173" h="1942">
                  <a:moveTo>
                    <a:pt x="0" y="1942"/>
                  </a:moveTo>
                  <a:lnTo>
                    <a:pt x="21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4" name="pl2584"/>
            <p:cNvSpPr/>
            <p:nvPr/>
          </p:nvSpPr>
          <p:spPr>
            <a:xfrm>
              <a:off x="7667391" y="1982536"/>
              <a:ext cx="10756" cy="9833"/>
            </a:xfrm>
            <a:custGeom>
              <a:avLst/>
              <a:pathLst>
                <a:path w="10756" h="9833">
                  <a:moveTo>
                    <a:pt x="0" y="9833"/>
                  </a:moveTo>
                  <a:lnTo>
                    <a:pt x="107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5" name="pl2585"/>
            <p:cNvSpPr/>
            <p:nvPr/>
          </p:nvSpPr>
          <p:spPr>
            <a:xfrm>
              <a:off x="7674453" y="2001327"/>
              <a:ext cx="1081" cy="977"/>
            </a:xfrm>
            <a:custGeom>
              <a:avLst/>
              <a:pathLst>
                <a:path w="1081" h="977">
                  <a:moveTo>
                    <a:pt x="0" y="977"/>
                  </a:moveTo>
                  <a:lnTo>
                    <a:pt x="10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6" name="pl2586"/>
            <p:cNvSpPr/>
            <p:nvPr/>
          </p:nvSpPr>
          <p:spPr>
            <a:xfrm>
              <a:off x="7657091" y="1971444"/>
              <a:ext cx="12832" cy="11882"/>
            </a:xfrm>
            <a:custGeom>
              <a:avLst/>
              <a:pathLst>
                <a:path w="12832" h="11882">
                  <a:moveTo>
                    <a:pt x="0" y="11882"/>
                  </a:moveTo>
                  <a:lnTo>
                    <a:pt x="128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7" name="pl2587"/>
            <p:cNvSpPr/>
            <p:nvPr/>
          </p:nvSpPr>
          <p:spPr>
            <a:xfrm>
              <a:off x="7656123" y="1992789"/>
              <a:ext cx="9677" cy="8853"/>
            </a:xfrm>
            <a:custGeom>
              <a:avLst/>
              <a:pathLst>
                <a:path w="9677" h="8853">
                  <a:moveTo>
                    <a:pt x="0" y="8853"/>
                  </a:moveTo>
                  <a:lnTo>
                    <a:pt x="96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8" name="pl2588"/>
            <p:cNvSpPr/>
            <p:nvPr/>
          </p:nvSpPr>
          <p:spPr>
            <a:xfrm>
              <a:off x="7602764" y="1932127"/>
              <a:ext cx="13500" cy="13291"/>
            </a:xfrm>
            <a:custGeom>
              <a:avLst/>
              <a:pathLst>
                <a:path w="13500" h="13291">
                  <a:moveTo>
                    <a:pt x="0" y="13291"/>
                  </a:moveTo>
                  <a:lnTo>
                    <a:pt x="13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9" name="pl2589"/>
            <p:cNvSpPr/>
            <p:nvPr/>
          </p:nvSpPr>
          <p:spPr>
            <a:xfrm>
              <a:off x="7758827" y="2075145"/>
              <a:ext cx="1130" cy="919"/>
            </a:xfrm>
            <a:custGeom>
              <a:avLst/>
              <a:pathLst>
                <a:path w="1130" h="919">
                  <a:moveTo>
                    <a:pt x="0" y="919"/>
                  </a:moveTo>
                  <a:lnTo>
                    <a:pt x="11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0" name="pl2590"/>
            <p:cNvSpPr/>
            <p:nvPr/>
          </p:nvSpPr>
          <p:spPr>
            <a:xfrm>
              <a:off x="7753037" y="2068054"/>
              <a:ext cx="1126" cy="924"/>
            </a:xfrm>
            <a:custGeom>
              <a:avLst/>
              <a:pathLst>
                <a:path w="1126" h="924">
                  <a:moveTo>
                    <a:pt x="0" y="924"/>
                  </a:moveTo>
                  <a:lnTo>
                    <a:pt x="1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1" name="pl2591"/>
            <p:cNvSpPr/>
            <p:nvPr/>
          </p:nvSpPr>
          <p:spPr>
            <a:xfrm>
              <a:off x="7776015" y="2096565"/>
              <a:ext cx="1142" cy="905"/>
            </a:xfrm>
            <a:custGeom>
              <a:avLst/>
              <a:pathLst>
                <a:path w="1142" h="905">
                  <a:moveTo>
                    <a:pt x="0" y="905"/>
                  </a:moveTo>
                  <a:lnTo>
                    <a:pt x="11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2" name="pl2592"/>
            <p:cNvSpPr/>
            <p:nvPr/>
          </p:nvSpPr>
          <p:spPr>
            <a:xfrm>
              <a:off x="7770316" y="2089401"/>
              <a:ext cx="1138" cy="910"/>
            </a:xfrm>
            <a:custGeom>
              <a:avLst/>
              <a:pathLst>
                <a:path w="1138" h="910">
                  <a:moveTo>
                    <a:pt x="0" y="910"/>
                  </a:moveTo>
                  <a:lnTo>
                    <a:pt x="1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3" name="pl2593"/>
            <p:cNvSpPr/>
            <p:nvPr/>
          </p:nvSpPr>
          <p:spPr>
            <a:xfrm>
              <a:off x="7772029" y="2093888"/>
              <a:ext cx="1140" cy="907"/>
            </a:xfrm>
            <a:custGeom>
              <a:avLst/>
              <a:pathLst>
                <a:path w="1140" h="907">
                  <a:moveTo>
                    <a:pt x="0" y="907"/>
                  </a:moveTo>
                  <a:lnTo>
                    <a:pt x="11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4" name="pl2594"/>
            <p:cNvSpPr/>
            <p:nvPr/>
          </p:nvSpPr>
          <p:spPr>
            <a:xfrm>
              <a:off x="7763452" y="2082261"/>
              <a:ext cx="2268" cy="1829"/>
            </a:xfrm>
            <a:custGeom>
              <a:avLst/>
              <a:pathLst>
                <a:path w="2268" h="1829">
                  <a:moveTo>
                    <a:pt x="0" y="1829"/>
                  </a:moveTo>
                  <a:lnTo>
                    <a:pt x="22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5" name="pl2595"/>
            <p:cNvSpPr/>
            <p:nvPr/>
          </p:nvSpPr>
          <p:spPr>
            <a:xfrm>
              <a:off x="7765475" y="2089436"/>
              <a:ext cx="2274" cy="1822"/>
            </a:xfrm>
            <a:custGeom>
              <a:avLst/>
              <a:pathLst>
                <a:path w="2274" h="1822">
                  <a:moveTo>
                    <a:pt x="0" y="1822"/>
                  </a:moveTo>
                  <a:lnTo>
                    <a:pt x="22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6" name="pl2596"/>
            <p:cNvSpPr/>
            <p:nvPr/>
          </p:nvSpPr>
          <p:spPr>
            <a:xfrm>
              <a:off x="7752550" y="2072519"/>
              <a:ext cx="3385" cy="2766"/>
            </a:xfrm>
            <a:custGeom>
              <a:avLst/>
              <a:pathLst>
                <a:path w="3385" h="2766">
                  <a:moveTo>
                    <a:pt x="0" y="2766"/>
                  </a:moveTo>
                  <a:lnTo>
                    <a:pt x="33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7" name="pl2597"/>
            <p:cNvSpPr/>
            <p:nvPr/>
          </p:nvSpPr>
          <p:spPr>
            <a:xfrm>
              <a:off x="7757899" y="2083256"/>
              <a:ext cx="1132" cy="916"/>
            </a:xfrm>
            <a:custGeom>
              <a:avLst/>
              <a:pathLst>
                <a:path w="1132" h="916">
                  <a:moveTo>
                    <a:pt x="0" y="916"/>
                  </a:moveTo>
                  <a:lnTo>
                    <a:pt x="11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8" name="pl2598"/>
            <p:cNvSpPr/>
            <p:nvPr/>
          </p:nvSpPr>
          <p:spPr>
            <a:xfrm>
              <a:off x="7742726" y="2060988"/>
              <a:ext cx="5613" cy="4646"/>
            </a:xfrm>
            <a:custGeom>
              <a:avLst/>
              <a:pathLst>
                <a:path w="5613" h="4646">
                  <a:moveTo>
                    <a:pt x="0" y="4646"/>
                  </a:moveTo>
                  <a:lnTo>
                    <a:pt x="56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9" name="pl2599"/>
            <p:cNvSpPr/>
            <p:nvPr/>
          </p:nvSpPr>
          <p:spPr>
            <a:xfrm>
              <a:off x="7809562" y="2140057"/>
              <a:ext cx="1164" cy="875"/>
            </a:xfrm>
            <a:custGeom>
              <a:avLst/>
              <a:pathLst>
                <a:path w="1164" h="875">
                  <a:moveTo>
                    <a:pt x="0" y="875"/>
                  </a:moveTo>
                  <a:lnTo>
                    <a:pt x="1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0" name="pl2600"/>
            <p:cNvSpPr/>
            <p:nvPr/>
          </p:nvSpPr>
          <p:spPr>
            <a:xfrm>
              <a:off x="7804048" y="2132749"/>
              <a:ext cx="1161" cy="880"/>
            </a:xfrm>
            <a:custGeom>
              <a:avLst/>
              <a:pathLst>
                <a:path w="1161" h="880">
                  <a:moveTo>
                    <a:pt x="0" y="880"/>
                  </a:moveTo>
                  <a:lnTo>
                    <a:pt x="11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1" name="pl2601"/>
            <p:cNvSpPr/>
            <p:nvPr/>
          </p:nvSpPr>
          <p:spPr>
            <a:xfrm>
              <a:off x="7831303" y="2169523"/>
              <a:ext cx="1179" cy="855"/>
            </a:xfrm>
            <a:custGeom>
              <a:avLst/>
              <a:pathLst>
                <a:path w="1179" h="855">
                  <a:moveTo>
                    <a:pt x="0" y="855"/>
                  </a:moveTo>
                  <a:lnTo>
                    <a:pt x="11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2" name="pl2602"/>
            <p:cNvSpPr/>
            <p:nvPr/>
          </p:nvSpPr>
          <p:spPr>
            <a:xfrm>
              <a:off x="7825915" y="2162122"/>
              <a:ext cx="1176" cy="860"/>
            </a:xfrm>
            <a:custGeom>
              <a:avLst/>
              <a:pathLst>
                <a:path w="1176" h="860">
                  <a:moveTo>
                    <a:pt x="0" y="860"/>
                  </a:moveTo>
                  <a:lnTo>
                    <a:pt x="11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3" name="pl2603"/>
            <p:cNvSpPr/>
            <p:nvPr/>
          </p:nvSpPr>
          <p:spPr>
            <a:xfrm>
              <a:off x="7827435" y="2166678"/>
              <a:ext cx="1177" cy="858"/>
            </a:xfrm>
            <a:custGeom>
              <a:avLst/>
              <a:pathLst>
                <a:path w="1177" h="858">
                  <a:moveTo>
                    <a:pt x="0" y="858"/>
                  </a:moveTo>
                  <a:lnTo>
                    <a:pt x="11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4" name="pl2604"/>
            <p:cNvSpPr/>
            <p:nvPr/>
          </p:nvSpPr>
          <p:spPr>
            <a:xfrm>
              <a:off x="7819323" y="2154744"/>
              <a:ext cx="2344" cy="1731"/>
            </a:xfrm>
            <a:custGeom>
              <a:avLst/>
              <a:pathLst>
                <a:path w="2344" h="1731">
                  <a:moveTo>
                    <a:pt x="0" y="1731"/>
                  </a:moveTo>
                  <a:lnTo>
                    <a:pt x="2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5" name="pl2605"/>
            <p:cNvSpPr/>
            <p:nvPr/>
          </p:nvSpPr>
          <p:spPr>
            <a:xfrm>
              <a:off x="7847278" y="2191864"/>
              <a:ext cx="1190" cy="840"/>
            </a:xfrm>
            <a:custGeom>
              <a:avLst/>
              <a:pathLst>
                <a:path w="1190" h="840">
                  <a:moveTo>
                    <a:pt x="0" y="840"/>
                  </a:moveTo>
                  <a:lnTo>
                    <a:pt x="11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6" name="pl2606"/>
            <p:cNvSpPr/>
            <p:nvPr/>
          </p:nvSpPr>
          <p:spPr>
            <a:xfrm>
              <a:off x="7841985" y="2184395"/>
              <a:ext cx="1187" cy="845"/>
            </a:xfrm>
            <a:custGeom>
              <a:avLst/>
              <a:pathLst>
                <a:path w="1187" h="845">
                  <a:moveTo>
                    <a:pt x="0" y="845"/>
                  </a:moveTo>
                  <a:lnTo>
                    <a:pt x="11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7" name="pl2607"/>
            <p:cNvSpPr/>
            <p:nvPr/>
          </p:nvSpPr>
          <p:spPr>
            <a:xfrm>
              <a:off x="7843446" y="2188970"/>
              <a:ext cx="1188" cy="842"/>
            </a:xfrm>
            <a:custGeom>
              <a:avLst/>
              <a:pathLst>
                <a:path w="1188" h="842">
                  <a:moveTo>
                    <a:pt x="0" y="842"/>
                  </a:moveTo>
                  <a:lnTo>
                    <a:pt x="1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8" name="pl2608"/>
            <p:cNvSpPr/>
            <p:nvPr/>
          </p:nvSpPr>
          <p:spPr>
            <a:xfrm>
              <a:off x="7835476" y="2176948"/>
              <a:ext cx="2366" cy="1701"/>
            </a:xfrm>
            <a:custGeom>
              <a:avLst/>
              <a:pathLst>
                <a:path w="2366" h="1701">
                  <a:moveTo>
                    <a:pt x="0" y="1701"/>
                  </a:moveTo>
                  <a:lnTo>
                    <a:pt x="2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9" name="pl2609"/>
            <p:cNvSpPr/>
            <p:nvPr/>
          </p:nvSpPr>
          <p:spPr>
            <a:xfrm>
              <a:off x="7835912" y="2184224"/>
              <a:ext cx="3558" cy="2540"/>
            </a:xfrm>
            <a:custGeom>
              <a:avLst/>
              <a:pathLst>
                <a:path w="3558" h="2540">
                  <a:moveTo>
                    <a:pt x="0" y="2540"/>
                  </a:moveTo>
                  <a:lnTo>
                    <a:pt x="35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0" name="pl2610"/>
            <p:cNvSpPr/>
            <p:nvPr/>
          </p:nvSpPr>
          <p:spPr>
            <a:xfrm>
              <a:off x="7819862" y="2161999"/>
              <a:ext cx="3525" cy="2585"/>
            </a:xfrm>
            <a:custGeom>
              <a:avLst/>
              <a:pathLst>
                <a:path w="3525" h="2585">
                  <a:moveTo>
                    <a:pt x="0" y="2585"/>
                  </a:moveTo>
                  <a:lnTo>
                    <a:pt x="35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1" name="pl2611"/>
            <p:cNvSpPr/>
            <p:nvPr/>
          </p:nvSpPr>
          <p:spPr>
            <a:xfrm>
              <a:off x="7826742" y="2175649"/>
              <a:ext cx="1180" cy="854"/>
            </a:xfrm>
            <a:custGeom>
              <a:avLst/>
              <a:pathLst>
                <a:path w="1180" h="854">
                  <a:moveTo>
                    <a:pt x="0" y="854"/>
                  </a:moveTo>
                  <a:lnTo>
                    <a:pt x="11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2" name="pl2612"/>
            <p:cNvSpPr/>
            <p:nvPr/>
          </p:nvSpPr>
          <p:spPr>
            <a:xfrm>
              <a:off x="7809201" y="2147389"/>
              <a:ext cx="7012" cy="5223"/>
            </a:xfrm>
            <a:custGeom>
              <a:avLst/>
              <a:pathLst>
                <a:path w="7012" h="5223">
                  <a:moveTo>
                    <a:pt x="0" y="5223"/>
                  </a:moveTo>
                  <a:lnTo>
                    <a:pt x="70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3" name="pl2613"/>
            <p:cNvSpPr/>
            <p:nvPr/>
          </p:nvSpPr>
          <p:spPr>
            <a:xfrm>
              <a:off x="7815663" y="2164528"/>
              <a:ext cx="2349" cy="1725"/>
            </a:xfrm>
            <a:custGeom>
              <a:avLst/>
              <a:pathLst>
                <a:path w="2349" h="1725">
                  <a:moveTo>
                    <a:pt x="0" y="1725"/>
                  </a:moveTo>
                  <a:lnTo>
                    <a:pt x="23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4" name="pl2614"/>
            <p:cNvSpPr/>
            <p:nvPr/>
          </p:nvSpPr>
          <p:spPr>
            <a:xfrm>
              <a:off x="7798667" y="2137278"/>
              <a:ext cx="8141" cy="6146"/>
            </a:xfrm>
            <a:custGeom>
              <a:avLst/>
              <a:pathLst>
                <a:path w="8141" h="6146">
                  <a:moveTo>
                    <a:pt x="0" y="6146"/>
                  </a:moveTo>
                  <a:lnTo>
                    <a:pt x="8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5" name="pl2615"/>
            <p:cNvSpPr/>
            <p:nvPr/>
          </p:nvSpPr>
          <p:spPr>
            <a:xfrm>
              <a:off x="7806034" y="2154811"/>
              <a:ext cx="1168" cy="870"/>
            </a:xfrm>
            <a:custGeom>
              <a:avLst/>
              <a:pathLst>
                <a:path w="1168" h="870">
                  <a:moveTo>
                    <a:pt x="0" y="870"/>
                  </a:moveTo>
                  <a:lnTo>
                    <a:pt x="1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6" name="pl2616"/>
            <p:cNvSpPr/>
            <p:nvPr/>
          </p:nvSpPr>
          <p:spPr>
            <a:xfrm>
              <a:off x="7789244" y="2125465"/>
              <a:ext cx="10417" cy="7969"/>
            </a:xfrm>
            <a:custGeom>
              <a:avLst/>
              <a:pathLst>
                <a:path w="10417" h="7969">
                  <a:moveTo>
                    <a:pt x="0" y="7969"/>
                  </a:moveTo>
                  <a:lnTo>
                    <a:pt x="10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7" name="pl2617"/>
            <p:cNvSpPr/>
            <p:nvPr/>
          </p:nvSpPr>
          <p:spPr>
            <a:xfrm>
              <a:off x="7862965" y="2214408"/>
              <a:ext cx="1201" cy="825"/>
            </a:xfrm>
            <a:custGeom>
              <a:avLst/>
              <a:pathLst>
                <a:path w="1201" h="825">
                  <a:moveTo>
                    <a:pt x="0" y="825"/>
                  </a:moveTo>
                  <a:lnTo>
                    <a:pt x="12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8" name="pl2618"/>
            <p:cNvSpPr/>
            <p:nvPr/>
          </p:nvSpPr>
          <p:spPr>
            <a:xfrm>
              <a:off x="7857768" y="2206871"/>
              <a:ext cx="1197" cy="830"/>
            </a:xfrm>
            <a:custGeom>
              <a:avLst/>
              <a:pathLst>
                <a:path w="1197" h="830">
                  <a:moveTo>
                    <a:pt x="0" y="830"/>
                  </a:moveTo>
                  <a:lnTo>
                    <a:pt x="11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9" name="pl2619"/>
            <p:cNvSpPr/>
            <p:nvPr/>
          </p:nvSpPr>
          <p:spPr>
            <a:xfrm>
              <a:off x="7859171" y="2211465"/>
              <a:ext cx="1199" cy="827"/>
            </a:xfrm>
            <a:custGeom>
              <a:avLst/>
              <a:pathLst>
                <a:path w="1199" h="827">
                  <a:moveTo>
                    <a:pt x="0" y="827"/>
                  </a:moveTo>
                  <a:lnTo>
                    <a:pt x="11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0" name="pl2620"/>
            <p:cNvSpPr/>
            <p:nvPr/>
          </p:nvSpPr>
          <p:spPr>
            <a:xfrm>
              <a:off x="7851345" y="2199357"/>
              <a:ext cx="2388" cy="1670"/>
            </a:xfrm>
            <a:custGeom>
              <a:avLst/>
              <a:pathLst>
                <a:path w="2388" h="1670">
                  <a:moveTo>
                    <a:pt x="0" y="1670"/>
                  </a:moveTo>
                  <a:lnTo>
                    <a:pt x="23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1" name="pl2621"/>
            <p:cNvSpPr/>
            <p:nvPr/>
          </p:nvSpPr>
          <p:spPr>
            <a:xfrm>
              <a:off x="7878362" y="2237151"/>
              <a:ext cx="1211" cy="809"/>
            </a:xfrm>
            <a:custGeom>
              <a:avLst/>
              <a:pathLst>
                <a:path w="1211" h="809">
                  <a:moveTo>
                    <a:pt x="0" y="809"/>
                  </a:moveTo>
                  <a:lnTo>
                    <a:pt x="12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2" name="pl2622"/>
            <p:cNvSpPr/>
            <p:nvPr/>
          </p:nvSpPr>
          <p:spPr>
            <a:xfrm>
              <a:off x="7873262" y="2229548"/>
              <a:ext cx="1208" cy="814"/>
            </a:xfrm>
            <a:custGeom>
              <a:avLst/>
              <a:pathLst>
                <a:path w="1208" h="814">
                  <a:moveTo>
                    <a:pt x="0" y="814"/>
                  </a:moveTo>
                  <a:lnTo>
                    <a:pt x="12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3" name="pl2623"/>
            <p:cNvSpPr/>
            <p:nvPr/>
          </p:nvSpPr>
          <p:spPr>
            <a:xfrm>
              <a:off x="7893468" y="2260090"/>
              <a:ext cx="1222" cy="794"/>
            </a:xfrm>
            <a:custGeom>
              <a:avLst/>
              <a:pathLst>
                <a:path w="1222" h="794">
                  <a:moveTo>
                    <a:pt x="0" y="794"/>
                  </a:moveTo>
                  <a:lnTo>
                    <a:pt x="12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4" name="pl2624"/>
            <p:cNvSpPr/>
            <p:nvPr/>
          </p:nvSpPr>
          <p:spPr>
            <a:xfrm>
              <a:off x="7888465" y="2252422"/>
              <a:ext cx="1218" cy="799"/>
            </a:xfrm>
            <a:custGeom>
              <a:avLst/>
              <a:pathLst>
                <a:path w="1218" h="799">
                  <a:moveTo>
                    <a:pt x="0" y="799"/>
                  </a:moveTo>
                  <a:lnTo>
                    <a:pt x="12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5" name="pl2625"/>
            <p:cNvSpPr/>
            <p:nvPr/>
          </p:nvSpPr>
          <p:spPr>
            <a:xfrm>
              <a:off x="7889750" y="2257050"/>
              <a:ext cx="1220" cy="796"/>
            </a:xfrm>
            <a:custGeom>
              <a:avLst/>
              <a:pathLst>
                <a:path w="1220" h="796">
                  <a:moveTo>
                    <a:pt x="0" y="796"/>
                  </a:moveTo>
                  <a:lnTo>
                    <a:pt x="12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6" name="pl2626"/>
            <p:cNvSpPr/>
            <p:nvPr/>
          </p:nvSpPr>
          <p:spPr>
            <a:xfrm>
              <a:off x="7882215" y="2244776"/>
              <a:ext cx="2430" cy="1608"/>
            </a:xfrm>
            <a:custGeom>
              <a:avLst/>
              <a:pathLst>
                <a:path w="2430" h="1608">
                  <a:moveTo>
                    <a:pt x="0" y="1608"/>
                  </a:moveTo>
                  <a:lnTo>
                    <a:pt x="2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7" name="pl2627"/>
            <p:cNvSpPr/>
            <p:nvPr/>
          </p:nvSpPr>
          <p:spPr>
            <a:xfrm>
              <a:off x="7908278" y="2283220"/>
              <a:ext cx="1232" cy="778"/>
            </a:xfrm>
            <a:custGeom>
              <a:avLst/>
              <a:pathLst>
                <a:path w="1232" h="778">
                  <a:moveTo>
                    <a:pt x="0" y="778"/>
                  </a:moveTo>
                  <a:lnTo>
                    <a:pt x="12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8" name="pl2628"/>
            <p:cNvSpPr/>
            <p:nvPr/>
          </p:nvSpPr>
          <p:spPr>
            <a:xfrm>
              <a:off x="7903374" y="2275489"/>
              <a:ext cx="1228" cy="783"/>
            </a:xfrm>
            <a:custGeom>
              <a:avLst/>
              <a:pathLst>
                <a:path w="1228" h="783">
                  <a:moveTo>
                    <a:pt x="0" y="783"/>
                  </a:moveTo>
                  <a:lnTo>
                    <a:pt x="1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9" name="pl2629"/>
            <p:cNvSpPr/>
            <p:nvPr/>
          </p:nvSpPr>
          <p:spPr>
            <a:xfrm>
              <a:off x="7904600" y="2280133"/>
              <a:ext cx="1230" cy="781"/>
            </a:xfrm>
            <a:custGeom>
              <a:avLst/>
              <a:pathLst>
                <a:path w="1230" h="781">
                  <a:moveTo>
                    <a:pt x="0" y="781"/>
                  </a:moveTo>
                  <a:lnTo>
                    <a:pt x="12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0" name="pl2630"/>
            <p:cNvSpPr/>
            <p:nvPr/>
          </p:nvSpPr>
          <p:spPr>
            <a:xfrm>
              <a:off x="7897212" y="2267779"/>
              <a:ext cx="2450" cy="1577"/>
            </a:xfrm>
            <a:custGeom>
              <a:avLst/>
              <a:pathLst>
                <a:path w="2450" h="1577">
                  <a:moveTo>
                    <a:pt x="0" y="1577"/>
                  </a:moveTo>
                  <a:lnTo>
                    <a:pt x="2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1" name="pl2631"/>
            <p:cNvSpPr/>
            <p:nvPr/>
          </p:nvSpPr>
          <p:spPr>
            <a:xfrm>
              <a:off x="7897231" y="2275129"/>
              <a:ext cx="3683" cy="2354"/>
            </a:xfrm>
            <a:custGeom>
              <a:avLst/>
              <a:pathLst>
                <a:path w="3683" h="2354">
                  <a:moveTo>
                    <a:pt x="0" y="2354"/>
                  </a:moveTo>
                  <a:lnTo>
                    <a:pt x="3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2" name="pl2632"/>
            <p:cNvSpPr/>
            <p:nvPr/>
          </p:nvSpPr>
          <p:spPr>
            <a:xfrm>
              <a:off x="7882338" y="2252110"/>
              <a:ext cx="3653" cy="2401"/>
            </a:xfrm>
            <a:custGeom>
              <a:avLst/>
              <a:pathLst>
                <a:path w="3653" h="2401">
                  <a:moveTo>
                    <a:pt x="0" y="2401"/>
                  </a:moveTo>
                  <a:lnTo>
                    <a:pt x="3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3" name="pl2633"/>
            <p:cNvSpPr/>
            <p:nvPr/>
          </p:nvSpPr>
          <p:spPr>
            <a:xfrm>
              <a:off x="7887376" y="2265974"/>
              <a:ext cx="2445" cy="1585"/>
            </a:xfrm>
            <a:custGeom>
              <a:avLst/>
              <a:pathLst>
                <a:path w="2445" h="1585">
                  <a:moveTo>
                    <a:pt x="0" y="1585"/>
                  </a:moveTo>
                  <a:lnTo>
                    <a:pt x="24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4" name="pl2634"/>
            <p:cNvSpPr/>
            <p:nvPr/>
          </p:nvSpPr>
          <p:spPr>
            <a:xfrm>
              <a:off x="7868556" y="2234159"/>
              <a:ext cx="7260" cy="4873"/>
            </a:xfrm>
            <a:custGeom>
              <a:avLst/>
              <a:pathLst>
                <a:path w="7260" h="4873">
                  <a:moveTo>
                    <a:pt x="0" y="4873"/>
                  </a:moveTo>
                  <a:lnTo>
                    <a:pt x="72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5" name="pl2635"/>
            <p:cNvSpPr/>
            <p:nvPr/>
          </p:nvSpPr>
          <p:spPr>
            <a:xfrm>
              <a:off x="7876806" y="2253258"/>
              <a:ext cx="1216" cy="802"/>
            </a:xfrm>
            <a:custGeom>
              <a:avLst/>
              <a:pathLst>
                <a:path w="1216" h="802">
                  <a:moveTo>
                    <a:pt x="0" y="802"/>
                  </a:moveTo>
                  <a:lnTo>
                    <a:pt x="1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6" name="pl2636"/>
            <p:cNvSpPr/>
            <p:nvPr/>
          </p:nvSpPr>
          <p:spPr>
            <a:xfrm>
              <a:off x="7859696" y="2221967"/>
              <a:ext cx="9638" cy="6559"/>
            </a:xfrm>
            <a:custGeom>
              <a:avLst/>
              <a:pathLst>
                <a:path w="9638" h="6559">
                  <a:moveTo>
                    <a:pt x="0" y="6559"/>
                  </a:moveTo>
                  <a:lnTo>
                    <a:pt x="96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7" name="pl2637"/>
            <p:cNvSpPr/>
            <p:nvPr/>
          </p:nvSpPr>
          <p:spPr>
            <a:xfrm>
              <a:off x="7864665" y="2241263"/>
              <a:ext cx="3632" cy="2433"/>
            </a:xfrm>
            <a:custGeom>
              <a:avLst/>
              <a:pathLst>
                <a:path w="3632" h="2433">
                  <a:moveTo>
                    <a:pt x="0" y="2433"/>
                  </a:moveTo>
                  <a:lnTo>
                    <a:pt x="3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8" name="pl2638"/>
            <p:cNvSpPr/>
            <p:nvPr/>
          </p:nvSpPr>
          <p:spPr>
            <a:xfrm>
              <a:off x="7844495" y="2206654"/>
              <a:ext cx="10771" cy="7483"/>
            </a:xfrm>
            <a:custGeom>
              <a:avLst/>
              <a:pathLst>
                <a:path w="10771" h="7483">
                  <a:moveTo>
                    <a:pt x="0" y="7483"/>
                  </a:moveTo>
                  <a:lnTo>
                    <a:pt x="107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9" name="pl2639"/>
            <p:cNvSpPr/>
            <p:nvPr/>
          </p:nvSpPr>
          <p:spPr>
            <a:xfrm>
              <a:off x="7842604" y="2228875"/>
              <a:ext cx="12038" cy="8214"/>
            </a:xfrm>
            <a:custGeom>
              <a:avLst/>
              <a:pathLst>
                <a:path w="12038" h="8214">
                  <a:moveTo>
                    <a:pt x="0" y="8214"/>
                  </a:moveTo>
                  <a:lnTo>
                    <a:pt x="120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0" name="pl2640"/>
            <p:cNvSpPr/>
            <p:nvPr/>
          </p:nvSpPr>
          <p:spPr>
            <a:xfrm>
              <a:off x="7783716" y="2144530"/>
              <a:ext cx="13958" cy="10535"/>
            </a:xfrm>
            <a:custGeom>
              <a:avLst/>
              <a:pathLst>
                <a:path w="13958" h="10535">
                  <a:moveTo>
                    <a:pt x="0" y="10535"/>
                  </a:moveTo>
                  <a:lnTo>
                    <a:pt x="139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1" name="pl2641"/>
            <p:cNvSpPr/>
            <p:nvPr/>
          </p:nvSpPr>
          <p:spPr>
            <a:xfrm>
              <a:off x="7812466" y="2195726"/>
              <a:ext cx="1183" cy="849"/>
            </a:xfrm>
            <a:custGeom>
              <a:avLst/>
              <a:pathLst>
                <a:path w="1183" h="849">
                  <a:moveTo>
                    <a:pt x="0" y="849"/>
                  </a:moveTo>
                  <a:lnTo>
                    <a:pt x="11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2" name="pl2642"/>
            <p:cNvSpPr/>
            <p:nvPr/>
          </p:nvSpPr>
          <p:spPr>
            <a:xfrm>
              <a:off x="7768700" y="2118204"/>
              <a:ext cx="25381" cy="19590"/>
            </a:xfrm>
            <a:custGeom>
              <a:avLst/>
              <a:pathLst>
                <a:path w="25381" h="19590">
                  <a:moveTo>
                    <a:pt x="0" y="19590"/>
                  </a:moveTo>
                  <a:lnTo>
                    <a:pt x="253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3" name="pl2643"/>
            <p:cNvSpPr/>
            <p:nvPr/>
          </p:nvSpPr>
          <p:spPr>
            <a:xfrm>
              <a:off x="7789669" y="2166996"/>
              <a:ext cx="1168" cy="870"/>
            </a:xfrm>
            <a:custGeom>
              <a:avLst/>
              <a:pathLst>
                <a:path w="1168" h="870">
                  <a:moveTo>
                    <a:pt x="0" y="870"/>
                  </a:moveTo>
                  <a:lnTo>
                    <a:pt x="1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4" name="pl2644"/>
            <p:cNvSpPr/>
            <p:nvPr/>
          </p:nvSpPr>
          <p:spPr>
            <a:xfrm>
              <a:off x="7762023" y="2110967"/>
              <a:ext cx="26447" cy="20594"/>
            </a:xfrm>
            <a:custGeom>
              <a:avLst/>
              <a:pathLst>
                <a:path w="26447" h="20594">
                  <a:moveTo>
                    <a:pt x="0" y="20594"/>
                  </a:moveTo>
                  <a:lnTo>
                    <a:pt x="264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5" name="pl2645"/>
            <p:cNvSpPr/>
            <p:nvPr/>
          </p:nvSpPr>
          <p:spPr>
            <a:xfrm>
              <a:off x="7774785" y="2149639"/>
              <a:ext cx="1159" cy="882"/>
            </a:xfrm>
            <a:custGeom>
              <a:avLst/>
              <a:pathLst>
                <a:path w="1159" h="882">
                  <a:moveTo>
                    <a:pt x="0" y="882"/>
                  </a:moveTo>
                  <a:lnTo>
                    <a:pt x="11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6" name="pl2646"/>
            <p:cNvSpPr/>
            <p:nvPr/>
          </p:nvSpPr>
          <p:spPr>
            <a:xfrm>
              <a:off x="7755324" y="2103754"/>
              <a:ext cx="27505" cy="21607"/>
            </a:xfrm>
            <a:custGeom>
              <a:avLst/>
              <a:pathLst>
                <a:path w="27505" h="21607">
                  <a:moveTo>
                    <a:pt x="0" y="21607"/>
                  </a:moveTo>
                  <a:lnTo>
                    <a:pt x="27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7" name="pl2647"/>
            <p:cNvSpPr/>
            <p:nvPr/>
          </p:nvSpPr>
          <p:spPr>
            <a:xfrm>
              <a:off x="7758185" y="2137905"/>
              <a:ext cx="6916" cy="5349"/>
            </a:xfrm>
            <a:custGeom>
              <a:avLst/>
              <a:pathLst>
                <a:path w="6916" h="5349">
                  <a:moveTo>
                    <a:pt x="0" y="5349"/>
                  </a:moveTo>
                  <a:lnTo>
                    <a:pt x="69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8" name="pl2648"/>
            <p:cNvSpPr/>
            <p:nvPr/>
          </p:nvSpPr>
          <p:spPr>
            <a:xfrm>
              <a:off x="7722143" y="2074883"/>
              <a:ext cx="28195" cy="23076"/>
            </a:xfrm>
            <a:custGeom>
              <a:avLst/>
              <a:pathLst>
                <a:path w="28195" h="23076">
                  <a:moveTo>
                    <a:pt x="0" y="23076"/>
                  </a:moveTo>
                  <a:lnTo>
                    <a:pt x="281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9" name="pl2649"/>
            <p:cNvSpPr/>
            <p:nvPr/>
          </p:nvSpPr>
          <p:spPr>
            <a:xfrm>
              <a:off x="7922791" y="2306538"/>
              <a:ext cx="1241" cy="762"/>
            </a:xfrm>
            <a:custGeom>
              <a:avLst/>
              <a:pathLst>
                <a:path w="1241" h="762">
                  <a:moveTo>
                    <a:pt x="0" y="762"/>
                  </a:moveTo>
                  <a:lnTo>
                    <a:pt x="12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0" name="pl2650"/>
            <p:cNvSpPr/>
            <p:nvPr/>
          </p:nvSpPr>
          <p:spPr>
            <a:xfrm>
              <a:off x="7917987" y="2298744"/>
              <a:ext cx="1238" cy="767"/>
            </a:xfrm>
            <a:custGeom>
              <a:avLst/>
              <a:pathLst>
                <a:path w="1238" h="767">
                  <a:moveTo>
                    <a:pt x="0" y="767"/>
                  </a:moveTo>
                  <a:lnTo>
                    <a:pt x="12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1" name="pl2651"/>
            <p:cNvSpPr/>
            <p:nvPr/>
          </p:nvSpPr>
          <p:spPr>
            <a:xfrm>
              <a:off x="7932300" y="2322186"/>
              <a:ext cx="1248" cy="751"/>
            </a:xfrm>
            <a:custGeom>
              <a:avLst/>
              <a:pathLst>
                <a:path w="1248" h="751">
                  <a:moveTo>
                    <a:pt x="0" y="751"/>
                  </a:moveTo>
                  <a:lnTo>
                    <a:pt x="12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2" name="pl2652"/>
            <p:cNvSpPr/>
            <p:nvPr/>
          </p:nvSpPr>
          <p:spPr>
            <a:xfrm>
              <a:off x="7927562" y="2314351"/>
              <a:ext cx="1245" cy="757"/>
            </a:xfrm>
            <a:custGeom>
              <a:avLst/>
              <a:pathLst>
                <a:path w="1245" h="757">
                  <a:moveTo>
                    <a:pt x="0" y="757"/>
                  </a:moveTo>
                  <a:lnTo>
                    <a:pt x="1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3" name="pl2653"/>
            <p:cNvSpPr/>
            <p:nvPr/>
          </p:nvSpPr>
          <p:spPr>
            <a:xfrm>
              <a:off x="7946313" y="2345808"/>
              <a:ext cx="1257" cy="735"/>
            </a:xfrm>
            <a:custGeom>
              <a:avLst/>
              <a:pathLst>
                <a:path w="1257" h="735">
                  <a:moveTo>
                    <a:pt x="0" y="735"/>
                  </a:moveTo>
                  <a:lnTo>
                    <a:pt x="12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4" name="pl2654"/>
            <p:cNvSpPr/>
            <p:nvPr/>
          </p:nvSpPr>
          <p:spPr>
            <a:xfrm>
              <a:off x="7941676" y="2337914"/>
              <a:ext cx="1254" cy="741"/>
            </a:xfrm>
            <a:custGeom>
              <a:avLst/>
              <a:pathLst>
                <a:path w="1254" h="741">
                  <a:moveTo>
                    <a:pt x="0" y="741"/>
                  </a:moveTo>
                  <a:lnTo>
                    <a:pt x="12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5" name="pl2655"/>
            <p:cNvSpPr/>
            <p:nvPr/>
          </p:nvSpPr>
          <p:spPr>
            <a:xfrm>
              <a:off x="7942742" y="2342597"/>
              <a:ext cx="1256" cy="738"/>
            </a:xfrm>
            <a:custGeom>
              <a:avLst/>
              <a:pathLst>
                <a:path w="1256" h="738">
                  <a:moveTo>
                    <a:pt x="0" y="738"/>
                  </a:moveTo>
                  <a:lnTo>
                    <a:pt x="1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6" name="pl2656"/>
            <p:cNvSpPr/>
            <p:nvPr/>
          </p:nvSpPr>
          <p:spPr>
            <a:xfrm>
              <a:off x="7935753" y="2330040"/>
              <a:ext cx="2503" cy="1493"/>
            </a:xfrm>
            <a:custGeom>
              <a:avLst/>
              <a:pathLst>
                <a:path w="2503" h="1493">
                  <a:moveTo>
                    <a:pt x="0" y="1493"/>
                  </a:moveTo>
                  <a:lnTo>
                    <a:pt x="25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7" name="pl2657"/>
            <p:cNvSpPr/>
            <p:nvPr/>
          </p:nvSpPr>
          <p:spPr>
            <a:xfrm>
              <a:off x="7936749" y="2337429"/>
              <a:ext cx="2508" cy="1485"/>
            </a:xfrm>
            <a:custGeom>
              <a:avLst/>
              <a:pathLst>
                <a:path w="2508" h="1485">
                  <a:moveTo>
                    <a:pt x="0" y="1485"/>
                  </a:moveTo>
                  <a:lnTo>
                    <a:pt x="2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8" name="pl2658"/>
            <p:cNvSpPr/>
            <p:nvPr/>
          </p:nvSpPr>
          <p:spPr>
            <a:xfrm>
              <a:off x="7926195" y="2319021"/>
              <a:ext cx="3740" cy="2263"/>
            </a:xfrm>
            <a:custGeom>
              <a:avLst/>
              <a:pathLst>
                <a:path w="3740" h="2263">
                  <a:moveTo>
                    <a:pt x="0" y="2263"/>
                  </a:moveTo>
                  <a:lnTo>
                    <a:pt x="37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9" name="pl2659"/>
            <p:cNvSpPr/>
            <p:nvPr/>
          </p:nvSpPr>
          <p:spPr>
            <a:xfrm>
              <a:off x="7968992" y="2385572"/>
              <a:ext cx="1273" cy="708"/>
            </a:xfrm>
            <a:custGeom>
              <a:avLst/>
              <a:pathLst>
                <a:path w="1273" h="708">
                  <a:moveTo>
                    <a:pt x="0" y="708"/>
                  </a:moveTo>
                  <a:lnTo>
                    <a:pt x="12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0" name="pl2660"/>
            <p:cNvSpPr/>
            <p:nvPr/>
          </p:nvSpPr>
          <p:spPr>
            <a:xfrm>
              <a:off x="7964524" y="2377581"/>
              <a:ext cx="1270" cy="714"/>
            </a:xfrm>
            <a:custGeom>
              <a:avLst/>
              <a:pathLst>
                <a:path w="1270" h="714">
                  <a:moveTo>
                    <a:pt x="0" y="714"/>
                  </a:moveTo>
                  <a:lnTo>
                    <a:pt x="12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1" name="pl2661"/>
            <p:cNvSpPr/>
            <p:nvPr/>
          </p:nvSpPr>
          <p:spPr>
            <a:xfrm>
              <a:off x="7965490" y="2382285"/>
              <a:ext cx="1271" cy="711"/>
            </a:xfrm>
            <a:custGeom>
              <a:avLst/>
              <a:pathLst>
                <a:path w="1271" h="711">
                  <a:moveTo>
                    <a:pt x="0" y="711"/>
                  </a:moveTo>
                  <a:lnTo>
                    <a:pt x="12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2" name="pl2662"/>
            <p:cNvSpPr/>
            <p:nvPr/>
          </p:nvSpPr>
          <p:spPr>
            <a:xfrm>
              <a:off x="7958755" y="2369608"/>
              <a:ext cx="2534" cy="1439"/>
            </a:xfrm>
            <a:custGeom>
              <a:avLst/>
              <a:pathLst>
                <a:path w="2534" h="1439">
                  <a:moveTo>
                    <a:pt x="0" y="1439"/>
                  </a:moveTo>
                  <a:lnTo>
                    <a:pt x="2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3" name="pl2663"/>
            <p:cNvSpPr/>
            <p:nvPr/>
          </p:nvSpPr>
          <p:spPr>
            <a:xfrm>
              <a:off x="7960863" y="2377017"/>
              <a:ext cx="1269" cy="715"/>
            </a:xfrm>
            <a:custGeom>
              <a:avLst/>
              <a:pathLst>
                <a:path w="1269" h="715">
                  <a:moveTo>
                    <a:pt x="0" y="715"/>
                  </a:moveTo>
                  <a:lnTo>
                    <a:pt x="1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4" name="pl2664"/>
            <p:cNvSpPr/>
            <p:nvPr/>
          </p:nvSpPr>
          <p:spPr>
            <a:xfrm>
              <a:off x="7952958" y="2361656"/>
              <a:ext cx="3792" cy="2175"/>
            </a:xfrm>
            <a:custGeom>
              <a:avLst/>
              <a:pathLst>
                <a:path w="3792" h="2175">
                  <a:moveTo>
                    <a:pt x="0" y="2175"/>
                  </a:moveTo>
                  <a:lnTo>
                    <a:pt x="37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5" name="pl2665"/>
            <p:cNvSpPr/>
            <p:nvPr/>
          </p:nvSpPr>
          <p:spPr>
            <a:xfrm>
              <a:off x="7955656" y="2370774"/>
              <a:ext cx="1266" cy="720"/>
            </a:xfrm>
            <a:custGeom>
              <a:avLst/>
              <a:pathLst>
                <a:path w="1266" h="720">
                  <a:moveTo>
                    <a:pt x="0" y="720"/>
                  </a:moveTo>
                  <a:lnTo>
                    <a:pt x="1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6" name="pl2666"/>
            <p:cNvSpPr/>
            <p:nvPr/>
          </p:nvSpPr>
          <p:spPr>
            <a:xfrm>
              <a:off x="7947133" y="2353722"/>
              <a:ext cx="5044" cy="2921"/>
            </a:xfrm>
            <a:custGeom>
              <a:avLst/>
              <a:pathLst>
                <a:path w="5044" h="2921">
                  <a:moveTo>
                    <a:pt x="0" y="2921"/>
                  </a:moveTo>
                  <a:lnTo>
                    <a:pt x="50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7" name="pl2667"/>
            <p:cNvSpPr/>
            <p:nvPr/>
          </p:nvSpPr>
          <p:spPr>
            <a:xfrm>
              <a:off x="7945090" y="2364061"/>
              <a:ext cx="6320" cy="3627"/>
            </a:xfrm>
            <a:custGeom>
              <a:avLst/>
              <a:pathLst>
                <a:path w="6320" h="3627">
                  <a:moveTo>
                    <a:pt x="0" y="3627"/>
                  </a:moveTo>
                  <a:lnTo>
                    <a:pt x="6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8" name="pl2668"/>
            <p:cNvSpPr/>
            <p:nvPr/>
          </p:nvSpPr>
          <p:spPr>
            <a:xfrm>
              <a:off x="7925241" y="2330086"/>
              <a:ext cx="6252" cy="3742"/>
            </a:xfrm>
            <a:custGeom>
              <a:avLst/>
              <a:pathLst>
                <a:path w="6252" h="3742">
                  <a:moveTo>
                    <a:pt x="0" y="3742"/>
                  </a:moveTo>
                  <a:lnTo>
                    <a:pt x="62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9" name="pl2669"/>
            <p:cNvSpPr/>
            <p:nvPr/>
          </p:nvSpPr>
          <p:spPr>
            <a:xfrm>
              <a:off x="7932729" y="2350713"/>
              <a:ext cx="2514" cy="1474"/>
            </a:xfrm>
            <a:custGeom>
              <a:avLst/>
              <a:pathLst>
                <a:path w="2514" h="1474">
                  <a:moveTo>
                    <a:pt x="0" y="1474"/>
                  </a:moveTo>
                  <a:lnTo>
                    <a:pt x="25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0" name="pl2670"/>
            <p:cNvSpPr/>
            <p:nvPr/>
          </p:nvSpPr>
          <p:spPr>
            <a:xfrm>
              <a:off x="7907990" y="2303404"/>
              <a:ext cx="12403" cy="7651"/>
            </a:xfrm>
            <a:custGeom>
              <a:avLst/>
              <a:pathLst>
                <a:path w="12403" h="7651">
                  <a:moveTo>
                    <a:pt x="0" y="7651"/>
                  </a:moveTo>
                  <a:lnTo>
                    <a:pt x="124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1" name="pl2671"/>
            <p:cNvSpPr/>
            <p:nvPr/>
          </p:nvSpPr>
          <p:spPr>
            <a:xfrm>
              <a:off x="7919226" y="2331552"/>
              <a:ext cx="1248" cy="751"/>
            </a:xfrm>
            <a:custGeom>
              <a:avLst/>
              <a:pathLst>
                <a:path w="1248" h="751">
                  <a:moveTo>
                    <a:pt x="0" y="751"/>
                  </a:moveTo>
                  <a:lnTo>
                    <a:pt x="12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2" name="pl2672"/>
            <p:cNvSpPr/>
            <p:nvPr/>
          </p:nvSpPr>
          <p:spPr>
            <a:xfrm>
              <a:off x="7899559" y="2290972"/>
              <a:ext cx="14825" cy="9277"/>
            </a:xfrm>
            <a:custGeom>
              <a:avLst/>
              <a:pathLst>
                <a:path w="14825" h="9277">
                  <a:moveTo>
                    <a:pt x="0" y="9277"/>
                  </a:moveTo>
                  <a:lnTo>
                    <a:pt x="148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3" name="pl2673"/>
            <p:cNvSpPr/>
            <p:nvPr/>
          </p:nvSpPr>
          <p:spPr>
            <a:xfrm>
              <a:off x="7982190" y="2409660"/>
              <a:ext cx="1282" cy="692"/>
            </a:xfrm>
            <a:custGeom>
              <a:avLst/>
              <a:pathLst>
                <a:path w="1282" h="692">
                  <a:moveTo>
                    <a:pt x="0" y="692"/>
                  </a:moveTo>
                  <a:lnTo>
                    <a:pt x="12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4" name="pl2674"/>
            <p:cNvSpPr/>
            <p:nvPr/>
          </p:nvSpPr>
          <p:spPr>
            <a:xfrm>
              <a:off x="7977825" y="2401612"/>
              <a:ext cx="1279" cy="697"/>
            </a:xfrm>
            <a:custGeom>
              <a:avLst/>
              <a:pathLst>
                <a:path w="1279" h="697">
                  <a:moveTo>
                    <a:pt x="0" y="697"/>
                  </a:moveTo>
                  <a:lnTo>
                    <a:pt x="12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5" name="pl2675"/>
            <p:cNvSpPr/>
            <p:nvPr/>
          </p:nvSpPr>
          <p:spPr>
            <a:xfrm>
              <a:off x="7999307" y="2442036"/>
              <a:ext cx="1293" cy="670"/>
            </a:xfrm>
            <a:custGeom>
              <a:avLst/>
              <a:pathLst>
                <a:path w="1293" h="670">
                  <a:moveTo>
                    <a:pt x="0" y="670"/>
                  </a:moveTo>
                  <a:lnTo>
                    <a:pt x="12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6" name="pl2676"/>
            <p:cNvSpPr/>
            <p:nvPr/>
          </p:nvSpPr>
          <p:spPr>
            <a:xfrm>
              <a:off x="7995080" y="2433914"/>
              <a:ext cx="1291" cy="676"/>
            </a:xfrm>
            <a:custGeom>
              <a:avLst/>
              <a:pathLst>
                <a:path w="1291" h="676">
                  <a:moveTo>
                    <a:pt x="0" y="676"/>
                  </a:moveTo>
                  <a:lnTo>
                    <a:pt x="12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7" name="pl2677"/>
            <p:cNvSpPr/>
            <p:nvPr/>
          </p:nvSpPr>
          <p:spPr>
            <a:xfrm>
              <a:off x="7995905" y="2438646"/>
              <a:ext cx="1292" cy="673"/>
            </a:xfrm>
            <a:custGeom>
              <a:avLst/>
              <a:pathLst>
                <a:path w="1292" h="673">
                  <a:moveTo>
                    <a:pt x="0" y="673"/>
                  </a:moveTo>
                  <a:lnTo>
                    <a:pt x="12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8" name="pl2678"/>
            <p:cNvSpPr/>
            <p:nvPr/>
          </p:nvSpPr>
          <p:spPr>
            <a:xfrm>
              <a:off x="7989529" y="2425811"/>
              <a:ext cx="2576" cy="1363"/>
            </a:xfrm>
            <a:custGeom>
              <a:avLst/>
              <a:pathLst>
                <a:path w="2576" h="1363">
                  <a:moveTo>
                    <a:pt x="0" y="1363"/>
                  </a:moveTo>
                  <a:lnTo>
                    <a:pt x="2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9" name="pl2679"/>
            <p:cNvSpPr/>
            <p:nvPr/>
          </p:nvSpPr>
          <p:spPr>
            <a:xfrm>
              <a:off x="7991437" y="2433242"/>
              <a:ext cx="1290" cy="677"/>
            </a:xfrm>
            <a:custGeom>
              <a:avLst/>
              <a:pathLst>
                <a:path w="1290" h="677">
                  <a:moveTo>
                    <a:pt x="0" y="677"/>
                  </a:moveTo>
                  <a:lnTo>
                    <a:pt x="1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0" name="pl2680"/>
            <p:cNvSpPr/>
            <p:nvPr/>
          </p:nvSpPr>
          <p:spPr>
            <a:xfrm>
              <a:off x="7983951" y="2417726"/>
              <a:ext cx="3855" cy="2061"/>
            </a:xfrm>
            <a:custGeom>
              <a:avLst/>
              <a:pathLst>
                <a:path w="3855" h="2061">
                  <a:moveTo>
                    <a:pt x="0" y="2061"/>
                  </a:moveTo>
                  <a:lnTo>
                    <a:pt x="38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1" name="pl2681"/>
            <p:cNvSpPr/>
            <p:nvPr/>
          </p:nvSpPr>
          <p:spPr>
            <a:xfrm>
              <a:off x="7985131" y="2426846"/>
              <a:ext cx="2575" cy="1364"/>
            </a:xfrm>
            <a:custGeom>
              <a:avLst/>
              <a:pathLst>
                <a:path w="2575" h="1364">
                  <a:moveTo>
                    <a:pt x="0" y="1364"/>
                  </a:moveTo>
                  <a:lnTo>
                    <a:pt x="25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2" name="pl2682"/>
            <p:cNvSpPr/>
            <p:nvPr/>
          </p:nvSpPr>
          <p:spPr>
            <a:xfrm>
              <a:off x="7974889" y="2406328"/>
              <a:ext cx="5123" cy="2780"/>
            </a:xfrm>
            <a:custGeom>
              <a:avLst/>
              <a:pathLst>
                <a:path w="5123" h="2780">
                  <a:moveTo>
                    <a:pt x="0" y="2780"/>
                  </a:moveTo>
                  <a:lnTo>
                    <a:pt x="51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3" name="pl2683"/>
            <p:cNvSpPr/>
            <p:nvPr/>
          </p:nvSpPr>
          <p:spPr>
            <a:xfrm>
              <a:off x="8015868" y="2474699"/>
              <a:ext cx="1305" cy="648"/>
            </a:xfrm>
            <a:custGeom>
              <a:avLst/>
              <a:pathLst>
                <a:path w="1305" h="648">
                  <a:moveTo>
                    <a:pt x="0" y="648"/>
                  </a:moveTo>
                  <a:lnTo>
                    <a:pt x="13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4" name="pl2684"/>
            <p:cNvSpPr/>
            <p:nvPr/>
          </p:nvSpPr>
          <p:spPr>
            <a:xfrm>
              <a:off x="8011780" y="2466507"/>
              <a:ext cx="1302" cy="653"/>
            </a:xfrm>
            <a:custGeom>
              <a:avLst/>
              <a:pathLst>
                <a:path w="1302" h="653">
                  <a:moveTo>
                    <a:pt x="0" y="653"/>
                  </a:moveTo>
                  <a:lnTo>
                    <a:pt x="1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5" name="pl2685"/>
            <p:cNvSpPr/>
            <p:nvPr/>
          </p:nvSpPr>
          <p:spPr>
            <a:xfrm>
              <a:off x="8012525" y="2471252"/>
              <a:ext cx="1303" cy="651"/>
            </a:xfrm>
            <a:custGeom>
              <a:avLst/>
              <a:pathLst>
                <a:path w="1303" h="651">
                  <a:moveTo>
                    <a:pt x="0" y="651"/>
                  </a:moveTo>
                  <a:lnTo>
                    <a:pt x="13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6" name="pl2686"/>
            <p:cNvSpPr/>
            <p:nvPr/>
          </p:nvSpPr>
          <p:spPr>
            <a:xfrm>
              <a:off x="8006358" y="2458332"/>
              <a:ext cx="2599" cy="1318"/>
            </a:xfrm>
            <a:custGeom>
              <a:avLst/>
              <a:pathLst>
                <a:path w="2599" h="1318">
                  <a:moveTo>
                    <a:pt x="0" y="1318"/>
                  </a:moveTo>
                  <a:lnTo>
                    <a:pt x="25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7" name="pl2687"/>
            <p:cNvSpPr/>
            <p:nvPr/>
          </p:nvSpPr>
          <p:spPr>
            <a:xfrm>
              <a:off x="8008149" y="2465772"/>
              <a:ext cx="1301" cy="655"/>
            </a:xfrm>
            <a:custGeom>
              <a:avLst/>
              <a:pathLst>
                <a:path w="1301" h="655">
                  <a:moveTo>
                    <a:pt x="0" y="655"/>
                  </a:moveTo>
                  <a:lnTo>
                    <a:pt x="13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8" name="pl2688"/>
            <p:cNvSpPr/>
            <p:nvPr/>
          </p:nvSpPr>
          <p:spPr>
            <a:xfrm>
              <a:off x="8000906" y="2450175"/>
              <a:ext cx="3890" cy="1994"/>
            </a:xfrm>
            <a:custGeom>
              <a:avLst/>
              <a:pathLst>
                <a:path w="3890" h="1994">
                  <a:moveTo>
                    <a:pt x="0" y="1994"/>
                  </a:moveTo>
                  <a:lnTo>
                    <a:pt x="3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9" name="pl2689"/>
            <p:cNvSpPr/>
            <p:nvPr/>
          </p:nvSpPr>
          <p:spPr>
            <a:xfrm>
              <a:off x="8023940" y="2491136"/>
              <a:ext cx="1310" cy="637"/>
            </a:xfrm>
            <a:custGeom>
              <a:avLst/>
              <a:pathLst>
                <a:path w="1310" h="637">
                  <a:moveTo>
                    <a:pt x="0" y="637"/>
                  </a:moveTo>
                  <a:lnTo>
                    <a:pt x="1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0" name="pl2690"/>
            <p:cNvSpPr/>
            <p:nvPr/>
          </p:nvSpPr>
          <p:spPr>
            <a:xfrm>
              <a:off x="8019922" y="2482909"/>
              <a:ext cx="1308" cy="642"/>
            </a:xfrm>
            <a:custGeom>
              <a:avLst/>
              <a:pathLst>
                <a:path w="1308" h="642">
                  <a:moveTo>
                    <a:pt x="0" y="642"/>
                  </a:moveTo>
                  <a:lnTo>
                    <a:pt x="13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1" name="pl2691"/>
            <p:cNvSpPr/>
            <p:nvPr/>
          </p:nvSpPr>
          <p:spPr>
            <a:xfrm>
              <a:off x="8039660" y="2524214"/>
              <a:ext cx="1321" cy="614"/>
            </a:xfrm>
            <a:custGeom>
              <a:avLst/>
              <a:pathLst>
                <a:path w="1321" h="614">
                  <a:moveTo>
                    <a:pt x="0" y="614"/>
                  </a:moveTo>
                  <a:lnTo>
                    <a:pt x="13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2" name="pl2692"/>
            <p:cNvSpPr/>
            <p:nvPr/>
          </p:nvSpPr>
          <p:spPr>
            <a:xfrm>
              <a:off x="8035783" y="2515919"/>
              <a:ext cx="1318" cy="620"/>
            </a:xfrm>
            <a:custGeom>
              <a:avLst/>
              <a:pathLst>
                <a:path w="1318" h="620">
                  <a:moveTo>
                    <a:pt x="0" y="620"/>
                  </a:moveTo>
                  <a:lnTo>
                    <a:pt x="13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3" name="pl2693"/>
            <p:cNvSpPr/>
            <p:nvPr/>
          </p:nvSpPr>
          <p:spPr>
            <a:xfrm>
              <a:off x="8036406" y="2520682"/>
              <a:ext cx="1320" cy="617"/>
            </a:xfrm>
            <a:custGeom>
              <a:avLst/>
              <a:pathLst>
                <a:path w="1320" h="617">
                  <a:moveTo>
                    <a:pt x="0" y="617"/>
                  </a:moveTo>
                  <a:lnTo>
                    <a:pt x="1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4" name="pl2694"/>
            <p:cNvSpPr/>
            <p:nvPr/>
          </p:nvSpPr>
          <p:spPr>
            <a:xfrm>
              <a:off x="8030554" y="2507641"/>
              <a:ext cx="2632" cy="1251"/>
            </a:xfrm>
            <a:custGeom>
              <a:avLst/>
              <a:pathLst>
                <a:path w="2632" h="1251">
                  <a:moveTo>
                    <a:pt x="0" y="1251"/>
                  </a:moveTo>
                  <a:lnTo>
                    <a:pt x="2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5" name="pl2695"/>
            <p:cNvSpPr/>
            <p:nvPr/>
          </p:nvSpPr>
          <p:spPr>
            <a:xfrm>
              <a:off x="8032172" y="2515092"/>
              <a:ext cx="1318" cy="621"/>
            </a:xfrm>
            <a:custGeom>
              <a:avLst/>
              <a:pathLst>
                <a:path w="1318" h="621">
                  <a:moveTo>
                    <a:pt x="0" y="621"/>
                  </a:moveTo>
                  <a:lnTo>
                    <a:pt x="13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6" name="pl2696"/>
            <p:cNvSpPr/>
            <p:nvPr/>
          </p:nvSpPr>
          <p:spPr>
            <a:xfrm>
              <a:off x="8025296" y="2499380"/>
              <a:ext cx="3940" cy="1894"/>
            </a:xfrm>
            <a:custGeom>
              <a:avLst/>
              <a:pathLst>
                <a:path w="3940" h="1894">
                  <a:moveTo>
                    <a:pt x="0" y="1894"/>
                  </a:moveTo>
                  <a:lnTo>
                    <a:pt x="39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7" name="pl2697"/>
            <p:cNvSpPr/>
            <p:nvPr/>
          </p:nvSpPr>
          <p:spPr>
            <a:xfrm>
              <a:off x="8026116" y="2508488"/>
              <a:ext cx="2631" cy="1253"/>
            </a:xfrm>
            <a:custGeom>
              <a:avLst/>
              <a:pathLst>
                <a:path w="2631" h="1253">
                  <a:moveTo>
                    <a:pt x="0" y="1253"/>
                  </a:moveTo>
                  <a:lnTo>
                    <a:pt x="26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8" name="pl2698"/>
            <p:cNvSpPr/>
            <p:nvPr/>
          </p:nvSpPr>
          <p:spPr>
            <a:xfrm>
              <a:off x="8016698" y="2487661"/>
              <a:ext cx="5237" cy="2559"/>
            </a:xfrm>
            <a:custGeom>
              <a:avLst/>
              <a:pathLst>
                <a:path w="5237" h="2559">
                  <a:moveTo>
                    <a:pt x="0" y="2559"/>
                  </a:moveTo>
                  <a:lnTo>
                    <a:pt x="52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9" name="pl2699"/>
            <p:cNvSpPr/>
            <p:nvPr/>
          </p:nvSpPr>
          <p:spPr>
            <a:xfrm>
              <a:off x="8058513" y="2565930"/>
              <a:ext cx="1334" cy="586"/>
            </a:xfrm>
            <a:custGeom>
              <a:avLst/>
              <a:pathLst>
                <a:path w="1334" h="586">
                  <a:moveTo>
                    <a:pt x="0" y="586"/>
                  </a:moveTo>
                  <a:lnTo>
                    <a:pt x="13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0" name="pl2700"/>
            <p:cNvSpPr/>
            <p:nvPr/>
          </p:nvSpPr>
          <p:spPr>
            <a:xfrm>
              <a:off x="8054814" y="2557555"/>
              <a:ext cx="1331" cy="592"/>
            </a:xfrm>
            <a:custGeom>
              <a:avLst/>
              <a:pathLst>
                <a:path w="1331" h="592">
                  <a:moveTo>
                    <a:pt x="0" y="592"/>
                  </a:moveTo>
                  <a:lnTo>
                    <a:pt x="1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1" name="pl2701"/>
            <p:cNvSpPr/>
            <p:nvPr/>
          </p:nvSpPr>
          <p:spPr>
            <a:xfrm>
              <a:off x="8055335" y="2562330"/>
              <a:ext cx="1332" cy="589"/>
            </a:xfrm>
            <a:custGeom>
              <a:avLst/>
              <a:pathLst>
                <a:path w="1332" h="589">
                  <a:moveTo>
                    <a:pt x="0" y="589"/>
                  </a:moveTo>
                  <a:lnTo>
                    <a:pt x="13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2" name="pl2702"/>
            <p:cNvSpPr/>
            <p:nvPr/>
          </p:nvSpPr>
          <p:spPr>
            <a:xfrm>
              <a:off x="8049749" y="2549195"/>
              <a:ext cx="2658" cy="1195"/>
            </a:xfrm>
            <a:custGeom>
              <a:avLst/>
              <a:pathLst>
                <a:path w="2658" h="1195">
                  <a:moveTo>
                    <a:pt x="0" y="1195"/>
                  </a:moveTo>
                  <a:lnTo>
                    <a:pt x="2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3" name="pl2703"/>
            <p:cNvSpPr/>
            <p:nvPr/>
          </p:nvSpPr>
          <p:spPr>
            <a:xfrm>
              <a:off x="8051221" y="2556650"/>
              <a:ext cx="1331" cy="593"/>
            </a:xfrm>
            <a:custGeom>
              <a:avLst/>
              <a:pathLst>
                <a:path w="1331" h="593">
                  <a:moveTo>
                    <a:pt x="0" y="593"/>
                  </a:moveTo>
                  <a:lnTo>
                    <a:pt x="13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4" name="pl2704"/>
            <p:cNvSpPr/>
            <p:nvPr/>
          </p:nvSpPr>
          <p:spPr>
            <a:xfrm>
              <a:off x="8044655" y="2540852"/>
              <a:ext cx="3979" cy="1810"/>
            </a:xfrm>
            <a:custGeom>
              <a:avLst/>
              <a:pathLst>
                <a:path w="3979" h="1810">
                  <a:moveTo>
                    <a:pt x="0" y="1810"/>
                  </a:moveTo>
                  <a:lnTo>
                    <a:pt x="39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5" name="pl2705"/>
            <p:cNvSpPr/>
            <p:nvPr/>
          </p:nvSpPr>
          <p:spPr>
            <a:xfrm>
              <a:off x="8046623" y="2549947"/>
              <a:ext cx="1328" cy="598"/>
            </a:xfrm>
            <a:custGeom>
              <a:avLst/>
              <a:pathLst>
                <a:path w="1328" h="598">
                  <a:moveTo>
                    <a:pt x="0" y="598"/>
                  </a:moveTo>
                  <a:lnTo>
                    <a:pt x="13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6" name="pl2706"/>
            <p:cNvSpPr/>
            <p:nvPr/>
          </p:nvSpPr>
          <p:spPr>
            <a:xfrm>
              <a:off x="8039530" y="2532525"/>
              <a:ext cx="5296" cy="2436"/>
            </a:xfrm>
            <a:custGeom>
              <a:avLst/>
              <a:pathLst>
                <a:path w="5296" h="2436">
                  <a:moveTo>
                    <a:pt x="0" y="2436"/>
                  </a:moveTo>
                  <a:lnTo>
                    <a:pt x="52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7" name="pl2707"/>
            <p:cNvSpPr/>
            <p:nvPr/>
          </p:nvSpPr>
          <p:spPr>
            <a:xfrm>
              <a:off x="8076472" y="2608040"/>
              <a:ext cx="1346" cy="557"/>
            </a:xfrm>
            <a:custGeom>
              <a:avLst/>
              <a:pathLst>
                <a:path w="1346" h="557">
                  <a:moveTo>
                    <a:pt x="0" y="557"/>
                  </a:moveTo>
                  <a:lnTo>
                    <a:pt x="1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8" name="pl2708"/>
            <p:cNvSpPr/>
            <p:nvPr/>
          </p:nvSpPr>
          <p:spPr>
            <a:xfrm>
              <a:off x="8072952" y="2599588"/>
              <a:ext cx="1344" cy="563"/>
            </a:xfrm>
            <a:custGeom>
              <a:avLst/>
              <a:pathLst>
                <a:path w="1344" h="563">
                  <a:moveTo>
                    <a:pt x="0" y="563"/>
                  </a:moveTo>
                  <a:lnTo>
                    <a:pt x="1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9" name="pl2709"/>
            <p:cNvSpPr/>
            <p:nvPr/>
          </p:nvSpPr>
          <p:spPr>
            <a:xfrm>
              <a:off x="8073371" y="2604373"/>
              <a:ext cx="1345" cy="560"/>
            </a:xfrm>
            <a:custGeom>
              <a:avLst/>
              <a:pathLst>
                <a:path w="1345" h="560">
                  <a:moveTo>
                    <a:pt x="0" y="560"/>
                  </a:moveTo>
                  <a:lnTo>
                    <a:pt x="1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0" name="pl2710"/>
            <p:cNvSpPr/>
            <p:nvPr/>
          </p:nvSpPr>
          <p:spPr>
            <a:xfrm>
              <a:off x="8068055" y="2591150"/>
              <a:ext cx="2683" cy="1138"/>
            </a:xfrm>
            <a:custGeom>
              <a:avLst/>
              <a:pathLst>
                <a:path w="2683" h="1138">
                  <a:moveTo>
                    <a:pt x="0" y="1138"/>
                  </a:moveTo>
                  <a:lnTo>
                    <a:pt x="26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1" name="pl2711"/>
            <p:cNvSpPr/>
            <p:nvPr/>
          </p:nvSpPr>
          <p:spPr>
            <a:xfrm>
              <a:off x="8069380" y="2598607"/>
              <a:ext cx="1343" cy="564"/>
            </a:xfrm>
            <a:custGeom>
              <a:avLst/>
              <a:pathLst>
                <a:path w="1343" h="564">
                  <a:moveTo>
                    <a:pt x="0" y="564"/>
                  </a:moveTo>
                  <a:lnTo>
                    <a:pt x="13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2" name="pl2712"/>
            <p:cNvSpPr/>
            <p:nvPr/>
          </p:nvSpPr>
          <p:spPr>
            <a:xfrm>
              <a:off x="8063126" y="2582728"/>
              <a:ext cx="4017" cy="1724"/>
            </a:xfrm>
            <a:custGeom>
              <a:avLst/>
              <a:pathLst>
                <a:path w="4017" h="1724">
                  <a:moveTo>
                    <a:pt x="0" y="1724"/>
                  </a:moveTo>
                  <a:lnTo>
                    <a:pt x="40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3" name="pl2713"/>
            <p:cNvSpPr/>
            <p:nvPr/>
          </p:nvSpPr>
          <p:spPr>
            <a:xfrm>
              <a:off x="8064925" y="2591806"/>
              <a:ext cx="1341" cy="569"/>
            </a:xfrm>
            <a:custGeom>
              <a:avLst/>
              <a:pathLst>
                <a:path w="1341" h="569">
                  <a:moveTo>
                    <a:pt x="0" y="569"/>
                  </a:moveTo>
                  <a:lnTo>
                    <a:pt x="13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4" name="pl2714"/>
            <p:cNvSpPr/>
            <p:nvPr/>
          </p:nvSpPr>
          <p:spPr>
            <a:xfrm>
              <a:off x="8058166" y="2574321"/>
              <a:ext cx="5346" cy="2322"/>
            </a:xfrm>
            <a:custGeom>
              <a:avLst/>
              <a:pathLst>
                <a:path w="5346" h="2322">
                  <a:moveTo>
                    <a:pt x="0" y="2322"/>
                  </a:moveTo>
                  <a:lnTo>
                    <a:pt x="5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5" name="pl2715"/>
            <p:cNvSpPr/>
            <p:nvPr/>
          </p:nvSpPr>
          <p:spPr>
            <a:xfrm>
              <a:off x="8054866" y="2584503"/>
              <a:ext cx="6695" cy="2876"/>
            </a:xfrm>
            <a:custGeom>
              <a:avLst/>
              <a:pathLst>
                <a:path w="6695" h="2876">
                  <a:moveTo>
                    <a:pt x="0" y="2876"/>
                  </a:moveTo>
                  <a:lnTo>
                    <a:pt x="66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6" name="pl2716"/>
            <p:cNvSpPr/>
            <p:nvPr/>
          </p:nvSpPr>
          <p:spPr>
            <a:xfrm>
              <a:off x="8036459" y="2542746"/>
              <a:ext cx="6632" cy="3018"/>
            </a:xfrm>
            <a:custGeom>
              <a:avLst/>
              <a:pathLst>
                <a:path w="6632" h="3018">
                  <a:moveTo>
                    <a:pt x="0" y="3018"/>
                  </a:moveTo>
                  <a:lnTo>
                    <a:pt x="6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7" name="pl2717"/>
            <p:cNvSpPr/>
            <p:nvPr/>
          </p:nvSpPr>
          <p:spPr>
            <a:xfrm>
              <a:off x="8037777" y="2566523"/>
              <a:ext cx="7996" cy="3537"/>
            </a:xfrm>
            <a:custGeom>
              <a:avLst/>
              <a:pathLst>
                <a:path w="7996" h="3537">
                  <a:moveTo>
                    <a:pt x="0" y="3537"/>
                  </a:moveTo>
                  <a:lnTo>
                    <a:pt x="79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8" name="pl2718"/>
            <p:cNvSpPr/>
            <p:nvPr/>
          </p:nvSpPr>
          <p:spPr>
            <a:xfrm>
              <a:off x="8008305" y="2499969"/>
              <a:ext cx="13126" cy="6332"/>
            </a:xfrm>
            <a:custGeom>
              <a:avLst/>
              <a:pathLst>
                <a:path w="13126" h="6332">
                  <a:moveTo>
                    <a:pt x="0" y="6332"/>
                  </a:moveTo>
                  <a:lnTo>
                    <a:pt x="131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9" name="pl2719"/>
            <p:cNvSpPr/>
            <p:nvPr/>
          </p:nvSpPr>
          <p:spPr>
            <a:xfrm>
              <a:off x="8018013" y="2538059"/>
              <a:ext cx="5291" cy="2445"/>
            </a:xfrm>
            <a:custGeom>
              <a:avLst/>
              <a:pathLst>
                <a:path w="5291" h="2445">
                  <a:moveTo>
                    <a:pt x="0" y="2445"/>
                  </a:moveTo>
                  <a:lnTo>
                    <a:pt x="52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0" name="pl2720"/>
            <p:cNvSpPr/>
            <p:nvPr/>
          </p:nvSpPr>
          <p:spPr>
            <a:xfrm>
              <a:off x="7983752" y="2459292"/>
              <a:ext cx="20789" cy="10561"/>
            </a:xfrm>
            <a:custGeom>
              <a:avLst/>
              <a:pathLst>
                <a:path w="20789" h="10561">
                  <a:moveTo>
                    <a:pt x="0" y="10561"/>
                  </a:moveTo>
                  <a:lnTo>
                    <a:pt x="207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1" name="pl2721"/>
            <p:cNvSpPr/>
            <p:nvPr/>
          </p:nvSpPr>
          <p:spPr>
            <a:xfrm>
              <a:off x="7993342" y="2505021"/>
              <a:ext cx="7867" cy="3815"/>
            </a:xfrm>
            <a:custGeom>
              <a:avLst/>
              <a:pathLst>
                <a:path w="7867" h="3815">
                  <a:moveTo>
                    <a:pt x="0" y="3815"/>
                  </a:moveTo>
                  <a:lnTo>
                    <a:pt x="78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2" name="pl2722"/>
            <p:cNvSpPr/>
            <p:nvPr/>
          </p:nvSpPr>
          <p:spPr>
            <a:xfrm>
              <a:off x="7954346" y="2418647"/>
              <a:ext cx="25687" cy="13774"/>
            </a:xfrm>
            <a:custGeom>
              <a:avLst/>
              <a:pathLst>
                <a:path w="25687" h="13774">
                  <a:moveTo>
                    <a:pt x="0" y="13774"/>
                  </a:moveTo>
                  <a:lnTo>
                    <a:pt x="25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3" name="pl2723"/>
            <p:cNvSpPr/>
            <p:nvPr/>
          </p:nvSpPr>
          <p:spPr>
            <a:xfrm>
              <a:off x="7972935" y="2470430"/>
              <a:ext cx="1298" cy="662"/>
            </a:xfrm>
            <a:custGeom>
              <a:avLst/>
              <a:pathLst>
                <a:path w="1298" h="662">
                  <a:moveTo>
                    <a:pt x="0" y="662"/>
                  </a:moveTo>
                  <a:lnTo>
                    <a:pt x="1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4" name="pl2724"/>
            <p:cNvSpPr/>
            <p:nvPr/>
          </p:nvSpPr>
          <p:spPr>
            <a:xfrm>
              <a:off x="7941516" y="2393582"/>
              <a:ext cx="33186" cy="18288"/>
            </a:xfrm>
            <a:custGeom>
              <a:avLst/>
              <a:pathLst>
                <a:path w="33186" h="18288">
                  <a:moveTo>
                    <a:pt x="0" y="18288"/>
                  </a:moveTo>
                  <a:lnTo>
                    <a:pt x="331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5" name="pl2725"/>
            <p:cNvSpPr/>
            <p:nvPr/>
          </p:nvSpPr>
          <p:spPr>
            <a:xfrm>
              <a:off x="8086815" y="2633487"/>
              <a:ext cx="1353" cy="540"/>
            </a:xfrm>
            <a:custGeom>
              <a:avLst/>
              <a:pathLst>
                <a:path w="1353" h="540">
                  <a:moveTo>
                    <a:pt x="0" y="540"/>
                  </a:moveTo>
                  <a:lnTo>
                    <a:pt x="13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6" name="pl2726"/>
            <p:cNvSpPr/>
            <p:nvPr/>
          </p:nvSpPr>
          <p:spPr>
            <a:xfrm>
              <a:off x="8083403" y="2624990"/>
              <a:ext cx="1351" cy="546"/>
            </a:xfrm>
            <a:custGeom>
              <a:avLst/>
              <a:pathLst>
                <a:path w="1351" h="546">
                  <a:moveTo>
                    <a:pt x="0" y="546"/>
                  </a:moveTo>
                  <a:lnTo>
                    <a:pt x="13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7" name="pl2727"/>
            <p:cNvSpPr/>
            <p:nvPr/>
          </p:nvSpPr>
          <p:spPr>
            <a:xfrm>
              <a:off x="8093529" y="2650524"/>
              <a:ext cx="1358" cy="528"/>
            </a:xfrm>
            <a:custGeom>
              <a:avLst/>
              <a:pathLst>
                <a:path w="1358" h="528">
                  <a:moveTo>
                    <a:pt x="0" y="528"/>
                  </a:moveTo>
                  <a:lnTo>
                    <a:pt x="13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8" name="pl2728"/>
            <p:cNvSpPr/>
            <p:nvPr/>
          </p:nvSpPr>
          <p:spPr>
            <a:xfrm>
              <a:off x="8090190" y="2641998"/>
              <a:ext cx="1355" cy="534"/>
            </a:xfrm>
            <a:custGeom>
              <a:avLst/>
              <a:pathLst>
                <a:path w="1355" h="534">
                  <a:moveTo>
                    <a:pt x="0" y="534"/>
                  </a:moveTo>
                  <a:lnTo>
                    <a:pt x="13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9" name="pl2729"/>
            <p:cNvSpPr/>
            <p:nvPr/>
          </p:nvSpPr>
          <p:spPr>
            <a:xfrm>
              <a:off x="8106520" y="2684767"/>
              <a:ext cx="1366" cy="505"/>
            </a:xfrm>
            <a:custGeom>
              <a:avLst/>
              <a:pathLst>
                <a:path w="1366" h="505">
                  <a:moveTo>
                    <a:pt x="0" y="505"/>
                  </a:moveTo>
                  <a:lnTo>
                    <a:pt x="1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0" name="pl2730"/>
            <p:cNvSpPr/>
            <p:nvPr/>
          </p:nvSpPr>
          <p:spPr>
            <a:xfrm>
              <a:off x="8103327" y="2676185"/>
              <a:ext cx="1364" cy="511"/>
            </a:xfrm>
            <a:custGeom>
              <a:avLst/>
              <a:pathLst>
                <a:path w="1364" h="511">
                  <a:moveTo>
                    <a:pt x="0" y="511"/>
                  </a:moveTo>
                  <a:lnTo>
                    <a:pt x="13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1" name="pl2731"/>
            <p:cNvSpPr/>
            <p:nvPr/>
          </p:nvSpPr>
          <p:spPr>
            <a:xfrm>
              <a:off x="8103562" y="2680983"/>
              <a:ext cx="1365" cy="508"/>
            </a:xfrm>
            <a:custGeom>
              <a:avLst/>
              <a:pathLst>
                <a:path w="1365" h="508">
                  <a:moveTo>
                    <a:pt x="0" y="508"/>
                  </a:moveTo>
                  <a:lnTo>
                    <a:pt x="13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2" name="pl2732"/>
            <p:cNvSpPr/>
            <p:nvPr/>
          </p:nvSpPr>
          <p:spPr>
            <a:xfrm>
              <a:off x="8098735" y="2667618"/>
              <a:ext cx="2725" cy="1034"/>
            </a:xfrm>
            <a:custGeom>
              <a:avLst/>
              <a:pathLst>
                <a:path w="2725" h="1034">
                  <a:moveTo>
                    <a:pt x="0" y="1034"/>
                  </a:moveTo>
                  <a:lnTo>
                    <a:pt x="2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3" name="pl2733"/>
            <p:cNvSpPr/>
            <p:nvPr/>
          </p:nvSpPr>
          <p:spPr>
            <a:xfrm>
              <a:off x="8099794" y="2675068"/>
              <a:ext cx="1364" cy="512"/>
            </a:xfrm>
            <a:custGeom>
              <a:avLst/>
              <a:pathLst>
                <a:path w="1364" h="512">
                  <a:moveTo>
                    <a:pt x="0" y="512"/>
                  </a:moveTo>
                  <a:lnTo>
                    <a:pt x="13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4" name="pl2734"/>
            <p:cNvSpPr/>
            <p:nvPr/>
          </p:nvSpPr>
          <p:spPr>
            <a:xfrm>
              <a:off x="8094111" y="2659064"/>
              <a:ext cx="4080" cy="1569"/>
            </a:xfrm>
            <a:custGeom>
              <a:avLst/>
              <a:pathLst>
                <a:path w="4080" h="1569">
                  <a:moveTo>
                    <a:pt x="0" y="1569"/>
                  </a:moveTo>
                  <a:lnTo>
                    <a:pt x="40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5" name="pl2735"/>
            <p:cNvSpPr/>
            <p:nvPr/>
          </p:nvSpPr>
          <p:spPr>
            <a:xfrm>
              <a:off x="8094242" y="2668102"/>
              <a:ext cx="2724" cy="1035"/>
            </a:xfrm>
            <a:custGeom>
              <a:avLst/>
              <a:pathLst>
                <a:path w="2724" h="1035">
                  <a:moveTo>
                    <a:pt x="0" y="1035"/>
                  </a:moveTo>
                  <a:lnTo>
                    <a:pt x="2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6" name="pl2736"/>
            <p:cNvSpPr/>
            <p:nvPr/>
          </p:nvSpPr>
          <p:spPr>
            <a:xfrm>
              <a:off x="8086436" y="2646791"/>
              <a:ext cx="5427" cy="2127"/>
            </a:xfrm>
            <a:custGeom>
              <a:avLst/>
              <a:pathLst>
                <a:path w="5427" h="2127">
                  <a:moveTo>
                    <a:pt x="0" y="2127"/>
                  </a:moveTo>
                  <a:lnTo>
                    <a:pt x="54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7" name="pl2737"/>
            <p:cNvSpPr/>
            <p:nvPr/>
          </p:nvSpPr>
          <p:spPr>
            <a:xfrm>
              <a:off x="8087646" y="2659018"/>
              <a:ext cx="2719" cy="1049"/>
            </a:xfrm>
            <a:custGeom>
              <a:avLst/>
              <a:pathLst>
                <a:path w="2719" h="1049">
                  <a:moveTo>
                    <a:pt x="0" y="1049"/>
                  </a:moveTo>
                  <a:lnTo>
                    <a:pt x="2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8" name="pl2738"/>
            <p:cNvSpPr/>
            <p:nvPr/>
          </p:nvSpPr>
          <p:spPr>
            <a:xfrm>
              <a:off x="8077000" y="2629780"/>
              <a:ext cx="8113" cy="3259"/>
            </a:xfrm>
            <a:custGeom>
              <a:avLst/>
              <a:pathLst>
                <a:path w="8113" h="3259">
                  <a:moveTo>
                    <a:pt x="0" y="3259"/>
                  </a:moveTo>
                  <a:lnTo>
                    <a:pt x="81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9" name="pl2739"/>
            <p:cNvSpPr/>
            <p:nvPr/>
          </p:nvSpPr>
          <p:spPr>
            <a:xfrm>
              <a:off x="8115878" y="2710592"/>
              <a:ext cx="1373" cy="488"/>
            </a:xfrm>
            <a:custGeom>
              <a:avLst/>
              <a:pathLst>
                <a:path w="1373" h="488">
                  <a:moveTo>
                    <a:pt x="0" y="488"/>
                  </a:moveTo>
                  <a:lnTo>
                    <a:pt x="13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0" name="pl2740"/>
            <p:cNvSpPr/>
            <p:nvPr/>
          </p:nvSpPr>
          <p:spPr>
            <a:xfrm>
              <a:off x="8112795" y="2701970"/>
              <a:ext cx="1371" cy="493"/>
            </a:xfrm>
            <a:custGeom>
              <a:avLst/>
              <a:pathLst>
                <a:path w="1371" h="493">
                  <a:moveTo>
                    <a:pt x="0" y="493"/>
                  </a:moveTo>
                  <a:lnTo>
                    <a:pt x="1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1" name="pl2741"/>
            <p:cNvSpPr/>
            <p:nvPr/>
          </p:nvSpPr>
          <p:spPr>
            <a:xfrm>
              <a:off x="8112969" y="2706771"/>
              <a:ext cx="1372" cy="490"/>
            </a:xfrm>
            <a:custGeom>
              <a:avLst/>
              <a:pathLst>
                <a:path w="1372" h="490">
                  <a:moveTo>
                    <a:pt x="0" y="490"/>
                  </a:moveTo>
                  <a:lnTo>
                    <a:pt x="1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2" name="pl2742"/>
            <p:cNvSpPr/>
            <p:nvPr/>
          </p:nvSpPr>
          <p:spPr>
            <a:xfrm>
              <a:off x="8108307" y="2693362"/>
              <a:ext cx="2738" cy="999"/>
            </a:xfrm>
            <a:custGeom>
              <a:avLst/>
              <a:pathLst>
                <a:path w="2738" h="999">
                  <a:moveTo>
                    <a:pt x="0" y="999"/>
                  </a:moveTo>
                  <a:lnTo>
                    <a:pt x="2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3" name="pl2743"/>
            <p:cNvSpPr/>
            <p:nvPr/>
          </p:nvSpPr>
          <p:spPr>
            <a:xfrm>
              <a:off x="8121933" y="2727875"/>
              <a:ext cx="1377" cy="476"/>
            </a:xfrm>
            <a:custGeom>
              <a:avLst/>
              <a:pathLst>
                <a:path w="1377" h="476">
                  <a:moveTo>
                    <a:pt x="0" y="476"/>
                  </a:moveTo>
                  <a:lnTo>
                    <a:pt x="13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4" name="pl2744"/>
            <p:cNvSpPr/>
            <p:nvPr/>
          </p:nvSpPr>
          <p:spPr>
            <a:xfrm>
              <a:off x="8118924" y="2719227"/>
              <a:ext cx="1375" cy="482"/>
            </a:xfrm>
            <a:custGeom>
              <a:avLst/>
              <a:pathLst>
                <a:path w="1375" h="482">
                  <a:moveTo>
                    <a:pt x="0" y="482"/>
                  </a:moveTo>
                  <a:lnTo>
                    <a:pt x="13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5" name="pl2745"/>
            <p:cNvSpPr/>
            <p:nvPr/>
          </p:nvSpPr>
          <p:spPr>
            <a:xfrm>
              <a:off x="8130739" y="2753894"/>
              <a:ext cx="1383" cy="458"/>
            </a:xfrm>
            <a:custGeom>
              <a:avLst/>
              <a:pathLst>
                <a:path w="1383" h="458">
                  <a:moveTo>
                    <a:pt x="0" y="458"/>
                  </a:moveTo>
                  <a:lnTo>
                    <a:pt x="13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6" name="pl2746"/>
            <p:cNvSpPr/>
            <p:nvPr/>
          </p:nvSpPr>
          <p:spPr>
            <a:xfrm>
              <a:off x="8127841" y="2745208"/>
              <a:ext cx="1381" cy="464"/>
            </a:xfrm>
            <a:custGeom>
              <a:avLst/>
              <a:pathLst>
                <a:path w="1381" h="464">
                  <a:moveTo>
                    <a:pt x="0" y="464"/>
                  </a:moveTo>
                  <a:lnTo>
                    <a:pt x="13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7" name="pl2747"/>
            <p:cNvSpPr/>
            <p:nvPr/>
          </p:nvSpPr>
          <p:spPr>
            <a:xfrm>
              <a:off x="8127912" y="2750011"/>
              <a:ext cx="1382" cy="461"/>
            </a:xfrm>
            <a:custGeom>
              <a:avLst/>
              <a:pathLst>
                <a:path w="1382" h="461">
                  <a:moveTo>
                    <a:pt x="0" y="461"/>
                  </a:moveTo>
                  <a:lnTo>
                    <a:pt x="13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8" name="pl2748"/>
            <p:cNvSpPr/>
            <p:nvPr/>
          </p:nvSpPr>
          <p:spPr>
            <a:xfrm>
              <a:off x="8123526" y="2736535"/>
              <a:ext cx="2758" cy="940"/>
            </a:xfrm>
            <a:custGeom>
              <a:avLst/>
              <a:pathLst>
                <a:path w="2758" h="940">
                  <a:moveTo>
                    <a:pt x="0" y="940"/>
                  </a:moveTo>
                  <a:lnTo>
                    <a:pt x="27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9" name="pl2749"/>
            <p:cNvSpPr/>
            <p:nvPr/>
          </p:nvSpPr>
          <p:spPr>
            <a:xfrm>
              <a:off x="8122968" y="2743971"/>
              <a:ext cx="2761" cy="932"/>
            </a:xfrm>
            <a:custGeom>
              <a:avLst/>
              <a:pathLst>
                <a:path w="2761" h="932">
                  <a:moveTo>
                    <a:pt x="0" y="932"/>
                  </a:moveTo>
                  <a:lnTo>
                    <a:pt x="2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0" name="pl2750"/>
            <p:cNvSpPr/>
            <p:nvPr/>
          </p:nvSpPr>
          <p:spPr>
            <a:xfrm>
              <a:off x="8116304" y="2724029"/>
              <a:ext cx="4128" cy="1437"/>
            </a:xfrm>
            <a:custGeom>
              <a:avLst/>
              <a:pathLst>
                <a:path w="4128" h="1437">
                  <a:moveTo>
                    <a:pt x="0" y="1437"/>
                  </a:moveTo>
                  <a:lnTo>
                    <a:pt x="4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1" name="pl2751"/>
            <p:cNvSpPr/>
            <p:nvPr/>
          </p:nvSpPr>
          <p:spPr>
            <a:xfrm>
              <a:off x="8115524" y="2735177"/>
              <a:ext cx="4135" cy="1417"/>
            </a:xfrm>
            <a:custGeom>
              <a:avLst/>
              <a:pathLst>
                <a:path w="4135" h="1417">
                  <a:moveTo>
                    <a:pt x="0" y="1417"/>
                  </a:moveTo>
                  <a:lnTo>
                    <a:pt x="41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2" name="pl2752"/>
            <p:cNvSpPr/>
            <p:nvPr/>
          </p:nvSpPr>
          <p:spPr>
            <a:xfrm>
              <a:off x="8103795" y="2700808"/>
              <a:ext cx="6853" cy="2476"/>
            </a:xfrm>
            <a:custGeom>
              <a:avLst/>
              <a:pathLst>
                <a:path w="6853" h="2476">
                  <a:moveTo>
                    <a:pt x="0" y="2476"/>
                  </a:moveTo>
                  <a:lnTo>
                    <a:pt x="68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3" name="pl2753"/>
            <p:cNvSpPr/>
            <p:nvPr/>
          </p:nvSpPr>
          <p:spPr>
            <a:xfrm>
              <a:off x="8098731" y="2719915"/>
              <a:ext cx="10997" cy="3872"/>
            </a:xfrm>
            <a:custGeom>
              <a:avLst/>
              <a:pathLst>
                <a:path w="10997" h="3872">
                  <a:moveTo>
                    <a:pt x="0" y="3872"/>
                  </a:moveTo>
                  <a:lnTo>
                    <a:pt x="109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4" name="pl2754"/>
            <p:cNvSpPr/>
            <p:nvPr/>
          </p:nvSpPr>
          <p:spPr>
            <a:xfrm>
              <a:off x="8071521" y="2646535"/>
              <a:ext cx="10847" cy="4272"/>
            </a:xfrm>
            <a:custGeom>
              <a:avLst/>
              <a:pathLst>
                <a:path w="10847" h="4272">
                  <a:moveTo>
                    <a:pt x="0" y="4272"/>
                  </a:moveTo>
                  <a:lnTo>
                    <a:pt x="108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5" name="pl2755"/>
            <p:cNvSpPr/>
            <p:nvPr/>
          </p:nvSpPr>
          <p:spPr>
            <a:xfrm>
              <a:off x="8084095" y="2687173"/>
              <a:ext cx="1365" cy="509"/>
            </a:xfrm>
            <a:custGeom>
              <a:avLst/>
              <a:pathLst>
                <a:path w="1365" h="509">
                  <a:moveTo>
                    <a:pt x="0" y="509"/>
                  </a:moveTo>
                  <a:lnTo>
                    <a:pt x="13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6" name="pl2756"/>
            <p:cNvSpPr/>
            <p:nvPr/>
          </p:nvSpPr>
          <p:spPr>
            <a:xfrm>
              <a:off x="8059724" y="2616508"/>
              <a:ext cx="21581" cy="8831"/>
            </a:xfrm>
            <a:custGeom>
              <a:avLst/>
              <a:pathLst>
                <a:path w="21581" h="8831">
                  <a:moveTo>
                    <a:pt x="0" y="8831"/>
                  </a:moveTo>
                  <a:lnTo>
                    <a:pt x="215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7" name="pl2757"/>
            <p:cNvSpPr/>
            <p:nvPr/>
          </p:nvSpPr>
          <p:spPr>
            <a:xfrm>
              <a:off x="8147348" y="2806260"/>
              <a:ext cx="1394" cy="423"/>
            </a:xfrm>
            <a:custGeom>
              <a:avLst/>
              <a:pathLst>
                <a:path w="1394" h="423">
                  <a:moveTo>
                    <a:pt x="0" y="423"/>
                  </a:moveTo>
                  <a:lnTo>
                    <a:pt x="13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8" name="pl2758"/>
            <p:cNvSpPr/>
            <p:nvPr/>
          </p:nvSpPr>
          <p:spPr>
            <a:xfrm>
              <a:off x="8144673" y="2797503"/>
              <a:ext cx="1392" cy="429"/>
            </a:xfrm>
            <a:custGeom>
              <a:avLst/>
              <a:pathLst>
                <a:path w="1392" h="429">
                  <a:moveTo>
                    <a:pt x="0" y="429"/>
                  </a:moveTo>
                  <a:lnTo>
                    <a:pt x="13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9" name="pl2759"/>
            <p:cNvSpPr/>
            <p:nvPr/>
          </p:nvSpPr>
          <p:spPr>
            <a:xfrm>
              <a:off x="8144622" y="2802307"/>
              <a:ext cx="1393" cy="426"/>
            </a:xfrm>
            <a:custGeom>
              <a:avLst/>
              <a:pathLst>
                <a:path w="1393" h="426">
                  <a:moveTo>
                    <a:pt x="0" y="426"/>
                  </a:moveTo>
                  <a:lnTo>
                    <a:pt x="13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0" name="pl2760"/>
            <p:cNvSpPr/>
            <p:nvPr/>
          </p:nvSpPr>
          <p:spPr>
            <a:xfrm>
              <a:off x="8140570" y="2788758"/>
              <a:ext cx="2781" cy="869"/>
            </a:xfrm>
            <a:custGeom>
              <a:avLst/>
              <a:pathLst>
                <a:path w="2781" h="869">
                  <a:moveTo>
                    <a:pt x="0" y="869"/>
                  </a:moveTo>
                  <a:lnTo>
                    <a:pt x="27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1" name="pl2761"/>
            <p:cNvSpPr/>
            <p:nvPr/>
          </p:nvSpPr>
          <p:spPr>
            <a:xfrm>
              <a:off x="8141214" y="2796177"/>
              <a:ext cx="1392" cy="430"/>
            </a:xfrm>
            <a:custGeom>
              <a:avLst/>
              <a:pathLst>
                <a:path w="1392" h="430">
                  <a:moveTo>
                    <a:pt x="0" y="430"/>
                  </a:moveTo>
                  <a:lnTo>
                    <a:pt x="13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2" name="pl2762"/>
            <p:cNvSpPr/>
            <p:nvPr/>
          </p:nvSpPr>
          <p:spPr>
            <a:xfrm>
              <a:off x="8136433" y="2780024"/>
              <a:ext cx="4167" cy="1322"/>
            </a:xfrm>
            <a:custGeom>
              <a:avLst/>
              <a:pathLst>
                <a:path w="4167" h="1322">
                  <a:moveTo>
                    <a:pt x="0" y="1322"/>
                  </a:moveTo>
                  <a:lnTo>
                    <a:pt x="41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3" name="pl2763"/>
            <p:cNvSpPr/>
            <p:nvPr/>
          </p:nvSpPr>
          <p:spPr>
            <a:xfrm>
              <a:off x="8137447" y="2788973"/>
              <a:ext cx="1390" cy="435"/>
            </a:xfrm>
            <a:custGeom>
              <a:avLst/>
              <a:pathLst>
                <a:path w="1390" h="435">
                  <a:moveTo>
                    <a:pt x="0" y="435"/>
                  </a:moveTo>
                  <a:lnTo>
                    <a:pt x="13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4" name="pl2764"/>
            <p:cNvSpPr/>
            <p:nvPr/>
          </p:nvSpPr>
          <p:spPr>
            <a:xfrm>
              <a:off x="8132263" y="2771302"/>
              <a:ext cx="5548" cy="1787"/>
            </a:xfrm>
            <a:custGeom>
              <a:avLst/>
              <a:pathLst>
                <a:path w="5548" h="1787">
                  <a:moveTo>
                    <a:pt x="0" y="1787"/>
                  </a:moveTo>
                  <a:lnTo>
                    <a:pt x="55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5" name="pl2765"/>
            <p:cNvSpPr/>
            <p:nvPr/>
          </p:nvSpPr>
          <p:spPr>
            <a:xfrm>
              <a:off x="8133482" y="2781244"/>
              <a:ext cx="1388" cy="441"/>
            </a:xfrm>
            <a:custGeom>
              <a:avLst/>
              <a:pathLst>
                <a:path w="1388" h="441">
                  <a:moveTo>
                    <a:pt x="0" y="441"/>
                  </a:moveTo>
                  <a:lnTo>
                    <a:pt x="13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6" name="pl2766"/>
            <p:cNvSpPr/>
            <p:nvPr/>
          </p:nvSpPr>
          <p:spPr>
            <a:xfrm>
              <a:off x="8128059" y="2762592"/>
              <a:ext cx="6926" cy="2263"/>
            </a:xfrm>
            <a:custGeom>
              <a:avLst/>
              <a:pathLst>
                <a:path w="6926" h="2263">
                  <a:moveTo>
                    <a:pt x="0" y="2263"/>
                  </a:moveTo>
                  <a:lnTo>
                    <a:pt x="69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7" name="pl2767"/>
            <p:cNvSpPr/>
            <p:nvPr/>
          </p:nvSpPr>
          <p:spPr>
            <a:xfrm>
              <a:off x="8152586" y="2823808"/>
              <a:ext cx="1398" cy="411"/>
            </a:xfrm>
            <a:custGeom>
              <a:avLst/>
              <a:pathLst>
                <a:path w="1398" h="411">
                  <a:moveTo>
                    <a:pt x="0" y="411"/>
                  </a:moveTo>
                  <a:lnTo>
                    <a:pt x="13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8" name="pl2768"/>
            <p:cNvSpPr/>
            <p:nvPr/>
          </p:nvSpPr>
          <p:spPr>
            <a:xfrm>
              <a:off x="8149986" y="2815029"/>
              <a:ext cx="1396" cy="417"/>
            </a:xfrm>
            <a:custGeom>
              <a:avLst/>
              <a:pathLst>
                <a:path w="1396" h="417">
                  <a:moveTo>
                    <a:pt x="0" y="417"/>
                  </a:moveTo>
                  <a:lnTo>
                    <a:pt x="13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9" name="pl2769"/>
            <p:cNvSpPr/>
            <p:nvPr/>
          </p:nvSpPr>
          <p:spPr>
            <a:xfrm>
              <a:off x="8160162" y="2850213"/>
              <a:ext cx="1403" cy="393"/>
            </a:xfrm>
            <a:custGeom>
              <a:avLst/>
              <a:pathLst>
                <a:path w="1403" h="393">
                  <a:moveTo>
                    <a:pt x="0" y="393"/>
                  </a:moveTo>
                  <a:lnTo>
                    <a:pt x="14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0" name="pl2770"/>
            <p:cNvSpPr/>
            <p:nvPr/>
          </p:nvSpPr>
          <p:spPr>
            <a:xfrm>
              <a:off x="8157674" y="2841400"/>
              <a:ext cx="1401" cy="399"/>
            </a:xfrm>
            <a:custGeom>
              <a:avLst/>
              <a:pathLst>
                <a:path w="1401" h="399">
                  <a:moveTo>
                    <a:pt x="0" y="399"/>
                  </a:moveTo>
                  <a:lnTo>
                    <a:pt x="14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1" name="pl2771"/>
            <p:cNvSpPr/>
            <p:nvPr/>
          </p:nvSpPr>
          <p:spPr>
            <a:xfrm>
              <a:off x="8157520" y="2846201"/>
              <a:ext cx="1402" cy="396"/>
            </a:xfrm>
            <a:custGeom>
              <a:avLst/>
              <a:pathLst>
                <a:path w="1402" h="396">
                  <a:moveTo>
                    <a:pt x="0" y="396"/>
                  </a:moveTo>
                  <a:lnTo>
                    <a:pt x="14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2" name="pl2772"/>
            <p:cNvSpPr/>
            <p:nvPr/>
          </p:nvSpPr>
          <p:spPr>
            <a:xfrm>
              <a:off x="8153749" y="2832599"/>
              <a:ext cx="2799" cy="810"/>
            </a:xfrm>
            <a:custGeom>
              <a:avLst/>
              <a:pathLst>
                <a:path w="2799" h="810">
                  <a:moveTo>
                    <a:pt x="0" y="810"/>
                  </a:moveTo>
                  <a:lnTo>
                    <a:pt x="2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3" name="pl2773"/>
            <p:cNvSpPr/>
            <p:nvPr/>
          </p:nvSpPr>
          <p:spPr>
            <a:xfrm>
              <a:off x="8172035" y="2894428"/>
              <a:ext cx="1411" cy="363"/>
            </a:xfrm>
            <a:custGeom>
              <a:avLst/>
              <a:pathLst>
                <a:path w="1411" h="363">
                  <a:moveTo>
                    <a:pt x="0" y="363"/>
                  </a:moveTo>
                  <a:lnTo>
                    <a:pt x="14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4" name="pl2774"/>
            <p:cNvSpPr/>
            <p:nvPr/>
          </p:nvSpPr>
          <p:spPr>
            <a:xfrm>
              <a:off x="8169736" y="2885565"/>
              <a:ext cx="1409" cy="369"/>
            </a:xfrm>
            <a:custGeom>
              <a:avLst/>
              <a:pathLst>
                <a:path w="1409" h="369">
                  <a:moveTo>
                    <a:pt x="0" y="369"/>
                  </a:moveTo>
                  <a:lnTo>
                    <a:pt x="1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5" name="pl2775"/>
            <p:cNvSpPr/>
            <p:nvPr/>
          </p:nvSpPr>
          <p:spPr>
            <a:xfrm>
              <a:off x="8169479" y="2890362"/>
              <a:ext cx="1410" cy="366"/>
            </a:xfrm>
            <a:custGeom>
              <a:avLst/>
              <a:pathLst>
                <a:path w="1410" h="366">
                  <a:moveTo>
                    <a:pt x="0" y="366"/>
                  </a:moveTo>
                  <a:lnTo>
                    <a:pt x="14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6" name="pl2776"/>
            <p:cNvSpPr/>
            <p:nvPr/>
          </p:nvSpPr>
          <p:spPr>
            <a:xfrm>
              <a:off x="8165990" y="2876712"/>
              <a:ext cx="2816" cy="750"/>
            </a:xfrm>
            <a:custGeom>
              <a:avLst/>
              <a:pathLst>
                <a:path w="2816" h="750">
                  <a:moveTo>
                    <a:pt x="0" y="750"/>
                  </a:moveTo>
                  <a:lnTo>
                    <a:pt x="28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7" name="pl2777"/>
            <p:cNvSpPr/>
            <p:nvPr/>
          </p:nvSpPr>
          <p:spPr>
            <a:xfrm>
              <a:off x="8166336" y="2884092"/>
              <a:ext cx="1409" cy="370"/>
            </a:xfrm>
            <a:custGeom>
              <a:avLst/>
              <a:pathLst>
                <a:path w="1409" h="370">
                  <a:moveTo>
                    <a:pt x="0" y="370"/>
                  </a:moveTo>
                  <a:lnTo>
                    <a:pt x="1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8" name="pl2778"/>
            <p:cNvSpPr/>
            <p:nvPr/>
          </p:nvSpPr>
          <p:spPr>
            <a:xfrm>
              <a:off x="8162211" y="2867868"/>
              <a:ext cx="4219" cy="1143"/>
            </a:xfrm>
            <a:custGeom>
              <a:avLst/>
              <a:pathLst>
                <a:path w="4219" h="1143">
                  <a:moveTo>
                    <a:pt x="0" y="1143"/>
                  </a:moveTo>
                  <a:lnTo>
                    <a:pt x="4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9" name="pl2779"/>
            <p:cNvSpPr/>
            <p:nvPr/>
          </p:nvSpPr>
          <p:spPr>
            <a:xfrm>
              <a:off x="8162880" y="2876733"/>
              <a:ext cx="1408" cy="375"/>
            </a:xfrm>
            <a:custGeom>
              <a:avLst/>
              <a:pathLst>
                <a:path w="1408" h="375">
                  <a:moveTo>
                    <a:pt x="0" y="375"/>
                  </a:moveTo>
                  <a:lnTo>
                    <a:pt x="14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0" name="pl2780"/>
            <p:cNvSpPr/>
            <p:nvPr/>
          </p:nvSpPr>
          <p:spPr>
            <a:xfrm>
              <a:off x="8158397" y="2859035"/>
              <a:ext cx="5620" cy="1548"/>
            </a:xfrm>
            <a:custGeom>
              <a:avLst/>
              <a:pathLst>
                <a:path w="5620" h="1548">
                  <a:moveTo>
                    <a:pt x="0" y="1548"/>
                  </a:moveTo>
                  <a:lnTo>
                    <a:pt x="5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1" name="pl2781"/>
            <p:cNvSpPr/>
            <p:nvPr/>
          </p:nvSpPr>
          <p:spPr>
            <a:xfrm>
              <a:off x="8156435" y="2868842"/>
              <a:ext cx="4219" cy="1144"/>
            </a:xfrm>
            <a:custGeom>
              <a:avLst/>
              <a:pathLst>
                <a:path w="4219" h="1144">
                  <a:moveTo>
                    <a:pt x="0" y="1144"/>
                  </a:moveTo>
                  <a:lnTo>
                    <a:pt x="42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2" name="pl2782"/>
            <p:cNvSpPr/>
            <p:nvPr/>
          </p:nvSpPr>
          <p:spPr>
            <a:xfrm>
              <a:off x="8148639" y="2840000"/>
              <a:ext cx="7006" cy="2003"/>
            </a:xfrm>
            <a:custGeom>
              <a:avLst/>
              <a:pathLst>
                <a:path w="7006" h="2003">
                  <a:moveTo>
                    <a:pt x="0" y="2003"/>
                  </a:moveTo>
                  <a:lnTo>
                    <a:pt x="7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3" name="pl2783"/>
            <p:cNvSpPr/>
            <p:nvPr/>
          </p:nvSpPr>
          <p:spPr>
            <a:xfrm>
              <a:off x="8178705" y="2921076"/>
              <a:ext cx="1415" cy="345"/>
            </a:xfrm>
            <a:custGeom>
              <a:avLst/>
              <a:pathLst>
                <a:path w="1415" h="345">
                  <a:moveTo>
                    <a:pt x="0" y="345"/>
                  </a:moveTo>
                  <a:lnTo>
                    <a:pt x="14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4" name="pl2784"/>
            <p:cNvSpPr/>
            <p:nvPr/>
          </p:nvSpPr>
          <p:spPr>
            <a:xfrm>
              <a:off x="8176520" y="2912184"/>
              <a:ext cx="1414" cy="351"/>
            </a:xfrm>
            <a:custGeom>
              <a:avLst/>
              <a:pathLst>
                <a:path w="1414" h="351">
                  <a:moveTo>
                    <a:pt x="0" y="351"/>
                  </a:moveTo>
                  <a:lnTo>
                    <a:pt x="1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5" name="pl2785"/>
            <p:cNvSpPr/>
            <p:nvPr/>
          </p:nvSpPr>
          <p:spPr>
            <a:xfrm>
              <a:off x="8182962" y="2938887"/>
              <a:ext cx="1418" cy="332"/>
            </a:xfrm>
            <a:custGeom>
              <a:avLst/>
              <a:pathLst>
                <a:path w="1418" h="332">
                  <a:moveTo>
                    <a:pt x="0" y="332"/>
                  </a:moveTo>
                  <a:lnTo>
                    <a:pt x="14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6" name="pl2786"/>
            <p:cNvSpPr/>
            <p:nvPr/>
          </p:nvSpPr>
          <p:spPr>
            <a:xfrm>
              <a:off x="8180853" y="2929977"/>
              <a:ext cx="1417" cy="339"/>
            </a:xfrm>
            <a:custGeom>
              <a:avLst/>
              <a:pathLst>
                <a:path w="1417" h="339">
                  <a:moveTo>
                    <a:pt x="0" y="339"/>
                  </a:moveTo>
                  <a:lnTo>
                    <a:pt x="1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7" name="pl2787"/>
            <p:cNvSpPr/>
            <p:nvPr/>
          </p:nvSpPr>
          <p:spPr>
            <a:xfrm>
              <a:off x="8187067" y="2956735"/>
              <a:ext cx="1421" cy="320"/>
            </a:xfrm>
            <a:custGeom>
              <a:avLst/>
              <a:pathLst>
                <a:path w="1421" h="320">
                  <a:moveTo>
                    <a:pt x="0" y="320"/>
                  </a:moveTo>
                  <a:lnTo>
                    <a:pt x="1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8" name="pl2788"/>
            <p:cNvSpPr/>
            <p:nvPr/>
          </p:nvSpPr>
          <p:spPr>
            <a:xfrm>
              <a:off x="8185034" y="2947807"/>
              <a:ext cx="1420" cy="326"/>
            </a:xfrm>
            <a:custGeom>
              <a:avLst/>
              <a:pathLst>
                <a:path w="1420" h="326">
                  <a:moveTo>
                    <a:pt x="0" y="326"/>
                  </a:moveTo>
                  <a:lnTo>
                    <a:pt x="14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9" name="pl2789"/>
            <p:cNvSpPr/>
            <p:nvPr/>
          </p:nvSpPr>
          <p:spPr>
            <a:xfrm>
              <a:off x="8183214" y="2952594"/>
              <a:ext cx="2841" cy="647"/>
            </a:xfrm>
            <a:custGeom>
              <a:avLst/>
              <a:pathLst>
                <a:path w="2841" h="647">
                  <a:moveTo>
                    <a:pt x="0" y="647"/>
                  </a:moveTo>
                  <a:lnTo>
                    <a:pt x="28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0" name="pl2790"/>
            <p:cNvSpPr/>
            <p:nvPr/>
          </p:nvSpPr>
          <p:spPr>
            <a:xfrm>
              <a:off x="8179076" y="2934767"/>
              <a:ext cx="2836" cy="671"/>
            </a:xfrm>
            <a:custGeom>
              <a:avLst/>
              <a:pathLst>
                <a:path w="2836" h="671">
                  <a:moveTo>
                    <a:pt x="0" y="671"/>
                  </a:moveTo>
                  <a:lnTo>
                    <a:pt x="28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1" name="pl2791"/>
            <p:cNvSpPr/>
            <p:nvPr/>
          </p:nvSpPr>
          <p:spPr>
            <a:xfrm>
              <a:off x="8178325" y="2944336"/>
              <a:ext cx="2839" cy="659"/>
            </a:xfrm>
            <a:custGeom>
              <a:avLst/>
              <a:pathLst>
                <a:path w="2839" h="659">
                  <a:moveTo>
                    <a:pt x="0" y="659"/>
                  </a:moveTo>
                  <a:lnTo>
                    <a:pt x="28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2" name="pl2792"/>
            <p:cNvSpPr/>
            <p:nvPr/>
          </p:nvSpPr>
          <p:spPr>
            <a:xfrm>
              <a:off x="8171956" y="2916977"/>
              <a:ext cx="5660" cy="1392"/>
            </a:xfrm>
            <a:custGeom>
              <a:avLst/>
              <a:pathLst>
                <a:path w="5660" h="1392">
                  <a:moveTo>
                    <a:pt x="0" y="1392"/>
                  </a:moveTo>
                  <a:lnTo>
                    <a:pt x="5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3" name="pl2793"/>
            <p:cNvSpPr/>
            <p:nvPr/>
          </p:nvSpPr>
          <p:spPr>
            <a:xfrm>
              <a:off x="8173766" y="2931672"/>
              <a:ext cx="1417" cy="339"/>
            </a:xfrm>
            <a:custGeom>
              <a:avLst/>
              <a:pathLst>
                <a:path w="1417" h="339">
                  <a:moveTo>
                    <a:pt x="0" y="339"/>
                  </a:moveTo>
                  <a:lnTo>
                    <a:pt x="14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4" name="pl2794"/>
            <p:cNvSpPr/>
            <p:nvPr/>
          </p:nvSpPr>
          <p:spPr>
            <a:xfrm>
              <a:off x="8167231" y="2903301"/>
              <a:ext cx="8477" cy="2142"/>
            </a:xfrm>
            <a:custGeom>
              <a:avLst/>
              <a:pathLst>
                <a:path w="8477" h="2142">
                  <a:moveTo>
                    <a:pt x="0" y="2142"/>
                  </a:moveTo>
                  <a:lnTo>
                    <a:pt x="84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5" name="pl2795"/>
            <p:cNvSpPr/>
            <p:nvPr/>
          </p:nvSpPr>
          <p:spPr>
            <a:xfrm>
              <a:off x="8191020" y="2974617"/>
              <a:ext cx="1424" cy="308"/>
            </a:xfrm>
            <a:custGeom>
              <a:avLst/>
              <a:pathLst>
                <a:path w="1424" h="308">
                  <a:moveTo>
                    <a:pt x="0" y="308"/>
                  </a:moveTo>
                  <a:lnTo>
                    <a:pt x="14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6" name="pl2796"/>
            <p:cNvSpPr/>
            <p:nvPr/>
          </p:nvSpPr>
          <p:spPr>
            <a:xfrm>
              <a:off x="8189063" y="2965671"/>
              <a:ext cx="1422" cy="314"/>
            </a:xfrm>
            <a:custGeom>
              <a:avLst/>
              <a:pathLst>
                <a:path w="1422" h="314">
                  <a:moveTo>
                    <a:pt x="0" y="314"/>
                  </a:moveTo>
                  <a:lnTo>
                    <a:pt x="14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7" name="pl2797"/>
            <p:cNvSpPr/>
            <p:nvPr/>
          </p:nvSpPr>
          <p:spPr>
            <a:xfrm>
              <a:off x="8194820" y="2992531"/>
              <a:ext cx="1426" cy="296"/>
            </a:xfrm>
            <a:custGeom>
              <a:avLst/>
              <a:pathLst>
                <a:path w="1426" h="296">
                  <a:moveTo>
                    <a:pt x="0" y="296"/>
                  </a:moveTo>
                  <a:lnTo>
                    <a:pt x="1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8" name="pl2798"/>
            <p:cNvSpPr/>
            <p:nvPr/>
          </p:nvSpPr>
          <p:spPr>
            <a:xfrm>
              <a:off x="8192939" y="2983570"/>
              <a:ext cx="1425" cy="302"/>
            </a:xfrm>
            <a:custGeom>
              <a:avLst/>
              <a:pathLst>
                <a:path w="1425" h="302">
                  <a:moveTo>
                    <a:pt x="0" y="302"/>
                  </a:moveTo>
                  <a:lnTo>
                    <a:pt x="14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9" name="pl2799"/>
            <p:cNvSpPr/>
            <p:nvPr/>
          </p:nvSpPr>
          <p:spPr>
            <a:xfrm>
              <a:off x="8198467" y="3010478"/>
              <a:ext cx="1429" cy="284"/>
            </a:xfrm>
            <a:custGeom>
              <a:avLst/>
              <a:pathLst>
                <a:path w="1429" h="284">
                  <a:moveTo>
                    <a:pt x="0" y="284"/>
                  </a:moveTo>
                  <a:lnTo>
                    <a:pt x="1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0" name="pl2800"/>
            <p:cNvSpPr/>
            <p:nvPr/>
          </p:nvSpPr>
          <p:spPr>
            <a:xfrm>
              <a:off x="8196663" y="3001501"/>
              <a:ext cx="1428" cy="290"/>
            </a:xfrm>
            <a:custGeom>
              <a:avLst/>
              <a:pathLst>
                <a:path w="1428" h="290">
                  <a:moveTo>
                    <a:pt x="0" y="290"/>
                  </a:moveTo>
                  <a:lnTo>
                    <a:pt x="14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1" name="pl2801"/>
            <p:cNvSpPr/>
            <p:nvPr/>
          </p:nvSpPr>
          <p:spPr>
            <a:xfrm>
              <a:off x="8201961" y="3028455"/>
              <a:ext cx="1431" cy="272"/>
            </a:xfrm>
            <a:custGeom>
              <a:avLst/>
              <a:pathLst>
                <a:path w="1431" h="272">
                  <a:moveTo>
                    <a:pt x="0" y="272"/>
                  </a:moveTo>
                  <a:lnTo>
                    <a:pt x="14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2" name="pl2802"/>
            <p:cNvSpPr/>
            <p:nvPr/>
          </p:nvSpPr>
          <p:spPr>
            <a:xfrm>
              <a:off x="8200233" y="3019463"/>
              <a:ext cx="1430" cy="278"/>
            </a:xfrm>
            <a:custGeom>
              <a:avLst/>
              <a:pathLst>
                <a:path w="1430" h="278">
                  <a:moveTo>
                    <a:pt x="0" y="278"/>
                  </a:moveTo>
                  <a:lnTo>
                    <a:pt x="1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3" name="pl2803"/>
            <p:cNvSpPr/>
            <p:nvPr/>
          </p:nvSpPr>
          <p:spPr>
            <a:xfrm>
              <a:off x="8206914" y="3055475"/>
              <a:ext cx="1435" cy="253"/>
            </a:xfrm>
            <a:custGeom>
              <a:avLst/>
              <a:pathLst>
                <a:path w="1435" h="253">
                  <a:moveTo>
                    <a:pt x="0" y="253"/>
                  </a:moveTo>
                  <a:lnTo>
                    <a:pt x="14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4" name="pl2804"/>
            <p:cNvSpPr/>
            <p:nvPr/>
          </p:nvSpPr>
          <p:spPr>
            <a:xfrm>
              <a:off x="8205301" y="3046462"/>
              <a:ext cx="1434" cy="259"/>
            </a:xfrm>
            <a:custGeom>
              <a:avLst/>
              <a:pathLst>
                <a:path w="1434" h="259">
                  <a:moveTo>
                    <a:pt x="0" y="259"/>
                  </a:moveTo>
                  <a:lnTo>
                    <a:pt x="1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5" name="pl2805"/>
            <p:cNvSpPr/>
            <p:nvPr/>
          </p:nvSpPr>
          <p:spPr>
            <a:xfrm>
              <a:off x="8204678" y="3051224"/>
              <a:ext cx="1434" cy="256"/>
            </a:xfrm>
            <a:custGeom>
              <a:avLst/>
              <a:pathLst>
                <a:path w="1434" h="256">
                  <a:moveTo>
                    <a:pt x="0" y="256"/>
                  </a:moveTo>
                  <a:lnTo>
                    <a:pt x="1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6" name="pl2806"/>
            <p:cNvSpPr/>
            <p:nvPr/>
          </p:nvSpPr>
          <p:spPr>
            <a:xfrm>
              <a:off x="8202217" y="3037455"/>
              <a:ext cx="2865" cy="531"/>
            </a:xfrm>
            <a:custGeom>
              <a:avLst/>
              <a:pathLst>
                <a:path w="2865" h="531">
                  <a:moveTo>
                    <a:pt x="0" y="531"/>
                  </a:moveTo>
                  <a:lnTo>
                    <a:pt x="28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7" name="pl2807"/>
            <p:cNvSpPr/>
            <p:nvPr/>
          </p:nvSpPr>
          <p:spPr>
            <a:xfrm>
              <a:off x="8210023" y="3073523"/>
              <a:ext cx="1437" cy="241"/>
            </a:xfrm>
            <a:custGeom>
              <a:avLst/>
              <a:pathLst>
                <a:path w="1437" h="241">
                  <a:moveTo>
                    <a:pt x="0" y="241"/>
                  </a:moveTo>
                  <a:lnTo>
                    <a:pt x="14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8" name="pl2808"/>
            <p:cNvSpPr/>
            <p:nvPr/>
          </p:nvSpPr>
          <p:spPr>
            <a:xfrm>
              <a:off x="8208488" y="3064496"/>
              <a:ext cx="1436" cy="247"/>
            </a:xfrm>
            <a:custGeom>
              <a:avLst/>
              <a:pathLst>
                <a:path w="1436" h="247">
                  <a:moveTo>
                    <a:pt x="0" y="247"/>
                  </a:moveTo>
                  <a:lnTo>
                    <a:pt x="14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9" name="pl2809"/>
            <p:cNvSpPr/>
            <p:nvPr/>
          </p:nvSpPr>
          <p:spPr>
            <a:xfrm>
              <a:off x="8214399" y="3100643"/>
              <a:ext cx="1440" cy="223"/>
            </a:xfrm>
            <a:custGeom>
              <a:avLst/>
              <a:pathLst>
                <a:path w="1440" h="223">
                  <a:moveTo>
                    <a:pt x="0" y="223"/>
                  </a:moveTo>
                  <a:lnTo>
                    <a:pt x="14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0" name="pl2810"/>
            <p:cNvSpPr/>
            <p:nvPr/>
          </p:nvSpPr>
          <p:spPr>
            <a:xfrm>
              <a:off x="8212979" y="3091597"/>
              <a:ext cx="1439" cy="229"/>
            </a:xfrm>
            <a:custGeom>
              <a:avLst/>
              <a:pathLst>
                <a:path w="1439" h="229">
                  <a:moveTo>
                    <a:pt x="0" y="229"/>
                  </a:moveTo>
                  <a:lnTo>
                    <a:pt x="14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1" name="pl2811"/>
            <p:cNvSpPr/>
            <p:nvPr/>
          </p:nvSpPr>
          <p:spPr>
            <a:xfrm>
              <a:off x="8212254" y="3096345"/>
              <a:ext cx="1439" cy="226"/>
            </a:xfrm>
            <a:custGeom>
              <a:avLst/>
              <a:pathLst>
                <a:path w="1439" h="226">
                  <a:moveTo>
                    <a:pt x="0" y="226"/>
                  </a:moveTo>
                  <a:lnTo>
                    <a:pt x="14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2" name="pl2812"/>
            <p:cNvSpPr/>
            <p:nvPr/>
          </p:nvSpPr>
          <p:spPr>
            <a:xfrm>
              <a:off x="8210082" y="3082557"/>
              <a:ext cx="2876" cy="470"/>
            </a:xfrm>
            <a:custGeom>
              <a:avLst/>
              <a:pathLst>
                <a:path w="2876" h="470">
                  <a:moveTo>
                    <a:pt x="0" y="470"/>
                  </a:moveTo>
                  <a:lnTo>
                    <a:pt x="28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3" name="pl2813"/>
            <p:cNvSpPr/>
            <p:nvPr/>
          </p:nvSpPr>
          <p:spPr>
            <a:xfrm>
              <a:off x="8208301" y="3089797"/>
              <a:ext cx="2878" cy="461"/>
            </a:xfrm>
            <a:custGeom>
              <a:avLst/>
              <a:pathLst>
                <a:path w="2878" h="461">
                  <a:moveTo>
                    <a:pt x="0" y="461"/>
                  </a:moveTo>
                  <a:lnTo>
                    <a:pt x="28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4" name="pl2814"/>
            <p:cNvSpPr/>
            <p:nvPr/>
          </p:nvSpPr>
          <p:spPr>
            <a:xfrm>
              <a:off x="8204950" y="3069253"/>
              <a:ext cx="4310" cy="733"/>
            </a:xfrm>
            <a:custGeom>
              <a:avLst/>
              <a:pathLst>
                <a:path w="4310" h="733">
                  <a:moveTo>
                    <a:pt x="0" y="733"/>
                  </a:moveTo>
                  <a:lnTo>
                    <a:pt x="4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5" name="pl2815"/>
            <p:cNvSpPr/>
            <p:nvPr/>
          </p:nvSpPr>
          <p:spPr>
            <a:xfrm>
              <a:off x="8202336" y="3080119"/>
              <a:ext cx="4313" cy="712"/>
            </a:xfrm>
            <a:custGeom>
              <a:avLst/>
              <a:pathLst>
                <a:path w="4313" h="712">
                  <a:moveTo>
                    <a:pt x="0" y="712"/>
                  </a:moveTo>
                  <a:lnTo>
                    <a:pt x="43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6" name="pl2816"/>
            <p:cNvSpPr/>
            <p:nvPr/>
          </p:nvSpPr>
          <p:spPr>
            <a:xfrm>
              <a:off x="8196290" y="3044732"/>
              <a:ext cx="7168" cy="1307"/>
            </a:xfrm>
            <a:custGeom>
              <a:avLst/>
              <a:pathLst>
                <a:path w="7168" h="1307">
                  <a:moveTo>
                    <a:pt x="0" y="1307"/>
                  </a:moveTo>
                  <a:lnTo>
                    <a:pt x="71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7" name="pl2817"/>
            <p:cNvSpPr/>
            <p:nvPr/>
          </p:nvSpPr>
          <p:spPr>
            <a:xfrm>
              <a:off x="8196513" y="3063423"/>
              <a:ext cx="2871" cy="499"/>
            </a:xfrm>
            <a:custGeom>
              <a:avLst/>
              <a:pathLst>
                <a:path w="2871" h="499">
                  <a:moveTo>
                    <a:pt x="0" y="499"/>
                  </a:moveTo>
                  <a:lnTo>
                    <a:pt x="2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8" name="pl2818"/>
            <p:cNvSpPr/>
            <p:nvPr/>
          </p:nvSpPr>
          <p:spPr>
            <a:xfrm>
              <a:off x="8189653" y="3024233"/>
              <a:ext cx="11449" cy="2201"/>
            </a:xfrm>
            <a:custGeom>
              <a:avLst/>
              <a:pathLst>
                <a:path w="11449" h="2201">
                  <a:moveTo>
                    <a:pt x="0" y="2201"/>
                  </a:moveTo>
                  <a:lnTo>
                    <a:pt x="1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9" name="pl2819"/>
            <p:cNvSpPr/>
            <p:nvPr/>
          </p:nvSpPr>
          <p:spPr>
            <a:xfrm>
              <a:off x="8190300" y="3045163"/>
              <a:ext cx="2867" cy="524"/>
            </a:xfrm>
            <a:custGeom>
              <a:avLst/>
              <a:pathLst>
                <a:path w="2867" h="524">
                  <a:moveTo>
                    <a:pt x="0" y="524"/>
                  </a:moveTo>
                  <a:lnTo>
                    <a:pt x="28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0" name="pl2820"/>
            <p:cNvSpPr/>
            <p:nvPr/>
          </p:nvSpPr>
          <p:spPr>
            <a:xfrm>
              <a:off x="8183282" y="3006276"/>
              <a:ext cx="14287" cy="2873"/>
            </a:xfrm>
            <a:custGeom>
              <a:avLst/>
              <a:pathLst>
                <a:path w="14287" h="2873">
                  <a:moveTo>
                    <a:pt x="0" y="2873"/>
                  </a:moveTo>
                  <a:lnTo>
                    <a:pt x="142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1" name="pl2821"/>
            <p:cNvSpPr/>
            <p:nvPr/>
          </p:nvSpPr>
          <p:spPr>
            <a:xfrm>
              <a:off x="8184008" y="3027403"/>
              <a:ext cx="2862" cy="549"/>
            </a:xfrm>
            <a:custGeom>
              <a:avLst/>
              <a:pathLst>
                <a:path w="2862" h="549">
                  <a:moveTo>
                    <a:pt x="0" y="549"/>
                  </a:moveTo>
                  <a:lnTo>
                    <a:pt x="2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2" name="pl2822"/>
            <p:cNvSpPr/>
            <p:nvPr/>
          </p:nvSpPr>
          <p:spPr>
            <a:xfrm>
              <a:off x="8176769" y="2988349"/>
              <a:ext cx="17115" cy="3594"/>
            </a:xfrm>
            <a:custGeom>
              <a:avLst/>
              <a:pathLst>
                <a:path w="17115" h="3594">
                  <a:moveTo>
                    <a:pt x="0" y="3594"/>
                  </a:moveTo>
                  <a:lnTo>
                    <a:pt x="171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3" name="pl2823"/>
            <p:cNvSpPr/>
            <p:nvPr/>
          </p:nvSpPr>
          <p:spPr>
            <a:xfrm>
              <a:off x="8177609" y="3009933"/>
              <a:ext cx="2857" cy="574"/>
            </a:xfrm>
            <a:custGeom>
              <a:avLst/>
              <a:pathLst>
                <a:path w="2857" h="574">
                  <a:moveTo>
                    <a:pt x="0" y="574"/>
                  </a:moveTo>
                  <a:lnTo>
                    <a:pt x="28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4" name="pl2824"/>
            <p:cNvSpPr/>
            <p:nvPr/>
          </p:nvSpPr>
          <p:spPr>
            <a:xfrm>
              <a:off x="8170115" y="2970455"/>
              <a:ext cx="19931" cy="4364"/>
            </a:xfrm>
            <a:custGeom>
              <a:avLst/>
              <a:pathLst>
                <a:path w="19931" h="4364">
                  <a:moveTo>
                    <a:pt x="0" y="4364"/>
                  </a:moveTo>
                  <a:lnTo>
                    <a:pt x="199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5" name="pl2825"/>
            <p:cNvSpPr/>
            <p:nvPr/>
          </p:nvSpPr>
          <p:spPr>
            <a:xfrm>
              <a:off x="8163955" y="2992647"/>
              <a:ext cx="9983" cy="2096"/>
            </a:xfrm>
            <a:custGeom>
              <a:avLst/>
              <a:pathLst>
                <a:path w="9983" h="2096">
                  <a:moveTo>
                    <a:pt x="0" y="2096"/>
                  </a:moveTo>
                  <a:lnTo>
                    <a:pt x="99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6" name="pl2826"/>
            <p:cNvSpPr/>
            <p:nvPr/>
          </p:nvSpPr>
          <p:spPr>
            <a:xfrm>
              <a:off x="8147898" y="2918717"/>
              <a:ext cx="22643" cy="5569"/>
            </a:xfrm>
            <a:custGeom>
              <a:avLst/>
              <a:pathLst>
                <a:path w="22643" h="5569">
                  <a:moveTo>
                    <a:pt x="0" y="5569"/>
                  </a:moveTo>
                  <a:lnTo>
                    <a:pt x="22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7" name="pl2827"/>
            <p:cNvSpPr/>
            <p:nvPr/>
          </p:nvSpPr>
          <p:spPr>
            <a:xfrm>
              <a:off x="8144860" y="2959446"/>
              <a:ext cx="11367" cy="2590"/>
            </a:xfrm>
            <a:custGeom>
              <a:avLst/>
              <a:pathLst>
                <a:path w="11367" h="2590">
                  <a:moveTo>
                    <a:pt x="0" y="2590"/>
                  </a:moveTo>
                  <a:lnTo>
                    <a:pt x="113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8" name="pl2828"/>
            <p:cNvSpPr/>
            <p:nvPr/>
          </p:nvSpPr>
          <p:spPr>
            <a:xfrm>
              <a:off x="8120294" y="2855982"/>
              <a:ext cx="32290" cy="8996"/>
            </a:xfrm>
            <a:custGeom>
              <a:avLst/>
              <a:pathLst>
                <a:path w="32290" h="8996">
                  <a:moveTo>
                    <a:pt x="0" y="8996"/>
                  </a:moveTo>
                  <a:lnTo>
                    <a:pt x="32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9" name="pl2829"/>
            <p:cNvSpPr/>
            <p:nvPr/>
          </p:nvSpPr>
          <p:spPr>
            <a:xfrm>
              <a:off x="8219692" y="3136885"/>
              <a:ext cx="1443" cy="198"/>
            </a:xfrm>
            <a:custGeom>
              <a:avLst/>
              <a:pathLst>
                <a:path w="1443" h="198">
                  <a:moveTo>
                    <a:pt x="0" y="198"/>
                  </a:moveTo>
                  <a:lnTo>
                    <a:pt x="14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0" name="pl2830"/>
            <p:cNvSpPr/>
            <p:nvPr/>
          </p:nvSpPr>
          <p:spPr>
            <a:xfrm>
              <a:off x="8218427" y="3127816"/>
              <a:ext cx="1442" cy="204"/>
            </a:xfrm>
            <a:custGeom>
              <a:avLst/>
              <a:pathLst>
                <a:path w="1442" h="204">
                  <a:moveTo>
                    <a:pt x="0" y="204"/>
                  </a:moveTo>
                  <a:lnTo>
                    <a:pt x="1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1" name="pl2831"/>
            <p:cNvSpPr/>
            <p:nvPr/>
          </p:nvSpPr>
          <p:spPr>
            <a:xfrm>
              <a:off x="8217621" y="3132552"/>
              <a:ext cx="1443" cy="201"/>
            </a:xfrm>
            <a:custGeom>
              <a:avLst/>
              <a:pathLst>
                <a:path w="1443" h="201">
                  <a:moveTo>
                    <a:pt x="0" y="201"/>
                  </a:moveTo>
                  <a:lnTo>
                    <a:pt x="14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2" name="pl2832"/>
            <p:cNvSpPr/>
            <p:nvPr/>
          </p:nvSpPr>
          <p:spPr>
            <a:xfrm>
              <a:off x="8215681" y="3118753"/>
              <a:ext cx="2884" cy="421"/>
            </a:xfrm>
            <a:custGeom>
              <a:avLst/>
              <a:pathLst>
                <a:path w="2884" h="421">
                  <a:moveTo>
                    <a:pt x="0" y="421"/>
                  </a:moveTo>
                  <a:lnTo>
                    <a:pt x="28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3" name="pl2833"/>
            <p:cNvSpPr/>
            <p:nvPr/>
          </p:nvSpPr>
          <p:spPr>
            <a:xfrm>
              <a:off x="8215219" y="3125962"/>
              <a:ext cx="1442" cy="206"/>
            </a:xfrm>
            <a:custGeom>
              <a:avLst/>
              <a:pathLst>
                <a:path w="1442" h="206">
                  <a:moveTo>
                    <a:pt x="0" y="206"/>
                  </a:moveTo>
                  <a:lnTo>
                    <a:pt x="1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4" name="pl2834"/>
            <p:cNvSpPr/>
            <p:nvPr/>
          </p:nvSpPr>
          <p:spPr>
            <a:xfrm>
              <a:off x="8212898" y="3109695"/>
              <a:ext cx="4323" cy="650"/>
            </a:xfrm>
            <a:custGeom>
              <a:avLst/>
              <a:pathLst>
                <a:path w="4323" h="650">
                  <a:moveTo>
                    <a:pt x="0" y="650"/>
                  </a:moveTo>
                  <a:lnTo>
                    <a:pt x="4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5" name="pl2835"/>
            <p:cNvSpPr/>
            <p:nvPr/>
          </p:nvSpPr>
          <p:spPr>
            <a:xfrm>
              <a:off x="8224367" y="3173213"/>
              <a:ext cx="1446" cy="173"/>
            </a:xfrm>
            <a:custGeom>
              <a:avLst/>
              <a:pathLst>
                <a:path w="1446" h="173">
                  <a:moveTo>
                    <a:pt x="0" y="173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6" name="pl2836"/>
            <p:cNvSpPr/>
            <p:nvPr/>
          </p:nvSpPr>
          <p:spPr>
            <a:xfrm>
              <a:off x="8223256" y="3164124"/>
              <a:ext cx="1446" cy="179"/>
            </a:xfrm>
            <a:custGeom>
              <a:avLst/>
              <a:pathLst>
                <a:path w="1446" h="179">
                  <a:moveTo>
                    <a:pt x="0" y="179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7" name="pl2837"/>
            <p:cNvSpPr/>
            <p:nvPr/>
          </p:nvSpPr>
          <p:spPr>
            <a:xfrm>
              <a:off x="8222370" y="3168845"/>
              <a:ext cx="1446" cy="176"/>
            </a:xfrm>
            <a:custGeom>
              <a:avLst/>
              <a:pathLst>
                <a:path w="1446" h="176">
                  <a:moveTo>
                    <a:pt x="0" y="176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8" name="pl2838"/>
            <p:cNvSpPr/>
            <p:nvPr/>
          </p:nvSpPr>
          <p:spPr>
            <a:xfrm>
              <a:off x="8220662" y="3155039"/>
              <a:ext cx="2890" cy="372"/>
            </a:xfrm>
            <a:custGeom>
              <a:avLst/>
              <a:pathLst>
                <a:path w="2890" h="372">
                  <a:moveTo>
                    <a:pt x="0" y="372"/>
                  </a:moveTo>
                  <a:lnTo>
                    <a:pt x="28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9" name="pl2839"/>
            <p:cNvSpPr/>
            <p:nvPr/>
          </p:nvSpPr>
          <p:spPr>
            <a:xfrm>
              <a:off x="8220081" y="3162215"/>
              <a:ext cx="1446" cy="181"/>
            </a:xfrm>
            <a:custGeom>
              <a:avLst/>
              <a:pathLst>
                <a:path w="1446" h="181">
                  <a:moveTo>
                    <a:pt x="0" y="181"/>
                  </a:moveTo>
                  <a:lnTo>
                    <a:pt x="14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0" name="pl2840"/>
            <p:cNvSpPr/>
            <p:nvPr/>
          </p:nvSpPr>
          <p:spPr>
            <a:xfrm>
              <a:off x="8218030" y="3145960"/>
              <a:ext cx="4333" cy="576"/>
            </a:xfrm>
            <a:custGeom>
              <a:avLst/>
              <a:pathLst>
                <a:path w="4333" h="576">
                  <a:moveTo>
                    <a:pt x="0" y="576"/>
                  </a:moveTo>
                  <a:lnTo>
                    <a:pt x="43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1" name="pl2841"/>
            <p:cNvSpPr/>
            <p:nvPr/>
          </p:nvSpPr>
          <p:spPr>
            <a:xfrm>
              <a:off x="8227465" y="3200508"/>
              <a:ext cx="1449" cy="155"/>
            </a:xfrm>
            <a:custGeom>
              <a:avLst/>
              <a:pathLst>
                <a:path w="1449" h="155">
                  <a:moveTo>
                    <a:pt x="0" y="155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2" name="pl2842"/>
            <p:cNvSpPr/>
            <p:nvPr/>
          </p:nvSpPr>
          <p:spPr>
            <a:xfrm>
              <a:off x="8226471" y="3191405"/>
              <a:ext cx="1448" cy="161"/>
            </a:xfrm>
            <a:custGeom>
              <a:avLst/>
              <a:pathLst>
                <a:path w="1448" h="161">
                  <a:moveTo>
                    <a:pt x="0" y="161"/>
                  </a:moveTo>
                  <a:lnTo>
                    <a:pt x="14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3" name="pl2843"/>
            <p:cNvSpPr/>
            <p:nvPr/>
          </p:nvSpPr>
          <p:spPr>
            <a:xfrm>
              <a:off x="8229337" y="3218726"/>
              <a:ext cx="1450" cy="142"/>
            </a:xfrm>
            <a:custGeom>
              <a:avLst/>
              <a:pathLst>
                <a:path w="1450" h="142">
                  <a:moveTo>
                    <a:pt x="0" y="142"/>
                  </a:moveTo>
                  <a:lnTo>
                    <a:pt x="1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4" name="pl2844"/>
            <p:cNvSpPr/>
            <p:nvPr/>
          </p:nvSpPr>
          <p:spPr>
            <a:xfrm>
              <a:off x="8228421" y="3209615"/>
              <a:ext cx="1449" cy="149"/>
            </a:xfrm>
            <a:custGeom>
              <a:avLst/>
              <a:pathLst>
                <a:path w="1449" h="149">
                  <a:moveTo>
                    <a:pt x="0" y="149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5" name="pl2845"/>
            <p:cNvSpPr/>
            <p:nvPr/>
          </p:nvSpPr>
          <p:spPr>
            <a:xfrm>
              <a:off x="8225983" y="3214316"/>
              <a:ext cx="2900" cy="291"/>
            </a:xfrm>
            <a:custGeom>
              <a:avLst/>
              <a:pathLst>
                <a:path w="2900" h="291">
                  <a:moveTo>
                    <a:pt x="0" y="291"/>
                  </a:moveTo>
                  <a:lnTo>
                    <a:pt x="29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6" name="pl2846"/>
            <p:cNvSpPr/>
            <p:nvPr/>
          </p:nvSpPr>
          <p:spPr>
            <a:xfrm>
              <a:off x="8224076" y="3196115"/>
              <a:ext cx="2897" cy="316"/>
            </a:xfrm>
            <a:custGeom>
              <a:avLst/>
              <a:pathLst>
                <a:path w="2897" h="316">
                  <a:moveTo>
                    <a:pt x="0" y="316"/>
                  </a:moveTo>
                  <a:lnTo>
                    <a:pt x="28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7" name="pl2847"/>
            <p:cNvSpPr/>
            <p:nvPr/>
          </p:nvSpPr>
          <p:spPr>
            <a:xfrm>
              <a:off x="8223600" y="3205518"/>
              <a:ext cx="1449" cy="152"/>
            </a:xfrm>
            <a:custGeom>
              <a:avLst/>
              <a:pathLst>
                <a:path w="1449" h="152">
                  <a:moveTo>
                    <a:pt x="0" y="152"/>
                  </a:moveTo>
                  <a:lnTo>
                    <a:pt x="14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8" name="pl2848"/>
            <p:cNvSpPr/>
            <p:nvPr/>
          </p:nvSpPr>
          <p:spPr>
            <a:xfrm>
              <a:off x="8221095" y="3182307"/>
              <a:ext cx="5790" cy="670"/>
            </a:xfrm>
            <a:custGeom>
              <a:avLst/>
              <a:pathLst>
                <a:path w="5790" h="670">
                  <a:moveTo>
                    <a:pt x="0" y="670"/>
                  </a:moveTo>
                  <a:lnTo>
                    <a:pt x="57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9" name="pl2849"/>
            <p:cNvSpPr/>
            <p:nvPr/>
          </p:nvSpPr>
          <p:spPr>
            <a:xfrm>
              <a:off x="8216583" y="3194320"/>
              <a:ext cx="5794" cy="639"/>
            </a:xfrm>
            <a:custGeom>
              <a:avLst/>
              <a:pathLst>
                <a:path w="5794" h="639">
                  <a:moveTo>
                    <a:pt x="0" y="639"/>
                  </a:moveTo>
                  <a:lnTo>
                    <a:pt x="57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0" name="pl2850"/>
            <p:cNvSpPr/>
            <p:nvPr/>
          </p:nvSpPr>
          <p:spPr>
            <a:xfrm>
              <a:off x="8211843" y="3154465"/>
              <a:ext cx="7226" cy="934"/>
            </a:xfrm>
            <a:custGeom>
              <a:avLst/>
              <a:pathLst>
                <a:path w="7226" h="934">
                  <a:moveTo>
                    <a:pt x="0" y="934"/>
                  </a:moveTo>
                  <a:lnTo>
                    <a:pt x="7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1" name="pl2851"/>
            <p:cNvSpPr/>
            <p:nvPr/>
          </p:nvSpPr>
          <p:spPr>
            <a:xfrm>
              <a:off x="8208517" y="3175168"/>
              <a:ext cx="5788" cy="693"/>
            </a:xfrm>
            <a:custGeom>
              <a:avLst/>
              <a:pathLst>
                <a:path w="5788" h="693">
                  <a:moveTo>
                    <a:pt x="0" y="693"/>
                  </a:moveTo>
                  <a:lnTo>
                    <a:pt x="5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2" name="pl2852"/>
            <p:cNvSpPr/>
            <p:nvPr/>
          </p:nvSpPr>
          <p:spPr>
            <a:xfrm>
              <a:off x="8201096" y="3118255"/>
              <a:ext cx="12977" cy="1903"/>
            </a:xfrm>
            <a:custGeom>
              <a:avLst/>
              <a:pathLst>
                <a:path w="12977" h="1903">
                  <a:moveTo>
                    <a:pt x="0" y="1903"/>
                  </a:moveTo>
                  <a:lnTo>
                    <a:pt x="12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3" name="pl2853"/>
            <p:cNvSpPr/>
            <p:nvPr/>
          </p:nvSpPr>
          <p:spPr>
            <a:xfrm>
              <a:off x="8231053" y="3236960"/>
              <a:ext cx="1451" cy="130"/>
            </a:xfrm>
            <a:custGeom>
              <a:avLst/>
              <a:pathLst>
                <a:path w="1451" h="130">
                  <a:moveTo>
                    <a:pt x="0" y="130"/>
                  </a:moveTo>
                  <a:lnTo>
                    <a:pt x="14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4" name="pl2854"/>
            <p:cNvSpPr/>
            <p:nvPr/>
          </p:nvSpPr>
          <p:spPr>
            <a:xfrm>
              <a:off x="8230214" y="3227841"/>
              <a:ext cx="1450" cy="136"/>
            </a:xfrm>
            <a:custGeom>
              <a:avLst/>
              <a:pathLst>
                <a:path w="1450" h="136">
                  <a:moveTo>
                    <a:pt x="0" y="136"/>
                  </a:moveTo>
                  <a:lnTo>
                    <a:pt x="14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5" name="pl2855"/>
            <p:cNvSpPr/>
            <p:nvPr/>
          </p:nvSpPr>
          <p:spPr>
            <a:xfrm>
              <a:off x="8232614" y="3255207"/>
              <a:ext cx="1452" cy="118"/>
            </a:xfrm>
            <a:custGeom>
              <a:avLst/>
              <a:pathLst>
                <a:path w="1452" h="118">
                  <a:moveTo>
                    <a:pt x="0" y="118"/>
                  </a:moveTo>
                  <a:lnTo>
                    <a:pt x="1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6" name="pl2856"/>
            <p:cNvSpPr/>
            <p:nvPr/>
          </p:nvSpPr>
          <p:spPr>
            <a:xfrm>
              <a:off x="8231853" y="3246082"/>
              <a:ext cx="1452" cy="124"/>
            </a:xfrm>
            <a:custGeom>
              <a:avLst/>
              <a:pathLst>
                <a:path w="1452" h="124">
                  <a:moveTo>
                    <a:pt x="0" y="124"/>
                  </a:moveTo>
                  <a:lnTo>
                    <a:pt x="14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7" name="pl2857"/>
            <p:cNvSpPr/>
            <p:nvPr/>
          </p:nvSpPr>
          <p:spPr>
            <a:xfrm>
              <a:off x="8234018" y="3273467"/>
              <a:ext cx="1453" cy="105"/>
            </a:xfrm>
            <a:custGeom>
              <a:avLst/>
              <a:pathLst>
                <a:path w="1453" h="105">
                  <a:moveTo>
                    <a:pt x="0" y="105"/>
                  </a:moveTo>
                  <a:lnTo>
                    <a:pt x="14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8" name="pl2858"/>
            <p:cNvSpPr/>
            <p:nvPr/>
          </p:nvSpPr>
          <p:spPr>
            <a:xfrm>
              <a:off x="8233335" y="3264335"/>
              <a:ext cx="1453" cy="111"/>
            </a:xfrm>
            <a:custGeom>
              <a:avLst/>
              <a:pathLst>
                <a:path w="1453" h="111">
                  <a:moveTo>
                    <a:pt x="0" y="111"/>
                  </a:moveTo>
                  <a:lnTo>
                    <a:pt x="14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9" name="pl2859"/>
            <p:cNvSpPr/>
            <p:nvPr/>
          </p:nvSpPr>
          <p:spPr>
            <a:xfrm>
              <a:off x="8230775" y="3269009"/>
              <a:ext cx="2906" cy="217"/>
            </a:xfrm>
            <a:custGeom>
              <a:avLst/>
              <a:pathLst>
                <a:path w="2906" h="217">
                  <a:moveTo>
                    <a:pt x="0" y="217"/>
                  </a:moveTo>
                  <a:lnTo>
                    <a:pt x="29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0" name="pl2860"/>
            <p:cNvSpPr/>
            <p:nvPr/>
          </p:nvSpPr>
          <p:spPr>
            <a:xfrm>
              <a:off x="8229333" y="3250765"/>
              <a:ext cx="2904" cy="242"/>
            </a:xfrm>
            <a:custGeom>
              <a:avLst/>
              <a:pathLst>
                <a:path w="2904" h="242">
                  <a:moveTo>
                    <a:pt x="0" y="242"/>
                  </a:moveTo>
                  <a:lnTo>
                    <a:pt x="29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1" name="pl2861"/>
            <p:cNvSpPr/>
            <p:nvPr/>
          </p:nvSpPr>
          <p:spPr>
            <a:xfrm>
              <a:off x="8227168" y="3260116"/>
              <a:ext cx="2905" cy="229"/>
            </a:xfrm>
            <a:custGeom>
              <a:avLst/>
              <a:pathLst>
                <a:path w="2905" h="229">
                  <a:moveTo>
                    <a:pt x="0" y="229"/>
                  </a:moveTo>
                  <a:lnTo>
                    <a:pt x="29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2" name="pl2862"/>
            <p:cNvSpPr/>
            <p:nvPr/>
          </p:nvSpPr>
          <p:spPr>
            <a:xfrm>
              <a:off x="8224834" y="3232533"/>
              <a:ext cx="5805" cy="534"/>
            </a:xfrm>
            <a:custGeom>
              <a:avLst/>
              <a:pathLst>
                <a:path w="5805" h="534">
                  <a:moveTo>
                    <a:pt x="0" y="534"/>
                  </a:moveTo>
                  <a:lnTo>
                    <a:pt x="58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3" name="pl2863"/>
            <p:cNvSpPr/>
            <p:nvPr/>
          </p:nvSpPr>
          <p:spPr>
            <a:xfrm>
              <a:off x="8236360" y="3310019"/>
              <a:ext cx="1455" cy="80"/>
            </a:xfrm>
            <a:custGeom>
              <a:avLst/>
              <a:pathLst>
                <a:path w="1455" h="80">
                  <a:moveTo>
                    <a:pt x="0" y="80"/>
                  </a:moveTo>
                  <a:lnTo>
                    <a:pt x="1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4" name="pl2864"/>
            <p:cNvSpPr/>
            <p:nvPr/>
          </p:nvSpPr>
          <p:spPr>
            <a:xfrm>
              <a:off x="8235833" y="3300878"/>
              <a:ext cx="1454" cy="87"/>
            </a:xfrm>
            <a:custGeom>
              <a:avLst/>
              <a:pathLst>
                <a:path w="1454" h="87">
                  <a:moveTo>
                    <a:pt x="0" y="87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5" name="pl2865"/>
            <p:cNvSpPr/>
            <p:nvPr/>
          </p:nvSpPr>
          <p:spPr>
            <a:xfrm>
              <a:off x="8234647" y="3305532"/>
              <a:ext cx="1454" cy="83"/>
            </a:xfrm>
            <a:custGeom>
              <a:avLst/>
              <a:pathLst>
                <a:path w="1454" h="83">
                  <a:moveTo>
                    <a:pt x="0" y="83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6" name="pl2866"/>
            <p:cNvSpPr/>
            <p:nvPr/>
          </p:nvSpPr>
          <p:spPr>
            <a:xfrm>
              <a:off x="8233813" y="3291738"/>
              <a:ext cx="2908" cy="186"/>
            </a:xfrm>
            <a:custGeom>
              <a:avLst/>
              <a:pathLst>
                <a:path w="2908" h="186">
                  <a:moveTo>
                    <a:pt x="0" y="186"/>
                  </a:moveTo>
                  <a:lnTo>
                    <a:pt x="2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7" name="pl2867"/>
            <p:cNvSpPr/>
            <p:nvPr/>
          </p:nvSpPr>
          <p:spPr>
            <a:xfrm>
              <a:off x="8232786" y="3298770"/>
              <a:ext cx="1454" cy="88"/>
            </a:xfrm>
            <a:custGeom>
              <a:avLst/>
              <a:pathLst>
                <a:path w="1454" h="88">
                  <a:moveTo>
                    <a:pt x="0" y="88"/>
                  </a:moveTo>
                  <a:lnTo>
                    <a:pt x="14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8" name="pl2868"/>
            <p:cNvSpPr/>
            <p:nvPr/>
          </p:nvSpPr>
          <p:spPr>
            <a:xfrm>
              <a:off x="8231754" y="3282601"/>
              <a:ext cx="4361" cy="298"/>
            </a:xfrm>
            <a:custGeom>
              <a:avLst/>
              <a:pathLst>
                <a:path w="4361" h="298">
                  <a:moveTo>
                    <a:pt x="0" y="298"/>
                  </a:moveTo>
                  <a:lnTo>
                    <a:pt x="43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9" name="pl2869"/>
            <p:cNvSpPr/>
            <p:nvPr/>
          </p:nvSpPr>
          <p:spPr>
            <a:xfrm>
              <a:off x="8238078" y="3346607"/>
              <a:ext cx="1456" cy="55"/>
            </a:xfrm>
            <a:custGeom>
              <a:avLst/>
              <a:pathLst>
                <a:path w="1456" h="55">
                  <a:moveTo>
                    <a:pt x="0" y="55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0" name="pl2870"/>
            <p:cNvSpPr/>
            <p:nvPr/>
          </p:nvSpPr>
          <p:spPr>
            <a:xfrm>
              <a:off x="8237707" y="3337457"/>
              <a:ext cx="1456" cy="62"/>
            </a:xfrm>
            <a:custGeom>
              <a:avLst/>
              <a:pathLst>
                <a:path w="1456" h="62">
                  <a:moveTo>
                    <a:pt x="0" y="62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1" name="pl2871"/>
            <p:cNvSpPr/>
            <p:nvPr/>
          </p:nvSpPr>
          <p:spPr>
            <a:xfrm>
              <a:off x="8236441" y="3342091"/>
              <a:ext cx="1456" cy="59"/>
            </a:xfrm>
            <a:custGeom>
              <a:avLst/>
              <a:pathLst>
                <a:path w="1456" h="59">
                  <a:moveTo>
                    <a:pt x="0" y="59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2" name="pl2872"/>
            <p:cNvSpPr/>
            <p:nvPr/>
          </p:nvSpPr>
          <p:spPr>
            <a:xfrm>
              <a:off x="8235842" y="3328309"/>
              <a:ext cx="2911" cy="136"/>
            </a:xfrm>
            <a:custGeom>
              <a:avLst/>
              <a:pathLst>
                <a:path w="2911" h="136">
                  <a:moveTo>
                    <a:pt x="0" y="136"/>
                  </a:moveTo>
                  <a:lnTo>
                    <a:pt x="29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3" name="pl2873"/>
            <p:cNvSpPr/>
            <p:nvPr/>
          </p:nvSpPr>
          <p:spPr>
            <a:xfrm>
              <a:off x="8234696" y="3335297"/>
              <a:ext cx="1455" cy="63"/>
            </a:xfrm>
            <a:custGeom>
              <a:avLst/>
              <a:pathLst>
                <a:path w="1455" h="63">
                  <a:moveTo>
                    <a:pt x="0" y="63"/>
                  </a:moveTo>
                  <a:lnTo>
                    <a:pt x="1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4" name="pl2874"/>
            <p:cNvSpPr/>
            <p:nvPr/>
          </p:nvSpPr>
          <p:spPr>
            <a:xfrm>
              <a:off x="8233937" y="3319163"/>
              <a:ext cx="4366" cy="223"/>
            </a:xfrm>
            <a:custGeom>
              <a:avLst/>
              <a:pathLst>
                <a:path w="4366" h="223">
                  <a:moveTo>
                    <a:pt x="0" y="223"/>
                  </a:moveTo>
                  <a:lnTo>
                    <a:pt x="43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5" name="pl2875"/>
            <p:cNvSpPr/>
            <p:nvPr/>
          </p:nvSpPr>
          <p:spPr>
            <a:xfrm>
              <a:off x="8228509" y="3327373"/>
              <a:ext cx="5822" cy="276"/>
            </a:xfrm>
            <a:custGeom>
              <a:avLst/>
              <a:pathLst>
                <a:path w="5822" h="276">
                  <a:moveTo>
                    <a:pt x="0" y="276"/>
                  </a:moveTo>
                  <a:lnTo>
                    <a:pt x="58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6" name="pl2876"/>
            <p:cNvSpPr/>
            <p:nvPr/>
          </p:nvSpPr>
          <p:spPr>
            <a:xfrm>
              <a:off x="8226468" y="3290878"/>
              <a:ext cx="5817" cy="376"/>
            </a:xfrm>
            <a:custGeom>
              <a:avLst/>
              <a:pathLst>
                <a:path w="5817" h="376">
                  <a:moveTo>
                    <a:pt x="0" y="376"/>
                  </a:moveTo>
                  <a:lnTo>
                    <a:pt x="5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7" name="pl2877"/>
            <p:cNvSpPr/>
            <p:nvPr/>
          </p:nvSpPr>
          <p:spPr>
            <a:xfrm>
              <a:off x="8238703" y="3364910"/>
              <a:ext cx="1456" cy="43"/>
            </a:xfrm>
            <a:custGeom>
              <a:avLst/>
              <a:pathLst>
                <a:path w="1456" h="43">
                  <a:moveTo>
                    <a:pt x="0" y="43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8" name="pl2878"/>
            <p:cNvSpPr/>
            <p:nvPr/>
          </p:nvSpPr>
          <p:spPr>
            <a:xfrm>
              <a:off x="8238410" y="3355758"/>
              <a:ext cx="1456" cy="49"/>
            </a:xfrm>
            <a:custGeom>
              <a:avLst/>
              <a:pathLst>
                <a:path w="1456" h="49">
                  <a:moveTo>
                    <a:pt x="0" y="49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9" name="pl2879"/>
            <p:cNvSpPr/>
            <p:nvPr/>
          </p:nvSpPr>
          <p:spPr>
            <a:xfrm>
              <a:off x="8239172" y="3383218"/>
              <a:ext cx="1457" cy="31"/>
            </a:xfrm>
            <a:custGeom>
              <a:avLst/>
              <a:pathLst>
                <a:path w="1457" h="31">
                  <a:moveTo>
                    <a:pt x="0" y="31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0" name="pl2880"/>
            <p:cNvSpPr/>
            <p:nvPr/>
          </p:nvSpPr>
          <p:spPr>
            <a:xfrm>
              <a:off x="8238957" y="3374063"/>
              <a:ext cx="1456" cy="37"/>
            </a:xfrm>
            <a:custGeom>
              <a:avLst/>
              <a:pathLst>
                <a:path w="1456" h="37">
                  <a:moveTo>
                    <a:pt x="0" y="37"/>
                  </a:moveTo>
                  <a:lnTo>
                    <a:pt x="1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1" name="pl2881"/>
            <p:cNvSpPr/>
            <p:nvPr/>
          </p:nvSpPr>
          <p:spPr>
            <a:xfrm>
              <a:off x="8239484" y="3401529"/>
              <a:ext cx="1457" cy="18"/>
            </a:xfrm>
            <a:custGeom>
              <a:avLst/>
              <a:pathLst>
                <a:path w="1457" h="18">
                  <a:moveTo>
                    <a:pt x="0" y="18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2" name="pl2882"/>
            <p:cNvSpPr/>
            <p:nvPr/>
          </p:nvSpPr>
          <p:spPr>
            <a:xfrm>
              <a:off x="8239348" y="3392373"/>
              <a:ext cx="1457" cy="24"/>
            </a:xfrm>
            <a:custGeom>
              <a:avLst/>
              <a:pathLst>
                <a:path w="1457" h="24">
                  <a:moveTo>
                    <a:pt x="0" y="24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3" name="pl2883"/>
            <p:cNvSpPr/>
            <p:nvPr/>
          </p:nvSpPr>
          <p:spPr>
            <a:xfrm>
              <a:off x="8239660" y="3429000"/>
              <a:ext cx="1457" cy="0"/>
            </a:xfrm>
            <a:custGeom>
              <a:avLst/>
              <a:pathLst>
                <a:path w="1457" h="0">
                  <a:moveTo>
                    <a:pt x="0" y="0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4" name="pl2884"/>
            <p:cNvSpPr/>
            <p:nvPr/>
          </p:nvSpPr>
          <p:spPr>
            <a:xfrm>
              <a:off x="8239640" y="3419843"/>
              <a:ext cx="1457" cy="6"/>
            </a:xfrm>
            <a:custGeom>
              <a:avLst/>
              <a:pathLst>
                <a:path w="1457" h="6">
                  <a:moveTo>
                    <a:pt x="0" y="6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5" name="pl2885"/>
            <p:cNvSpPr/>
            <p:nvPr/>
          </p:nvSpPr>
          <p:spPr>
            <a:xfrm>
              <a:off x="8238198" y="3424424"/>
              <a:ext cx="1457" cy="3"/>
            </a:xfrm>
            <a:custGeom>
              <a:avLst/>
              <a:pathLst>
                <a:path w="1457" h="3">
                  <a:moveTo>
                    <a:pt x="0" y="3"/>
                  </a:moveTo>
                  <a:lnTo>
                    <a:pt x="14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6" name="pl2886"/>
            <p:cNvSpPr/>
            <p:nvPr/>
          </p:nvSpPr>
          <p:spPr>
            <a:xfrm>
              <a:off x="8238125" y="3410686"/>
              <a:ext cx="2914" cy="24"/>
            </a:xfrm>
            <a:custGeom>
              <a:avLst/>
              <a:pathLst>
                <a:path w="2914" h="24">
                  <a:moveTo>
                    <a:pt x="0" y="24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7" name="pl2887"/>
            <p:cNvSpPr/>
            <p:nvPr/>
          </p:nvSpPr>
          <p:spPr>
            <a:xfrm>
              <a:off x="8235257" y="3417569"/>
              <a:ext cx="2914" cy="15"/>
            </a:xfrm>
            <a:custGeom>
              <a:avLst/>
              <a:pathLst>
                <a:path w="2914" h="15">
                  <a:moveTo>
                    <a:pt x="0" y="15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8" name="pl2888"/>
            <p:cNvSpPr/>
            <p:nvPr/>
          </p:nvSpPr>
          <p:spPr>
            <a:xfrm>
              <a:off x="8235049" y="3396973"/>
              <a:ext cx="4371" cy="65"/>
            </a:xfrm>
            <a:custGeom>
              <a:avLst/>
              <a:pathLst>
                <a:path w="4371" h="65">
                  <a:moveTo>
                    <a:pt x="0" y="65"/>
                  </a:moveTo>
                  <a:lnTo>
                    <a:pt x="4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9" name="pl2889"/>
            <p:cNvSpPr/>
            <p:nvPr/>
          </p:nvSpPr>
          <p:spPr>
            <a:xfrm>
              <a:off x="8232263" y="3407311"/>
              <a:ext cx="2914" cy="29"/>
            </a:xfrm>
            <a:custGeom>
              <a:avLst/>
              <a:pathLst>
                <a:path w="2914" h="29">
                  <a:moveTo>
                    <a:pt x="0" y="29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0" name="pl2890"/>
            <p:cNvSpPr/>
            <p:nvPr/>
          </p:nvSpPr>
          <p:spPr>
            <a:xfrm>
              <a:off x="8231784" y="3378675"/>
              <a:ext cx="7284" cy="171"/>
            </a:xfrm>
            <a:custGeom>
              <a:avLst/>
              <a:pathLst>
                <a:path w="7284" h="171">
                  <a:moveTo>
                    <a:pt x="0" y="171"/>
                  </a:moveTo>
                  <a:lnTo>
                    <a:pt x="72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1" name="pl2891"/>
            <p:cNvSpPr/>
            <p:nvPr/>
          </p:nvSpPr>
          <p:spPr>
            <a:xfrm>
              <a:off x="8229157" y="3393092"/>
              <a:ext cx="2914" cy="48"/>
            </a:xfrm>
            <a:custGeom>
              <a:avLst/>
              <a:pathLst>
                <a:path w="2914" h="48">
                  <a:moveTo>
                    <a:pt x="0" y="48"/>
                  </a:moveTo>
                  <a:lnTo>
                    <a:pt x="29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2" name="pl2892"/>
            <p:cNvSpPr/>
            <p:nvPr/>
          </p:nvSpPr>
          <p:spPr>
            <a:xfrm>
              <a:off x="8228365" y="3360380"/>
              <a:ext cx="10196" cy="326"/>
            </a:xfrm>
            <a:custGeom>
              <a:avLst/>
              <a:pathLst>
                <a:path w="10196" h="326">
                  <a:moveTo>
                    <a:pt x="0" y="326"/>
                  </a:moveTo>
                  <a:lnTo>
                    <a:pt x="101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3" name="pl2893"/>
            <p:cNvSpPr/>
            <p:nvPr/>
          </p:nvSpPr>
          <p:spPr>
            <a:xfrm>
              <a:off x="8217167" y="3376923"/>
              <a:ext cx="11655" cy="284"/>
            </a:xfrm>
            <a:custGeom>
              <a:avLst/>
              <a:pathLst>
                <a:path w="11655" h="284">
                  <a:moveTo>
                    <a:pt x="0" y="284"/>
                  </a:moveTo>
                  <a:lnTo>
                    <a:pt x="116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4" name="pl2894"/>
            <p:cNvSpPr/>
            <p:nvPr/>
          </p:nvSpPr>
          <p:spPr>
            <a:xfrm>
              <a:off x="8214470" y="3309448"/>
              <a:ext cx="13095" cy="734"/>
            </a:xfrm>
            <a:custGeom>
              <a:avLst/>
              <a:pathLst>
                <a:path w="13095" h="734">
                  <a:moveTo>
                    <a:pt x="0" y="734"/>
                  </a:moveTo>
                  <a:lnTo>
                    <a:pt x="130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5" name="pl2895"/>
            <p:cNvSpPr/>
            <p:nvPr/>
          </p:nvSpPr>
          <p:spPr>
            <a:xfrm>
              <a:off x="8207346" y="3343684"/>
              <a:ext cx="8737" cy="351"/>
            </a:xfrm>
            <a:custGeom>
              <a:avLst/>
              <a:pathLst>
                <a:path w="8737" h="351">
                  <a:moveTo>
                    <a:pt x="0" y="351"/>
                  </a:moveTo>
                  <a:lnTo>
                    <a:pt x="8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6" name="pl2896"/>
            <p:cNvSpPr/>
            <p:nvPr/>
          </p:nvSpPr>
          <p:spPr>
            <a:xfrm>
              <a:off x="8201359" y="3246703"/>
              <a:ext cx="24685" cy="2112"/>
            </a:xfrm>
            <a:custGeom>
              <a:avLst/>
              <a:pathLst>
                <a:path w="24685" h="2112">
                  <a:moveTo>
                    <a:pt x="0" y="2112"/>
                  </a:moveTo>
                  <a:lnTo>
                    <a:pt x="24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7" name="pl2897"/>
            <p:cNvSpPr/>
            <p:nvPr/>
          </p:nvSpPr>
          <p:spPr>
            <a:xfrm>
              <a:off x="8185981" y="3296392"/>
              <a:ext cx="18908" cy="1188"/>
            </a:xfrm>
            <a:custGeom>
              <a:avLst/>
              <a:pathLst>
                <a:path w="18908" h="1188">
                  <a:moveTo>
                    <a:pt x="0" y="1188"/>
                  </a:moveTo>
                  <a:lnTo>
                    <a:pt x="18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8" name="pl2898"/>
            <p:cNvSpPr/>
            <p:nvPr/>
          </p:nvSpPr>
          <p:spPr>
            <a:xfrm>
              <a:off x="8171764" y="3147986"/>
              <a:ext cx="33226" cy="4426"/>
            </a:xfrm>
            <a:custGeom>
              <a:avLst/>
              <a:pathLst>
                <a:path w="33226" h="4426">
                  <a:moveTo>
                    <a:pt x="0" y="4426"/>
                  </a:moveTo>
                  <a:lnTo>
                    <a:pt x="33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9" name="pl2899"/>
            <p:cNvSpPr/>
            <p:nvPr/>
          </p:nvSpPr>
          <p:spPr>
            <a:xfrm>
              <a:off x="8135173" y="3224873"/>
              <a:ext cx="44963" cy="4403"/>
            </a:xfrm>
            <a:custGeom>
              <a:avLst/>
              <a:pathLst>
                <a:path w="44963" h="4403">
                  <a:moveTo>
                    <a:pt x="0" y="4403"/>
                  </a:moveTo>
                  <a:lnTo>
                    <a:pt x="449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0" name="pl2900"/>
            <p:cNvSpPr/>
            <p:nvPr/>
          </p:nvSpPr>
          <p:spPr>
            <a:xfrm>
              <a:off x="8082293" y="2913361"/>
              <a:ext cx="50862" cy="12873"/>
            </a:xfrm>
            <a:custGeom>
              <a:avLst/>
              <a:pathLst>
                <a:path w="50862" h="12873">
                  <a:moveTo>
                    <a:pt x="0" y="12873"/>
                  </a:moveTo>
                  <a:lnTo>
                    <a:pt x="50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1" name="pl2901"/>
            <p:cNvSpPr/>
            <p:nvPr/>
          </p:nvSpPr>
          <p:spPr>
            <a:xfrm>
              <a:off x="8111557" y="3076762"/>
              <a:ext cx="2871" cy="501"/>
            </a:xfrm>
            <a:custGeom>
              <a:avLst/>
              <a:pathLst>
                <a:path w="2871" h="501">
                  <a:moveTo>
                    <a:pt x="0" y="501"/>
                  </a:moveTo>
                  <a:lnTo>
                    <a:pt x="2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2" name="pl2902"/>
            <p:cNvSpPr/>
            <p:nvPr/>
          </p:nvSpPr>
          <p:spPr>
            <a:xfrm>
              <a:off x="8057671" y="2819831"/>
              <a:ext cx="93619" cy="27745"/>
            </a:xfrm>
            <a:custGeom>
              <a:avLst/>
              <a:pathLst>
                <a:path w="93619" h="27745">
                  <a:moveTo>
                    <a:pt x="0" y="27745"/>
                  </a:moveTo>
                  <a:lnTo>
                    <a:pt x="936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3" name="pl2903"/>
            <p:cNvSpPr/>
            <p:nvPr/>
          </p:nvSpPr>
          <p:spPr>
            <a:xfrm>
              <a:off x="8079414" y="2961643"/>
              <a:ext cx="8513" cy="1997"/>
            </a:xfrm>
            <a:custGeom>
              <a:avLst/>
              <a:pathLst>
                <a:path w="8513" h="1997">
                  <a:moveTo>
                    <a:pt x="0" y="1997"/>
                  </a:moveTo>
                  <a:lnTo>
                    <a:pt x="85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4" name="pl2904"/>
            <p:cNvSpPr/>
            <p:nvPr/>
          </p:nvSpPr>
          <p:spPr>
            <a:xfrm>
              <a:off x="8035075" y="2773265"/>
              <a:ext cx="95712" cy="30842"/>
            </a:xfrm>
            <a:custGeom>
              <a:avLst/>
              <a:pathLst>
                <a:path w="95712" h="30842">
                  <a:moveTo>
                    <a:pt x="0" y="30842"/>
                  </a:moveTo>
                  <a:lnTo>
                    <a:pt x="957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5" name="pl2905"/>
            <p:cNvSpPr/>
            <p:nvPr/>
          </p:nvSpPr>
          <p:spPr>
            <a:xfrm>
              <a:off x="8034995" y="2883423"/>
              <a:ext cx="23870" cy="6634"/>
            </a:xfrm>
            <a:custGeom>
              <a:avLst/>
              <a:pathLst>
                <a:path w="23870" h="6634">
                  <a:moveTo>
                    <a:pt x="0" y="6634"/>
                  </a:moveTo>
                  <a:lnTo>
                    <a:pt x="238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6" name="pl2906"/>
            <p:cNvSpPr/>
            <p:nvPr/>
          </p:nvSpPr>
          <p:spPr>
            <a:xfrm>
              <a:off x="7970354" y="2656415"/>
              <a:ext cx="101801" cy="39796"/>
            </a:xfrm>
            <a:custGeom>
              <a:avLst/>
              <a:pathLst>
                <a:path w="101801" h="39796">
                  <a:moveTo>
                    <a:pt x="0" y="39796"/>
                  </a:moveTo>
                  <a:lnTo>
                    <a:pt x="1018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7" name="pl2907"/>
            <p:cNvSpPr/>
            <p:nvPr/>
          </p:nvSpPr>
          <p:spPr>
            <a:xfrm>
              <a:off x="7967807" y="2792313"/>
              <a:ext cx="37328" cy="12447"/>
            </a:xfrm>
            <a:custGeom>
              <a:avLst/>
              <a:pathLst>
                <a:path w="37328" h="12447">
                  <a:moveTo>
                    <a:pt x="0" y="12447"/>
                  </a:moveTo>
                  <a:lnTo>
                    <a:pt x="373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8" name="pl2908"/>
            <p:cNvSpPr/>
            <p:nvPr/>
          </p:nvSpPr>
          <p:spPr>
            <a:xfrm>
              <a:off x="7839018" y="2441357"/>
              <a:ext cx="118442" cy="62837"/>
            </a:xfrm>
            <a:custGeom>
              <a:avLst/>
              <a:pathLst>
                <a:path w="118442" h="62837">
                  <a:moveTo>
                    <a:pt x="0" y="62837"/>
                  </a:moveTo>
                  <a:lnTo>
                    <a:pt x="118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9" name="pl2909"/>
            <p:cNvSpPr/>
            <p:nvPr/>
          </p:nvSpPr>
          <p:spPr>
            <a:xfrm>
              <a:off x="7892235" y="2651806"/>
              <a:ext cx="17414" cy="7461"/>
            </a:xfrm>
            <a:custGeom>
              <a:avLst/>
              <a:pathLst>
                <a:path w="17414" h="7461">
                  <a:moveTo>
                    <a:pt x="0" y="7461"/>
                  </a:moveTo>
                  <a:lnTo>
                    <a:pt x="174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0" name="pl2910"/>
            <p:cNvSpPr/>
            <p:nvPr/>
          </p:nvSpPr>
          <p:spPr>
            <a:xfrm>
              <a:off x="7761641" y="2316233"/>
              <a:ext cx="147822" cy="90698"/>
            </a:xfrm>
            <a:custGeom>
              <a:avLst/>
              <a:pathLst>
                <a:path w="147822" h="90698">
                  <a:moveTo>
                    <a:pt x="0" y="90698"/>
                  </a:moveTo>
                  <a:lnTo>
                    <a:pt x="1478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1" name="pl2911"/>
            <p:cNvSpPr/>
            <p:nvPr/>
          </p:nvSpPr>
          <p:spPr>
            <a:xfrm>
              <a:off x="7791406" y="2530723"/>
              <a:ext cx="40123" cy="20765"/>
            </a:xfrm>
            <a:custGeom>
              <a:avLst/>
              <a:pathLst>
                <a:path w="40123" h="20765">
                  <a:moveTo>
                    <a:pt x="0" y="20765"/>
                  </a:moveTo>
                  <a:lnTo>
                    <a:pt x="401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2" name="pl2912"/>
            <p:cNvSpPr/>
            <p:nvPr/>
          </p:nvSpPr>
          <p:spPr>
            <a:xfrm>
              <a:off x="7589786" y="2120483"/>
              <a:ext cx="150534" cy="119780"/>
            </a:xfrm>
            <a:custGeom>
              <a:avLst/>
              <a:pathLst>
                <a:path w="150534" h="119780">
                  <a:moveTo>
                    <a:pt x="0" y="119780"/>
                  </a:moveTo>
                  <a:lnTo>
                    <a:pt x="1505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3" name="pl2913"/>
            <p:cNvSpPr/>
            <p:nvPr/>
          </p:nvSpPr>
          <p:spPr>
            <a:xfrm>
              <a:off x="7671261" y="2390969"/>
              <a:ext cx="26909" cy="17432"/>
            </a:xfrm>
            <a:custGeom>
              <a:avLst/>
              <a:pathLst>
                <a:path w="26909" h="17432">
                  <a:moveTo>
                    <a:pt x="0" y="17432"/>
                  </a:moveTo>
                  <a:lnTo>
                    <a:pt x="269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4" name="pl2914"/>
            <p:cNvSpPr/>
            <p:nvPr/>
          </p:nvSpPr>
          <p:spPr>
            <a:xfrm>
              <a:off x="7457394" y="1973286"/>
              <a:ext cx="172307" cy="163529"/>
            </a:xfrm>
            <a:custGeom>
              <a:avLst/>
              <a:pathLst>
                <a:path w="172307" h="163529">
                  <a:moveTo>
                    <a:pt x="0" y="163529"/>
                  </a:moveTo>
                  <a:lnTo>
                    <a:pt x="1723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5" name="pl2915"/>
            <p:cNvSpPr/>
            <p:nvPr/>
          </p:nvSpPr>
          <p:spPr>
            <a:xfrm>
              <a:off x="7483573" y="2267675"/>
              <a:ext cx="87019" cy="68525"/>
            </a:xfrm>
            <a:custGeom>
              <a:avLst/>
              <a:pathLst>
                <a:path w="87019" h="68525">
                  <a:moveTo>
                    <a:pt x="0" y="68525"/>
                  </a:moveTo>
                  <a:lnTo>
                    <a:pt x="870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6" name="pl2916"/>
            <p:cNvSpPr/>
            <p:nvPr/>
          </p:nvSpPr>
          <p:spPr>
            <a:xfrm>
              <a:off x="7040840" y="1708906"/>
              <a:ext cx="144244" cy="227786"/>
            </a:xfrm>
            <a:custGeom>
              <a:avLst/>
              <a:pathLst>
                <a:path w="144244" h="227786">
                  <a:moveTo>
                    <a:pt x="0" y="227786"/>
                  </a:moveTo>
                  <a:lnTo>
                    <a:pt x="1442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7" name="pl2917"/>
            <p:cNvSpPr/>
            <p:nvPr/>
          </p:nvSpPr>
          <p:spPr>
            <a:xfrm>
              <a:off x="7261614" y="2117627"/>
              <a:ext cx="17574" cy="19475"/>
            </a:xfrm>
            <a:custGeom>
              <a:avLst/>
              <a:pathLst>
                <a:path w="17574" h="19475">
                  <a:moveTo>
                    <a:pt x="0" y="19475"/>
                  </a:moveTo>
                  <a:lnTo>
                    <a:pt x="17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8" name="pl2918"/>
            <p:cNvSpPr/>
            <p:nvPr/>
          </p:nvSpPr>
          <p:spPr>
            <a:xfrm>
              <a:off x="6774553" y="1476447"/>
              <a:ext cx="148360" cy="350251"/>
            </a:xfrm>
            <a:custGeom>
              <a:avLst/>
              <a:pathLst>
                <a:path w="148360" h="350251">
                  <a:moveTo>
                    <a:pt x="0" y="350251"/>
                  </a:moveTo>
                  <a:lnTo>
                    <a:pt x="1483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9" name="pl2919"/>
            <p:cNvSpPr/>
            <p:nvPr/>
          </p:nvSpPr>
          <p:spPr>
            <a:xfrm>
              <a:off x="7004421" y="1961552"/>
              <a:ext cx="26630" cy="41786"/>
            </a:xfrm>
            <a:custGeom>
              <a:avLst/>
              <a:pathLst>
                <a:path w="26630" h="41786">
                  <a:moveTo>
                    <a:pt x="0" y="41786"/>
                  </a:moveTo>
                  <a:lnTo>
                    <a:pt x="266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0" name="pl2920"/>
            <p:cNvSpPr/>
            <p:nvPr/>
          </p:nvSpPr>
          <p:spPr>
            <a:xfrm>
              <a:off x="6573670" y="1417334"/>
              <a:ext cx="114924" cy="390031"/>
            </a:xfrm>
            <a:custGeom>
              <a:avLst/>
              <a:pathLst>
                <a:path w="114924" h="390031">
                  <a:moveTo>
                    <a:pt x="0" y="390031"/>
                  </a:moveTo>
                  <a:lnTo>
                    <a:pt x="1149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1" name="pl2921"/>
            <p:cNvSpPr/>
            <p:nvPr/>
          </p:nvSpPr>
          <p:spPr>
            <a:xfrm>
              <a:off x="6788694" y="1890205"/>
              <a:ext cx="7242" cy="15918"/>
            </a:xfrm>
            <a:custGeom>
              <a:avLst/>
              <a:pathLst>
                <a:path w="7242" h="15918">
                  <a:moveTo>
                    <a:pt x="0" y="15918"/>
                  </a:moveTo>
                  <a:lnTo>
                    <a:pt x="72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2" name="pl2922"/>
            <p:cNvSpPr/>
            <p:nvPr/>
          </p:nvSpPr>
          <p:spPr>
            <a:xfrm>
              <a:off x="6425476" y="1341495"/>
              <a:ext cx="89872" cy="447220"/>
            </a:xfrm>
            <a:custGeom>
              <a:avLst/>
              <a:pathLst>
                <a:path w="89872" h="447220">
                  <a:moveTo>
                    <a:pt x="0" y="447220"/>
                  </a:moveTo>
                  <a:lnTo>
                    <a:pt x="898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3" name="pl2923"/>
            <p:cNvSpPr/>
            <p:nvPr/>
          </p:nvSpPr>
          <p:spPr>
            <a:xfrm>
              <a:off x="6602824" y="1837027"/>
              <a:ext cx="7620" cy="23574"/>
            </a:xfrm>
            <a:custGeom>
              <a:avLst/>
              <a:pathLst>
                <a:path w="7620" h="23574">
                  <a:moveTo>
                    <a:pt x="0" y="23574"/>
                  </a:moveTo>
                  <a:lnTo>
                    <a:pt x="7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4" name="pl2924"/>
            <p:cNvSpPr/>
            <p:nvPr/>
          </p:nvSpPr>
          <p:spPr>
            <a:xfrm>
              <a:off x="6297835" y="1323040"/>
              <a:ext cx="58042" cy="470080"/>
            </a:xfrm>
            <a:custGeom>
              <a:avLst/>
              <a:pathLst>
                <a:path w="58042" h="470080">
                  <a:moveTo>
                    <a:pt x="0" y="470080"/>
                  </a:moveTo>
                  <a:lnTo>
                    <a:pt x="580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5" name="pl2925"/>
            <p:cNvSpPr/>
            <p:nvPr/>
          </p:nvSpPr>
          <p:spPr>
            <a:xfrm>
              <a:off x="6443431" y="1819620"/>
              <a:ext cx="8500" cy="38420"/>
            </a:xfrm>
            <a:custGeom>
              <a:avLst/>
              <a:pathLst>
                <a:path w="8500" h="38420">
                  <a:moveTo>
                    <a:pt x="0" y="38420"/>
                  </a:moveTo>
                  <a:lnTo>
                    <a:pt x="8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6" name="pl2926"/>
            <p:cNvSpPr/>
            <p:nvPr/>
          </p:nvSpPr>
          <p:spPr>
            <a:xfrm>
              <a:off x="6115718" y="1321782"/>
              <a:ext cx="6155" cy="498387"/>
            </a:xfrm>
            <a:custGeom>
              <a:avLst/>
              <a:pathLst>
                <a:path w="6155" h="498387">
                  <a:moveTo>
                    <a:pt x="0" y="498387"/>
                  </a:moveTo>
                  <a:lnTo>
                    <a:pt x="6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7" name="pl2927"/>
            <p:cNvSpPr/>
            <p:nvPr/>
          </p:nvSpPr>
          <p:spPr>
            <a:xfrm>
              <a:off x="6219148" y="1830683"/>
              <a:ext cx="61399" cy="531324"/>
            </a:xfrm>
            <a:custGeom>
              <a:avLst/>
              <a:pathLst>
                <a:path w="61399" h="531324">
                  <a:moveTo>
                    <a:pt x="0" y="531324"/>
                  </a:moveTo>
                  <a:lnTo>
                    <a:pt x="61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8" name="pl2928"/>
            <p:cNvSpPr/>
            <p:nvPr/>
          </p:nvSpPr>
          <p:spPr>
            <a:xfrm>
              <a:off x="4521094" y="3085097"/>
              <a:ext cx="525392" cy="114737"/>
            </a:xfrm>
            <a:custGeom>
              <a:avLst/>
              <a:pathLst>
                <a:path w="525392" h="114737">
                  <a:moveTo>
                    <a:pt x="525392" y="1147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9" name="pl2929"/>
            <p:cNvSpPr/>
            <p:nvPr/>
          </p:nvSpPr>
          <p:spPr>
            <a:xfrm>
              <a:off x="5471439" y="2555049"/>
              <a:ext cx="76250" cy="106723"/>
            </a:xfrm>
            <a:custGeom>
              <a:avLst/>
              <a:pathLst>
                <a:path w="76250" h="106723">
                  <a:moveTo>
                    <a:pt x="76250" y="1067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0" name="pl2930"/>
            <p:cNvSpPr/>
            <p:nvPr/>
          </p:nvSpPr>
          <p:spPr>
            <a:xfrm>
              <a:off x="4182309" y="3725197"/>
              <a:ext cx="1018339" cy="336941"/>
            </a:xfrm>
            <a:custGeom>
              <a:avLst/>
              <a:pathLst>
                <a:path w="1018339" h="336941">
                  <a:moveTo>
                    <a:pt x="1018339" y="0"/>
                  </a:moveTo>
                  <a:lnTo>
                    <a:pt x="0" y="3369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1" name="pl2931"/>
            <p:cNvSpPr/>
            <p:nvPr/>
          </p:nvSpPr>
          <p:spPr>
            <a:xfrm>
              <a:off x="5199445" y="3136465"/>
              <a:ext cx="13854" cy="4521"/>
            </a:xfrm>
            <a:custGeom>
              <a:avLst/>
              <a:pathLst>
                <a:path w="13854" h="4521">
                  <a:moveTo>
                    <a:pt x="13854" y="45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2" name="pl2932"/>
            <p:cNvSpPr/>
            <p:nvPr/>
          </p:nvSpPr>
          <p:spPr>
            <a:xfrm>
              <a:off x="4142314" y="3800957"/>
              <a:ext cx="1102951" cy="482318"/>
            </a:xfrm>
            <a:custGeom>
              <a:avLst/>
              <a:pathLst>
                <a:path w="1102951" h="482318">
                  <a:moveTo>
                    <a:pt x="1102951" y="0"/>
                  </a:moveTo>
                  <a:lnTo>
                    <a:pt x="0" y="482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3" name="pl2933"/>
            <p:cNvSpPr/>
            <p:nvPr/>
          </p:nvSpPr>
          <p:spPr>
            <a:xfrm>
              <a:off x="5168580" y="3473277"/>
              <a:ext cx="13101" cy="634"/>
            </a:xfrm>
            <a:custGeom>
              <a:avLst/>
              <a:pathLst>
                <a:path w="13101" h="634">
                  <a:moveTo>
                    <a:pt x="13101" y="0"/>
                  </a:moveTo>
                  <a:lnTo>
                    <a:pt x="0" y="6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4" name="pl2934"/>
            <p:cNvSpPr/>
            <p:nvPr/>
          </p:nvSpPr>
          <p:spPr>
            <a:xfrm>
              <a:off x="4179300" y="3831205"/>
              <a:ext cx="1094421" cy="535420"/>
            </a:xfrm>
            <a:custGeom>
              <a:avLst/>
              <a:pathLst>
                <a:path w="1094421" h="535420">
                  <a:moveTo>
                    <a:pt x="1094421" y="0"/>
                  </a:moveTo>
                  <a:lnTo>
                    <a:pt x="0" y="5354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5" name="pl2935"/>
            <p:cNvSpPr/>
            <p:nvPr/>
          </p:nvSpPr>
          <p:spPr>
            <a:xfrm>
              <a:off x="5209447" y="3652580"/>
              <a:ext cx="16937" cy="4355"/>
            </a:xfrm>
            <a:custGeom>
              <a:avLst/>
              <a:pathLst>
                <a:path w="16937" h="4355">
                  <a:moveTo>
                    <a:pt x="16937" y="0"/>
                  </a:moveTo>
                  <a:lnTo>
                    <a:pt x="0" y="4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6" name="pl2936"/>
            <p:cNvSpPr/>
            <p:nvPr/>
          </p:nvSpPr>
          <p:spPr>
            <a:xfrm>
              <a:off x="4228639" y="3860463"/>
              <a:ext cx="1079939" cy="591860"/>
            </a:xfrm>
            <a:custGeom>
              <a:avLst/>
              <a:pathLst>
                <a:path w="1079939" h="591860">
                  <a:moveTo>
                    <a:pt x="1079939" y="0"/>
                  </a:moveTo>
                  <a:lnTo>
                    <a:pt x="0" y="5918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7" name="pl2937"/>
            <p:cNvSpPr/>
            <p:nvPr/>
          </p:nvSpPr>
          <p:spPr>
            <a:xfrm>
              <a:off x="5260986" y="3675495"/>
              <a:ext cx="211425" cy="83594"/>
            </a:xfrm>
            <a:custGeom>
              <a:avLst/>
              <a:pathLst>
                <a:path w="211425" h="83594">
                  <a:moveTo>
                    <a:pt x="211425" y="0"/>
                  </a:moveTo>
                  <a:lnTo>
                    <a:pt x="0" y="83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8" name="pl2938"/>
            <p:cNvSpPr/>
            <p:nvPr/>
          </p:nvSpPr>
          <p:spPr>
            <a:xfrm>
              <a:off x="5004202" y="3980408"/>
              <a:ext cx="710356" cy="1027297"/>
            </a:xfrm>
            <a:custGeom>
              <a:avLst/>
              <a:pathLst>
                <a:path w="710356" h="1027297">
                  <a:moveTo>
                    <a:pt x="710356" y="0"/>
                  </a:moveTo>
                  <a:lnTo>
                    <a:pt x="0" y="1027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9" name="pl2939"/>
            <p:cNvSpPr/>
            <p:nvPr/>
          </p:nvSpPr>
          <p:spPr>
            <a:xfrm>
              <a:off x="5570861" y="3600299"/>
              <a:ext cx="309285" cy="245619"/>
            </a:xfrm>
            <a:custGeom>
              <a:avLst/>
              <a:pathLst>
                <a:path w="309285" h="245619">
                  <a:moveTo>
                    <a:pt x="309285" y="0"/>
                  </a:moveTo>
                  <a:lnTo>
                    <a:pt x="0" y="245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0" name="pl2940"/>
            <p:cNvSpPr/>
            <p:nvPr/>
          </p:nvSpPr>
          <p:spPr>
            <a:xfrm>
              <a:off x="6213363" y="3678119"/>
              <a:ext cx="629860" cy="1335225"/>
            </a:xfrm>
            <a:custGeom>
              <a:avLst/>
              <a:pathLst>
                <a:path w="629860" h="1335225">
                  <a:moveTo>
                    <a:pt x="0" y="0"/>
                  </a:moveTo>
                  <a:lnTo>
                    <a:pt x="629860" y="1335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1" name="pl2941"/>
            <p:cNvSpPr/>
            <p:nvPr/>
          </p:nvSpPr>
          <p:spPr>
            <a:xfrm>
              <a:off x="6033205" y="3612076"/>
              <a:ext cx="19886" cy="85151"/>
            </a:xfrm>
            <a:custGeom>
              <a:avLst/>
              <a:pathLst>
                <a:path w="19886" h="85151">
                  <a:moveTo>
                    <a:pt x="19886" y="0"/>
                  </a:moveTo>
                  <a:lnTo>
                    <a:pt x="0" y="851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2" name="pl2942"/>
            <p:cNvSpPr/>
            <p:nvPr/>
          </p:nvSpPr>
          <p:spPr>
            <a:xfrm>
              <a:off x="6248758" y="3538376"/>
              <a:ext cx="1521997" cy="1088677"/>
            </a:xfrm>
            <a:custGeom>
              <a:avLst/>
              <a:pathLst>
                <a:path w="1521997" h="1088677">
                  <a:moveTo>
                    <a:pt x="0" y="0"/>
                  </a:moveTo>
                  <a:lnTo>
                    <a:pt x="1521997" y="1088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3" name="pl2943"/>
            <p:cNvSpPr/>
            <p:nvPr/>
          </p:nvSpPr>
          <p:spPr>
            <a:xfrm>
              <a:off x="6159033" y="3596753"/>
              <a:ext cx="3082" cy="8183"/>
            </a:xfrm>
            <a:custGeom>
              <a:avLst/>
              <a:pathLst>
                <a:path w="3082" h="8183">
                  <a:moveTo>
                    <a:pt x="0" y="0"/>
                  </a:moveTo>
                  <a:lnTo>
                    <a:pt x="3082" y="81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4" name="pl2944"/>
            <p:cNvSpPr/>
            <p:nvPr/>
          </p:nvSpPr>
          <p:spPr>
            <a:xfrm>
              <a:off x="6250589" y="3519490"/>
              <a:ext cx="1690836" cy="988775"/>
            </a:xfrm>
            <a:custGeom>
              <a:avLst/>
              <a:pathLst>
                <a:path w="1690836" h="988775">
                  <a:moveTo>
                    <a:pt x="0" y="0"/>
                  </a:moveTo>
                  <a:lnTo>
                    <a:pt x="1690836" y="9887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5" name="pl2945"/>
            <p:cNvSpPr/>
            <p:nvPr/>
          </p:nvSpPr>
          <p:spPr>
            <a:xfrm>
              <a:off x="6096787" y="3430113"/>
              <a:ext cx="114669" cy="135882"/>
            </a:xfrm>
            <a:custGeom>
              <a:avLst/>
              <a:pathLst>
                <a:path w="114669" h="135882">
                  <a:moveTo>
                    <a:pt x="0" y="0"/>
                  </a:moveTo>
                  <a:lnTo>
                    <a:pt x="114669" y="1358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6" name="pl2946"/>
            <p:cNvSpPr/>
            <p:nvPr/>
          </p:nvSpPr>
          <p:spPr>
            <a:xfrm>
              <a:off x="6097285" y="3429237"/>
              <a:ext cx="1941107" cy="320995"/>
            </a:xfrm>
            <a:custGeom>
              <a:avLst/>
              <a:pathLst>
                <a:path w="1941107" h="320995">
                  <a:moveTo>
                    <a:pt x="0" y="0"/>
                  </a:moveTo>
                  <a:lnTo>
                    <a:pt x="1941107" y="320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7" name="pl2947"/>
            <p:cNvSpPr/>
            <p:nvPr/>
          </p:nvSpPr>
          <p:spPr>
            <a:xfrm>
              <a:off x="8239484" y="3447301"/>
              <a:ext cx="97" cy="9150"/>
            </a:xfrm>
            <a:custGeom>
              <a:avLst/>
              <a:pathLst>
                <a:path w="97" h="9150">
                  <a:moveTo>
                    <a:pt x="0" y="9150"/>
                  </a:moveTo>
                  <a:lnTo>
                    <a:pt x="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8" name="pl2948"/>
            <p:cNvSpPr/>
            <p:nvPr/>
          </p:nvSpPr>
          <p:spPr>
            <a:xfrm>
              <a:off x="8238957" y="3474750"/>
              <a:ext cx="214" cy="9148"/>
            </a:xfrm>
            <a:custGeom>
              <a:avLst/>
              <a:pathLst>
                <a:path w="214" h="9148">
                  <a:moveTo>
                    <a:pt x="0" y="9148"/>
                  </a:moveTo>
                  <a:lnTo>
                    <a:pt x="2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9" name="pl2949"/>
            <p:cNvSpPr/>
            <p:nvPr/>
          </p:nvSpPr>
          <p:spPr>
            <a:xfrm>
              <a:off x="8237612" y="3465576"/>
              <a:ext cx="278" cy="13714"/>
            </a:xfrm>
            <a:custGeom>
              <a:avLst/>
              <a:pathLst>
                <a:path w="278" h="13714">
                  <a:moveTo>
                    <a:pt x="0" y="13714"/>
                  </a:moveTo>
                  <a:lnTo>
                    <a:pt x="2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0" name="pl2950"/>
            <p:cNvSpPr/>
            <p:nvPr/>
          </p:nvSpPr>
          <p:spPr>
            <a:xfrm>
              <a:off x="8237297" y="3520480"/>
              <a:ext cx="409" cy="9141"/>
            </a:xfrm>
            <a:custGeom>
              <a:avLst/>
              <a:pathLst>
                <a:path w="409" h="9141">
                  <a:moveTo>
                    <a:pt x="0" y="9141"/>
                  </a:moveTo>
                  <a:lnTo>
                    <a:pt x="4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1" name="pl2951"/>
            <p:cNvSpPr/>
            <p:nvPr/>
          </p:nvSpPr>
          <p:spPr>
            <a:xfrm>
              <a:off x="8236051" y="3511280"/>
              <a:ext cx="570" cy="13704"/>
            </a:xfrm>
            <a:custGeom>
              <a:avLst/>
              <a:pathLst>
                <a:path w="570" h="13704">
                  <a:moveTo>
                    <a:pt x="0" y="13704"/>
                  </a:moveTo>
                  <a:lnTo>
                    <a:pt x="5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2" name="pl2952"/>
            <p:cNvSpPr/>
            <p:nvPr/>
          </p:nvSpPr>
          <p:spPr>
            <a:xfrm>
              <a:off x="8234891" y="3502092"/>
              <a:ext cx="605" cy="15980"/>
            </a:xfrm>
            <a:custGeom>
              <a:avLst/>
              <a:pathLst>
                <a:path w="605" h="15980">
                  <a:moveTo>
                    <a:pt x="0" y="15980"/>
                  </a:moveTo>
                  <a:lnTo>
                    <a:pt x="6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3" name="pl2953"/>
            <p:cNvSpPr/>
            <p:nvPr/>
          </p:nvSpPr>
          <p:spPr>
            <a:xfrm>
              <a:off x="8233753" y="3492915"/>
              <a:ext cx="580" cy="17112"/>
            </a:xfrm>
            <a:custGeom>
              <a:avLst/>
              <a:pathLst>
                <a:path w="580" h="17112">
                  <a:moveTo>
                    <a:pt x="0" y="17112"/>
                  </a:moveTo>
                  <a:lnTo>
                    <a:pt x="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4" name="pl2954"/>
            <p:cNvSpPr/>
            <p:nvPr/>
          </p:nvSpPr>
          <p:spPr>
            <a:xfrm>
              <a:off x="8234018" y="3575298"/>
              <a:ext cx="643" cy="9128"/>
            </a:xfrm>
            <a:custGeom>
              <a:avLst/>
              <a:pathLst>
                <a:path w="643" h="9128">
                  <a:moveTo>
                    <a:pt x="0" y="9128"/>
                  </a:moveTo>
                  <a:lnTo>
                    <a:pt x="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5" name="pl2955"/>
            <p:cNvSpPr/>
            <p:nvPr/>
          </p:nvSpPr>
          <p:spPr>
            <a:xfrm>
              <a:off x="8232614" y="3593552"/>
              <a:ext cx="721" cy="9122"/>
            </a:xfrm>
            <a:custGeom>
              <a:avLst/>
              <a:pathLst>
                <a:path w="721" h="9122">
                  <a:moveTo>
                    <a:pt x="0" y="9122"/>
                  </a:moveTo>
                  <a:lnTo>
                    <a:pt x="7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6" name="pl2956"/>
            <p:cNvSpPr/>
            <p:nvPr/>
          </p:nvSpPr>
          <p:spPr>
            <a:xfrm>
              <a:off x="8230074" y="3579658"/>
              <a:ext cx="1363" cy="18225"/>
            </a:xfrm>
            <a:custGeom>
              <a:avLst/>
              <a:pathLst>
                <a:path w="1363" h="18225">
                  <a:moveTo>
                    <a:pt x="0" y="18225"/>
                  </a:moveTo>
                  <a:lnTo>
                    <a:pt x="13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7" name="pl2957"/>
            <p:cNvSpPr/>
            <p:nvPr/>
          </p:nvSpPr>
          <p:spPr>
            <a:xfrm>
              <a:off x="8229322" y="3565888"/>
              <a:ext cx="1582" cy="22775"/>
            </a:xfrm>
            <a:custGeom>
              <a:avLst/>
              <a:pathLst>
                <a:path w="1582" h="22775">
                  <a:moveTo>
                    <a:pt x="0" y="22775"/>
                  </a:moveTo>
                  <a:lnTo>
                    <a:pt x="15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8" name="pl2958"/>
            <p:cNvSpPr/>
            <p:nvPr/>
          </p:nvSpPr>
          <p:spPr>
            <a:xfrm>
              <a:off x="8228689" y="3556686"/>
              <a:ext cx="1324" cy="20490"/>
            </a:xfrm>
            <a:custGeom>
              <a:avLst/>
              <a:pathLst>
                <a:path w="1324" h="20490">
                  <a:moveTo>
                    <a:pt x="0" y="20490"/>
                  </a:moveTo>
                  <a:lnTo>
                    <a:pt x="13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9" name="pl2959"/>
            <p:cNvSpPr/>
            <p:nvPr/>
          </p:nvSpPr>
          <p:spPr>
            <a:xfrm>
              <a:off x="8227922" y="3547495"/>
              <a:ext cx="1162" cy="19344"/>
            </a:xfrm>
            <a:custGeom>
              <a:avLst/>
              <a:pathLst>
                <a:path w="1162" h="19344">
                  <a:moveTo>
                    <a:pt x="0" y="19344"/>
                  </a:moveTo>
                  <a:lnTo>
                    <a:pt x="11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0" name="pl2960"/>
            <p:cNvSpPr/>
            <p:nvPr/>
          </p:nvSpPr>
          <p:spPr>
            <a:xfrm>
              <a:off x="8227070" y="3538313"/>
              <a:ext cx="1044" cy="18767"/>
            </a:xfrm>
            <a:custGeom>
              <a:avLst/>
              <a:pathLst>
                <a:path w="1044" h="18767">
                  <a:moveTo>
                    <a:pt x="0" y="18767"/>
                  </a:moveTo>
                  <a:lnTo>
                    <a:pt x="10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1" name="pl2961"/>
            <p:cNvSpPr/>
            <p:nvPr/>
          </p:nvSpPr>
          <p:spPr>
            <a:xfrm>
              <a:off x="8220338" y="3501077"/>
              <a:ext cx="2069" cy="46216"/>
            </a:xfrm>
            <a:custGeom>
              <a:avLst/>
              <a:pathLst>
                <a:path w="2069" h="46216">
                  <a:moveTo>
                    <a:pt x="0" y="46216"/>
                  </a:moveTo>
                  <a:lnTo>
                    <a:pt x="20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2" name="pl2962"/>
            <p:cNvSpPr/>
            <p:nvPr/>
          </p:nvSpPr>
          <p:spPr>
            <a:xfrm>
              <a:off x="8217131" y="3472049"/>
              <a:ext cx="1689" cy="51945"/>
            </a:xfrm>
            <a:custGeom>
              <a:avLst/>
              <a:pathLst>
                <a:path w="1689" h="51945">
                  <a:moveTo>
                    <a:pt x="0" y="51945"/>
                  </a:moveTo>
                  <a:lnTo>
                    <a:pt x="16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3" name="pl2963"/>
            <p:cNvSpPr/>
            <p:nvPr/>
          </p:nvSpPr>
          <p:spPr>
            <a:xfrm>
              <a:off x="8230214" y="3620909"/>
              <a:ext cx="838" cy="9112"/>
            </a:xfrm>
            <a:custGeom>
              <a:avLst/>
              <a:pathLst>
                <a:path w="838" h="9112">
                  <a:moveTo>
                    <a:pt x="0" y="9112"/>
                  </a:moveTo>
                  <a:lnTo>
                    <a:pt x="8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4" name="pl2964"/>
            <p:cNvSpPr/>
            <p:nvPr/>
          </p:nvSpPr>
          <p:spPr>
            <a:xfrm>
              <a:off x="8229187" y="3611669"/>
              <a:ext cx="1213" cy="13663"/>
            </a:xfrm>
            <a:custGeom>
              <a:avLst/>
              <a:pathLst>
                <a:path w="1213" h="13663">
                  <a:moveTo>
                    <a:pt x="0" y="13663"/>
                  </a:moveTo>
                  <a:lnTo>
                    <a:pt x="12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5" name="pl2965"/>
            <p:cNvSpPr/>
            <p:nvPr/>
          </p:nvSpPr>
          <p:spPr>
            <a:xfrm>
              <a:off x="8228421" y="3639130"/>
              <a:ext cx="916" cy="9104"/>
            </a:xfrm>
            <a:custGeom>
              <a:avLst/>
              <a:pathLst>
                <a:path w="916" h="9104">
                  <a:moveTo>
                    <a:pt x="0" y="9104"/>
                  </a:moveTo>
                  <a:lnTo>
                    <a:pt x="9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6" name="pl2966"/>
            <p:cNvSpPr/>
            <p:nvPr/>
          </p:nvSpPr>
          <p:spPr>
            <a:xfrm>
              <a:off x="8225438" y="3666432"/>
              <a:ext cx="1032" cy="9092"/>
            </a:xfrm>
            <a:custGeom>
              <a:avLst/>
              <a:pathLst>
                <a:path w="1032" h="9092">
                  <a:moveTo>
                    <a:pt x="0" y="9092"/>
                  </a:moveTo>
                  <a:lnTo>
                    <a:pt x="10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7" name="pl2967"/>
            <p:cNvSpPr/>
            <p:nvPr/>
          </p:nvSpPr>
          <p:spPr>
            <a:xfrm>
              <a:off x="8224512" y="3657180"/>
              <a:ext cx="1504" cy="13634"/>
            </a:xfrm>
            <a:custGeom>
              <a:avLst/>
              <a:pathLst>
                <a:path w="1504" h="13634">
                  <a:moveTo>
                    <a:pt x="0" y="13634"/>
                  </a:moveTo>
                  <a:lnTo>
                    <a:pt x="1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8" name="pl2968"/>
            <p:cNvSpPr/>
            <p:nvPr/>
          </p:nvSpPr>
          <p:spPr>
            <a:xfrm>
              <a:off x="8219692" y="3711847"/>
              <a:ext cx="1226" cy="9068"/>
            </a:xfrm>
            <a:custGeom>
              <a:avLst/>
              <a:pathLst>
                <a:path w="1226" h="9068">
                  <a:moveTo>
                    <a:pt x="0" y="9068"/>
                  </a:moveTo>
                  <a:lnTo>
                    <a:pt x="12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9" name="pl2969"/>
            <p:cNvSpPr/>
            <p:nvPr/>
          </p:nvSpPr>
          <p:spPr>
            <a:xfrm>
              <a:off x="8218866" y="3702588"/>
              <a:ext cx="1795" cy="13598"/>
            </a:xfrm>
            <a:custGeom>
              <a:avLst/>
              <a:pathLst>
                <a:path w="1795" h="13598">
                  <a:moveTo>
                    <a:pt x="0" y="13598"/>
                  </a:moveTo>
                  <a:lnTo>
                    <a:pt x="1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0" name="pl2970"/>
            <p:cNvSpPr/>
            <p:nvPr/>
          </p:nvSpPr>
          <p:spPr>
            <a:xfrm>
              <a:off x="8218330" y="3693336"/>
              <a:ext cx="2033" cy="15862"/>
            </a:xfrm>
            <a:custGeom>
              <a:avLst/>
              <a:pathLst>
                <a:path w="2033" h="15862">
                  <a:moveTo>
                    <a:pt x="0" y="15862"/>
                  </a:moveTo>
                  <a:lnTo>
                    <a:pt x="20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1" name="pl2971"/>
            <p:cNvSpPr/>
            <p:nvPr/>
          </p:nvSpPr>
          <p:spPr>
            <a:xfrm>
              <a:off x="8217916" y="3684091"/>
              <a:ext cx="2109" cy="16992"/>
            </a:xfrm>
            <a:custGeom>
              <a:avLst/>
              <a:pathLst>
                <a:path w="2109" h="16992">
                  <a:moveTo>
                    <a:pt x="0" y="16992"/>
                  </a:moveTo>
                  <a:lnTo>
                    <a:pt x="21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2" name="pl2972"/>
            <p:cNvSpPr/>
            <p:nvPr/>
          </p:nvSpPr>
          <p:spPr>
            <a:xfrm>
              <a:off x="8214649" y="3663199"/>
              <a:ext cx="3382" cy="28851"/>
            </a:xfrm>
            <a:custGeom>
              <a:avLst/>
              <a:pathLst>
                <a:path w="3382" h="28851">
                  <a:moveTo>
                    <a:pt x="0" y="28851"/>
                  </a:moveTo>
                  <a:lnTo>
                    <a:pt x="33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3" name="pl2973"/>
            <p:cNvSpPr/>
            <p:nvPr/>
          </p:nvSpPr>
          <p:spPr>
            <a:xfrm>
              <a:off x="8213495" y="3642515"/>
              <a:ext cx="3788" cy="34775"/>
            </a:xfrm>
            <a:custGeom>
              <a:avLst/>
              <a:pathLst>
                <a:path w="3788" h="34775">
                  <a:moveTo>
                    <a:pt x="0" y="34775"/>
                  </a:moveTo>
                  <a:lnTo>
                    <a:pt x="3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4" name="pl2974"/>
            <p:cNvSpPr/>
            <p:nvPr/>
          </p:nvSpPr>
          <p:spPr>
            <a:xfrm>
              <a:off x="8211521" y="3766173"/>
              <a:ext cx="1458" cy="9033"/>
            </a:xfrm>
            <a:custGeom>
              <a:avLst/>
              <a:pathLst>
                <a:path w="1458" h="9033">
                  <a:moveTo>
                    <a:pt x="0" y="9033"/>
                  </a:moveTo>
                  <a:lnTo>
                    <a:pt x="14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5" name="pl2975"/>
            <p:cNvSpPr/>
            <p:nvPr/>
          </p:nvSpPr>
          <p:spPr>
            <a:xfrm>
              <a:off x="8206914" y="3793256"/>
              <a:ext cx="1574" cy="9014"/>
            </a:xfrm>
            <a:custGeom>
              <a:avLst/>
              <a:pathLst>
                <a:path w="1574" h="9014">
                  <a:moveTo>
                    <a:pt x="0" y="9014"/>
                  </a:moveTo>
                  <a:lnTo>
                    <a:pt x="15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6" name="pl2976"/>
            <p:cNvSpPr/>
            <p:nvPr/>
          </p:nvSpPr>
          <p:spPr>
            <a:xfrm>
              <a:off x="8206270" y="3783993"/>
              <a:ext cx="2316" cy="13519"/>
            </a:xfrm>
            <a:custGeom>
              <a:avLst/>
              <a:pathLst>
                <a:path w="2316" h="13519">
                  <a:moveTo>
                    <a:pt x="0" y="13519"/>
                  </a:moveTo>
                  <a:lnTo>
                    <a:pt x="2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7" name="pl2977"/>
            <p:cNvSpPr/>
            <p:nvPr/>
          </p:nvSpPr>
          <p:spPr>
            <a:xfrm>
              <a:off x="8201961" y="3820278"/>
              <a:ext cx="1689" cy="8993"/>
            </a:xfrm>
            <a:custGeom>
              <a:avLst/>
              <a:pathLst>
                <a:path w="1689" h="8993">
                  <a:moveTo>
                    <a:pt x="0" y="8993"/>
                  </a:moveTo>
                  <a:lnTo>
                    <a:pt x="16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8" name="pl2978"/>
            <p:cNvSpPr/>
            <p:nvPr/>
          </p:nvSpPr>
          <p:spPr>
            <a:xfrm>
              <a:off x="8201378" y="3811018"/>
              <a:ext cx="2489" cy="13489"/>
            </a:xfrm>
            <a:custGeom>
              <a:avLst/>
              <a:pathLst>
                <a:path w="2489" h="13489">
                  <a:moveTo>
                    <a:pt x="0" y="13489"/>
                  </a:moveTo>
                  <a:lnTo>
                    <a:pt x="24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9" name="pl2979"/>
            <p:cNvSpPr/>
            <p:nvPr/>
          </p:nvSpPr>
          <p:spPr>
            <a:xfrm>
              <a:off x="8198334" y="3790017"/>
              <a:ext cx="4795" cy="26954"/>
            </a:xfrm>
            <a:custGeom>
              <a:avLst/>
              <a:pathLst>
                <a:path w="4795" h="26954">
                  <a:moveTo>
                    <a:pt x="0" y="26954"/>
                  </a:moveTo>
                  <a:lnTo>
                    <a:pt x="4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0" name="pl2980"/>
            <p:cNvSpPr/>
            <p:nvPr/>
          </p:nvSpPr>
          <p:spPr>
            <a:xfrm>
              <a:off x="8197905" y="3769297"/>
              <a:ext cx="5716" cy="33693"/>
            </a:xfrm>
            <a:custGeom>
              <a:avLst/>
              <a:pathLst>
                <a:path w="5716" h="33693">
                  <a:moveTo>
                    <a:pt x="0" y="33693"/>
                  </a:moveTo>
                  <a:lnTo>
                    <a:pt x="57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1" name="pl2981"/>
            <p:cNvSpPr/>
            <p:nvPr/>
          </p:nvSpPr>
          <p:spPr>
            <a:xfrm>
              <a:off x="8199394" y="3755572"/>
              <a:ext cx="4923" cy="30339"/>
            </a:xfrm>
            <a:custGeom>
              <a:avLst/>
              <a:pathLst>
                <a:path w="4923" h="30339">
                  <a:moveTo>
                    <a:pt x="0" y="30339"/>
                  </a:moveTo>
                  <a:lnTo>
                    <a:pt x="49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2" name="pl2982"/>
            <p:cNvSpPr/>
            <p:nvPr/>
          </p:nvSpPr>
          <p:spPr>
            <a:xfrm>
              <a:off x="8200472" y="3746352"/>
              <a:ext cx="3779" cy="24165"/>
            </a:xfrm>
            <a:custGeom>
              <a:avLst/>
              <a:pathLst>
                <a:path w="3779" h="24165">
                  <a:moveTo>
                    <a:pt x="0" y="24165"/>
                  </a:moveTo>
                  <a:lnTo>
                    <a:pt x="37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3" name="pl2983"/>
            <p:cNvSpPr/>
            <p:nvPr/>
          </p:nvSpPr>
          <p:spPr>
            <a:xfrm>
              <a:off x="8200956" y="3737139"/>
              <a:ext cx="3188" cy="21076"/>
            </a:xfrm>
            <a:custGeom>
              <a:avLst/>
              <a:pathLst>
                <a:path w="3188" h="21076">
                  <a:moveTo>
                    <a:pt x="0" y="21076"/>
                  </a:moveTo>
                  <a:lnTo>
                    <a:pt x="31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4" name="pl2984"/>
            <p:cNvSpPr/>
            <p:nvPr/>
          </p:nvSpPr>
          <p:spPr>
            <a:xfrm>
              <a:off x="8201136" y="3727932"/>
              <a:ext cx="2861" cy="19530"/>
            </a:xfrm>
            <a:custGeom>
              <a:avLst/>
              <a:pathLst>
                <a:path w="2861" h="19530">
                  <a:moveTo>
                    <a:pt x="0" y="19530"/>
                  </a:moveTo>
                  <a:lnTo>
                    <a:pt x="28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5" name="pl2985"/>
            <p:cNvSpPr/>
            <p:nvPr/>
          </p:nvSpPr>
          <p:spPr>
            <a:xfrm>
              <a:off x="8196663" y="3847237"/>
              <a:ext cx="1804" cy="8971"/>
            </a:xfrm>
            <a:custGeom>
              <a:avLst/>
              <a:pathLst>
                <a:path w="1804" h="8971">
                  <a:moveTo>
                    <a:pt x="0" y="8971"/>
                  </a:moveTo>
                  <a:lnTo>
                    <a:pt x="18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6" name="pl2986"/>
            <p:cNvSpPr/>
            <p:nvPr/>
          </p:nvSpPr>
          <p:spPr>
            <a:xfrm>
              <a:off x="8191020" y="3874127"/>
              <a:ext cx="1919" cy="8947"/>
            </a:xfrm>
            <a:custGeom>
              <a:avLst/>
              <a:pathLst>
                <a:path w="1919" h="8947">
                  <a:moveTo>
                    <a:pt x="0" y="8947"/>
                  </a:moveTo>
                  <a:lnTo>
                    <a:pt x="19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7" name="pl2987"/>
            <p:cNvSpPr/>
            <p:nvPr/>
          </p:nvSpPr>
          <p:spPr>
            <a:xfrm>
              <a:off x="8187067" y="3892013"/>
              <a:ext cx="1995" cy="8930"/>
            </a:xfrm>
            <a:custGeom>
              <a:avLst/>
              <a:pathLst>
                <a:path w="1995" h="8930">
                  <a:moveTo>
                    <a:pt x="0" y="8930"/>
                  </a:moveTo>
                  <a:lnTo>
                    <a:pt x="19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8" name="pl2988"/>
            <p:cNvSpPr/>
            <p:nvPr/>
          </p:nvSpPr>
          <p:spPr>
            <a:xfrm>
              <a:off x="8185225" y="3877990"/>
              <a:ext cx="3909" cy="17853"/>
            </a:xfrm>
            <a:custGeom>
              <a:avLst/>
              <a:pathLst>
                <a:path w="3909" h="17853">
                  <a:moveTo>
                    <a:pt x="0" y="17853"/>
                  </a:moveTo>
                  <a:lnTo>
                    <a:pt x="39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9" name="pl2989"/>
            <p:cNvSpPr/>
            <p:nvPr/>
          </p:nvSpPr>
          <p:spPr>
            <a:xfrm>
              <a:off x="8174296" y="3945464"/>
              <a:ext cx="2223" cy="8876"/>
            </a:xfrm>
            <a:custGeom>
              <a:avLst/>
              <a:pathLst>
                <a:path w="2223" h="8876">
                  <a:moveTo>
                    <a:pt x="0" y="8876"/>
                  </a:moveTo>
                  <a:lnTo>
                    <a:pt x="22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0" name="pl2990"/>
            <p:cNvSpPr/>
            <p:nvPr/>
          </p:nvSpPr>
          <p:spPr>
            <a:xfrm>
              <a:off x="8173999" y="3936233"/>
              <a:ext cx="3290" cy="13316"/>
            </a:xfrm>
            <a:custGeom>
              <a:avLst/>
              <a:pathLst>
                <a:path w="3290" h="13316">
                  <a:moveTo>
                    <a:pt x="0" y="13316"/>
                  </a:moveTo>
                  <a:lnTo>
                    <a:pt x="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1" name="pl2991"/>
            <p:cNvSpPr/>
            <p:nvPr/>
          </p:nvSpPr>
          <p:spPr>
            <a:xfrm>
              <a:off x="8174240" y="3927005"/>
              <a:ext cx="3778" cy="15539"/>
            </a:xfrm>
            <a:custGeom>
              <a:avLst/>
              <a:pathLst>
                <a:path w="3778" h="15539">
                  <a:moveTo>
                    <a:pt x="0" y="15539"/>
                  </a:moveTo>
                  <a:lnTo>
                    <a:pt x="37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2" name="pl2992"/>
            <p:cNvSpPr/>
            <p:nvPr/>
          </p:nvSpPr>
          <p:spPr>
            <a:xfrm>
              <a:off x="8174727" y="3917780"/>
              <a:ext cx="3978" cy="16654"/>
            </a:xfrm>
            <a:custGeom>
              <a:avLst/>
              <a:pathLst>
                <a:path w="3978" h="16654">
                  <a:moveTo>
                    <a:pt x="0" y="16654"/>
                  </a:moveTo>
                  <a:lnTo>
                    <a:pt x="39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3" name="pl2993"/>
            <p:cNvSpPr/>
            <p:nvPr/>
          </p:nvSpPr>
          <p:spPr>
            <a:xfrm>
              <a:off x="8175316" y="3908558"/>
              <a:ext cx="4037" cy="17214"/>
            </a:xfrm>
            <a:custGeom>
              <a:avLst/>
              <a:pathLst>
                <a:path w="4037" h="17214">
                  <a:moveTo>
                    <a:pt x="0" y="17214"/>
                  </a:moveTo>
                  <a:lnTo>
                    <a:pt x="40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4" name="pl2994"/>
            <p:cNvSpPr/>
            <p:nvPr/>
          </p:nvSpPr>
          <p:spPr>
            <a:xfrm>
              <a:off x="8171677" y="3885051"/>
              <a:ext cx="6980" cy="30787"/>
            </a:xfrm>
            <a:custGeom>
              <a:avLst/>
              <a:pathLst>
                <a:path w="6980" h="30787">
                  <a:moveTo>
                    <a:pt x="0" y="30787"/>
                  </a:moveTo>
                  <a:lnTo>
                    <a:pt x="69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5" name="pl2995"/>
            <p:cNvSpPr/>
            <p:nvPr/>
          </p:nvSpPr>
          <p:spPr>
            <a:xfrm>
              <a:off x="8173802" y="3862502"/>
              <a:ext cx="8175" cy="37632"/>
            </a:xfrm>
            <a:custGeom>
              <a:avLst/>
              <a:pathLst>
                <a:path w="8175" h="37632">
                  <a:moveTo>
                    <a:pt x="0" y="37632"/>
                  </a:moveTo>
                  <a:lnTo>
                    <a:pt x="81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6" name="pl2996"/>
            <p:cNvSpPr/>
            <p:nvPr/>
          </p:nvSpPr>
          <p:spPr>
            <a:xfrm>
              <a:off x="8175127" y="3848562"/>
              <a:ext cx="6726" cy="32156"/>
            </a:xfrm>
            <a:custGeom>
              <a:avLst/>
              <a:pathLst>
                <a:path w="6726" h="32156">
                  <a:moveTo>
                    <a:pt x="0" y="32156"/>
                  </a:moveTo>
                  <a:lnTo>
                    <a:pt x="67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7" name="pl2997"/>
            <p:cNvSpPr/>
            <p:nvPr/>
          </p:nvSpPr>
          <p:spPr>
            <a:xfrm>
              <a:off x="8177126" y="3834919"/>
              <a:ext cx="5940" cy="29435"/>
            </a:xfrm>
            <a:custGeom>
              <a:avLst/>
              <a:pathLst>
                <a:path w="5940" h="29435">
                  <a:moveTo>
                    <a:pt x="0" y="29435"/>
                  </a:moveTo>
                  <a:lnTo>
                    <a:pt x="59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8" name="pl2998"/>
            <p:cNvSpPr/>
            <p:nvPr/>
          </p:nvSpPr>
          <p:spPr>
            <a:xfrm>
              <a:off x="8163005" y="3790595"/>
              <a:ext cx="10445" cy="55592"/>
            </a:xfrm>
            <a:custGeom>
              <a:avLst/>
              <a:pathLst>
                <a:path w="10445" h="55592">
                  <a:moveTo>
                    <a:pt x="0" y="55592"/>
                  </a:moveTo>
                  <a:lnTo>
                    <a:pt x="104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9" name="pl2999"/>
            <p:cNvSpPr/>
            <p:nvPr/>
          </p:nvSpPr>
          <p:spPr>
            <a:xfrm>
              <a:off x="8173451" y="3734743"/>
              <a:ext cx="8950" cy="55852"/>
            </a:xfrm>
            <a:custGeom>
              <a:avLst/>
              <a:pathLst>
                <a:path w="8950" h="55852">
                  <a:moveTo>
                    <a:pt x="0" y="55852"/>
                  </a:moveTo>
                  <a:lnTo>
                    <a:pt x="89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0" name="pl3000"/>
            <p:cNvSpPr/>
            <p:nvPr/>
          </p:nvSpPr>
          <p:spPr>
            <a:xfrm>
              <a:off x="8159093" y="3744136"/>
              <a:ext cx="7170" cy="43960"/>
            </a:xfrm>
            <a:custGeom>
              <a:avLst/>
              <a:pathLst>
                <a:path w="7170" h="43960">
                  <a:moveTo>
                    <a:pt x="0" y="43960"/>
                  </a:moveTo>
                  <a:lnTo>
                    <a:pt x="71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1" name="pl3001"/>
            <p:cNvSpPr/>
            <p:nvPr/>
          </p:nvSpPr>
          <p:spPr>
            <a:xfrm>
              <a:off x="8166263" y="3700033"/>
              <a:ext cx="6233" cy="44103"/>
            </a:xfrm>
            <a:custGeom>
              <a:avLst/>
              <a:pathLst>
                <a:path w="6233" h="44103">
                  <a:moveTo>
                    <a:pt x="0" y="44103"/>
                  </a:moveTo>
                  <a:lnTo>
                    <a:pt x="62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2" name="pl3002"/>
            <p:cNvSpPr/>
            <p:nvPr/>
          </p:nvSpPr>
          <p:spPr>
            <a:xfrm>
              <a:off x="8172497" y="3655807"/>
              <a:ext cx="5294" cy="44225"/>
            </a:xfrm>
            <a:custGeom>
              <a:avLst/>
              <a:pathLst>
                <a:path w="5294" h="44225">
                  <a:moveTo>
                    <a:pt x="0" y="44225"/>
                  </a:moveTo>
                  <a:lnTo>
                    <a:pt x="52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3" name="pl3003"/>
            <p:cNvSpPr/>
            <p:nvPr/>
          </p:nvSpPr>
          <p:spPr>
            <a:xfrm>
              <a:off x="8165168" y="3667755"/>
              <a:ext cx="6885" cy="53734"/>
            </a:xfrm>
            <a:custGeom>
              <a:avLst/>
              <a:pathLst>
                <a:path w="6885" h="53734">
                  <a:moveTo>
                    <a:pt x="0" y="53734"/>
                  </a:moveTo>
                  <a:lnTo>
                    <a:pt x="68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4" name="pl3004"/>
            <p:cNvSpPr/>
            <p:nvPr/>
          </p:nvSpPr>
          <p:spPr>
            <a:xfrm>
              <a:off x="8172054" y="3613861"/>
              <a:ext cx="5490" cy="53894"/>
            </a:xfrm>
            <a:custGeom>
              <a:avLst/>
              <a:pathLst>
                <a:path w="5490" h="53894">
                  <a:moveTo>
                    <a:pt x="0" y="53894"/>
                  </a:moveTo>
                  <a:lnTo>
                    <a:pt x="54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5" name="pl3005"/>
            <p:cNvSpPr/>
            <p:nvPr/>
          </p:nvSpPr>
          <p:spPr>
            <a:xfrm>
              <a:off x="8148888" y="3608908"/>
              <a:ext cx="5684" cy="56183"/>
            </a:xfrm>
            <a:custGeom>
              <a:avLst/>
              <a:pathLst>
                <a:path w="5684" h="56183">
                  <a:moveTo>
                    <a:pt x="0" y="56183"/>
                  </a:moveTo>
                  <a:lnTo>
                    <a:pt x="56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6" name="pl3006"/>
            <p:cNvSpPr/>
            <p:nvPr/>
          </p:nvSpPr>
          <p:spPr>
            <a:xfrm>
              <a:off x="8154573" y="3552590"/>
              <a:ext cx="4147" cy="56317"/>
            </a:xfrm>
            <a:custGeom>
              <a:avLst/>
              <a:pathLst>
                <a:path w="4147" h="56317">
                  <a:moveTo>
                    <a:pt x="0" y="56317"/>
                  </a:moveTo>
                  <a:lnTo>
                    <a:pt x="41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7" name="pl3007"/>
            <p:cNvSpPr/>
            <p:nvPr/>
          </p:nvSpPr>
          <p:spPr>
            <a:xfrm>
              <a:off x="8158720" y="3496180"/>
              <a:ext cx="2606" cy="56410"/>
            </a:xfrm>
            <a:custGeom>
              <a:avLst/>
              <a:pathLst>
                <a:path w="2606" h="56410">
                  <a:moveTo>
                    <a:pt x="0" y="56410"/>
                  </a:moveTo>
                  <a:lnTo>
                    <a:pt x="2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8" name="pl3008"/>
            <p:cNvSpPr/>
            <p:nvPr/>
          </p:nvSpPr>
          <p:spPr>
            <a:xfrm>
              <a:off x="8153932" y="3537414"/>
              <a:ext cx="2722" cy="43134"/>
            </a:xfrm>
            <a:custGeom>
              <a:avLst/>
              <a:pathLst>
                <a:path w="2722" h="43134">
                  <a:moveTo>
                    <a:pt x="0" y="43134"/>
                  </a:moveTo>
                  <a:lnTo>
                    <a:pt x="2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9" name="pl3009"/>
            <p:cNvSpPr/>
            <p:nvPr/>
          </p:nvSpPr>
          <p:spPr>
            <a:xfrm>
              <a:off x="8156654" y="3494232"/>
              <a:ext cx="1818" cy="43182"/>
            </a:xfrm>
            <a:custGeom>
              <a:avLst/>
              <a:pathLst>
                <a:path w="1818" h="43182">
                  <a:moveTo>
                    <a:pt x="0" y="43182"/>
                  </a:moveTo>
                  <a:lnTo>
                    <a:pt x="18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0" name="pl3010"/>
            <p:cNvSpPr/>
            <p:nvPr/>
          </p:nvSpPr>
          <p:spPr>
            <a:xfrm>
              <a:off x="8158473" y="3451021"/>
              <a:ext cx="913" cy="43210"/>
            </a:xfrm>
            <a:custGeom>
              <a:avLst/>
              <a:pathLst>
                <a:path w="913" h="43210">
                  <a:moveTo>
                    <a:pt x="0" y="43210"/>
                  </a:moveTo>
                  <a:lnTo>
                    <a:pt x="9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1" name="pl3011"/>
            <p:cNvSpPr/>
            <p:nvPr/>
          </p:nvSpPr>
          <p:spPr>
            <a:xfrm>
              <a:off x="8156220" y="3476793"/>
              <a:ext cx="1272" cy="38973"/>
            </a:xfrm>
            <a:custGeom>
              <a:avLst/>
              <a:pathLst>
                <a:path w="1272" h="38973">
                  <a:moveTo>
                    <a:pt x="0" y="38973"/>
                  </a:moveTo>
                  <a:lnTo>
                    <a:pt x="12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2" name="pl3012"/>
            <p:cNvSpPr/>
            <p:nvPr/>
          </p:nvSpPr>
          <p:spPr>
            <a:xfrm>
              <a:off x="8157493" y="3437802"/>
              <a:ext cx="535" cy="38990"/>
            </a:xfrm>
            <a:custGeom>
              <a:avLst/>
              <a:pathLst>
                <a:path w="535" h="38990">
                  <a:moveTo>
                    <a:pt x="0" y="38990"/>
                  </a:moveTo>
                  <a:lnTo>
                    <a:pt x="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3" name="pl3013"/>
            <p:cNvSpPr/>
            <p:nvPr/>
          </p:nvSpPr>
          <p:spPr>
            <a:xfrm>
              <a:off x="8169736" y="3963208"/>
              <a:ext cx="2299" cy="8857"/>
            </a:xfrm>
            <a:custGeom>
              <a:avLst/>
              <a:pathLst>
                <a:path w="2299" h="8857">
                  <a:moveTo>
                    <a:pt x="0" y="8857"/>
                  </a:moveTo>
                  <a:lnTo>
                    <a:pt x="22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4" name="pl3014"/>
            <p:cNvSpPr/>
            <p:nvPr/>
          </p:nvSpPr>
          <p:spPr>
            <a:xfrm>
              <a:off x="8165024" y="3980912"/>
              <a:ext cx="2374" cy="8837"/>
            </a:xfrm>
            <a:custGeom>
              <a:avLst/>
              <a:pathLst>
                <a:path w="2374" h="8837">
                  <a:moveTo>
                    <a:pt x="0" y="8837"/>
                  </a:moveTo>
                  <a:lnTo>
                    <a:pt x="23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5" name="pl3015"/>
            <p:cNvSpPr/>
            <p:nvPr/>
          </p:nvSpPr>
          <p:spPr>
            <a:xfrm>
              <a:off x="8163401" y="3966905"/>
              <a:ext cx="4667" cy="17670"/>
            </a:xfrm>
            <a:custGeom>
              <a:avLst/>
              <a:pathLst>
                <a:path w="4667" h="17670">
                  <a:moveTo>
                    <a:pt x="0" y="17670"/>
                  </a:moveTo>
                  <a:lnTo>
                    <a:pt x="4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6" name="pl3016"/>
            <p:cNvSpPr/>
            <p:nvPr/>
          </p:nvSpPr>
          <p:spPr>
            <a:xfrm>
              <a:off x="8152586" y="4024995"/>
              <a:ext cx="2562" cy="8784"/>
            </a:xfrm>
            <a:custGeom>
              <a:avLst/>
              <a:pathLst>
                <a:path w="2562" h="8784">
                  <a:moveTo>
                    <a:pt x="0" y="8784"/>
                  </a:moveTo>
                  <a:lnTo>
                    <a:pt x="25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7" name="pl3017"/>
            <p:cNvSpPr/>
            <p:nvPr/>
          </p:nvSpPr>
          <p:spPr>
            <a:xfrm>
              <a:off x="8152473" y="4015800"/>
              <a:ext cx="3799" cy="13180"/>
            </a:xfrm>
            <a:custGeom>
              <a:avLst/>
              <a:pathLst>
                <a:path w="3799" h="13180">
                  <a:moveTo>
                    <a:pt x="0" y="13180"/>
                  </a:moveTo>
                  <a:lnTo>
                    <a:pt x="37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8" name="pl3018"/>
            <p:cNvSpPr/>
            <p:nvPr/>
          </p:nvSpPr>
          <p:spPr>
            <a:xfrm>
              <a:off x="8152983" y="4006607"/>
              <a:ext cx="4372" cy="15382"/>
            </a:xfrm>
            <a:custGeom>
              <a:avLst/>
              <a:pathLst>
                <a:path w="4372" h="15382">
                  <a:moveTo>
                    <a:pt x="0" y="15382"/>
                  </a:moveTo>
                  <a:lnTo>
                    <a:pt x="43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9" name="pl3019"/>
            <p:cNvSpPr/>
            <p:nvPr/>
          </p:nvSpPr>
          <p:spPr>
            <a:xfrm>
              <a:off x="8153781" y="3997415"/>
              <a:ext cx="4615" cy="16488"/>
            </a:xfrm>
            <a:custGeom>
              <a:avLst/>
              <a:pathLst>
                <a:path w="4615" h="16488">
                  <a:moveTo>
                    <a:pt x="0" y="16488"/>
                  </a:moveTo>
                  <a:lnTo>
                    <a:pt x="46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0" name="pl3020"/>
            <p:cNvSpPr/>
            <p:nvPr/>
          </p:nvSpPr>
          <p:spPr>
            <a:xfrm>
              <a:off x="8150492" y="3973884"/>
              <a:ext cx="8216" cy="30208"/>
            </a:xfrm>
            <a:custGeom>
              <a:avLst/>
              <a:pathLst>
                <a:path w="8216" h="30208">
                  <a:moveTo>
                    <a:pt x="0" y="30208"/>
                  </a:moveTo>
                  <a:lnTo>
                    <a:pt x="82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1" name="pl3021"/>
            <p:cNvSpPr/>
            <p:nvPr/>
          </p:nvSpPr>
          <p:spPr>
            <a:xfrm>
              <a:off x="8141961" y="4060067"/>
              <a:ext cx="2712" cy="8739"/>
            </a:xfrm>
            <a:custGeom>
              <a:avLst/>
              <a:pathLst>
                <a:path w="2712" h="8739">
                  <a:moveTo>
                    <a:pt x="0" y="8739"/>
                  </a:moveTo>
                  <a:lnTo>
                    <a:pt x="27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2" name="pl3022"/>
            <p:cNvSpPr/>
            <p:nvPr/>
          </p:nvSpPr>
          <p:spPr>
            <a:xfrm>
              <a:off x="8141930" y="4050892"/>
              <a:ext cx="4023" cy="13113"/>
            </a:xfrm>
            <a:custGeom>
              <a:avLst/>
              <a:pathLst>
                <a:path w="4023" h="13113">
                  <a:moveTo>
                    <a:pt x="0" y="13113"/>
                  </a:moveTo>
                  <a:lnTo>
                    <a:pt x="4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3" name="pl3023"/>
            <p:cNvSpPr/>
            <p:nvPr/>
          </p:nvSpPr>
          <p:spPr>
            <a:xfrm>
              <a:off x="8142559" y="4041719"/>
              <a:ext cx="4634" cy="15305"/>
            </a:xfrm>
            <a:custGeom>
              <a:avLst/>
              <a:pathLst>
                <a:path w="4634" h="15305">
                  <a:moveTo>
                    <a:pt x="0" y="15305"/>
                  </a:moveTo>
                  <a:lnTo>
                    <a:pt x="46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4" name="pl3024"/>
            <p:cNvSpPr/>
            <p:nvPr/>
          </p:nvSpPr>
          <p:spPr>
            <a:xfrm>
              <a:off x="8127841" y="4103646"/>
              <a:ext cx="2898" cy="8679"/>
            </a:xfrm>
            <a:custGeom>
              <a:avLst/>
              <a:pathLst>
                <a:path w="2898" h="8679">
                  <a:moveTo>
                    <a:pt x="0" y="8679"/>
                  </a:moveTo>
                  <a:lnTo>
                    <a:pt x="28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5" name="pl3025"/>
            <p:cNvSpPr/>
            <p:nvPr/>
          </p:nvSpPr>
          <p:spPr>
            <a:xfrm>
              <a:off x="8127912" y="4094502"/>
              <a:ext cx="4302" cy="13024"/>
            </a:xfrm>
            <a:custGeom>
              <a:avLst/>
              <a:pathLst>
                <a:path w="4302" h="13024">
                  <a:moveTo>
                    <a:pt x="0" y="13024"/>
                  </a:moveTo>
                  <a:lnTo>
                    <a:pt x="43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6" name="pl3026"/>
            <p:cNvSpPr/>
            <p:nvPr/>
          </p:nvSpPr>
          <p:spPr>
            <a:xfrm>
              <a:off x="8128690" y="4085357"/>
              <a:ext cx="4959" cy="15203"/>
            </a:xfrm>
            <a:custGeom>
              <a:avLst/>
              <a:pathLst>
                <a:path w="4959" h="15203">
                  <a:moveTo>
                    <a:pt x="0" y="15203"/>
                  </a:moveTo>
                  <a:lnTo>
                    <a:pt x="4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7" name="pl3027"/>
            <p:cNvSpPr/>
            <p:nvPr/>
          </p:nvSpPr>
          <p:spPr>
            <a:xfrm>
              <a:off x="8129799" y="4076211"/>
              <a:ext cx="5245" cy="16299"/>
            </a:xfrm>
            <a:custGeom>
              <a:avLst/>
              <a:pathLst>
                <a:path w="5245" h="16299">
                  <a:moveTo>
                    <a:pt x="0" y="16299"/>
                  </a:moveTo>
                  <a:lnTo>
                    <a:pt x="5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8" name="pl3028"/>
            <p:cNvSpPr/>
            <p:nvPr/>
          </p:nvSpPr>
          <p:spPr>
            <a:xfrm>
              <a:off x="8118924" y="4129648"/>
              <a:ext cx="3009" cy="8641"/>
            </a:xfrm>
            <a:custGeom>
              <a:avLst/>
              <a:pathLst>
                <a:path w="3009" h="8641">
                  <a:moveTo>
                    <a:pt x="0" y="8641"/>
                  </a:moveTo>
                  <a:lnTo>
                    <a:pt x="30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9" name="pl3029"/>
            <p:cNvSpPr/>
            <p:nvPr/>
          </p:nvSpPr>
          <p:spPr>
            <a:xfrm>
              <a:off x="8119057" y="4120523"/>
              <a:ext cx="4469" cy="12968"/>
            </a:xfrm>
            <a:custGeom>
              <a:avLst/>
              <a:pathLst>
                <a:path w="4469" h="12968">
                  <a:moveTo>
                    <a:pt x="0" y="12968"/>
                  </a:moveTo>
                  <a:lnTo>
                    <a:pt x="44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0" name="pl3030"/>
            <p:cNvSpPr/>
            <p:nvPr/>
          </p:nvSpPr>
          <p:spPr>
            <a:xfrm>
              <a:off x="8112795" y="4146919"/>
              <a:ext cx="3082" cy="8615"/>
            </a:xfrm>
            <a:custGeom>
              <a:avLst/>
              <a:pathLst>
                <a:path w="3082" h="8615">
                  <a:moveTo>
                    <a:pt x="0" y="8615"/>
                  </a:moveTo>
                  <a:lnTo>
                    <a:pt x="30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1" name="pl3031"/>
            <p:cNvSpPr/>
            <p:nvPr/>
          </p:nvSpPr>
          <p:spPr>
            <a:xfrm>
              <a:off x="8103327" y="4172726"/>
              <a:ext cx="3192" cy="8575"/>
            </a:xfrm>
            <a:custGeom>
              <a:avLst/>
              <a:pathLst>
                <a:path w="3192" h="8575">
                  <a:moveTo>
                    <a:pt x="0" y="8575"/>
                  </a:moveTo>
                  <a:lnTo>
                    <a:pt x="3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2" name="pl3032"/>
            <p:cNvSpPr/>
            <p:nvPr/>
          </p:nvSpPr>
          <p:spPr>
            <a:xfrm>
              <a:off x="8103562" y="4163637"/>
              <a:ext cx="4744" cy="12870"/>
            </a:xfrm>
            <a:custGeom>
              <a:avLst/>
              <a:pathLst>
                <a:path w="4744" h="12870">
                  <a:moveTo>
                    <a:pt x="0" y="12870"/>
                  </a:moveTo>
                  <a:lnTo>
                    <a:pt x="47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3" name="pl3033"/>
            <p:cNvSpPr/>
            <p:nvPr/>
          </p:nvSpPr>
          <p:spPr>
            <a:xfrm>
              <a:off x="8103210" y="4149755"/>
              <a:ext cx="7014" cy="19312"/>
            </a:xfrm>
            <a:custGeom>
              <a:avLst/>
              <a:pathLst>
                <a:path w="7014" h="19312">
                  <a:moveTo>
                    <a:pt x="0" y="19312"/>
                  </a:moveTo>
                  <a:lnTo>
                    <a:pt x="70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4" name="pl3034"/>
            <p:cNvSpPr/>
            <p:nvPr/>
          </p:nvSpPr>
          <p:spPr>
            <a:xfrm>
              <a:off x="8102631" y="4124636"/>
              <a:ext cx="11781" cy="33291"/>
            </a:xfrm>
            <a:custGeom>
              <a:avLst/>
              <a:pathLst>
                <a:path w="11781" h="33291">
                  <a:moveTo>
                    <a:pt x="0" y="33291"/>
                  </a:moveTo>
                  <a:lnTo>
                    <a:pt x="117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5" name="pl3035"/>
            <p:cNvSpPr/>
            <p:nvPr/>
          </p:nvSpPr>
          <p:spPr>
            <a:xfrm>
              <a:off x="8101721" y="4080795"/>
              <a:ext cx="19617" cy="58080"/>
            </a:xfrm>
            <a:custGeom>
              <a:avLst/>
              <a:pathLst>
                <a:path w="19617" h="58080">
                  <a:moveTo>
                    <a:pt x="0" y="58080"/>
                  </a:moveTo>
                  <a:lnTo>
                    <a:pt x="196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6" name="pl3036"/>
            <p:cNvSpPr/>
            <p:nvPr/>
          </p:nvSpPr>
          <p:spPr>
            <a:xfrm>
              <a:off x="8106216" y="4076045"/>
              <a:ext cx="10524" cy="31995"/>
            </a:xfrm>
            <a:custGeom>
              <a:avLst/>
              <a:pathLst>
                <a:path w="10524" h="31995">
                  <a:moveTo>
                    <a:pt x="0" y="31995"/>
                  </a:moveTo>
                  <a:lnTo>
                    <a:pt x="105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7" name="pl3037"/>
            <p:cNvSpPr/>
            <p:nvPr/>
          </p:nvSpPr>
          <p:spPr>
            <a:xfrm>
              <a:off x="8116741" y="4043886"/>
              <a:ext cx="10015" cy="32158"/>
            </a:xfrm>
            <a:custGeom>
              <a:avLst/>
              <a:pathLst>
                <a:path w="10015" h="32158">
                  <a:moveTo>
                    <a:pt x="0" y="32158"/>
                  </a:moveTo>
                  <a:lnTo>
                    <a:pt x="100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8" name="pl3038"/>
            <p:cNvSpPr/>
            <p:nvPr/>
          </p:nvSpPr>
          <p:spPr>
            <a:xfrm>
              <a:off x="8090190" y="4206946"/>
              <a:ext cx="3338" cy="8519"/>
            </a:xfrm>
            <a:custGeom>
              <a:avLst/>
              <a:pathLst>
                <a:path w="3338" h="8519">
                  <a:moveTo>
                    <a:pt x="0" y="8519"/>
                  </a:moveTo>
                  <a:lnTo>
                    <a:pt x="3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9" name="pl3039"/>
            <p:cNvSpPr/>
            <p:nvPr/>
          </p:nvSpPr>
          <p:spPr>
            <a:xfrm>
              <a:off x="8079956" y="4232463"/>
              <a:ext cx="3447" cy="8476"/>
            </a:xfrm>
            <a:custGeom>
              <a:avLst/>
              <a:pathLst>
                <a:path w="3447" h="8476">
                  <a:moveTo>
                    <a:pt x="0" y="8476"/>
                  </a:moveTo>
                  <a:lnTo>
                    <a:pt x="34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0" name="pl3040"/>
            <p:cNvSpPr/>
            <p:nvPr/>
          </p:nvSpPr>
          <p:spPr>
            <a:xfrm>
              <a:off x="8080334" y="4223431"/>
              <a:ext cx="5127" cy="12722"/>
            </a:xfrm>
            <a:custGeom>
              <a:avLst/>
              <a:pathLst>
                <a:path w="5127" h="12722">
                  <a:moveTo>
                    <a:pt x="0" y="12722"/>
                  </a:moveTo>
                  <a:lnTo>
                    <a:pt x="51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1" name="pl3041"/>
            <p:cNvSpPr/>
            <p:nvPr/>
          </p:nvSpPr>
          <p:spPr>
            <a:xfrm>
              <a:off x="8080204" y="4209613"/>
              <a:ext cx="7588" cy="19094"/>
            </a:xfrm>
            <a:custGeom>
              <a:avLst/>
              <a:pathLst>
                <a:path w="7588" h="19094">
                  <a:moveTo>
                    <a:pt x="0" y="19094"/>
                  </a:moveTo>
                  <a:lnTo>
                    <a:pt x="75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2" name="pl3042"/>
            <p:cNvSpPr/>
            <p:nvPr/>
          </p:nvSpPr>
          <p:spPr>
            <a:xfrm>
              <a:off x="8072952" y="4249401"/>
              <a:ext cx="3519" cy="8446"/>
            </a:xfrm>
            <a:custGeom>
              <a:avLst/>
              <a:pathLst>
                <a:path w="3519" h="8446">
                  <a:moveTo>
                    <a:pt x="0" y="8446"/>
                  </a:moveTo>
                  <a:lnTo>
                    <a:pt x="3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3" name="pl3043"/>
            <p:cNvSpPr/>
            <p:nvPr/>
          </p:nvSpPr>
          <p:spPr>
            <a:xfrm>
              <a:off x="8062177" y="4274696"/>
              <a:ext cx="3627" cy="8400"/>
            </a:xfrm>
            <a:custGeom>
              <a:avLst/>
              <a:pathLst>
                <a:path w="3627" h="8400">
                  <a:moveTo>
                    <a:pt x="0" y="8400"/>
                  </a:moveTo>
                  <a:lnTo>
                    <a:pt x="36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4" name="pl3044"/>
            <p:cNvSpPr/>
            <p:nvPr/>
          </p:nvSpPr>
          <p:spPr>
            <a:xfrm>
              <a:off x="8062657" y="4265710"/>
              <a:ext cx="5397" cy="12610"/>
            </a:xfrm>
            <a:custGeom>
              <a:avLst/>
              <a:pathLst>
                <a:path w="5397" h="12610">
                  <a:moveTo>
                    <a:pt x="0" y="12610"/>
                  </a:moveTo>
                  <a:lnTo>
                    <a:pt x="53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5" name="pl3045"/>
            <p:cNvSpPr/>
            <p:nvPr/>
          </p:nvSpPr>
          <p:spPr>
            <a:xfrm>
              <a:off x="8062686" y="4251945"/>
              <a:ext cx="7994" cy="18928"/>
            </a:xfrm>
            <a:custGeom>
              <a:avLst/>
              <a:pathLst>
                <a:path w="7994" h="18928">
                  <a:moveTo>
                    <a:pt x="0" y="18928"/>
                  </a:moveTo>
                  <a:lnTo>
                    <a:pt x="79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6" name="pl3046"/>
            <p:cNvSpPr/>
            <p:nvPr/>
          </p:nvSpPr>
          <p:spPr>
            <a:xfrm>
              <a:off x="8059993" y="4216478"/>
              <a:ext cx="17256" cy="42105"/>
            </a:xfrm>
            <a:custGeom>
              <a:avLst/>
              <a:pathLst>
                <a:path w="17256" h="42105">
                  <a:moveTo>
                    <a:pt x="0" y="42105"/>
                  </a:moveTo>
                  <a:lnTo>
                    <a:pt x="172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7" name="pl3047"/>
            <p:cNvSpPr/>
            <p:nvPr/>
          </p:nvSpPr>
          <p:spPr>
            <a:xfrm>
              <a:off x="8051079" y="4299852"/>
              <a:ext cx="3735" cy="8353"/>
            </a:xfrm>
            <a:custGeom>
              <a:avLst/>
              <a:pathLst>
                <a:path w="3735" h="8353">
                  <a:moveTo>
                    <a:pt x="0" y="8353"/>
                  </a:moveTo>
                  <a:lnTo>
                    <a:pt x="3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8" name="pl3048"/>
            <p:cNvSpPr/>
            <p:nvPr/>
          </p:nvSpPr>
          <p:spPr>
            <a:xfrm>
              <a:off x="8043502" y="4316544"/>
              <a:ext cx="3806" cy="8321"/>
            </a:xfrm>
            <a:custGeom>
              <a:avLst/>
              <a:pathLst>
                <a:path w="3806" h="8321">
                  <a:moveTo>
                    <a:pt x="0" y="8321"/>
                  </a:moveTo>
                  <a:lnTo>
                    <a:pt x="38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9" name="pl3049"/>
            <p:cNvSpPr/>
            <p:nvPr/>
          </p:nvSpPr>
          <p:spPr>
            <a:xfrm>
              <a:off x="8027923" y="4349732"/>
              <a:ext cx="3947" cy="8255"/>
            </a:xfrm>
            <a:custGeom>
              <a:avLst/>
              <a:pathLst>
                <a:path w="3947" h="8255">
                  <a:moveTo>
                    <a:pt x="0" y="8255"/>
                  </a:moveTo>
                  <a:lnTo>
                    <a:pt x="39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0" name="pl3050"/>
            <p:cNvSpPr/>
            <p:nvPr/>
          </p:nvSpPr>
          <p:spPr>
            <a:xfrm>
              <a:off x="8028586" y="4340839"/>
              <a:ext cx="5877" cy="12393"/>
            </a:xfrm>
            <a:custGeom>
              <a:avLst/>
              <a:pathLst>
                <a:path w="5877" h="12393">
                  <a:moveTo>
                    <a:pt x="0" y="12393"/>
                  </a:moveTo>
                  <a:lnTo>
                    <a:pt x="58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1" name="pl3051"/>
            <p:cNvSpPr/>
            <p:nvPr/>
          </p:nvSpPr>
          <p:spPr>
            <a:xfrm>
              <a:off x="8030218" y="4331941"/>
              <a:ext cx="6798" cy="14474"/>
            </a:xfrm>
            <a:custGeom>
              <a:avLst/>
              <a:pathLst>
                <a:path w="6798" h="14474">
                  <a:moveTo>
                    <a:pt x="0" y="14474"/>
                  </a:moveTo>
                  <a:lnTo>
                    <a:pt x="6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2" name="pl3052"/>
            <p:cNvSpPr/>
            <p:nvPr/>
          </p:nvSpPr>
          <p:spPr>
            <a:xfrm>
              <a:off x="8030993" y="4318282"/>
              <a:ext cx="9114" cy="19664"/>
            </a:xfrm>
            <a:custGeom>
              <a:avLst/>
              <a:pathLst>
                <a:path w="9114" h="19664">
                  <a:moveTo>
                    <a:pt x="0" y="19664"/>
                  </a:moveTo>
                  <a:lnTo>
                    <a:pt x="91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3" name="pl3053"/>
            <p:cNvSpPr/>
            <p:nvPr/>
          </p:nvSpPr>
          <p:spPr>
            <a:xfrm>
              <a:off x="8032931" y="4300462"/>
              <a:ext cx="12036" cy="26437"/>
            </a:xfrm>
            <a:custGeom>
              <a:avLst/>
              <a:pathLst>
                <a:path w="12036" h="26437">
                  <a:moveTo>
                    <a:pt x="0" y="26437"/>
                  </a:moveTo>
                  <a:lnTo>
                    <a:pt x="12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4" name="pl3054"/>
            <p:cNvSpPr/>
            <p:nvPr/>
          </p:nvSpPr>
          <p:spPr>
            <a:xfrm>
              <a:off x="8037668" y="4287378"/>
              <a:ext cx="11505" cy="25719"/>
            </a:xfrm>
            <a:custGeom>
              <a:avLst/>
              <a:pathLst>
                <a:path w="11505" h="25719">
                  <a:moveTo>
                    <a:pt x="0" y="25719"/>
                  </a:moveTo>
                  <a:lnTo>
                    <a:pt x="115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5" name="pl3055"/>
            <p:cNvSpPr/>
            <p:nvPr/>
          </p:nvSpPr>
          <p:spPr>
            <a:xfrm>
              <a:off x="8015868" y="4374447"/>
              <a:ext cx="4053" cy="8204"/>
            </a:xfrm>
            <a:custGeom>
              <a:avLst/>
              <a:pathLst>
                <a:path w="4053" h="8204">
                  <a:moveTo>
                    <a:pt x="0" y="8204"/>
                  </a:moveTo>
                  <a:lnTo>
                    <a:pt x="40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6" name="pl3056"/>
            <p:cNvSpPr/>
            <p:nvPr/>
          </p:nvSpPr>
          <p:spPr>
            <a:xfrm>
              <a:off x="8016593" y="4365588"/>
              <a:ext cx="6036" cy="12317"/>
            </a:xfrm>
            <a:custGeom>
              <a:avLst/>
              <a:pathLst>
                <a:path w="6036" h="12317">
                  <a:moveTo>
                    <a:pt x="0" y="12317"/>
                  </a:moveTo>
                  <a:lnTo>
                    <a:pt x="6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7" name="pl3057"/>
            <p:cNvSpPr/>
            <p:nvPr/>
          </p:nvSpPr>
          <p:spPr>
            <a:xfrm>
              <a:off x="7999307" y="4407159"/>
              <a:ext cx="4192" cy="8133"/>
            </a:xfrm>
            <a:custGeom>
              <a:avLst/>
              <a:pathLst>
                <a:path w="4192" h="8133">
                  <a:moveTo>
                    <a:pt x="0" y="8133"/>
                  </a:moveTo>
                  <a:lnTo>
                    <a:pt x="41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8" name="pl3058"/>
            <p:cNvSpPr/>
            <p:nvPr/>
          </p:nvSpPr>
          <p:spPr>
            <a:xfrm>
              <a:off x="8000112" y="4398348"/>
              <a:ext cx="6245" cy="12212"/>
            </a:xfrm>
            <a:custGeom>
              <a:avLst/>
              <a:pathLst>
                <a:path w="6245" h="12212">
                  <a:moveTo>
                    <a:pt x="0" y="12212"/>
                  </a:moveTo>
                  <a:lnTo>
                    <a:pt x="62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9" name="pl3059"/>
            <p:cNvSpPr/>
            <p:nvPr/>
          </p:nvSpPr>
          <p:spPr>
            <a:xfrm>
              <a:off x="8001947" y="4389530"/>
              <a:ext cx="7228" cy="14265"/>
            </a:xfrm>
            <a:custGeom>
              <a:avLst/>
              <a:pathLst>
                <a:path w="7228" h="14265">
                  <a:moveTo>
                    <a:pt x="0" y="14265"/>
                  </a:moveTo>
                  <a:lnTo>
                    <a:pt x="7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0" name="pl3060"/>
            <p:cNvSpPr/>
            <p:nvPr/>
          </p:nvSpPr>
          <p:spPr>
            <a:xfrm>
              <a:off x="7990818" y="4423409"/>
              <a:ext cx="4261" cy="8097"/>
            </a:xfrm>
            <a:custGeom>
              <a:avLst/>
              <a:pathLst>
                <a:path w="4261" h="8097">
                  <a:moveTo>
                    <a:pt x="0" y="8097"/>
                  </a:moveTo>
                  <a:lnTo>
                    <a:pt x="42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1" name="pl3061"/>
            <p:cNvSpPr/>
            <p:nvPr/>
          </p:nvSpPr>
          <p:spPr>
            <a:xfrm>
              <a:off x="7973426" y="4455689"/>
              <a:ext cx="4399" cy="8023"/>
            </a:xfrm>
            <a:custGeom>
              <a:avLst/>
              <a:pathLst>
                <a:path w="4399" h="8023">
                  <a:moveTo>
                    <a:pt x="0" y="8023"/>
                  </a:moveTo>
                  <a:lnTo>
                    <a:pt x="4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2" name="pl3062"/>
            <p:cNvSpPr/>
            <p:nvPr/>
          </p:nvSpPr>
          <p:spPr>
            <a:xfrm>
              <a:off x="7974352" y="4446954"/>
              <a:ext cx="6556" cy="12048"/>
            </a:xfrm>
            <a:custGeom>
              <a:avLst/>
              <a:pathLst>
                <a:path w="6556" h="12048">
                  <a:moveTo>
                    <a:pt x="0" y="12048"/>
                  </a:moveTo>
                  <a:lnTo>
                    <a:pt x="65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3" name="pl3063"/>
            <p:cNvSpPr/>
            <p:nvPr/>
          </p:nvSpPr>
          <p:spPr>
            <a:xfrm>
              <a:off x="7964524" y="4471718"/>
              <a:ext cx="4467" cy="7985"/>
            </a:xfrm>
            <a:custGeom>
              <a:avLst/>
              <a:pathLst>
                <a:path w="4467" h="7985">
                  <a:moveTo>
                    <a:pt x="0" y="7985"/>
                  </a:moveTo>
                  <a:lnTo>
                    <a:pt x="44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4" name="pl3064"/>
            <p:cNvSpPr/>
            <p:nvPr/>
          </p:nvSpPr>
          <p:spPr>
            <a:xfrm>
              <a:off x="7955486" y="4487671"/>
              <a:ext cx="4535" cy="7947"/>
            </a:xfrm>
            <a:custGeom>
              <a:avLst/>
              <a:pathLst>
                <a:path w="4535" h="7947">
                  <a:moveTo>
                    <a:pt x="0" y="7947"/>
                  </a:moveTo>
                  <a:lnTo>
                    <a:pt x="4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5" name="pl3065"/>
            <p:cNvSpPr/>
            <p:nvPr/>
          </p:nvSpPr>
          <p:spPr>
            <a:xfrm>
              <a:off x="7955227" y="4474290"/>
              <a:ext cx="8991" cy="15911"/>
            </a:xfrm>
            <a:custGeom>
              <a:avLst/>
              <a:pathLst>
                <a:path w="8991" h="15911">
                  <a:moveTo>
                    <a:pt x="0" y="15911"/>
                  </a:moveTo>
                  <a:lnTo>
                    <a:pt x="89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6" name="pl3066"/>
            <p:cNvSpPr/>
            <p:nvPr/>
          </p:nvSpPr>
          <p:spPr>
            <a:xfrm>
              <a:off x="7955933" y="4450198"/>
              <a:ext cx="16585" cy="29907"/>
            </a:xfrm>
            <a:custGeom>
              <a:avLst/>
              <a:pathLst>
                <a:path w="16585" h="29907">
                  <a:moveTo>
                    <a:pt x="0" y="29907"/>
                  </a:moveTo>
                  <a:lnTo>
                    <a:pt x="165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7" name="pl3067"/>
            <p:cNvSpPr/>
            <p:nvPr/>
          </p:nvSpPr>
          <p:spPr>
            <a:xfrm>
              <a:off x="7963011" y="4435464"/>
              <a:ext cx="15798" cy="29013"/>
            </a:xfrm>
            <a:custGeom>
              <a:avLst/>
              <a:pathLst>
                <a:path w="15798" h="29013">
                  <a:moveTo>
                    <a:pt x="0" y="29013"/>
                  </a:moveTo>
                  <a:lnTo>
                    <a:pt x="157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8" name="pl3068"/>
            <p:cNvSpPr/>
            <p:nvPr/>
          </p:nvSpPr>
          <p:spPr>
            <a:xfrm>
              <a:off x="7968407" y="4422030"/>
              <a:ext cx="14228" cy="26577"/>
            </a:xfrm>
            <a:custGeom>
              <a:avLst/>
              <a:pathLst>
                <a:path w="14228" h="26577">
                  <a:moveTo>
                    <a:pt x="0" y="26577"/>
                  </a:moveTo>
                  <a:lnTo>
                    <a:pt x="142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9" name="pl3069"/>
            <p:cNvSpPr/>
            <p:nvPr/>
          </p:nvSpPr>
          <p:spPr>
            <a:xfrm>
              <a:off x="7970429" y="4390082"/>
              <a:ext cx="22145" cy="42509"/>
            </a:xfrm>
            <a:custGeom>
              <a:avLst/>
              <a:pathLst>
                <a:path w="22145" h="42509">
                  <a:moveTo>
                    <a:pt x="0" y="42509"/>
                  </a:moveTo>
                  <a:lnTo>
                    <a:pt x="221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0" name="pl3070"/>
            <p:cNvSpPr/>
            <p:nvPr/>
          </p:nvSpPr>
          <p:spPr>
            <a:xfrm>
              <a:off x="7977744" y="4362773"/>
              <a:ext cx="23555" cy="46606"/>
            </a:xfrm>
            <a:custGeom>
              <a:avLst/>
              <a:pathLst>
                <a:path w="23555" h="46606">
                  <a:moveTo>
                    <a:pt x="0" y="46606"/>
                  </a:moveTo>
                  <a:lnTo>
                    <a:pt x="235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1" name="pl3071"/>
            <p:cNvSpPr/>
            <p:nvPr/>
          </p:nvSpPr>
          <p:spPr>
            <a:xfrm>
              <a:off x="7977959" y="4335440"/>
              <a:ext cx="21977" cy="44792"/>
            </a:xfrm>
            <a:custGeom>
              <a:avLst/>
              <a:pathLst>
                <a:path w="21977" h="44792">
                  <a:moveTo>
                    <a:pt x="0" y="44792"/>
                  </a:moveTo>
                  <a:lnTo>
                    <a:pt x="219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2" name="pl3072"/>
            <p:cNvSpPr/>
            <p:nvPr/>
          </p:nvSpPr>
          <p:spPr>
            <a:xfrm>
              <a:off x="7999936" y="4290140"/>
              <a:ext cx="20911" cy="45300"/>
            </a:xfrm>
            <a:custGeom>
              <a:avLst/>
              <a:pathLst>
                <a:path w="20911" h="45300">
                  <a:moveTo>
                    <a:pt x="0" y="45300"/>
                  </a:moveTo>
                  <a:lnTo>
                    <a:pt x="209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3" name="pl3073"/>
            <p:cNvSpPr/>
            <p:nvPr/>
          </p:nvSpPr>
          <p:spPr>
            <a:xfrm>
              <a:off x="7986777" y="4276516"/>
              <a:ext cx="24180" cy="52659"/>
            </a:xfrm>
            <a:custGeom>
              <a:avLst/>
              <a:pathLst>
                <a:path w="24180" h="52659">
                  <a:moveTo>
                    <a:pt x="0" y="52659"/>
                  </a:moveTo>
                  <a:lnTo>
                    <a:pt x="241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4" name="pl3074"/>
            <p:cNvSpPr/>
            <p:nvPr/>
          </p:nvSpPr>
          <p:spPr>
            <a:xfrm>
              <a:off x="8010958" y="4223207"/>
              <a:ext cx="22714" cy="53308"/>
            </a:xfrm>
            <a:custGeom>
              <a:avLst/>
              <a:pathLst>
                <a:path w="22714" h="53308">
                  <a:moveTo>
                    <a:pt x="0" y="53308"/>
                  </a:moveTo>
                  <a:lnTo>
                    <a:pt x="227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5" name="pl3075"/>
            <p:cNvSpPr/>
            <p:nvPr/>
          </p:nvSpPr>
          <p:spPr>
            <a:xfrm>
              <a:off x="8009625" y="4228261"/>
              <a:ext cx="20391" cy="47664"/>
            </a:xfrm>
            <a:custGeom>
              <a:avLst/>
              <a:pathLst>
                <a:path w="20391" h="47664">
                  <a:moveTo>
                    <a:pt x="0" y="47664"/>
                  </a:moveTo>
                  <a:lnTo>
                    <a:pt x="20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6" name="pl3076"/>
            <p:cNvSpPr/>
            <p:nvPr/>
          </p:nvSpPr>
          <p:spPr>
            <a:xfrm>
              <a:off x="8030017" y="4180105"/>
              <a:ext cx="19204" cy="48155"/>
            </a:xfrm>
            <a:custGeom>
              <a:avLst/>
              <a:pathLst>
                <a:path w="19204" h="48155">
                  <a:moveTo>
                    <a:pt x="0" y="48155"/>
                  </a:moveTo>
                  <a:lnTo>
                    <a:pt x="192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7" name="pl3077"/>
            <p:cNvSpPr/>
            <p:nvPr/>
          </p:nvSpPr>
          <p:spPr>
            <a:xfrm>
              <a:off x="8028670" y="4171243"/>
              <a:ext cx="22377" cy="56460"/>
            </a:xfrm>
            <a:custGeom>
              <a:avLst/>
              <a:pathLst>
                <a:path w="22377" h="56460">
                  <a:moveTo>
                    <a:pt x="0" y="56460"/>
                  </a:moveTo>
                  <a:lnTo>
                    <a:pt x="223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8" name="pl3078"/>
            <p:cNvSpPr/>
            <p:nvPr/>
          </p:nvSpPr>
          <p:spPr>
            <a:xfrm>
              <a:off x="8017031" y="4147026"/>
              <a:ext cx="16638" cy="43400"/>
            </a:xfrm>
            <a:custGeom>
              <a:avLst/>
              <a:pathLst>
                <a:path w="16638" h="43400">
                  <a:moveTo>
                    <a:pt x="0" y="43400"/>
                  </a:moveTo>
                  <a:lnTo>
                    <a:pt x="166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9" name="pl3079"/>
            <p:cNvSpPr/>
            <p:nvPr/>
          </p:nvSpPr>
          <p:spPr>
            <a:xfrm>
              <a:off x="8033669" y="4103262"/>
              <a:ext cx="15658" cy="43763"/>
            </a:xfrm>
            <a:custGeom>
              <a:avLst/>
              <a:pathLst>
                <a:path w="15658" h="43763">
                  <a:moveTo>
                    <a:pt x="0" y="43763"/>
                  </a:moveTo>
                  <a:lnTo>
                    <a:pt x="15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0" name="pl3080"/>
            <p:cNvSpPr/>
            <p:nvPr/>
          </p:nvSpPr>
          <p:spPr>
            <a:xfrm>
              <a:off x="8049328" y="4059158"/>
              <a:ext cx="14670" cy="44104"/>
            </a:xfrm>
            <a:custGeom>
              <a:avLst/>
              <a:pathLst>
                <a:path w="14670" h="44104">
                  <a:moveTo>
                    <a:pt x="0" y="44104"/>
                  </a:moveTo>
                  <a:lnTo>
                    <a:pt x="146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1" name="pl3081"/>
            <p:cNvSpPr/>
            <p:nvPr/>
          </p:nvSpPr>
          <p:spPr>
            <a:xfrm>
              <a:off x="8029272" y="4070257"/>
              <a:ext cx="17335" cy="50512"/>
            </a:xfrm>
            <a:custGeom>
              <a:avLst/>
              <a:pathLst>
                <a:path w="17335" h="50512">
                  <a:moveTo>
                    <a:pt x="0" y="50512"/>
                  </a:moveTo>
                  <a:lnTo>
                    <a:pt x="173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2" name="pl3082"/>
            <p:cNvSpPr/>
            <p:nvPr/>
          </p:nvSpPr>
          <p:spPr>
            <a:xfrm>
              <a:off x="8046608" y="4019311"/>
              <a:ext cx="16016" cy="50946"/>
            </a:xfrm>
            <a:custGeom>
              <a:avLst/>
              <a:pathLst>
                <a:path w="16016" h="50946">
                  <a:moveTo>
                    <a:pt x="0" y="50946"/>
                  </a:moveTo>
                  <a:lnTo>
                    <a:pt x="160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3" name="pl3083"/>
            <p:cNvSpPr/>
            <p:nvPr/>
          </p:nvSpPr>
          <p:spPr>
            <a:xfrm>
              <a:off x="8062624" y="3967965"/>
              <a:ext cx="14685" cy="51345"/>
            </a:xfrm>
            <a:custGeom>
              <a:avLst/>
              <a:pathLst>
                <a:path w="14685" h="51345">
                  <a:moveTo>
                    <a:pt x="0" y="51345"/>
                  </a:moveTo>
                  <a:lnTo>
                    <a:pt x="146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4" name="pl3084"/>
            <p:cNvSpPr/>
            <p:nvPr/>
          </p:nvSpPr>
          <p:spPr>
            <a:xfrm>
              <a:off x="7974144" y="3966401"/>
              <a:ext cx="15871" cy="53084"/>
            </a:xfrm>
            <a:custGeom>
              <a:avLst/>
              <a:pathLst>
                <a:path w="15871" h="53084">
                  <a:moveTo>
                    <a:pt x="0" y="53084"/>
                  </a:moveTo>
                  <a:lnTo>
                    <a:pt x="158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5" name="pl3085"/>
            <p:cNvSpPr/>
            <p:nvPr/>
          </p:nvSpPr>
          <p:spPr>
            <a:xfrm>
              <a:off x="7990015" y="3912891"/>
              <a:ext cx="14371" cy="53510"/>
            </a:xfrm>
            <a:custGeom>
              <a:avLst/>
              <a:pathLst>
                <a:path w="14371" h="53510">
                  <a:moveTo>
                    <a:pt x="0" y="53510"/>
                  </a:moveTo>
                  <a:lnTo>
                    <a:pt x="143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6" name="pl3086"/>
            <p:cNvSpPr/>
            <p:nvPr/>
          </p:nvSpPr>
          <p:spPr>
            <a:xfrm>
              <a:off x="8004386" y="3858998"/>
              <a:ext cx="12859" cy="53893"/>
            </a:xfrm>
            <a:custGeom>
              <a:avLst/>
              <a:pathLst>
                <a:path w="12859" h="53893">
                  <a:moveTo>
                    <a:pt x="0" y="53893"/>
                  </a:moveTo>
                  <a:lnTo>
                    <a:pt x="128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7" name="pl3087"/>
            <p:cNvSpPr/>
            <p:nvPr/>
          </p:nvSpPr>
          <p:spPr>
            <a:xfrm>
              <a:off x="8017246" y="3804764"/>
              <a:ext cx="11338" cy="54233"/>
            </a:xfrm>
            <a:custGeom>
              <a:avLst/>
              <a:pathLst>
                <a:path w="11338" h="54233">
                  <a:moveTo>
                    <a:pt x="0" y="54233"/>
                  </a:moveTo>
                  <a:lnTo>
                    <a:pt x="11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8" name="pl3088"/>
            <p:cNvSpPr/>
            <p:nvPr/>
          </p:nvSpPr>
          <p:spPr>
            <a:xfrm>
              <a:off x="8028584" y="3750233"/>
              <a:ext cx="9807" cy="54531"/>
            </a:xfrm>
            <a:custGeom>
              <a:avLst/>
              <a:pathLst>
                <a:path w="9807" h="54531">
                  <a:moveTo>
                    <a:pt x="0" y="54531"/>
                  </a:moveTo>
                  <a:lnTo>
                    <a:pt x="98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9" name="pl3089"/>
            <p:cNvSpPr/>
            <p:nvPr/>
          </p:nvSpPr>
          <p:spPr>
            <a:xfrm>
              <a:off x="8038392" y="3695447"/>
              <a:ext cx="8269" cy="54785"/>
            </a:xfrm>
            <a:custGeom>
              <a:avLst/>
              <a:pathLst>
                <a:path w="8269" h="54785">
                  <a:moveTo>
                    <a:pt x="0" y="54785"/>
                  </a:moveTo>
                  <a:lnTo>
                    <a:pt x="8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0" name="pl3090"/>
            <p:cNvSpPr/>
            <p:nvPr/>
          </p:nvSpPr>
          <p:spPr>
            <a:xfrm>
              <a:off x="8046662" y="3640451"/>
              <a:ext cx="6724" cy="54996"/>
            </a:xfrm>
            <a:custGeom>
              <a:avLst/>
              <a:pathLst>
                <a:path w="6724" h="54996">
                  <a:moveTo>
                    <a:pt x="0" y="54996"/>
                  </a:moveTo>
                  <a:lnTo>
                    <a:pt x="6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1" name="pl3091"/>
            <p:cNvSpPr/>
            <p:nvPr/>
          </p:nvSpPr>
          <p:spPr>
            <a:xfrm>
              <a:off x="8053387" y="3585287"/>
              <a:ext cx="5174" cy="55164"/>
            </a:xfrm>
            <a:custGeom>
              <a:avLst/>
              <a:pathLst>
                <a:path w="5174" h="55164">
                  <a:moveTo>
                    <a:pt x="0" y="55164"/>
                  </a:moveTo>
                  <a:lnTo>
                    <a:pt x="517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2" name="pl3092"/>
            <p:cNvSpPr/>
            <p:nvPr/>
          </p:nvSpPr>
          <p:spPr>
            <a:xfrm>
              <a:off x="8058561" y="3529999"/>
              <a:ext cx="3620" cy="55287"/>
            </a:xfrm>
            <a:custGeom>
              <a:avLst/>
              <a:pathLst>
                <a:path w="3620" h="55287">
                  <a:moveTo>
                    <a:pt x="0" y="55287"/>
                  </a:moveTo>
                  <a:lnTo>
                    <a:pt x="36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3" name="pl3093"/>
            <p:cNvSpPr/>
            <p:nvPr/>
          </p:nvSpPr>
          <p:spPr>
            <a:xfrm>
              <a:off x="8062182" y="3474631"/>
              <a:ext cx="2063" cy="55367"/>
            </a:xfrm>
            <a:custGeom>
              <a:avLst/>
              <a:pathLst>
                <a:path w="2063" h="55367">
                  <a:moveTo>
                    <a:pt x="0" y="55367"/>
                  </a:moveTo>
                  <a:lnTo>
                    <a:pt x="20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4" name="pl3094"/>
            <p:cNvSpPr/>
            <p:nvPr/>
          </p:nvSpPr>
          <p:spPr>
            <a:xfrm>
              <a:off x="7927562" y="4535062"/>
              <a:ext cx="4737" cy="7828"/>
            </a:xfrm>
            <a:custGeom>
              <a:avLst/>
              <a:pathLst>
                <a:path w="4737" h="7828">
                  <a:moveTo>
                    <a:pt x="0" y="7828"/>
                  </a:moveTo>
                  <a:lnTo>
                    <a:pt x="47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5" name="pl3095"/>
            <p:cNvSpPr/>
            <p:nvPr/>
          </p:nvSpPr>
          <p:spPr>
            <a:xfrm>
              <a:off x="7928689" y="4526466"/>
              <a:ext cx="7064" cy="11757"/>
            </a:xfrm>
            <a:custGeom>
              <a:avLst/>
              <a:pathLst>
                <a:path w="7064" h="11757">
                  <a:moveTo>
                    <a:pt x="0" y="11757"/>
                  </a:moveTo>
                  <a:lnTo>
                    <a:pt x="70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6" name="pl3096"/>
            <p:cNvSpPr/>
            <p:nvPr/>
          </p:nvSpPr>
          <p:spPr>
            <a:xfrm>
              <a:off x="7930981" y="4517861"/>
              <a:ext cx="8184" cy="13738"/>
            </a:xfrm>
            <a:custGeom>
              <a:avLst/>
              <a:pathLst>
                <a:path w="8184" h="13738">
                  <a:moveTo>
                    <a:pt x="0" y="13738"/>
                  </a:moveTo>
                  <a:lnTo>
                    <a:pt x="81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7" name="pl3097"/>
            <p:cNvSpPr/>
            <p:nvPr/>
          </p:nvSpPr>
          <p:spPr>
            <a:xfrm>
              <a:off x="7933834" y="4509247"/>
              <a:ext cx="8704" cy="14745"/>
            </a:xfrm>
            <a:custGeom>
              <a:avLst/>
              <a:pathLst>
                <a:path w="8704" h="14745">
                  <a:moveTo>
                    <a:pt x="0" y="14745"/>
                  </a:moveTo>
                  <a:lnTo>
                    <a:pt x="87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8" name="pl3098"/>
            <p:cNvSpPr/>
            <p:nvPr/>
          </p:nvSpPr>
          <p:spPr>
            <a:xfrm>
              <a:off x="7936946" y="4500625"/>
              <a:ext cx="8925" cy="15263"/>
            </a:xfrm>
            <a:custGeom>
              <a:avLst/>
              <a:pathLst>
                <a:path w="8925" h="15263">
                  <a:moveTo>
                    <a:pt x="0" y="15263"/>
                  </a:moveTo>
                  <a:lnTo>
                    <a:pt x="89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9" name="pl3099"/>
            <p:cNvSpPr/>
            <p:nvPr/>
          </p:nvSpPr>
          <p:spPr>
            <a:xfrm>
              <a:off x="7913149" y="4558487"/>
              <a:ext cx="4837" cy="7767"/>
            </a:xfrm>
            <a:custGeom>
              <a:avLst/>
              <a:pathLst>
                <a:path w="4837" h="7767">
                  <a:moveTo>
                    <a:pt x="0" y="7767"/>
                  </a:moveTo>
                  <a:lnTo>
                    <a:pt x="48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0" name="pl3100"/>
            <p:cNvSpPr/>
            <p:nvPr/>
          </p:nvSpPr>
          <p:spPr>
            <a:xfrm>
              <a:off x="7914335" y="4549936"/>
              <a:ext cx="7214" cy="11666"/>
            </a:xfrm>
            <a:custGeom>
              <a:avLst/>
              <a:pathLst>
                <a:path w="7214" h="11666">
                  <a:moveTo>
                    <a:pt x="0" y="11666"/>
                  </a:moveTo>
                  <a:lnTo>
                    <a:pt x="72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1" name="pl3101"/>
            <p:cNvSpPr/>
            <p:nvPr/>
          </p:nvSpPr>
          <p:spPr>
            <a:xfrm>
              <a:off x="7903374" y="4574001"/>
              <a:ext cx="4903" cy="7725"/>
            </a:xfrm>
            <a:custGeom>
              <a:avLst/>
              <a:pathLst>
                <a:path w="4903" h="7725">
                  <a:moveTo>
                    <a:pt x="0" y="7725"/>
                  </a:moveTo>
                  <a:lnTo>
                    <a:pt x="49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2" name="pl3102"/>
            <p:cNvSpPr/>
            <p:nvPr/>
          </p:nvSpPr>
          <p:spPr>
            <a:xfrm>
              <a:off x="7888465" y="4597115"/>
              <a:ext cx="5002" cy="7662"/>
            </a:xfrm>
            <a:custGeom>
              <a:avLst/>
              <a:pathLst>
                <a:path w="5002" h="7662">
                  <a:moveTo>
                    <a:pt x="0" y="7662"/>
                  </a:moveTo>
                  <a:lnTo>
                    <a:pt x="50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3" name="pl3103"/>
            <p:cNvSpPr/>
            <p:nvPr/>
          </p:nvSpPr>
          <p:spPr>
            <a:xfrm>
              <a:off x="7889750" y="4588643"/>
              <a:ext cx="7461" cy="11509"/>
            </a:xfrm>
            <a:custGeom>
              <a:avLst/>
              <a:pathLst>
                <a:path w="7461" h="11509">
                  <a:moveTo>
                    <a:pt x="0" y="11509"/>
                  </a:moveTo>
                  <a:lnTo>
                    <a:pt x="74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4" name="pl3104"/>
            <p:cNvSpPr/>
            <p:nvPr/>
          </p:nvSpPr>
          <p:spPr>
            <a:xfrm>
              <a:off x="7873262" y="4620038"/>
              <a:ext cx="5100" cy="7597"/>
            </a:xfrm>
            <a:custGeom>
              <a:avLst/>
              <a:pathLst>
                <a:path w="5100" h="7597">
                  <a:moveTo>
                    <a:pt x="0" y="7597"/>
                  </a:moveTo>
                  <a:lnTo>
                    <a:pt x="5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5" name="pl3105"/>
            <p:cNvSpPr/>
            <p:nvPr/>
          </p:nvSpPr>
          <p:spPr>
            <a:xfrm>
              <a:off x="7862965" y="4635212"/>
              <a:ext cx="5164" cy="7553"/>
            </a:xfrm>
            <a:custGeom>
              <a:avLst/>
              <a:pathLst>
                <a:path w="5164" h="7553">
                  <a:moveTo>
                    <a:pt x="0" y="7553"/>
                  </a:moveTo>
                  <a:lnTo>
                    <a:pt x="5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6" name="pl3106"/>
            <p:cNvSpPr/>
            <p:nvPr/>
          </p:nvSpPr>
          <p:spPr>
            <a:xfrm>
              <a:off x="7847278" y="4657807"/>
              <a:ext cx="5261" cy="7487"/>
            </a:xfrm>
            <a:custGeom>
              <a:avLst/>
              <a:pathLst>
                <a:path w="5261" h="7487">
                  <a:moveTo>
                    <a:pt x="0" y="7487"/>
                  </a:moveTo>
                  <a:lnTo>
                    <a:pt x="52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7" name="pl3107"/>
            <p:cNvSpPr/>
            <p:nvPr/>
          </p:nvSpPr>
          <p:spPr>
            <a:xfrm>
              <a:off x="7836660" y="4672759"/>
              <a:ext cx="5324" cy="7441"/>
            </a:xfrm>
            <a:custGeom>
              <a:avLst/>
              <a:pathLst>
                <a:path w="5324" h="7441">
                  <a:moveTo>
                    <a:pt x="0" y="7441"/>
                  </a:moveTo>
                  <a:lnTo>
                    <a:pt x="53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8" name="pl3108"/>
            <p:cNvSpPr/>
            <p:nvPr/>
          </p:nvSpPr>
          <p:spPr>
            <a:xfrm>
              <a:off x="7836956" y="4659878"/>
              <a:ext cx="10571" cy="14908"/>
            </a:xfrm>
            <a:custGeom>
              <a:avLst/>
              <a:pathLst>
                <a:path w="10571" h="14908">
                  <a:moveTo>
                    <a:pt x="0" y="14908"/>
                  </a:moveTo>
                  <a:lnTo>
                    <a:pt x="105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9" name="pl3109"/>
            <p:cNvSpPr/>
            <p:nvPr/>
          </p:nvSpPr>
          <p:spPr>
            <a:xfrm>
              <a:off x="7809562" y="4709739"/>
              <a:ext cx="5482" cy="7326"/>
            </a:xfrm>
            <a:custGeom>
              <a:avLst/>
              <a:pathLst>
                <a:path w="5482" h="7326">
                  <a:moveTo>
                    <a:pt x="0" y="7326"/>
                  </a:moveTo>
                  <a:lnTo>
                    <a:pt x="54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0" name="pl3110"/>
            <p:cNvSpPr/>
            <p:nvPr/>
          </p:nvSpPr>
          <p:spPr>
            <a:xfrm>
              <a:off x="7811140" y="4701524"/>
              <a:ext cx="8182" cy="11008"/>
            </a:xfrm>
            <a:custGeom>
              <a:avLst/>
              <a:pathLst>
                <a:path w="8182" h="11008">
                  <a:moveTo>
                    <a:pt x="0" y="11008"/>
                  </a:moveTo>
                  <a:lnTo>
                    <a:pt x="81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1" name="pl3111"/>
            <p:cNvSpPr/>
            <p:nvPr/>
          </p:nvSpPr>
          <p:spPr>
            <a:xfrm>
              <a:off x="7814071" y="4693295"/>
              <a:ext cx="9492" cy="12870"/>
            </a:xfrm>
            <a:custGeom>
              <a:avLst/>
              <a:pathLst>
                <a:path w="9492" h="12870">
                  <a:moveTo>
                    <a:pt x="0" y="12870"/>
                  </a:moveTo>
                  <a:lnTo>
                    <a:pt x="94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2" name="pl3112"/>
            <p:cNvSpPr/>
            <p:nvPr/>
          </p:nvSpPr>
          <p:spPr>
            <a:xfrm>
              <a:off x="7817656" y="4685053"/>
              <a:ext cx="10108" cy="13820"/>
            </a:xfrm>
            <a:custGeom>
              <a:avLst/>
              <a:pathLst>
                <a:path w="10108" h="13820">
                  <a:moveTo>
                    <a:pt x="0" y="13820"/>
                  </a:moveTo>
                  <a:lnTo>
                    <a:pt x="101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3" name="pl3113"/>
            <p:cNvSpPr/>
            <p:nvPr/>
          </p:nvSpPr>
          <p:spPr>
            <a:xfrm>
              <a:off x="7818018" y="4663128"/>
              <a:ext cx="18294" cy="25403"/>
            </a:xfrm>
            <a:custGeom>
              <a:avLst/>
              <a:pathLst>
                <a:path w="18294" h="25403">
                  <a:moveTo>
                    <a:pt x="0" y="25403"/>
                  </a:moveTo>
                  <a:lnTo>
                    <a:pt x="182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4" name="pl3114"/>
            <p:cNvSpPr/>
            <p:nvPr/>
          </p:nvSpPr>
          <p:spPr>
            <a:xfrm>
              <a:off x="7826030" y="4643655"/>
              <a:ext cx="22155" cy="31356"/>
            </a:xfrm>
            <a:custGeom>
              <a:avLst/>
              <a:pathLst>
                <a:path w="22155" h="31356">
                  <a:moveTo>
                    <a:pt x="0" y="31356"/>
                  </a:moveTo>
                  <a:lnTo>
                    <a:pt x="221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5" name="pl3115"/>
            <p:cNvSpPr/>
            <p:nvPr/>
          </p:nvSpPr>
          <p:spPr>
            <a:xfrm>
              <a:off x="7834798" y="4630766"/>
              <a:ext cx="18722" cy="26935"/>
            </a:xfrm>
            <a:custGeom>
              <a:avLst/>
              <a:pathLst>
                <a:path w="18722" h="26935">
                  <a:moveTo>
                    <a:pt x="0" y="26935"/>
                  </a:moveTo>
                  <a:lnTo>
                    <a:pt x="187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6" name="pl3116"/>
            <p:cNvSpPr/>
            <p:nvPr/>
          </p:nvSpPr>
          <p:spPr>
            <a:xfrm>
              <a:off x="7841818" y="4614093"/>
              <a:ext cx="19478" cy="28513"/>
            </a:xfrm>
            <a:custGeom>
              <a:avLst/>
              <a:pathLst>
                <a:path w="19478" h="28513">
                  <a:moveTo>
                    <a:pt x="0" y="28513"/>
                  </a:moveTo>
                  <a:lnTo>
                    <a:pt x="194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7" name="pl3117"/>
            <p:cNvSpPr/>
            <p:nvPr/>
          </p:nvSpPr>
          <p:spPr>
            <a:xfrm>
              <a:off x="7850411" y="4601960"/>
              <a:ext cx="17220" cy="25606"/>
            </a:xfrm>
            <a:custGeom>
              <a:avLst/>
              <a:pathLst>
                <a:path w="17220" h="25606">
                  <a:moveTo>
                    <a:pt x="0" y="25606"/>
                  </a:moveTo>
                  <a:lnTo>
                    <a:pt x="172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8" name="pl3118"/>
            <p:cNvSpPr/>
            <p:nvPr/>
          </p:nvSpPr>
          <p:spPr>
            <a:xfrm>
              <a:off x="7855440" y="4582512"/>
              <a:ext cx="19706" cy="29843"/>
            </a:xfrm>
            <a:custGeom>
              <a:avLst/>
              <a:pathLst>
                <a:path w="19706" h="29843">
                  <a:moveTo>
                    <a:pt x="0" y="29843"/>
                  </a:moveTo>
                  <a:lnTo>
                    <a:pt x="197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9" name="pl3119"/>
            <p:cNvSpPr/>
            <p:nvPr/>
          </p:nvSpPr>
          <p:spPr>
            <a:xfrm>
              <a:off x="7862924" y="4563808"/>
              <a:ext cx="20757" cy="32060"/>
            </a:xfrm>
            <a:custGeom>
              <a:avLst/>
              <a:pathLst>
                <a:path w="20757" h="32060">
                  <a:moveTo>
                    <a:pt x="0" y="32060"/>
                  </a:moveTo>
                  <a:lnTo>
                    <a:pt x="207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0" name="pl3120"/>
            <p:cNvSpPr/>
            <p:nvPr/>
          </p:nvSpPr>
          <p:spPr>
            <a:xfrm>
              <a:off x="7869705" y="4540445"/>
              <a:ext cx="23455" cy="37064"/>
            </a:xfrm>
            <a:custGeom>
              <a:avLst/>
              <a:pathLst>
                <a:path w="23455" h="37064">
                  <a:moveTo>
                    <a:pt x="0" y="37064"/>
                  </a:moveTo>
                  <a:lnTo>
                    <a:pt x="234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1" name="pl3121"/>
            <p:cNvSpPr/>
            <p:nvPr/>
          </p:nvSpPr>
          <p:spPr>
            <a:xfrm>
              <a:off x="7792928" y="4731649"/>
              <a:ext cx="5575" cy="7255"/>
            </a:xfrm>
            <a:custGeom>
              <a:avLst/>
              <a:pathLst>
                <a:path w="5575" h="7255">
                  <a:moveTo>
                    <a:pt x="0" y="7255"/>
                  </a:moveTo>
                  <a:lnTo>
                    <a:pt x="557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2" name="pl3122"/>
            <p:cNvSpPr/>
            <p:nvPr/>
          </p:nvSpPr>
          <p:spPr>
            <a:xfrm>
              <a:off x="7794564" y="4723489"/>
              <a:ext cx="8323" cy="10903"/>
            </a:xfrm>
            <a:custGeom>
              <a:avLst/>
              <a:pathLst>
                <a:path w="8323" h="10903">
                  <a:moveTo>
                    <a:pt x="0" y="10903"/>
                  </a:moveTo>
                  <a:lnTo>
                    <a:pt x="8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3" name="pl3123"/>
            <p:cNvSpPr/>
            <p:nvPr/>
          </p:nvSpPr>
          <p:spPr>
            <a:xfrm>
              <a:off x="7764587" y="4767688"/>
              <a:ext cx="5729" cy="7135"/>
            </a:xfrm>
            <a:custGeom>
              <a:avLst/>
              <a:pathLst>
                <a:path w="5729" h="7135">
                  <a:moveTo>
                    <a:pt x="0" y="7135"/>
                  </a:moveTo>
                  <a:lnTo>
                    <a:pt x="57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4" name="pl3124"/>
            <p:cNvSpPr/>
            <p:nvPr/>
          </p:nvSpPr>
          <p:spPr>
            <a:xfrm>
              <a:off x="7766319" y="4759623"/>
              <a:ext cx="8553" cy="10722"/>
            </a:xfrm>
            <a:custGeom>
              <a:avLst/>
              <a:pathLst>
                <a:path w="8553" h="10722">
                  <a:moveTo>
                    <a:pt x="0" y="10722"/>
                  </a:moveTo>
                  <a:lnTo>
                    <a:pt x="85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5" name="pl3125"/>
            <p:cNvSpPr/>
            <p:nvPr/>
          </p:nvSpPr>
          <p:spPr>
            <a:xfrm>
              <a:off x="7741366" y="4796081"/>
              <a:ext cx="5850" cy="7036"/>
            </a:xfrm>
            <a:custGeom>
              <a:avLst/>
              <a:pathLst>
                <a:path w="5850" h="7036">
                  <a:moveTo>
                    <a:pt x="0" y="7036"/>
                  </a:moveTo>
                  <a:lnTo>
                    <a:pt x="5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6" name="pl3126"/>
            <p:cNvSpPr/>
            <p:nvPr/>
          </p:nvSpPr>
          <p:spPr>
            <a:xfrm>
              <a:off x="7743175" y="4788095"/>
              <a:ext cx="8735" cy="10575"/>
            </a:xfrm>
            <a:custGeom>
              <a:avLst/>
              <a:pathLst>
                <a:path w="8735" h="10575">
                  <a:moveTo>
                    <a:pt x="0" y="10575"/>
                  </a:moveTo>
                  <a:lnTo>
                    <a:pt x="8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7" name="pl3127"/>
            <p:cNvSpPr/>
            <p:nvPr/>
          </p:nvSpPr>
          <p:spPr>
            <a:xfrm>
              <a:off x="7746427" y="4780094"/>
              <a:ext cx="10138" cy="12367"/>
            </a:xfrm>
            <a:custGeom>
              <a:avLst/>
              <a:pathLst>
                <a:path w="10138" h="12367">
                  <a:moveTo>
                    <a:pt x="0" y="12367"/>
                  </a:moveTo>
                  <a:lnTo>
                    <a:pt x="10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8" name="pl3128"/>
            <p:cNvSpPr/>
            <p:nvPr/>
          </p:nvSpPr>
          <p:spPr>
            <a:xfrm>
              <a:off x="7729576" y="4810129"/>
              <a:ext cx="5910" cy="6986"/>
            </a:xfrm>
            <a:custGeom>
              <a:avLst/>
              <a:pathLst>
                <a:path w="5910" h="6986">
                  <a:moveTo>
                    <a:pt x="0" y="6986"/>
                  </a:moveTo>
                  <a:lnTo>
                    <a:pt x="5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9" name="pl3129"/>
            <p:cNvSpPr/>
            <p:nvPr/>
          </p:nvSpPr>
          <p:spPr>
            <a:xfrm>
              <a:off x="7711667" y="4831011"/>
              <a:ext cx="5999" cy="6909"/>
            </a:xfrm>
            <a:custGeom>
              <a:avLst/>
              <a:pathLst>
                <a:path w="5999" h="6909">
                  <a:moveTo>
                    <a:pt x="0" y="6909"/>
                  </a:moveTo>
                  <a:lnTo>
                    <a:pt x="59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0" name="pl3130"/>
            <p:cNvSpPr/>
            <p:nvPr/>
          </p:nvSpPr>
          <p:spPr>
            <a:xfrm>
              <a:off x="7713570" y="4823128"/>
              <a:ext cx="8959" cy="10386"/>
            </a:xfrm>
            <a:custGeom>
              <a:avLst/>
              <a:pathLst>
                <a:path w="8959" h="10386">
                  <a:moveTo>
                    <a:pt x="0" y="10386"/>
                  </a:moveTo>
                  <a:lnTo>
                    <a:pt x="89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1" name="pl3131"/>
            <p:cNvSpPr/>
            <p:nvPr/>
          </p:nvSpPr>
          <p:spPr>
            <a:xfrm>
              <a:off x="7715851" y="4810801"/>
              <a:ext cx="13346" cy="15622"/>
            </a:xfrm>
            <a:custGeom>
              <a:avLst/>
              <a:pathLst>
                <a:path w="13346" h="15622">
                  <a:moveTo>
                    <a:pt x="0" y="15622"/>
                  </a:moveTo>
                  <a:lnTo>
                    <a:pt x="13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2" name="pl3132"/>
            <p:cNvSpPr/>
            <p:nvPr/>
          </p:nvSpPr>
          <p:spPr>
            <a:xfrm>
              <a:off x="7718110" y="4781668"/>
              <a:ext cx="27762" cy="33174"/>
            </a:xfrm>
            <a:custGeom>
              <a:avLst/>
              <a:pathLst>
                <a:path w="27762" h="33174">
                  <a:moveTo>
                    <a:pt x="0" y="33174"/>
                  </a:moveTo>
                  <a:lnTo>
                    <a:pt x="27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3" name="pl3133"/>
            <p:cNvSpPr/>
            <p:nvPr/>
          </p:nvSpPr>
          <p:spPr>
            <a:xfrm>
              <a:off x="7728723" y="4756812"/>
              <a:ext cx="31628" cy="38707"/>
            </a:xfrm>
            <a:custGeom>
              <a:avLst/>
              <a:pathLst>
                <a:path w="31628" h="38707">
                  <a:moveTo>
                    <a:pt x="0" y="38707"/>
                  </a:moveTo>
                  <a:lnTo>
                    <a:pt x="316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4" name="pl3134"/>
            <p:cNvSpPr/>
            <p:nvPr/>
          </p:nvSpPr>
          <p:spPr>
            <a:xfrm>
              <a:off x="7743522" y="4743441"/>
              <a:ext cx="25555" cy="31895"/>
            </a:xfrm>
            <a:custGeom>
              <a:avLst/>
              <a:pathLst>
                <a:path w="25555" h="31895">
                  <a:moveTo>
                    <a:pt x="0" y="31895"/>
                  </a:moveTo>
                  <a:lnTo>
                    <a:pt x="255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5" name="pl3135"/>
            <p:cNvSpPr/>
            <p:nvPr/>
          </p:nvSpPr>
          <p:spPr>
            <a:xfrm>
              <a:off x="7755238" y="4735392"/>
              <a:ext cx="18283" cy="23147"/>
            </a:xfrm>
            <a:custGeom>
              <a:avLst/>
              <a:pathLst>
                <a:path w="18283" h="23147">
                  <a:moveTo>
                    <a:pt x="0" y="23147"/>
                  </a:moveTo>
                  <a:lnTo>
                    <a:pt x="182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6" name="pl3136"/>
            <p:cNvSpPr/>
            <p:nvPr/>
          </p:nvSpPr>
          <p:spPr>
            <a:xfrm>
              <a:off x="7693493" y="4851664"/>
              <a:ext cx="6087" cy="6832"/>
            </a:xfrm>
            <a:custGeom>
              <a:avLst/>
              <a:pathLst>
                <a:path w="6087" h="6832">
                  <a:moveTo>
                    <a:pt x="0" y="6832"/>
                  </a:moveTo>
                  <a:lnTo>
                    <a:pt x="60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7" name="pl3137"/>
            <p:cNvSpPr/>
            <p:nvPr/>
          </p:nvSpPr>
          <p:spPr>
            <a:xfrm>
              <a:off x="7695452" y="4843843"/>
              <a:ext cx="9091" cy="10270"/>
            </a:xfrm>
            <a:custGeom>
              <a:avLst/>
              <a:pathLst>
                <a:path w="9091" h="10270">
                  <a:moveTo>
                    <a:pt x="0" y="10270"/>
                  </a:moveTo>
                  <a:lnTo>
                    <a:pt x="90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8" name="pl3138"/>
            <p:cNvSpPr/>
            <p:nvPr/>
          </p:nvSpPr>
          <p:spPr>
            <a:xfrm>
              <a:off x="7668854" y="4878837"/>
              <a:ext cx="6202" cy="6727"/>
            </a:xfrm>
            <a:custGeom>
              <a:avLst/>
              <a:pathLst>
                <a:path w="6202" h="6727">
                  <a:moveTo>
                    <a:pt x="0" y="6727"/>
                  </a:moveTo>
                  <a:lnTo>
                    <a:pt x="62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9" name="pl3139"/>
            <p:cNvSpPr/>
            <p:nvPr/>
          </p:nvSpPr>
          <p:spPr>
            <a:xfrm>
              <a:off x="7670888" y="4871102"/>
              <a:ext cx="9265" cy="10114"/>
            </a:xfrm>
            <a:custGeom>
              <a:avLst/>
              <a:pathLst>
                <a:path w="9265" h="10114">
                  <a:moveTo>
                    <a:pt x="0" y="10114"/>
                  </a:moveTo>
                  <a:lnTo>
                    <a:pt x="92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0" name="pl3140"/>
            <p:cNvSpPr/>
            <p:nvPr/>
          </p:nvSpPr>
          <p:spPr>
            <a:xfrm>
              <a:off x="7674454" y="4863350"/>
              <a:ext cx="10758" cy="11832"/>
            </a:xfrm>
            <a:custGeom>
              <a:avLst/>
              <a:pathLst>
                <a:path w="10758" h="11832">
                  <a:moveTo>
                    <a:pt x="0" y="11832"/>
                  </a:moveTo>
                  <a:lnTo>
                    <a:pt x="107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1" name="pl3141"/>
            <p:cNvSpPr/>
            <p:nvPr/>
          </p:nvSpPr>
          <p:spPr>
            <a:xfrm>
              <a:off x="7656362" y="4892266"/>
              <a:ext cx="6260" cy="6674"/>
            </a:xfrm>
            <a:custGeom>
              <a:avLst/>
              <a:pathLst>
                <a:path w="6260" h="6674">
                  <a:moveTo>
                    <a:pt x="0" y="6674"/>
                  </a:moveTo>
                  <a:lnTo>
                    <a:pt x="62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2" name="pl3142"/>
            <p:cNvSpPr/>
            <p:nvPr/>
          </p:nvSpPr>
          <p:spPr>
            <a:xfrm>
              <a:off x="7637412" y="4912208"/>
              <a:ext cx="6345" cy="6593"/>
            </a:xfrm>
            <a:custGeom>
              <a:avLst/>
              <a:pathLst>
                <a:path w="6345" h="6593">
                  <a:moveTo>
                    <a:pt x="0" y="6593"/>
                  </a:moveTo>
                  <a:lnTo>
                    <a:pt x="6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3" name="pl3143"/>
            <p:cNvSpPr/>
            <p:nvPr/>
          </p:nvSpPr>
          <p:spPr>
            <a:xfrm>
              <a:off x="7624638" y="4925369"/>
              <a:ext cx="6401" cy="6539"/>
            </a:xfrm>
            <a:custGeom>
              <a:avLst/>
              <a:pathLst>
                <a:path w="6401" h="6539">
                  <a:moveTo>
                    <a:pt x="0" y="6539"/>
                  </a:moveTo>
                  <a:lnTo>
                    <a:pt x="640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4" name="pl3144"/>
            <p:cNvSpPr/>
            <p:nvPr/>
          </p:nvSpPr>
          <p:spPr>
            <a:xfrm>
              <a:off x="7625759" y="4913488"/>
              <a:ext cx="12729" cy="13115"/>
            </a:xfrm>
            <a:custGeom>
              <a:avLst/>
              <a:pathLst>
                <a:path w="12729" h="13115">
                  <a:moveTo>
                    <a:pt x="0" y="13115"/>
                  </a:moveTo>
                  <a:lnTo>
                    <a:pt x="127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5" name="pl3145"/>
            <p:cNvSpPr/>
            <p:nvPr/>
          </p:nvSpPr>
          <p:spPr>
            <a:xfrm>
              <a:off x="7631091" y="4902576"/>
              <a:ext cx="15812" cy="16467"/>
            </a:xfrm>
            <a:custGeom>
              <a:avLst/>
              <a:pathLst>
                <a:path w="15812" h="16467">
                  <a:moveTo>
                    <a:pt x="0" y="16467"/>
                  </a:moveTo>
                  <a:lnTo>
                    <a:pt x="158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6" name="pl3146"/>
            <p:cNvSpPr/>
            <p:nvPr/>
          </p:nvSpPr>
          <p:spPr>
            <a:xfrm>
              <a:off x="7605267" y="4944904"/>
              <a:ext cx="6484" cy="6456"/>
            </a:xfrm>
            <a:custGeom>
              <a:avLst/>
              <a:pathLst>
                <a:path w="6484" h="6456">
                  <a:moveTo>
                    <a:pt x="0" y="6456"/>
                  </a:moveTo>
                  <a:lnTo>
                    <a:pt x="64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7" name="pl3147"/>
            <p:cNvSpPr/>
            <p:nvPr/>
          </p:nvSpPr>
          <p:spPr>
            <a:xfrm>
              <a:off x="7585650" y="4964191"/>
              <a:ext cx="6566" cy="6373"/>
            </a:xfrm>
            <a:custGeom>
              <a:avLst/>
              <a:pathLst>
                <a:path w="6566" h="6373">
                  <a:moveTo>
                    <a:pt x="0" y="6373"/>
                  </a:moveTo>
                  <a:lnTo>
                    <a:pt x="65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8" name="pl3148"/>
            <p:cNvSpPr/>
            <p:nvPr/>
          </p:nvSpPr>
          <p:spPr>
            <a:xfrm>
              <a:off x="7587921" y="4956751"/>
              <a:ext cx="9812" cy="9584"/>
            </a:xfrm>
            <a:custGeom>
              <a:avLst/>
              <a:pathLst>
                <a:path w="9812" h="9584">
                  <a:moveTo>
                    <a:pt x="0" y="9584"/>
                  </a:moveTo>
                  <a:lnTo>
                    <a:pt x="98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9" name="pl3149"/>
            <p:cNvSpPr/>
            <p:nvPr/>
          </p:nvSpPr>
          <p:spPr>
            <a:xfrm>
              <a:off x="7590798" y="4945038"/>
              <a:ext cx="14629" cy="14427"/>
            </a:xfrm>
            <a:custGeom>
              <a:avLst/>
              <a:pathLst>
                <a:path w="14629" h="14427">
                  <a:moveTo>
                    <a:pt x="0" y="14427"/>
                  </a:moveTo>
                  <a:lnTo>
                    <a:pt x="146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0" name="pl3150"/>
            <p:cNvSpPr/>
            <p:nvPr/>
          </p:nvSpPr>
          <p:spPr>
            <a:xfrm>
              <a:off x="7597107" y="4934315"/>
              <a:ext cx="16961" cy="16916"/>
            </a:xfrm>
            <a:custGeom>
              <a:avLst/>
              <a:pathLst>
                <a:path w="16961" h="16916">
                  <a:moveTo>
                    <a:pt x="0" y="16916"/>
                  </a:moveTo>
                  <a:lnTo>
                    <a:pt x="169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1" name="pl3151"/>
            <p:cNvSpPr/>
            <p:nvPr/>
          </p:nvSpPr>
          <p:spPr>
            <a:xfrm>
              <a:off x="7600466" y="4904775"/>
              <a:ext cx="32246" cy="32863"/>
            </a:xfrm>
            <a:custGeom>
              <a:avLst/>
              <a:pathLst>
                <a:path w="32246" h="32863">
                  <a:moveTo>
                    <a:pt x="0" y="32863"/>
                  </a:moveTo>
                  <a:lnTo>
                    <a:pt x="322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2" name="pl3152"/>
            <p:cNvSpPr/>
            <p:nvPr/>
          </p:nvSpPr>
          <p:spPr>
            <a:xfrm>
              <a:off x="7614598" y="4884639"/>
              <a:ext cx="33205" cy="34612"/>
            </a:xfrm>
            <a:custGeom>
              <a:avLst/>
              <a:pathLst>
                <a:path w="33205" h="34612">
                  <a:moveTo>
                    <a:pt x="0" y="34612"/>
                  </a:moveTo>
                  <a:lnTo>
                    <a:pt x="332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3" name="pl3153"/>
            <p:cNvSpPr/>
            <p:nvPr/>
          </p:nvSpPr>
          <p:spPr>
            <a:xfrm>
              <a:off x="7627091" y="4856530"/>
              <a:ext cx="38735" cy="41473"/>
            </a:xfrm>
            <a:custGeom>
              <a:avLst/>
              <a:pathLst>
                <a:path w="38735" h="41473">
                  <a:moveTo>
                    <a:pt x="0" y="41473"/>
                  </a:moveTo>
                  <a:lnTo>
                    <a:pt x="38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4" name="pl3154"/>
            <p:cNvSpPr/>
            <p:nvPr/>
          </p:nvSpPr>
          <p:spPr>
            <a:xfrm>
              <a:off x="7643402" y="4832564"/>
              <a:ext cx="38052" cy="41847"/>
            </a:xfrm>
            <a:custGeom>
              <a:avLst/>
              <a:pathLst>
                <a:path w="38052" h="41847">
                  <a:moveTo>
                    <a:pt x="0" y="41847"/>
                  </a:moveTo>
                  <a:lnTo>
                    <a:pt x="380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5" name="pl3155"/>
            <p:cNvSpPr/>
            <p:nvPr/>
          </p:nvSpPr>
          <p:spPr>
            <a:xfrm>
              <a:off x="7647473" y="4803631"/>
              <a:ext cx="32211" cy="36257"/>
            </a:xfrm>
            <a:custGeom>
              <a:avLst/>
              <a:pathLst>
                <a:path w="32211" h="36257">
                  <a:moveTo>
                    <a:pt x="0" y="36257"/>
                  </a:moveTo>
                  <a:lnTo>
                    <a:pt x="322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6" name="pl3156"/>
            <p:cNvSpPr/>
            <p:nvPr/>
          </p:nvSpPr>
          <p:spPr>
            <a:xfrm>
              <a:off x="7679684" y="4766638"/>
              <a:ext cx="31363" cy="36992"/>
            </a:xfrm>
            <a:custGeom>
              <a:avLst/>
              <a:pathLst>
                <a:path w="31363" h="36992">
                  <a:moveTo>
                    <a:pt x="0" y="36992"/>
                  </a:moveTo>
                  <a:lnTo>
                    <a:pt x="313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7" name="pl3157"/>
            <p:cNvSpPr/>
            <p:nvPr/>
          </p:nvSpPr>
          <p:spPr>
            <a:xfrm>
              <a:off x="7711048" y="4728930"/>
              <a:ext cx="30500" cy="37708"/>
            </a:xfrm>
            <a:custGeom>
              <a:avLst/>
              <a:pathLst>
                <a:path w="30500" h="37708">
                  <a:moveTo>
                    <a:pt x="0" y="37708"/>
                  </a:moveTo>
                  <a:lnTo>
                    <a:pt x="305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8" name="pl3158"/>
            <p:cNvSpPr/>
            <p:nvPr/>
          </p:nvSpPr>
          <p:spPr>
            <a:xfrm>
              <a:off x="7692138" y="4741069"/>
              <a:ext cx="34139" cy="41328"/>
            </a:xfrm>
            <a:custGeom>
              <a:avLst/>
              <a:pathLst>
                <a:path w="34139" h="41328">
                  <a:moveTo>
                    <a:pt x="0" y="41328"/>
                  </a:moveTo>
                  <a:lnTo>
                    <a:pt x="341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9" name="pl3159"/>
            <p:cNvSpPr/>
            <p:nvPr/>
          </p:nvSpPr>
          <p:spPr>
            <a:xfrm>
              <a:off x="7726277" y="4698880"/>
              <a:ext cx="33070" cy="42189"/>
            </a:xfrm>
            <a:custGeom>
              <a:avLst/>
              <a:pathLst>
                <a:path w="33070" h="42189">
                  <a:moveTo>
                    <a:pt x="0" y="42189"/>
                  </a:moveTo>
                  <a:lnTo>
                    <a:pt x="3307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0" name="pl3160"/>
            <p:cNvSpPr/>
            <p:nvPr/>
          </p:nvSpPr>
          <p:spPr>
            <a:xfrm>
              <a:off x="7700163" y="4674055"/>
              <a:ext cx="35955" cy="45999"/>
            </a:xfrm>
            <a:custGeom>
              <a:avLst/>
              <a:pathLst>
                <a:path w="35955" h="45999">
                  <a:moveTo>
                    <a:pt x="0" y="45999"/>
                  </a:moveTo>
                  <a:lnTo>
                    <a:pt x="35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1" name="pl3161"/>
            <p:cNvSpPr/>
            <p:nvPr/>
          </p:nvSpPr>
          <p:spPr>
            <a:xfrm>
              <a:off x="7736119" y="4627054"/>
              <a:ext cx="34636" cy="47000"/>
            </a:xfrm>
            <a:custGeom>
              <a:avLst/>
              <a:pathLst>
                <a:path w="34636" h="47000">
                  <a:moveTo>
                    <a:pt x="0" y="47000"/>
                  </a:moveTo>
                  <a:lnTo>
                    <a:pt x="346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2" name="pl3162"/>
            <p:cNvSpPr/>
            <p:nvPr/>
          </p:nvSpPr>
          <p:spPr>
            <a:xfrm>
              <a:off x="7770756" y="4579090"/>
              <a:ext cx="33290" cy="47963"/>
            </a:xfrm>
            <a:custGeom>
              <a:avLst/>
              <a:pathLst>
                <a:path w="33290" h="47963">
                  <a:moveTo>
                    <a:pt x="0" y="47963"/>
                  </a:moveTo>
                  <a:lnTo>
                    <a:pt x="3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3" name="pl3163"/>
            <p:cNvSpPr/>
            <p:nvPr/>
          </p:nvSpPr>
          <p:spPr>
            <a:xfrm>
              <a:off x="7804046" y="4530202"/>
              <a:ext cx="31917" cy="48888"/>
            </a:xfrm>
            <a:custGeom>
              <a:avLst/>
              <a:pathLst>
                <a:path w="31917" h="48888">
                  <a:moveTo>
                    <a:pt x="0" y="48888"/>
                  </a:moveTo>
                  <a:lnTo>
                    <a:pt x="319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4" name="pl3164"/>
            <p:cNvSpPr/>
            <p:nvPr/>
          </p:nvSpPr>
          <p:spPr>
            <a:xfrm>
              <a:off x="7545685" y="5002007"/>
              <a:ext cx="6727" cy="6202"/>
            </a:xfrm>
            <a:custGeom>
              <a:avLst/>
              <a:pathLst>
                <a:path w="6727" h="6202">
                  <a:moveTo>
                    <a:pt x="0" y="6202"/>
                  </a:moveTo>
                  <a:lnTo>
                    <a:pt x="67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5" name="pl3165"/>
            <p:cNvSpPr/>
            <p:nvPr/>
          </p:nvSpPr>
          <p:spPr>
            <a:xfrm>
              <a:off x="7548064" y="4994710"/>
              <a:ext cx="10054" cy="9330"/>
            </a:xfrm>
            <a:custGeom>
              <a:avLst/>
              <a:pathLst>
                <a:path w="10054" h="9330">
                  <a:moveTo>
                    <a:pt x="0" y="9330"/>
                  </a:moveTo>
                  <a:lnTo>
                    <a:pt x="100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6" name="pl3166"/>
            <p:cNvSpPr/>
            <p:nvPr/>
          </p:nvSpPr>
          <p:spPr>
            <a:xfrm>
              <a:off x="7552107" y="4987393"/>
              <a:ext cx="11681" cy="10921"/>
            </a:xfrm>
            <a:custGeom>
              <a:avLst/>
              <a:pathLst>
                <a:path w="11681" h="10921">
                  <a:moveTo>
                    <a:pt x="0" y="10921"/>
                  </a:moveTo>
                  <a:lnTo>
                    <a:pt x="116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7" name="pl3167"/>
            <p:cNvSpPr/>
            <p:nvPr/>
          </p:nvSpPr>
          <p:spPr>
            <a:xfrm>
              <a:off x="7556963" y="4980057"/>
              <a:ext cx="12460" cy="11743"/>
            </a:xfrm>
            <a:custGeom>
              <a:avLst/>
              <a:pathLst>
                <a:path w="12460" h="11743">
                  <a:moveTo>
                    <a:pt x="0" y="11743"/>
                  </a:moveTo>
                  <a:lnTo>
                    <a:pt x="124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8" name="pl3168"/>
            <p:cNvSpPr/>
            <p:nvPr/>
          </p:nvSpPr>
          <p:spPr>
            <a:xfrm>
              <a:off x="7562206" y="4972700"/>
              <a:ext cx="12817" cy="12180"/>
            </a:xfrm>
            <a:custGeom>
              <a:avLst/>
              <a:pathLst>
                <a:path w="12817" h="12180">
                  <a:moveTo>
                    <a:pt x="0" y="12180"/>
                  </a:moveTo>
                  <a:lnTo>
                    <a:pt x="12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9" name="pl3169"/>
            <p:cNvSpPr/>
            <p:nvPr/>
          </p:nvSpPr>
          <p:spPr>
            <a:xfrm>
              <a:off x="7504769" y="5038791"/>
              <a:ext cx="6884" cy="6028"/>
            </a:xfrm>
            <a:custGeom>
              <a:avLst/>
              <a:pathLst>
                <a:path w="6884" h="6028">
                  <a:moveTo>
                    <a:pt x="0" y="6028"/>
                  </a:moveTo>
                  <a:lnTo>
                    <a:pt x="688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0" name="pl3170"/>
            <p:cNvSpPr/>
            <p:nvPr/>
          </p:nvSpPr>
          <p:spPr>
            <a:xfrm>
              <a:off x="7507254" y="5031642"/>
              <a:ext cx="10290" cy="9069"/>
            </a:xfrm>
            <a:custGeom>
              <a:avLst/>
              <a:pathLst>
                <a:path w="10290" h="9069">
                  <a:moveTo>
                    <a:pt x="0" y="9069"/>
                  </a:moveTo>
                  <a:lnTo>
                    <a:pt x="10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1" name="pl3171"/>
            <p:cNvSpPr/>
            <p:nvPr/>
          </p:nvSpPr>
          <p:spPr>
            <a:xfrm>
              <a:off x="7511443" y="5024473"/>
              <a:ext cx="11957" cy="10618"/>
            </a:xfrm>
            <a:custGeom>
              <a:avLst/>
              <a:pathLst>
                <a:path w="11957" h="10618">
                  <a:moveTo>
                    <a:pt x="0" y="10618"/>
                  </a:moveTo>
                  <a:lnTo>
                    <a:pt x="119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2" name="pl3172"/>
            <p:cNvSpPr/>
            <p:nvPr/>
          </p:nvSpPr>
          <p:spPr>
            <a:xfrm>
              <a:off x="7490923" y="5050818"/>
              <a:ext cx="6935" cy="5969"/>
            </a:xfrm>
            <a:custGeom>
              <a:avLst/>
              <a:pathLst>
                <a:path w="6935" h="5969">
                  <a:moveTo>
                    <a:pt x="0" y="5969"/>
                  </a:moveTo>
                  <a:lnTo>
                    <a:pt x="69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3" name="pl3173"/>
            <p:cNvSpPr/>
            <p:nvPr/>
          </p:nvSpPr>
          <p:spPr>
            <a:xfrm>
              <a:off x="7462929" y="5074519"/>
              <a:ext cx="7036" cy="5850"/>
            </a:xfrm>
            <a:custGeom>
              <a:avLst/>
              <a:pathLst>
                <a:path w="7036" h="5850">
                  <a:moveTo>
                    <a:pt x="0" y="5850"/>
                  </a:moveTo>
                  <a:lnTo>
                    <a:pt x="703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4" name="pl3174"/>
            <p:cNvSpPr/>
            <p:nvPr/>
          </p:nvSpPr>
          <p:spPr>
            <a:xfrm>
              <a:off x="7434536" y="5097739"/>
              <a:ext cx="7135" cy="5729"/>
            </a:xfrm>
            <a:custGeom>
              <a:avLst/>
              <a:pathLst>
                <a:path w="7135" h="5729">
                  <a:moveTo>
                    <a:pt x="0" y="5729"/>
                  </a:moveTo>
                  <a:lnTo>
                    <a:pt x="71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5" name="pl3175"/>
            <p:cNvSpPr/>
            <p:nvPr/>
          </p:nvSpPr>
          <p:spPr>
            <a:xfrm>
              <a:off x="7437194" y="5090849"/>
              <a:ext cx="10667" cy="8622"/>
            </a:xfrm>
            <a:custGeom>
              <a:avLst/>
              <a:pathLst>
                <a:path w="10667" h="8622">
                  <a:moveTo>
                    <a:pt x="0" y="8622"/>
                  </a:moveTo>
                  <a:lnTo>
                    <a:pt x="10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6" name="pl3176"/>
            <p:cNvSpPr/>
            <p:nvPr/>
          </p:nvSpPr>
          <p:spPr>
            <a:xfrm>
              <a:off x="7441619" y="5083936"/>
              <a:ext cx="12399" cy="10099"/>
            </a:xfrm>
            <a:custGeom>
              <a:avLst/>
              <a:pathLst>
                <a:path w="12399" h="10099">
                  <a:moveTo>
                    <a:pt x="0" y="10099"/>
                  </a:moveTo>
                  <a:lnTo>
                    <a:pt x="12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7" name="pl3177"/>
            <p:cNvSpPr/>
            <p:nvPr/>
          </p:nvSpPr>
          <p:spPr>
            <a:xfrm>
              <a:off x="7445987" y="5072965"/>
              <a:ext cx="16735" cy="13772"/>
            </a:xfrm>
            <a:custGeom>
              <a:avLst/>
              <a:pathLst>
                <a:path w="16735" h="13772">
                  <a:moveTo>
                    <a:pt x="0" y="13772"/>
                  </a:moveTo>
                  <a:lnTo>
                    <a:pt x="167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8" name="pl3178"/>
            <p:cNvSpPr/>
            <p:nvPr/>
          </p:nvSpPr>
          <p:spPr>
            <a:xfrm>
              <a:off x="7453447" y="5063065"/>
              <a:ext cx="18835" cy="15681"/>
            </a:xfrm>
            <a:custGeom>
              <a:avLst/>
              <a:pathLst>
                <a:path w="18835" h="15681">
                  <a:moveTo>
                    <a:pt x="0" y="15681"/>
                  </a:moveTo>
                  <a:lnTo>
                    <a:pt x="188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9" name="pl3179"/>
            <p:cNvSpPr/>
            <p:nvPr/>
          </p:nvSpPr>
          <p:spPr>
            <a:xfrm>
              <a:off x="7461954" y="5056064"/>
              <a:ext cx="16346" cy="13748"/>
            </a:xfrm>
            <a:custGeom>
              <a:avLst/>
              <a:pathLst>
                <a:path w="16346" h="13748">
                  <a:moveTo>
                    <a:pt x="0" y="13748"/>
                  </a:moveTo>
                  <a:lnTo>
                    <a:pt x="16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0" name="pl3180"/>
            <p:cNvSpPr/>
            <p:nvPr/>
          </p:nvSpPr>
          <p:spPr>
            <a:xfrm>
              <a:off x="7468269" y="5044970"/>
              <a:ext cx="18519" cy="15757"/>
            </a:xfrm>
            <a:custGeom>
              <a:avLst/>
              <a:pathLst>
                <a:path w="18519" h="15757">
                  <a:moveTo>
                    <a:pt x="0" y="15757"/>
                  </a:moveTo>
                  <a:lnTo>
                    <a:pt x="18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1" name="pl3181"/>
            <p:cNvSpPr/>
            <p:nvPr/>
          </p:nvSpPr>
          <p:spPr>
            <a:xfrm>
              <a:off x="7473773" y="5018897"/>
              <a:ext cx="33981" cy="29539"/>
            </a:xfrm>
            <a:custGeom>
              <a:avLst/>
              <a:pathLst>
                <a:path w="33981" h="29539">
                  <a:moveTo>
                    <a:pt x="0" y="29539"/>
                  </a:moveTo>
                  <a:lnTo>
                    <a:pt x="339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2" name="pl3182"/>
            <p:cNvSpPr/>
            <p:nvPr/>
          </p:nvSpPr>
          <p:spPr>
            <a:xfrm>
              <a:off x="7489886" y="5006464"/>
              <a:ext cx="29571" cy="26192"/>
            </a:xfrm>
            <a:custGeom>
              <a:avLst/>
              <a:pathLst>
                <a:path w="29571" h="26192">
                  <a:moveTo>
                    <a:pt x="0" y="26192"/>
                  </a:moveTo>
                  <a:lnTo>
                    <a:pt x="295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3" name="pl3183"/>
            <p:cNvSpPr/>
            <p:nvPr/>
          </p:nvSpPr>
          <p:spPr>
            <a:xfrm>
              <a:off x="7503766" y="4999295"/>
              <a:ext cx="21430" cy="19242"/>
            </a:xfrm>
            <a:custGeom>
              <a:avLst/>
              <a:pathLst>
                <a:path w="21430" h="19242">
                  <a:moveTo>
                    <a:pt x="0" y="19242"/>
                  </a:moveTo>
                  <a:lnTo>
                    <a:pt x="214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4" name="pl3184"/>
            <p:cNvSpPr/>
            <p:nvPr/>
          </p:nvSpPr>
          <p:spPr>
            <a:xfrm>
              <a:off x="7508672" y="4961900"/>
              <a:ext cx="43892" cy="40546"/>
            </a:xfrm>
            <a:custGeom>
              <a:avLst/>
              <a:pathLst>
                <a:path w="43892" h="40546">
                  <a:moveTo>
                    <a:pt x="0" y="40546"/>
                  </a:moveTo>
                  <a:lnTo>
                    <a:pt x="438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5" name="pl3185"/>
            <p:cNvSpPr/>
            <p:nvPr/>
          </p:nvSpPr>
          <p:spPr>
            <a:xfrm>
              <a:off x="7412984" y="5114836"/>
              <a:ext cx="7207" cy="5637"/>
            </a:xfrm>
            <a:custGeom>
              <a:avLst/>
              <a:pathLst>
                <a:path w="7207" h="5637">
                  <a:moveTo>
                    <a:pt x="0" y="5637"/>
                  </a:moveTo>
                  <a:lnTo>
                    <a:pt x="72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6" name="pl3186"/>
            <p:cNvSpPr/>
            <p:nvPr/>
          </p:nvSpPr>
          <p:spPr>
            <a:xfrm>
              <a:off x="7415693" y="5108025"/>
              <a:ext cx="10777" cy="8485"/>
            </a:xfrm>
            <a:custGeom>
              <a:avLst/>
              <a:pathLst>
                <a:path w="10777" h="8485">
                  <a:moveTo>
                    <a:pt x="0" y="8485"/>
                  </a:moveTo>
                  <a:lnTo>
                    <a:pt x="107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7" name="pl3187"/>
            <p:cNvSpPr/>
            <p:nvPr/>
          </p:nvSpPr>
          <p:spPr>
            <a:xfrm>
              <a:off x="7383914" y="5137201"/>
              <a:ext cx="7303" cy="5513"/>
            </a:xfrm>
            <a:custGeom>
              <a:avLst/>
              <a:pathLst>
                <a:path w="7303" h="5513">
                  <a:moveTo>
                    <a:pt x="0" y="5513"/>
                  </a:moveTo>
                  <a:lnTo>
                    <a:pt x="73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8" name="pl3188"/>
            <p:cNvSpPr/>
            <p:nvPr/>
          </p:nvSpPr>
          <p:spPr>
            <a:xfrm>
              <a:off x="7386690" y="5130498"/>
              <a:ext cx="10920" cy="8299"/>
            </a:xfrm>
            <a:custGeom>
              <a:avLst/>
              <a:pathLst>
                <a:path w="10920" h="8299">
                  <a:moveTo>
                    <a:pt x="0" y="8299"/>
                  </a:moveTo>
                  <a:lnTo>
                    <a:pt x="109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9" name="pl3189"/>
            <p:cNvSpPr/>
            <p:nvPr/>
          </p:nvSpPr>
          <p:spPr>
            <a:xfrm>
              <a:off x="7391275" y="5123773"/>
              <a:ext cx="12696" cy="9724"/>
            </a:xfrm>
            <a:custGeom>
              <a:avLst/>
              <a:pathLst>
                <a:path w="12696" h="9724">
                  <a:moveTo>
                    <a:pt x="0" y="9724"/>
                  </a:moveTo>
                  <a:lnTo>
                    <a:pt x="126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0" name="pl3190"/>
            <p:cNvSpPr/>
            <p:nvPr/>
          </p:nvSpPr>
          <p:spPr>
            <a:xfrm>
              <a:off x="7361864" y="5153648"/>
              <a:ext cx="7373" cy="5419"/>
            </a:xfrm>
            <a:custGeom>
              <a:avLst/>
              <a:pathLst>
                <a:path w="7373" h="5419">
                  <a:moveTo>
                    <a:pt x="0" y="5419"/>
                  </a:moveTo>
                  <a:lnTo>
                    <a:pt x="73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1" name="pl3191"/>
            <p:cNvSpPr/>
            <p:nvPr/>
          </p:nvSpPr>
          <p:spPr>
            <a:xfrm>
              <a:off x="7364690" y="5147028"/>
              <a:ext cx="11026" cy="8159"/>
            </a:xfrm>
            <a:custGeom>
              <a:avLst/>
              <a:pathLst>
                <a:path w="11026" h="8159">
                  <a:moveTo>
                    <a:pt x="0" y="8159"/>
                  </a:moveTo>
                  <a:lnTo>
                    <a:pt x="110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2" name="pl3192"/>
            <p:cNvSpPr/>
            <p:nvPr/>
          </p:nvSpPr>
          <p:spPr>
            <a:xfrm>
              <a:off x="7332142" y="5175137"/>
              <a:ext cx="7464" cy="5293"/>
            </a:xfrm>
            <a:custGeom>
              <a:avLst/>
              <a:pathLst>
                <a:path w="7464" h="5293">
                  <a:moveTo>
                    <a:pt x="0" y="5293"/>
                  </a:moveTo>
                  <a:lnTo>
                    <a:pt x="74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3" name="pl3193"/>
            <p:cNvSpPr/>
            <p:nvPr/>
          </p:nvSpPr>
          <p:spPr>
            <a:xfrm>
              <a:off x="7335034" y="5168629"/>
              <a:ext cx="11163" cy="7969"/>
            </a:xfrm>
            <a:custGeom>
              <a:avLst/>
              <a:pathLst>
                <a:path w="11163" h="7969">
                  <a:moveTo>
                    <a:pt x="0" y="7969"/>
                  </a:moveTo>
                  <a:lnTo>
                    <a:pt x="111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4" name="pl3194"/>
            <p:cNvSpPr/>
            <p:nvPr/>
          </p:nvSpPr>
          <p:spPr>
            <a:xfrm>
              <a:off x="7302059" y="5196117"/>
              <a:ext cx="7553" cy="5164"/>
            </a:xfrm>
            <a:custGeom>
              <a:avLst/>
              <a:pathLst>
                <a:path w="7553" h="5164">
                  <a:moveTo>
                    <a:pt x="0" y="5164"/>
                  </a:moveTo>
                  <a:lnTo>
                    <a:pt x="75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5" name="pl3195"/>
            <p:cNvSpPr/>
            <p:nvPr/>
          </p:nvSpPr>
          <p:spPr>
            <a:xfrm>
              <a:off x="7305017" y="5189723"/>
              <a:ext cx="11298" cy="7778"/>
            </a:xfrm>
            <a:custGeom>
              <a:avLst/>
              <a:pathLst>
                <a:path w="11298" h="7778">
                  <a:moveTo>
                    <a:pt x="0" y="7778"/>
                  </a:moveTo>
                  <a:lnTo>
                    <a:pt x="11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6" name="pl3196"/>
            <p:cNvSpPr/>
            <p:nvPr/>
          </p:nvSpPr>
          <p:spPr>
            <a:xfrm>
              <a:off x="7271625" y="5216582"/>
              <a:ext cx="7640" cy="5035"/>
            </a:xfrm>
            <a:custGeom>
              <a:avLst/>
              <a:pathLst>
                <a:path w="7640" h="5035">
                  <a:moveTo>
                    <a:pt x="0" y="5035"/>
                  </a:moveTo>
                  <a:lnTo>
                    <a:pt x="76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7" name="pl3197"/>
            <p:cNvSpPr/>
            <p:nvPr/>
          </p:nvSpPr>
          <p:spPr>
            <a:xfrm>
              <a:off x="7240848" y="5236526"/>
              <a:ext cx="7725" cy="4903"/>
            </a:xfrm>
            <a:custGeom>
              <a:avLst/>
              <a:pathLst>
                <a:path w="7725" h="4903">
                  <a:moveTo>
                    <a:pt x="0" y="4903"/>
                  </a:moveTo>
                  <a:lnTo>
                    <a:pt x="77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8" name="pl3198"/>
            <p:cNvSpPr/>
            <p:nvPr/>
          </p:nvSpPr>
          <p:spPr>
            <a:xfrm>
              <a:off x="7243933" y="5230364"/>
              <a:ext cx="11557" cy="7387"/>
            </a:xfrm>
            <a:custGeom>
              <a:avLst/>
              <a:pathLst>
                <a:path w="11557" h="7387">
                  <a:moveTo>
                    <a:pt x="0" y="7387"/>
                  </a:moveTo>
                  <a:lnTo>
                    <a:pt x="115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9" name="pl3199"/>
            <p:cNvSpPr/>
            <p:nvPr/>
          </p:nvSpPr>
          <p:spPr>
            <a:xfrm>
              <a:off x="7248933" y="5224176"/>
              <a:ext cx="13442" cy="8663"/>
            </a:xfrm>
            <a:custGeom>
              <a:avLst/>
              <a:pathLst>
                <a:path w="13442" h="8663">
                  <a:moveTo>
                    <a:pt x="0" y="8663"/>
                  </a:moveTo>
                  <a:lnTo>
                    <a:pt x="134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0" name="pl3200"/>
            <p:cNvSpPr/>
            <p:nvPr/>
          </p:nvSpPr>
          <p:spPr>
            <a:xfrm>
              <a:off x="7254083" y="5214236"/>
              <a:ext cx="18158" cy="11833"/>
            </a:xfrm>
            <a:custGeom>
              <a:avLst/>
              <a:pathLst>
                <a:path w="18158" h="11833">
                  <a:moveTo>
                    <a:pt x="0" y="11833"/>
                  </a:moveTo>
                  <a:lnTo>
                    <a:pt x="18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1" name="pl3201"/>
            <p:cNvSpPr/>
            <p:nvPr/>
          </p:nvSpPr>
          <p:spPr>
            <a:xfrm>
              <a:off x="7262381" y="5205456"/>
              <a:ext cx="20456" cy="13499"/>
            </a:xfrm>
            <a:custGeom>
              <a:avLst/>
              <a:pathLst>
                <a:path w="20456" h="13499">
                  <a:moveTo>
                    <a:pt x="0" y="13499"/>
                  </a:moveTo>
                  <a:lnTo>
                    <a:pt x="204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2" name="pl3202"/>
            <p:cNvSpPr/>
            <p:nvPr/>
          </p:nvSpPr>
          <p:spPr>
            <a:xfrm>
              <a:off x="7271826" y="5199165"/>
              <a:ext cx="17768" cy="11853"/>
            </a:xfrm>
            <a:custGeom>
              <a:avLst/>
              <a:pathLst>
                <a:path w="17768" h="11853">
                  <a:moveTo>
                    <a:pt x="0" y="11853"/>
                  </a:moveTo>
                  <a:lnTo>
                    <a:pt x="177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3" name="pl3203"/>
            <p:cNvSpPr/>
            <p:nvPr/>
          </p:nvSpPr>
          <p:spPr>
            <a:xfrm>
              <a:off x="7278299" y="5184017"/>
              <a:ext cx="25762" cy="17459"/>
            </a:xfrm>
            <a:custGeom>
              <a:avLst/>
              <a:pathLst>
                <a:path w="25762" h="17459">
                  <a:moveTo>
                    <a:pt x="0" y="17459"/>
                  </a:moveTo>
                  <a:lnTo>
                    <a:pt x="257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4" name="pl3204"/>
            <p:cNvSpPr/>
            <p:nvPr/>
          </p:nvSpPr>
          <p:spPr>
            <a:xfrm>
              <a:off x="7290394" y="5173749"/>
              <a:ext cx="25907" cy="17838"/>
            </a:xfrm>
            <a:custGeom>
              <a:avLst/>
              <a:pathLst>
                <a:path w="25907" h="17838">
                  <a:moveTo>
                    <a:pt x="0" y="17838"/>
                  </a:moveTo>
                  <a:lnTo>
                    <a:pt x="2590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5" name="pl3205"/>
            <p:cNvSpPr/>
            <p:nvPr/>
          </p:nvSpPr>
          <p:spPr>
            <a:xfrm>
              <a:off x="7300901" y="5158389"/>
              <a:ext cx="29559" cy="20726"/>
            </a:xfrm>
            <a:custGeom>
              <a:avLst/>
              <a:pathLst>
                <a:path w="29559" h="20726">
                  <a:moveTo>
                    <a:pt x="0" y="20726"/>
                  </a:moveTo>
                  <a:lnTo>
                    <a:pt x="2955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6" name="pl3206"/>
            <p:cNvSpPr/>
            <p:nvPr/>
          </p:nvSpPr>
          <p:spPr>
            <a:xfrm>
              <a:off x="7314888" y="5147939"/>
              <a:ext cx="27600" cy="19682"/>
            </a:xfrm>
            <a:custGeom>
              <a:avLst/>
              <a:pathLst>
                <a:path w="27600" h="19682">
                  <a:moveTo>
                    <a:pt x="0" y="19682"/>
                  </a:moveTo>
                  <a:lnTo>
                    <a:pt x="276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7" name="pl3207"/>
            <p:cNvSpPr/>
            <p:nvPr/>
          </p:nvSpPr>
          <p:spPr>
            <a:xfrm>
              <a:off x="7326189" y="5132372"/>
              <a:ext cx="30149" cy="21903"/>
            </a:xfrm>
            <a:custGeom>
              <a:avLst/>
              <a:pathLst>
                <a:path w="30149" h="21903">
                  <a:moveTo>
                    <a:pt x="0" y="21903"/>
                  </a:moveTo>
                  <a:lnTo>
                    <a:pt x="301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8" name="pl3208"/>
            <p:cNvSpPr/>
            <p:nvPr/>
          </p:nvSpPr>
          <p:spPr>
            <a:xfrm>
              <a:off x="7217546" y="5251139"/>
              <a:ext cx="7788" cy="4804"/>
            </a:xfrm>
            <a:custGeom>
              <a:avLst/>
              <a:pathLst>
                <a:path w="7788" h="4804">
                  <a:moveTo>
                    <a:pt x="0" y="4804"/>
                  </a:moveTo>
                  <a:lnTo>
                    <a:pt x="7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9" name="pl3209"/>
            <p:cNvSpPr/>
            <p:nvPr/>
          </p:nvSpPr>
          <p:spPr>
            <a:xfrm>
              <a:off x="7220678" y="5245066"/>
              <a:ext cx="11650" cy="7239"/>
            </a:xfrm>
            <a:custGeom>
              <a:avLst/>
              <a:pathLst>
                <a:path w="11650" h="7239">
                  <a:moveTo>
                    <a:pt x="0" y="7239"/>
                  </a:moveTo>
                  <a:lnTo>
                    <a:pt x="116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0" name="pl3210"/>
            <p:cNvSpPr/>
            <p:nvPr/>
          </p:nvSpPr>
          <p:spPr>
            <a:xfrm>
              <a:off x="7186191" y="5270157"/>
              <a:ext cx="7868" cy="4670"/>
            </a:xfrm>
            <a:custGeom>
              <a:avLst/>
              <a:pathLst>
                <a:path w="7868" h="4670">
                  <a:moveTo>
                    <a:pt x="0" y="4670"/>
                  </a:moveTo>
                  <a:lnTo>
                    <a:pt x="78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1" name="pl3211"/>
            <p:cNvSpPr/>
            <p:nvPr/>
          </p:nvSpPr>
          <p:spPr>
            <a:xfrm>
              <a:off x="7189384" y="5264204"/>
              <a:ext cx="11772" cy="7039"/>
            </a:xfrm>
            <a:custGeom>
              <a:avLst/>
              <a:pathLst>
                <a:path w="11772" h="7039">
                  <a:moveTo>
                    <a:pt x="0" y="7039"/>
                  </a:moveTo>
                  <a:lnTo>
                    <a:pt x="117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2" name="pl3212"/>
            <p:cNvSpPr/>
            <p:nvPr/>
          </p:nvSpPr>
          <p:spPr>
            <a:xfrm>
              <a:off x="7194529" y="5258224"/>
              <a:ext cx="13694" cy="8258"/>
            </a:xfrm>
            <a:custGeom>
              <a:avLst/>
              <a:pathLst>
                <a:path w="13694" h="8258">
                  <a:moveTo>
                    <a:pt x="0" y="8258"/>
                  </a:moveTo>
                  <a:lnTo>
                    <a:pt x="136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3" name="pl3213"/>
            <p:cNvSpPr/>
            <p:nvPr/>
          </p:nvSpPr>
          <p:spPr>
            <a:xfrm>
              <a:off x="7199126" y="5243743"/>
              <a:ext cx="24306" cy="14878"/>
            </a:xfrm>
            <a:custGeom>
              <a:avLst/>
              <a:pathLst>
                <a:path w="24306" h="14878">
                  <a:moveTo>
                    <a:pt x="0" y="14878"/>
                  </a:moveTo>
                  <a:lnTo>
                    <a:pt x="243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4" name="pl3214"/>
            <p:cNvSpPr/>
            <p:nvPr/>
          </p:nvSpPr>
          <p:spPr>
            <a:xfrm>
              <a:off x="7162466" y="5284069"/>
              <a:ext cx="7928" cy="4569"/>
            </a:xfrm>
            <a:custGeom>
              <a:avLst/>
              <a:pathLst>
                <a:path w="7928" h="4569">
                  <a:moveTo>
                    <a:pt x="0" y="4569"/>
                  </a:moveTo>
                  <a:lnTo>
                    <a:pt x="79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5" name="pl3215"/>
            <p:cNvSpPr/>
            <p:nvPr/>
          </p:nvSpPr>
          <p:spPr>
            <a:xfrm>
              <a:off x="7165705" y="5278207"/>
              <a:ext cx="11862" cy="6887"/>
            </a:xfrm>
            <a:custGeom>
              <a:avLst/>
              <a:pathLst>
                <a:path w="11862" h="6887">
                  <a:moveTo>
                    <a:pt x="0" y="6887"/>
                  </a:moveTo>
                  <a:lnTo>
                    <a:pt x="1186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6" name="pl3216"/>
            <p:cNvSpPr/>
            <p:nvPr/>
          </p:nvSpPr>
          <p:spPr>
            <a:xfrm>
              <a:off x="7138566" y="5297676"/>
              <a:ext cx="7985" cy="4467"/>
            </a:xfrm>
            <a:custGeom>
              <a:avLst/>
              <a:pathLst>
                <a:path w="7985" h="4467">
                  <a:moveTo>
                    <a:pt x="0" y="4467"/>
                  </a:moveTo>
                  <a:lnTo>
                    <a:pt x="79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7" name="pl3217"/>
            <p:cNvSpPr/>
            <p:nvPr/>
          </p:nvSpPr>
          <p:spPr>
            <a:xfrm>
              <a:off x="7141850" y="5291907"/>
              <a:ext cx="11949" cy="6735"/>
            </a:xfrm>
            <a:custGeom>
              <a:avLst/>
              <a:pathLst>
                <a:path w="11949" h="6735">
                  <a:moveTo>
                    <a:pt x="0" y="6735"/>
                  </a:moveTo>
                  <a:lnTo>
                    <a:pt x="119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8" name="pl3218"/>
            <p:cNvSpPr/>
            <p:nvPr/>
          </p:nvSpPr>
          <p:spPr>
            <a:xfrm>
              <a:off x="7114495" y="5310978"/>
              <a:ext cx="8042" cy="4365"/>
            </a:xfrm>
            <a:custGeom>
              <a:avLst/>
              <a:pathLst>
                <a:path w="8042" h="4365">
                  <a:moveTo>
                    <a:pt x="0" y="4365"/>
                  </a:moveTo>
                  <a:lnTo>
                    <a:pt x="80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9" name="pl3219"/>
            <p:cNvSpPr/>
            <p:nvPr/>
          </p:nvSpPr>
          <p:spPr>
            <a:xfrm>
              <a:off x="7098354" y="5319674"/>
              <a:ext cx="8079" cy="4296"/>
            </a:xfrm>
            <a:custGeom>
              <a:avLst/>
              <a:pathLst>
                <a:path w="8079" h="4296">
                  <a:moveTo>
                    <a:pt x="0" y="4296"/>
                  </a:moveTo>
                  <a:lnTo>
                    <a:pt x="80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0" name="pl3220"/>
            <p:cNvSpPr/>
            <p:nvPr/>
          </p:nvSpPr>
          <p:spPr>
            <a:xfrm>
              <a:off x="7101028" y="5310603"/>
              <a:ext cx="16100" cy="8649"/>
            </a:xfrm>
            <a:custGeom>
              <a:avLst/>
              <a:pathLst>
                <a:path w="16100" h="8649">
                  <a:moveTo>
                    <a:pt x="0" y="8649"/>
                  </a:moveTo>
                  <a:lnTo>
                    <a:pt x="161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1" name="pl3221"/>
            <p:cNvSpPr/>
            <p:nvPr/>
          </p:nvSpPr>
          <p:spPr>
            <a:xfrm>
              <a:off x="7108397" y="5302749"/>
              <a:ext cx="20053" cy="10912"/>
            </a:xfrm>
            <a:custGeom>
              <a:avLst/>
              <a:pathLst>
                <a:path w="20053" h="10912">
                  <a:moveTo>
                    <a:pt x="0" y="10912"/>
                  </a:moveTo>
                  <a:lnTo>
                    <a:pt x="200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2" name="pl3222"/>
            <p:cNvSpPr/>
            <p:nvPr/>
          </p:nvSpPr>
          <p:spPr>
            <a:xfrm>
              <a:off x="7116349" y="5288937"/>
              <a:ext cx="27902" cy="15454"/>
            </a:xfrm>
            <a:custGeom>
              <a:avLst/>
              <a:pathLst>
                <a:path w="27902" h="15454">
                  <a:moveTo>
                    <a:pt x="0" y="15454"/>
                  </a:moveTo>
                  <a:lnTo>
                    <a:pt x="279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3" name="pl3223"/>
            <p:cNvSpPr/>
            <p:nvPr/>
          </p:nvSpPr>
          <p:spPr>
            <a:xfrm>
              <a:off x="7128210" y="5271578"/>
              <a:ext cx="37576" cy="21313"/>
            </a:xfrm>
            <a:custGeom>
              <a:avLst/>
              <a:pathLst>
                <a:path w="37576" h="21313">
                  <a:moveTo>
                    <a:pt x="0" y="21313"/>
                  </a:moveTo>
                  <a:lnTo>
                    <a:pt x="375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4" name="pl3224"/>
            <p:cNvSpPr/>
            <p:nvPr/>
          </p:nvSpPr>
          <p:spPr>
            <a:xfrm>
              <a:off x="7049499" y="5344933"/>
              <a:ext cx="8186" cy="4088"/>
            </a:xfrm>
            <a:custGeom>
              <a:avLst/>
              <a:pathLst>
                <a:path w="8186" h="4088">
                  <a:moveTo>
                    <a:pt x="0" y="4088"/>
                  </a:moveTo>
                  <a:lnTo>
                    <a:pt x="81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5" name="pl3225"/>
            <p:cNvSpPr/>
            <p:nvPr/>
          </p:nvSpPr>
          <p:spPr>
            <a:xfrm>
              <a:off x="7052943" y="5339510"/>
              <a:ext cx="12252" cy="6167"/>
            </a:xfrm>
            <a:custGeom>
              <a:avLst/>
              <a:pathLst>
                <a:path w="12252" h="6167">
                  <a:moveTo>
                    <a:pt x="0" y="6167"/>
                  </a:moveTo>
                  <a:lnTo>
                    <a:pt x="122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6" name="pl3226"/>
            <p:cNvSpPr/>
            <p:nvPr/>
          </p:nvSpPr>
          <p:spPr>
            <a:xfrm>
              <a:off x="7058419" y="5334058"/>
              <a:ext cx="14257" cy="7243"/>
            </a:xfrm>
            <a:custGeom>
              <a:avLst/>
              <a:pathLst>
                <a:path w="14257" h="7243">
                  <a:moveTo>
                    <a:pt x="0" y="7243"/>
                  </a:moveTo>
                  <a:lnTo>
                    <a:pt x="142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7" name="pl3227"/>
            <p:cNvSpPr/>
            <p:nvPr/>
          </p:nvSpPr>
          <p:spPr>
            <a:xfrm>
              <a:off x="7064895" y="5328577"/>
              <a:ext cx="15234" cy="7816"/>
            </a:xfrm>
            <a:custGeom>
              <a:avLst/>
              <a:pathLst>
                <a:path w="15234" h="7816">
                  <a:moveTo>
                    <a:pt x="0" y="7816"/>
                  </a:moveTo>
                  <a:lnTo>
                    <a:pt x="152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8" name="pl3228"/>
            <p:cNvSpPr/>
            <p:nvPr/>
          </p:nvSpPr>
          <p:spPr>
            <a:xfrm>
              <a:off x="7071854" y="5323068"/>
              <a:ext cx="15697" cy="8136"/>
            </a:xfrm>
            <a:custGeom>
              <a:avLst/>
              <a:pathLst>
                <a:path w="15697" h="8136">
                  <a:moveTo>
                    <a:pt x="0" y="8136"/>
                  </a:moveTo>
                  <a:lnTo>
                    <a:pt x="156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9" name="pl3229"/>
            <p:cNvSpPr/>
            <p:nvPr/>
          </p:nvSpPr>
          <p:spPr>
            <a:xfrm>
              <a:off x="7024835" y="5357092"/>
              <a:ext cx="8238" cy="3982"/>
            </a:xfrm>
            <a:custGeom>
              <a:avLst/>
              <a:pathLst>
                <a:path w="8238" h="3982">
                  <a:moveTo>
                    <a:pt x="0" y="3982"/>
                  </a:moveTo>
                  <a:lnTo>
                    <a:pt x="82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0" name="pl3230"/>
            <p:cNvSpPr/>
            <p:nvPr/>
          </p:nvSpPr>
          <p:spPr>
            <a:xfrm>
              <a:off x="7028322" y="5351766"/>
              <a:ext cx="12330" cy="6009"/>
            </a:xfrm>
            <a:custGeom>
              <a:avLst/>
              <a:pathLst>
                <a:path w="12330" h="6009">
                  <a:moveTo>
                    <a:pt x="0" y="6009"/>
                  </a:moveTo>
                  <a:lnTo>
                    <a:pt x="123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1" name="pl3231"/>
            <p:cNvSpPr/>
            <p:nvPr/>
          </p:nvSpPr>
          <p:spPr>
            <a:xfrm>
              <a:off x="7000018" y="5368935"/>
              <a:ext cx="8288" cy="3877"/>
            </a:xfrm>
            <a:custGeom>
              <a:avLst/>
              <a:pathLst>
                <a:path w="8288" h="3877">
                  <a:moveTo>
                    <a:pt x="0" y="3877"/>
                  </a:moveTo>
                  <a:lnTo>
                    <a:pt x="82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2" name="pl3232"/>
            <p:cNvSpPr/>
            <p:nvPr/>
          </p:nvSpPr>
          <p:spPr>
            <a:xfrm>
              <a:off x="6975053" y="5380460"/>
              <a:ext cx="8337" cy="3770"/>
            </a:xfrm>
            <a:custGeom>
              <a:avLst/>
              <a:pathLst>
                <a:path w="8337" h="3770">
                  <a:moveTo>
                    <a:pt x="0" y="3770"/>
                  </a:moveTo>
                  <a:lnTo>
                    <a:pt x="83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3" name="pl3233"/>
            <p:cNvSpPr/>
            <p:nvPr/>
          </p:nvSpPr>
          <p:spPr>
            <a:xfrm>
              <a:off x="6978624" y="5375330"/>
              <a:ext cx="12480" cy="5692"/>
            </a:xfrm>
            <a:custGeom>
              <a:avLst/>
              <a:pathLst>
                <a:path w="12480" h="5692">
                  <a:moveTo>
                    <a:pt x="0" y="5692"/>
                  </a:moveTo>
                  <a:lnTo>
                    <a:pt x="124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4" name="pl3234"/>
            <p:cNvSpPr/>
            <p:nvPr/>
          </p:nvSpPr>
          <p:spPr>
            <a:xfrm>
              <a:off x="6983659" y="5366918"/>
              <a:ext cx="18653" cy="8616"/>
            </a:xfrm>
            <a:custGeom>
              <a:avLst/>
              <a:pathLst>
                <a:path w="18653" h="8616">
                  <a:moveTo>
                    <a:pt x="0" y="8616"/>
                  </a:moveTo>
                  <a:lnTo>
                    <a:pt x="1865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5" name="pl3235"/>
            <p:cNvSpPr/>
            <p:nvPr/>
          </p:nvSpPr>
          <p:spPr>
            <a:xfrm>
              <a:off x="6992385" y="5359758"/>
              <a:ext cx="21690" cy="10167"/>
            </a:xfrm>
            <a:custGeom>
              <a:avLst/>
              <a:pathLst>
                <a:path w="21690" h="10167">
                  <a:moveTo>
                    <a:pt x="0" y="10167"/>
                  </a:moveTo>
                  <a:lnTo>
                    <a:pt x="216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6" name="pl3236"/>
            <p:cNvSpPr/>
            <p:nvPr/>
          </p:nvSpPr>
          <p:spPr>
            <a:xfrm>
              <a:off x="6958330" y="5387966"/>
              <a:ext cx="8369" cy="3699"/>
            </a:xfrm>
            <a:custGeom>
              <a:avLst/>
              <a:pathLst>
                <a:path w="8369" h="3699">
                  <a:moveTo>
                    <a:pt x="0" y="3699"/>
                  </a:moveTo>
                  <a:lnTo>
                    <a:pt x="8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7" name="pl3237"/>
            <p:cNvSpPr/>
            <p:nvPr/>
          </p:nvSpPr>
          <p:spPr>
            <a:xfrm>
              <a:off x="6907787" y="5409624"/>
              <a:ext cx="8461" cy="3483"/>
            </a:xfrm>
            <a:custGeom>
              <a:avLst/>
              <a:pathLst>
                <a:path w="8461" h="3483">
                  <a:moveTo>
                    <a:pt x="0" y="3483"/>
                  </a:moveTo>
                  <a:lnTo>
                    <a:pt x="84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8" name="pl3238"/>
            <p:cNvSpPr/>
            <p:nvPr/>
          </p:nvSpPr>
          <p:spPr>
            <a:xfrm>
              <a:off x="6911465" y="5404760"/>
              <a:ext cx="12667" cy="5262"/>
            </a:xfrm>
            <a:custGeom>
              <a:avLst/>
              <a:pathLst>
                <a:path w="12667" h="5262">
                  <a:moveTo>
                    <a:pt x="0" y="5262"/>
                  </a:moveTo>
                  <a:lnTo>
                    <a:pt x="126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9" name="pl3239"/>
            <p:cNvSpPr/>
            <p:nvPr/>
          </p:nvSpPr>
          <p:spPr>
            <a:xfrm>
              <a:off x="6917244" y="5399865"/>
              <a:ext cx="14745" cy="6190"/>
            </a:xfrm>
            <a:custGeom>
              <a:avLst/>
              <a:pathLst>
                <a:path w="14745" h="6190">
                  <a:moveTo>
                    <a:pt x="0" y="6190"/>
                  </a:moveTo>
                  <a:lnTo>
                    <a:pt x="147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0" name="pl3240"/>
            <p:cNvSpPr/>
            <p:nvPr/>
          </p:nvSpPr>
          <p:spPr>
            <a:xfrm>
              <a:off x="6924058" y="5394939"/>
              <a:ext cx="15761" cy="6691"/>
            </a:xfrm>
            <a:custGeom>
              <a:avLst/>
              <a:pathLst>
                <a:path w="15761" h="6691">
                  <a:moveTo>
                    <a:pt x="0" y="6691"/>
                  </a:moveTo>
                  <a:lnTo>
                    <a:pt x="15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1" name="pl3241"/>
            <p:cNvSpPr/>
            <p:nvPr/>
          </p:nvSpPr>
          <p:spPr>
            <a:xfrm>
              <a:off x="6931375" y="5389982"/>
              <a:ext cx="16246" cy="6977"/>
            </a:xfrm>
            <a:custGeom>
              <a:avLst/>
              <a:pathLst>
                <a:path w="16246" h="6977">
                  <a:moveTo>
                    <a:pt x="0" y="6977"/>
                  </a:moveTo>
                  <a:lnTo>
                    <a:pt x="162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2" name="pl3242"/>
            <p:cNvSpPr/>
            <p:nvPr/>
          </p:nvSpPr>
          <p:spPr>
            <a:xfrm>
              <a:off x="6938356" y="5381822"/>
              <a:ext cx="20625" cy="8986"/>
            </a:xfrm>
            <a:custGeom>
              <a:avLst/>
              <a:pathLst>
                <a:path w="20625" h="8986">
                  <a:moveTo>
                    <a:pt x="0" y="8986"/>
                  </a:moveTo>
                  <a:lnTo>
                    <a:pt x="20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3" name="pl3243"/>
            <p:cNvSpPr/>
            <p:nvPr/>
          </p:nvSpPr>
          <p:spPr>
            <a:xfrm>
              <a:off x="6890820" y="5416556"/>
              <a:ext cx="8491" cy="3411"/>
            </a:xfrm>
            <a:custGeom>
              <a:avLst/>
              <a:pathLst>
                <a:path w="8491" h="3411">
                  <a:moveTo>
                    <a:pt x="0" y="3411"/>
                  </a:moveTo>
                  <a:lnTo>
                    <a:pt x="84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4" name="pl3244"/>
            <p:cNvSpPr/>
            <p:nvPr/>
          </p:nvSpPr>
          <p:spPr>
            <a:xfrm>
              <a:off x="6856712" y="5429984"/>
              <a:ext cx="8548" cy="3265"/>
            </a:xfrm>
            <a:custGeom>
              <a:avLst/>
              <a:pathLst>
                <a:path w="8548" h="3265">
                  <a:moveTo>
                    <a:pt x="0" y="3265"/>
                  </a:moveTo>
                  <a:lnTo>
                    <a:pt x="85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5" name="pl3245"/>
            <p:cNvSpPr/>
            <p:nvPr/>
          </p:nvSpPr>
          <p:spPr>
            <a:xfrm>
              <a:off x="6860467" y="5425323"/>
              <a:ext cx="12797" cy="4936"/>
            </a:xfrm>
            <a:custGeom>
              <a:avLst/>
              <a:pathLst>
                <a:path w="12797" h="4936">
                  <a:moveTo>
                    <a:pt x="0" y="4936"/>
                  </a:moveTo>
                  <a:lnTo>
                    <a:pt x="127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6" name="pl3246"/>
            <p:cNvSpPr/>
            <p:nvPr/>
          </p:nvSpPr>
          <p:spPr>
            <a:xfrm>
              <a:off x="6866346" y="5420631"/>
              <a:ext cx="14898" cy="5811"/>
            </a:xfrm>
            <a:custGeom>
              <a:avLst/>
              <a:pathLst>
                <a:path w="14898" h="5811">
                  <a:moveTo>
                    <a:pt x="0" y="5811"/>
                  </a:moveTo>
                  <a:lnTo>
                    <a:pt x="148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7" name="pl3247"/>
            <p:cNvSpPr/>
            <p:nvPr/>
          </p:nvSpPr>
          <p:spPr>
            <a:xfrm>
              <a:off x="6830985" y="5439672"/>
              <a:ext cx="8589" cy="3156"/>
            </a:xfrm>
            <a:custGeom>
              <a:avLst/>
              <a:pathLst>
                <a:path w="8589" h="3156">
                  <a:moveTo>
                    <a:pt x="0" y="3156"/>
                  </a:moveTo>
                  <a:lnTo>
                    <a:pt x="85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8" name="pl3248"/>
            <p:cNvSpPr/>
            <p:nvPr/>
          </p:nvSpPr>
          <p:spPr>
            <a:xfrm>
              <a:off x="6805137" y="5449031"/>
              <a:ext cx="8628" cy="3046"/>
            </a:xfrm>
            <a:custGeom>
              <a:avLst/>
              <a:pathLst>
                <a:path w="8628" h="3046">
                  <a:moveTo>
                    <a:pt x="0" y="3046"/>
                  </a:moveTo>
                  <a:lnTo>
                    <a:pt x="86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9" name="pl3249"/>
            <p:cNvSpPr/>
            <p:nvPr/>
          </p:nvSpPr>
          <p:spPr>
            <a:xfrm>
              <a:off x="6808968" y="5444577"/>
              <a:ext cx="12919" cy="4607"/>
            </a:xfrm>
            <a:custGeom>
              <a:avLst/>
              <a:pathLst>
                <a:path w="12919" h="4607">
                  <a:moveTo>
                    <a:pt x="0" y="4607"/>
                  </a:moveTo>
                  <a:lnTo>
                    <a:pt x="129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0" name="pl3250"/>
            <p:cNvSpPr/>
            <p:nvPr/>
          </p:nvSpPr>
          <p:spPr>
            <a:xfrm>
              <a:off x="6814453" y="5437151"/>
              <a:ext cx="19320" cy="6994"/>
            </a:xfrm>
            <a:custGeom>
              <a:avLst/>
              <a:pathLst>
                <a:path w="19320" h="6994">
                  <a:moveTo>
                    <a:pt x="0" y="6994"/>
                  </a:moveTo>
                  <a:lnTo>
                    <a:pt x="193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1" name="pl3251"/>
            <p:cNvSpPr/>
            <p:nvPr/>
          </p:nvSpPr>
          <p:spPr>
            <a:xfrm>
              <a:off x="6823625" y="5431020"/>
              <a:ext cx="22478" cy="8280"/>
            </a:xfrm>
            <a:custGeom>
              <a:avLst/>
              <a:pathLst>
                <a:path w="22478" h="8280">
                  <a:moveTo>
                    <a:pt x="0" y="8280"/>
                  </a:moveTo>
                  <a:lnTo>
                    <a:pt x="224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2" name="pl3252"/>
            <p:cNvSpPr/>
            <p:nvPr/>
          </p:nvSpPr>
          <p:spPr>
            <a:xfrm>
              <a:off x="6832861" y="5415404"/>
              <a:ext cx="37761" cy="14318"/>
            </a:xfrm>
            <a:custGeom>
              <a:avLst/>
              <a:pathLst>
                <a:path w="37761" h="14318">
                  <a:moveTo>
                    <a:pt x="0" y="14318"/>
                  </a:moveTo>
                  <a:lnTo>
                    <a:pt x="3776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3" name="pl3253"/>
            <p:cNvSpPr/>
            <p:nvPr/>
          </p:nvSpPr>
          <p:spPr>
            <a:xfrm>
              <a:off x="6850743" y="5404743"/>
              <a:ext cx="38891" cy="15183"/>
            </a:xfrm>
            <a:custGeom>
              <a:avLst/>
              <a:pathLst>
                <a:path w="38891" h="15183">
                  <a:moveTo>
                    <a:pt x="0" y="15183"/>
                  </a:moveTo>
                  <a:lnTo>
                    <a:pt x="388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4" name="pl3254"/>
            <p:cNvSpPr/>
            <p:nvPr/>
          </p:nvSpPr>
          <p:spPr>
            <a:xfrm>
              <a:off x="6865985" y="5386306"/>
              <a:ext cx="38006" cy="15263"/>
            </a:xfrm>
            <a:custGeom>
              <a:avLst/>
              <a:pathLst>
                <a:path w="38006" h="15263">
                  <a:moveTo>
                    <a:pt x="0" y="15263"/>
                  </a:moveTo>
                  <a:lnTo>
                    <a:pt x="380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5" name="pl3255"/>
            <p:cNvSpPr/>
            <p:nvPr/>
          </p:nvSpPr>
          <p:spPr>
            <a:xfrm>
              <a:off x="6903991" y="5370310"/>
              <a:ext cx="37703" cy="15995"/>
            </a:xfrm>
            <a:custGeom>
              <a:avLst/>
              <a:pathLst>
                <a:path w="37703" h="15995">
                  <a:moveTo>
                    <a:pt x="0" y="15995"/>
                  </a:moveTo>
                  <a:lnTo>
                    <a:pt x="377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6" name="pl3256"/>
            <p:cNvSpPr/>
            <p:nvPr/>
          </p:nvSpPr>
          <p:spPr>
            <a:xfrm>
              <a:off x="6900654" y="5358879"/>
              <a:ext cx="45342" cy="19344"/>
            </a:xfrm>
            <a:custGeom>
              <a:avLst/>
              <a:pathLst>
                <a:path w="45342" h="19344">
                  <a:moveTo>
                    <a:pt x="0" y="19344"/>
                  </a:moveTo>
                  <a:lnTo>
                    <a:pt x="453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7" name="pl3257"/>
            <p:cNvSpPr/>
            <p:nvPr/>
          </p:nvSpPr>
          <p:spPr>
            <a:xfrm>
              <a:off x="6945996" y="5338480"/>
              <a:ext cx="44877" cy="20399"/>
            </a:xfrm>
            <a:custGeom>
              <a:avLst/>
              <a:pathLst>
                <a:path w="44877" h="20399">
                  <a:moveTo>
                    <a:pt x="0" y="20399"/>
                  </a:moveTo>
                  <a:lnTo>
                    <a:pt x="448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8" name="pl3258"/>
            <p:cNvSpPr/>
            <p:nvPr/>
          </p:nvSpPr>
          <p:spPr>
            <a:xfrm>
              <a:off x="6944234" y="5338154"/>
              <a:ext cx="36992" cy="16723"/>
            </a:xfrm>
            <a:custGeom>
              <a:avLst/>
              <a:pathLst>
                <a:path w="36992" h="16723">
                  <a:moveTo>
                    <a:pt x="0" y="16723"/>
                  </a:moveTo>
                  <a:lnTo>
                    <a:pt x="369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9" name="pl3259"/>
            <p:cNvSpPr/>
            <p:nvPr/>
          </p:nvSpPr>
          <p:spPr>
            <a:xfrm>
              <a:off x="6981226" y="5320719"/>
              <a:ext cx="36663" cy="17434"/>
            </a:xfrm>
            <a:custGeom>
              <a:avLst/>
              <a:pathLst>
                <a:path w="36663" h="17434">
                  <a:moveTo>
                    <a:pt x="0" y="17434"/>
                  </a:moveTo>
                  <a:lnTo>
                    <a:pt x="366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0" name="pl3260"/>
            <p:cNvSpPr/>
            <p:nvPr/>
          </p:nvSpPr>
          <p:spPr>
            <a:xfrm>
              <a:off x="6977548" y="5310380"/>
              <a:ext cx="41580" cy="19841"/>
            </a:xfrm>
            <a:custGeom>
              <a:avLst/>
              <a:pathLst>
                <a:path w="41580" h="19841">
                  <a:moveTo>
                    <a:pt x="0" y="19841"/>
                  </a:moveTo>
                  <a:lnTo>
                    <a:pt x="415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1" name="pl3261"/>
            <p:cNvSpPr/>
            <p:nvPr/>
          </p:nvSpPr>
          <p:spPr>
            <a:xfrm>
              <a:off x="7019128" y="5289629"/>
              <a:ext cx="41134" cy="20750"/>
            </a:xfrm>
            <a:custGeom>
              <a:avLst/>
              <a:pathLst>
                <a:path w="41134" h="20750">
                  <a:moveTo>
                    <a:pt x="0" y="20750"/>
                  </a:moveTo>
                  <a:lnTo>
                    <a:pt x="411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2" name="pl3262"/>
            <p:cNvSpPr/>
            <p:nvPr/>
          </p:nvSpPr>
          <p:spPr>
            <a:xfrm>
              <a:off x="7012065" y="5267795"/>
              <a:ext cx="55344" cy="28193"/>
            </a:xfrm>
            <a:custGeom>
              <a:avLst/>
              <a:pathLst>
                <a:path w="55344" h="28193">
                  <a:moveTo>
                    <a:pt x="0" y="28193"/>
                  </a:moveTo>
                  <a:lnTo>
                    <a:pt x="553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3" name="pl3263"/>
            <p:cNvSpPr/>
            <p:nvPr/>
          </p:nvSpPr>
          <p:spPr>
            <a:xfrm>
              <a:off x="7067409" y="5237962"/>
              <a:ext cx="54477" cy="29833"/>
            </a:xfrm>
            <a:custGeom>
              <a:avLst/>
              <a:pathLst>
                <a:path w="54477" h="29833">
                  <a:moveTo>
                    <a:pt x="0" y="29833"/>
                  </a:moveTo>
                  <a:lnTo>
                    <a:pt x="5447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4" name="pl3264"/>
            <p:cNvSpPr/>
            <p:nvPr/>
          </p:nvSpPr>
          <p:spPr>
            <a:xfrm>
              <a:off x="7062644" y="5237998"/>
              <a:ext cx="38338" cy="20776"/>
            </a:xfrm>
            <a:custGeom>
              <a:avLst/>
              <a:pathLst>
                <a:path w="38338" h="20776">
                  <a:moveTo>
                    <a:pt x="0" y="20776"/>
                  </a:moveTo>
                  <a:lnTo>
                    <a:pt x="383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5" name="pl3265"/>
            <p:cNvSpPr/>
            <p:nvPr/>
          </p:nvSpPr>
          <p:spPr>
            <a:xfrm>
              <a:off x="7100982" y="5216419"/>
              <a:ext cx="37892" cy="21579"/>
            </a:xfrm>
            <a:custGeom>
              <a:avLst/>
              <a:pathLst>
                <a:path w="37892" h="21579">
                  <a:moveTo>
                    <a:pt x="0" y="21579"/>
                  </a:moveTo>
                  <a:lnTo>
                    <a:pt x="378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6" name="pl3266"/>
            <p:cNvSpPr/>
            <p:nvPr/>
          </p:nvSpPr>
          <p:spPr>
            <a:xfrm>
              <a:off x="7138874" y="5194046"/>
              <a:ext cx="37429" cy="22373"/>
            </a:xfrm>
            <a:custGeom>
              <a:avLst/>
              <a:pathLst>
                <a:path w="37429" h="22373">
                  <a:moveTo>
                    <a:pt x="0" y="22373"/>
                  </a:moveTo>
                  <a:lnTo>
                    <a:pt x="374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7" name="pl3267"/>
            <p:cNvSpPr/>
            <p:nvPr/>
          </p:nvSpPr>
          <p:spPr>
            <a:xfrm>
              <a:off x="7106282" y="5174638"/>
              <a:ext cx="48658" cy="28608"/>
            </a:xfrm>
            <a:custGeom>
              <a:avLst/>
              <a:pathLst>
                <a:path w="48658" h="28608">
                  <a:moveTo>
                    <a:pt x="0" y="28608"/>
                  </a:moveTo>
                  <a:lnTo>
                    <a:pt x="486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8" name="pl3268"/>
            <p:cNvSpPr/>
            <p:nvPr/>
          </p:nvSpPr>
          <p:spPr>
            <a:xfrm>
              <a:off x="7154940" y="5144695"/>
              <a:ext cx="47849" cy="29943"/>
            </a:xfrm>
            <a:custGeom>
              <a:avLst/>
              <a:pathLst>
                <a:path w="47849" h="29943">
                  <a:moveTo>
                    <a:pt x="0" y="29943"/>
                  </a:moveTo>
                  <a:lnTo>
                    <a:pt x="478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9" name="pl3269"/>
            <p:cNvSpPr/>
            <p:nvPr/>
          </p:nvSpPr>
          <p:spPr>
            <a:xfrm>
              <a:off x="7202789" y="5113440"/>
              <a:ext cx="47003" cy="31254"/>
            </a:xfrm>
            <a:custGeom>
              <a:avLst/>
              <a:pathLst>
                <a:path w="47003" h="31254">
                  <a:moveTo>
                    <a:pt x="0" y="31254"/>
                  </a:moveTo>
                  <a:lnTo>
                    <a:pt x="47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0" name="pl3270"/>
            <p:cNvSpPr/>
            <p:nvPr/>
          </p:nvSpPr>
          <p:spPr>
            <a:xfrm>
              <a:off x="7249792" y="5080899"/>
              <a:ext cx="46121" cy="32541"/>
            </a:xfrm>
            <a:custGeom>
              <a:avLst/>
              <a:pathLst>
                <a:path w="46121" h="32541">
                  <a:moveTo>
                    <a:pt x="0" y="32541"/>
                  </a:moveTo>
                  <a:lnTo>
                    <a:pt x="461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1" name="pl3271"/>
            <p:cNvSpPr/>
            <p:nvPr/>
          </p:nvSpPr>
          <p:spPr>
            <a:xfrm>
              <a:off x="7199629" y="5109517"/>
              <a:ext cx="45573" cy="30278"/>
            </a:xfrm>
            <a:custGeom>
              <a:avLst/>
              <a:pathLst>
                <a:path w="45573" h="30278">
                  <a:moveTo>
                    <a:pt x="0" y="30278"/>
                  </a:moveTo>
                  <a:lnTo>
                    <a:pt x="455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2" name="pl3272"/>
            <p:cNvSpPr/>
            <p:nvPr/>
          </p:nvSpPr>
          <p:spPr>
            <a:xfrm>
              <a:off x="7245203" y="5078025"/>
              <a:ext cx="44743" cy="31492"/>
            </a:xfrm>
            <a:custGeom>
              <a:avLst/>
              <a:pathLst>
                <a:path w="44743" h="31492">
                  <a:moveTo>
                    <a:pt x="0" y="31492"/>
                  </a:moveTo>
                  <a:lnTo>
                    <a:pt x="447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3" name="pl3273"/>
            <p:cNvSpPr/>
            <p:nvPr/>
          </p:nvSpPr>
          <p:spPr>
            <a:xfrm>
              <a:off x="7289947" y="5045342"/>
              <a:ext cx="43881" cy="32683"/>
            </a:xfrm>
            <a:custGeom>
              <a:avLst/>
              <a:pathLst>
                <a:path w="43881" h="32683">
                  <a:moveTo>
                    <a:pt x="0" y="32683"/>
                  </a:moveTo>
                  <a:lnTo>
                    <a:pt x="43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4" name="pl3274"/>
            <p:cNvSpPr/>
            <p:nvPr/>
          </p:nvSpPr>
          <p:spPr>
            <a:xfrm>
              <a:off x="7265164" y="5058384"/>
              <a:ext cx="44141" cy="31961"/>
            </a:xfrm>
            <a:custGeom>
              <a:avLst/>
              <a:pathLst>
                <a:path w="44141" h="31961">
                  <a:moveTo>
                    <a:pt x="0" y="31961"/>
                  </a:moveTo>
                  <a:lnTo>
                    <a:pt x="44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5" name="pl3275"/>
            <p:cNvSpPr/>
            <p:nvPr/>
          </p:nvSpPr>
          <p:spPr>
            <a:xfrm>
              <a:off x="7309305" y="5025250"/>
              <a:ext cx="43267" cy="33134"/>
            </a:xfrm>
            <a:custGeom>
              <a:avLst/>
              <a:pathLst>
                <a:path w="43267" h="33134">
                  <a:moveTo>
                    <a:pt x="0" y="33134"/>
                  </a:moveTo>
                  <a:lnTo>
                    <a:pt x="432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6" name="pl3276"/>
            <p:cNvSpPr/>
            <p:nvPr/>
          </p:nvSpPr>
          <p:spPr>
            <a:xfrm>
              <a:off x="7290154" y="5000563"/>
              <a:ext cx="41943" cy="32106"/>
            </a:xfrm>
            <a:custGeom>
              <a:avLst/>
              <a:pathLst>
                <a:path w="41943" h="32106">
                  <a:moveTo>
                    <a:pt x="0" y="32106"/>
                  </a:moveTo>
                  <a:lnTo>
                    <a:pt x="419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7" name="pl3277"/>
            <p:cNvSpPr/>
            <p:nvPr/>
          </p:nvSpPr>
          <p:spPr>
            <a:xfrm>
              <a:off x="7332098" y="4967360"/>
              <a:ext cx="41080" cy="33203"/>
            </a:xfrm>
            <a:custGeom>
              <a:avLst/>
              <a:pathLst>
                <a:path w="41080" h="33203">
                  <a:moveTo>
                    <a:pt x="0" y="33203"/>
                  </a:moveTo>
                  <a:lnTo>
                    <a:pt x="410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8" name="pl3278"/>
            <p:cNvSpPr/>
            <p:nvPr/>
          </p:nvSpPr>
          <p:spPr>
            <a:xfrm>
              <a:off x="7373178" y="4933083"/>
              <a:ext cx="40189" cy="34276"/>
            </a:xfrm>
            <a:custGeom>
              <a:avLst/>
              <a:pathLst>
                <a:path w="40189" h="34276">
                  <a:moveTo>
                    <a:pt x="0" y="34276"/>
                  </a:moveTo>
                  <a:lnTo>
                    <a:pt x="40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9" name="pl3279"/>
            <p:cNvSpPr/>
            <p:nvPr/>
          </p:nvSpPr>
          <p:spPr>
            <a:xfrm>
              <a:off x="7413367" y="4897757"/>
              <a:ext cx="39269" cy="35326"/>
            </a:xfrm>
            <a:custGeom>
              <a:avLst/>
              <a:pathLst>
                <a:path w="39269" h="35326">
                  <a:moveTo>
                    <a:pt x="0" y="35326"/>
                  </a:moveTo>
                  <a:lnTo>
                    <a:pt x="392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0" name="pl3280"/>
            <p:cNvSpPr/>
            <p:nvPr/>
          </p:nvSpPr>
          <p:spPr>
            <a:xfrm>
              <a:off x="6770494" y="5460993"/>
              <a:ext cx="8679" cy="2898"/>
            </a:xfrm>
            <a:custGeom>
              <a:avLst/>
              <a:pathLst>
                <a:path w="8679" h="2898">
                  <a:moveTo>
                    <a:pt x="0" y="2898"/>
                  </a:moveTo>
                  <a:lnTo>
                    <a:pt x="86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1" name="pl3281"/>
            <p:cNvSpPr/>
            <p:nvPr/>
          </p:nvSpPr>
          <p:spPr>
            <a:xfrm>
              <a:off x="6774374" y="5456679"/>
              <a:ext cx="12996" cy="4386"/>
            </a:xfrm>
            <a:custGeom>
              <a:avLst/>
              <a:pathLst>
                <a:path w="12996" h="4386">
                  <a:moveTo>
                    <a:pt x="0" y="4386"/>
                  </a:moveTo>
                  <a:lnTo>
                    <a:pt x="129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2" name="pl3282"/>
            <p:cNvSpPr/>
            <p:nvPr/>
          </p:nvSpPr>
          <p:spPr>
            <a:xfrm>
              <a:off x="6726914" y="5475113"/>
              <a:ext cx="8739" cy="2712"/>
            </a:xfrm>
            <a:custGeom>
              <a:avLst/>
              <a:pathLst>
                <a:path w="8739" h="2712">
                  <a:moveTo>
                    <a:pt x="0" y="2712"/>
                  </a:moveTo>
                  <a:lnTo>
                    <a:pt x="87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3" name="pl3283"/>
            <p:cNvSpPr/>
            <p:nvPr/>
          </p:nvSpPr>
          <p:spPr>
            <a:xfrm>
              <a:off x="6730853" y="5470974"/>
              <a:ext cx="13087" cy="4107"/>
            </a:xfrm>
            <a:custGeom>
              <a:avLst/>
              <a:pathLst>
                <a:path w="13087" h="4107">
                  <a:moveTo>
                    <a:pt x="0" y="4107"/>
                  </a:moveTo>
                  <a:lnTo>
                    <a:pt x="130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4" name="pl3284"/>
            <p:cNvSpPr/>
            <p:nvPr/>
          </p:nvSpPr>
          <p:spPr>
            <a:xfrm>
              <a:off x="6736964" y="5466802"/>
              <a:ext cx="15240" cy="4845"/>
            </a:xfrm>
            <a:custGeom>
              <a:avLst/>
              <a:pathLst>
                <a:path w="15240" h="4845">
                  <a:moveTo>
                    <a:pt x="0" y="4845"/>
                  </a:moveTo>
                  <a:lnTo>
                    <a:pt x="152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5" name="pl3285"/>
            <p:cNvSpPr/>
            <p:nvPr/>
          </p:nvSpPr>
          <p:spPr>
            <a:xfrm>
              <a:off x="6744147" y="5462597"/>
              <a:ext cx="16296" cy="5253"/>
            </a:xfrm>
            <a:custGeom>
              <a:avLst/>
              <a:pathLst>
                <a:path w="16296" h="5253">
                  <a:moveTo>
                    <a:pt x="0" y="5253"/>
                  </a:moveTo>
                  <a:lnTo>
                    <a:pt x="1629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6" name="pl3286"/>
            <p:cNvSpPr/>
            <p:nvPr/>
          </p:nvSpPr>
          <p:spPr>
            <a:xfrm>
              <a:off x="6750959" y="5451978"/>
              <a:ext cx="27586" cy="9101"/>
            </a:xfrm>
            <a:custGeom>
              <a:avLst/>
              <a:pathLst>
                <a:path w="27586" h="9101">
                  <a:moveTo>
                    <a:pt x="0" y="9101"/>
                  </a:moveTo>
                  <a:lnTo>
                    <a:pt x="2758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7" name="pl3287"/>
            <p:cNvSpPr/>
            <p:nvPr/>
          </p:nvSpPr>
          <p:spPr>
            <a:xfrm>
              <a:off x="6764311" y="5445444"/>
              <a:ext cx="28850" cy="9746"/>
            </a:xfrm>
            <a:custGeom>
              <a:avLst/>
              <a:pathLst>
                <a:path w="28850" h="9746">
                  <a:moveTo>
                    <a:pt x="0" y="9746"/>
                  </a:moveTo>
                  <a:lnTo>
                    <a:pt x="288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8" name="pl3288"/>
            <p:cNvSpPr/>
            <p:nvPr/>
          </p:nvSpPr>
          <p:spPr>
            <a:xfrm>
              <a:off x="6700627" y="5483138"/>
              <a:ext cx="8773" cy="2600"/>
            </a:xfrm>
            <a:custGeom>
              <a:avLst/>
              <a:pathLst>
                <a:path w="8773" h="2600">
                  <a:moveTo>
                    <a:pt x="0" y="2600"/>
                  </a:moveTo>
                  <a:lnTo>
                    <a:pt x="87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9" name="pl3289"/>
            <p:cNvSpPr/>
            <p:nvPr/>
          </p:nvSpPr>
          <p:spPr>
            <a:xfrm>
              <a:off x="6683047" y="5488301"/>
              <a:ext cx="8795" cy="2525"/>
            </a:xfrm>
            <a:custGeom>
              <a:avLst/>
              <a:pathLst>
                <a:path w="8795" h="2525">
                  <a:moveTo>
                    <a:pt x="0" y="2525"/>
                  </a:moveTo>
                  <a:lnTo>
                    <a:pt x="87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0" name="pl3290"/>
            <p:cNvSpPr/>
            <p:nvPr/>
          </p:nvSpPr>
          <p:spPr>
            <a:xfrm>
              <a:off x="6686642" y="5481648"/>
              <a:ext cx="17545" cy="5118"/>
            </a:xfrm>
            <a:custGeom>
              <a:avLst/>
              <a:pathLst>
                <a:path w="17545" h="5118">
                  <a:moveTo>
                    <a:pt x="0" y="5118"/>
                  </a:moveTo>
                  <a:lnTo>
                    <a:pt x="175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1" name="pl3291"/>
            <p:cNvSpPr/>
            <p:nvPr/>
          </p:nvSpPr>
          <p:spPr>
            <a:xfrm>
              <a:off x="6647760" y="5498176"/>
              <a:ext cx="8837" cy="2374"/>
            </a:xfrm>
            <a:custGeom>
              <a:avLst/>
              <a:pathLst>
                <a:path w="8837" h="2374">
                  <a:moveTo>
                    <a:pt x="0" y="2374"/>
                  </a:moveTo>
                  <a:lnTo>
                    <a:pt x="88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2" name="pl3292"/>
            <p:cNvSpPr/>
            <p:nvPr/>
          </p:nvSpPr>
          <p:spPr>
            <a:xfrm>
              <a:off x="6651802" y="5494359"/>
              <a:ext cx="13235" cy="3601"/>
            </a:xfrm>
            <a:custGeom>
              <a:avLst/>
              <a:pathLst>
                <a:path w="13235" h="3601">
                  <a:moveTo>
                    <a:pt x="0" y="3601"/>
                  </a:moveTo>
                  <a:lnTo>
                    <a:pt x="13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3" name="pl3293"/>
            <p:cNvSpPr/>
            <p:nvPr/>
          </p:nvSpPr>
          <p:spPr>
            <a:xfrm>
              <a:off x="6658039" y="5490507"/>
              <a:ext cx="15415" cy="4257"/>
            </a:xfrm>
            <a:custGeom>
              <a:avLst/>
              <a:pathLst>
                <a:path w="15415" h="4257">
                  <a:moveTo>
                    <a:pt x="0" y="4257"/>
                  </a:moveTo>
                  <a:lnTo>
                    <a:pt x="154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4" name="pl3294"/>
            <p:cNvSpPr/>
            <p:nvPr/>
          </p:nvSpPr>
          <p:spPr>
            <a:xfrm>
              <a:off x="6621188" y="5505187"/>
              <a:ext cx="8866" cy="2261"/>
            </a:xfrm>
            <a:custGeom>
              <a:avLst/>
              <a:pathLst>
                <a:path w="8866" h="2261">
                  <a:moveTo>
                    <a:pt x="0" y="2261"/>
                  </a:moveTo>
                  <a:lnTo>
                    <a:pt x="88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5" name="pl3295"/>
            <p:cNvSpPr/>
            <p:nvPr/>
          </p:nvSpPr>
          <p:spPr>
            <a:xfrm>
              <a:off x="6594531" y="5511858"/>
              <a:ext cx="8895" cy="2147"/>
            </a:xfrm>
            <a:custGeom>
              <a:avLst/>
              <a:pathLst>
                <a:path w="8895" h="2147">
                  <a:moveTo>
                    <a:pt x="0" y="2147"/>
                  </a:moveTo>
                  <a:lnTo>
                    <a:pt x="88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6" name="pl3296"/>
            <p:cNvSpPr/>
            <p:nvPr/>
          </p:nvSpPr>
          <p:spPr>
            <a:xfrm>
              <a:off x="6598637" y="5508258"/>
              <a:ext cx="13323" cy="3261"/>
            </a:xfrm>
            <a:custGeom>
              <a:avLst/>
              <a:pathLst>
                <a:path w="13323" h="3261">
                  <a:moveTo>
                    <a:pt x="0" y="3261"/>
                  </a:moveTo>
                  <a:lnTo>
                    <a:pt x="133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7" name="pl3297"/>
            <p:cNvSpPr/>
            <p:nvPr/>
          </p:nvSpPr>
          <p:spPr>
            <a:xfrm>
              <a:off x="6576713" y="5516115"/>
              <a:ext cx="8913" cy="2071"/>
            </a:xfrm>
            <a:custGeom>
              <a:avLst/>
              <a:pathLst>
                <a:path w="8913" h="2071">
                  <a:moveTo>
                    <a:pt x="0" y="2071"/>
                  </a:moveTo>
                  <a:lnTo>
                    <a:pt x="89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8" name="pl3298"/>
            <p:cNvSpPr/>
            <p:nvPr/>
          </p:nvSpPr>
          <p:spPr>
            <a:xfrm>
              <a:off x="6549921" y="5522215"/>
              <a:ext cx="8939" cy="1957"/>
            </a:xfrm>
            <a:custGeom>
              <a:avLst/>
              <a:pathLst>
                <a:path w="8939" h="1957">
                  <a:moveTo>
                    <a:pt x="0" y="1957"/>
                  </a:moveTo>
                  <a:lnTo>
                    <a:pt x="89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9" name="pl3299"/>
            <p:cNvSpPr/>
            <p:nvPr/>
          </p:nvSpPr>
          <p:spPr>
            <a:xfrm>
              <a:off x="6554080" y="5518798"/>
              <a:ext cx="13389" cy="2976"/>
            </a:xfrm>
            <a:custGeom>
              <a:avLst/>
              <a:pathLst>
                <a:path w="13389" h="2976">
                  <a:moveTo>
                    <a:pt x="0" y="2976"/>
                  </a:moveTo>
                  <a:lnTo>
                    <a:pt x="13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0" name="pl3300"/>
            <p:cNvSpPr/>
            <p:nvPr/>
          </p:nvSpPr>
          <p:spPr>
            <a:xfrm>
              <a:off x="6560145" y="5512897"/>
              <a:ext cx="20035" cy="4555"/>
            </a:xfrm>
            <a:custGeom>
              <a:avLst/>
              <a:pathLst>
                <a:path w="20035" h="4555">
                  <a:moveTo>
                    <a:pt x="0" y="4555"/>
                  </a:moveTo>
                  <a:lnTo>
                    <a:pt x="20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1" name="pl3301"/>
            <p:cNvSpPr/>
            <p:nvPr/>
          </p:nvSpPr>
          <p:spPr>
            <a:xfrm>
              <a:off x="6569199" y="5502821"/>
              <a:ext cx="34369" cy="8113"/>
            </a:xfrm>
            <a:custGeom>
              <a:avLst/>
              <a:pathLst>
                <a:path w="34369" h="8113">
                  <a:moveTo>
                    <a:pt x="0" y="8113"/>
                  </a:moveTo>
                  <a:lnTo>
                    <a:pt x="34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2" name="pl3302"/>
            <p:cNvSpPr/>
            <p:nvPr/>
          </p:nvSpPr>
          <p:spPr>
            <a:xfrm>
              <a:off x="6585731" y="5495025"/>
              <a:ext cx="37010" cy="9087"/>
            </a:xfrm>
            <a:custGeom>
              <a:avLst/>
              <a:pathLst>
                <a:path w="37010" h="9087">
                  <a:moveTo>
                    <a:pt x="0" y="9087"/>
                  </a:moveTo>
                  <a:lnTo>
                    <a:pt x="370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3" name="pl3303"/>
            <p:cNvSpPr/>
            <p:nvPr/>
          </p:nvSpPr>
          <p:spPr>
            <a:xfrm>
              <a:off x="6603909" y="5490199"/>
              <a:ext cx="31680" cy="8036"/>
            </a:xfrm>
            <a:custGeom>
              <a:avLst/>
              <a:pathLst>
                <a:path w="31680" h="8036">
                  <a:moveTo>
                    <a:pt x="0" y="8036"/>
                  </a:moveTo>
                  <a:lnTo>
                    <a:pt x="316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4" name="pl3304"/>
            <p:cNvSpPr/>
            <p:nvPr/>
          </p:nvSpPr>
          <p:spPr>
            <a:xfrm>
              <a:off x="6618331" y="5477197"/>
              <a:ext cx="43151" cy="11430"/>
            </a:xfrm>
            <a:custGeom>
              <a:avLst/>
              <a:pathLst>
                <a:path w="43151" h="11430">
                  <a:moveTo>
                    <a:pt x="0" y="11430"/>
                  </a:moveTo>
                  <a:lnTo>
                    <a:pt x="4315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5" name="pl3305"/>
            <p:cNvSpPr/>
            <p:nvPr/>
          </p:nvSpPr>
          <p:spPr>
            <a:xfrm>
              <a:off x="6638445" y="5463240"/>
              <a:ext cx="50852" cy="14150"/>
            </a:xfrm>
            <a:custGeom>
              <a:avLst/>
              <a:pathLst>
                <a:path w="50852" h="14150">
                  <a:moveTo>
                    <a:pt x="0" y="14150"/>
                  </a:moveTo>
                  <a:lnTo>
                    <a:pt x="508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6" name="pl3306"/>
            <p:cNvSpPr/>
            <p:nvPr/>
          </p:nvSpPr>
          <p:spPr>
            <a:xfrm>
              <a:off x="6663525" y="5455397"/>
              <a:ext cx="47023" cy="13672"/>
            </a:xfrm>
            <a:custGeom>
              <a:avLst/>
              <a:pathLst>
                <a:path w="47023" h="13672">
                  <a:moveTo>
                    <a:pt x="0" y="13672"/>
                  </a:moveTo>
                  <a:lnTo>
                    <a:pt x="470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7" name="pl3307"/>
            <p:cNvSpPr/>
            <p:nvPr/>
          </p:nvSpPr>
          <p:spPr>
            <a:xfrm>
              <a:off x="6683414" y="5436725"/>
              <a:ext cx="43150" cy="13049"/>
            </a:xfrm>
            <a:custGeom>
              <a:avLst/>
              <a:pathLst>
                <a:path w="43150" h="13049">
                  <a:moveTo>
                    <a:pt x="0" y="13049"/>
                  </a:moveTo>
                  <a:lnTo>
                    <a:pt x="43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8" name="pl3308"/>
            <p:cNvSpPr/>
            <p:nvPr/>
          </p:nvSpPr>
          <p:spPr>
            <a:xfrm>
              <a:off x="6726564" y="5422755"/>
              <a:ext cx="42860" cy="13970"/>
            </a:xfrm>
            <a:custGeom>
              <a:avLst/>
              <a:pathLst>
                <a:path w="42860" h="13970">
                  <a:moveTo>
                    <a:pt x="0" y="13970"/>
                  </a:moveTo>
                  <a:lnTo>
                    <a:pt x="428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9" name="pl3309"/>
            <p:cNvSpPr/>
            <p:nvPr/>
          </p:nvSpPr>
          <p:spPr>
            <a:xfrm>
              <a:off x="6523055" y="5527973"/>
              <a:ext cx="8963" cy="1842"/>
            </a:xfrm>
            <a:custGeom>
              <a:avLst/>
              <a:pathLst>
                <a:path w="8963" h="1842">
                  <a:moveTo>
                    <a:pt x="0" y="1842"/>
                  </a:moveTo>
                  <a:lnTo>
                    <a:pt x="89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0" name="pl3310"/>
            <p:cNvSpPr/>
            <p:nvPr/>
          </p:nvSpPr>
          <p:spPr>
            <a:xfrm>
              <a:off x="6527245" y="5524666"/>
              <a:ext cx="13426" cy="2805"/>
            </a:xfrm>
            <a:custGeom>
              <a:avLst/>
              <a:pathLst>
                <a:path w="13426" h="2805">
                  <a:moveTo>
                    <a:pt x="0" y="2805"/>
                  </a:moveTo>
                  <a:lnTo>
                    <a:pt x="13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1" name="pl3311"/>
            <p:cNvSpPr/>
            <p:nvPr/>
          </p:nvSpPr>
          <p:spPr>
            <a:xfrm>
              <a:off x="6505105" y="5531620"/>
              <a:ext cx="8978" cy="1766"/>
            </a:xfrm>
            <a:custGeom>
              <a:avLst/>
              <a:pathLst>
                <a:path w="8978" h="1766">
                  <a:moveTo>
                    <a:pt x="0" y="1766"/>
                  </a:moveTo>
                  <a:lnTo>
                    <a:pt x="897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2" name="pl3312"/>
            <p:cNvSpPr/>
            <p:nvPr/>
          </p:nvSpPr>
          <p:spPr>
            <a:xfrm>
              <a:off x="6487126" y="5535113"/>
              <a:ext cx="8993" cy="1689"/>
            </a:xfrm>
            <a:custGeom>
              <a:avLst/>
              <a:pathLst>
                <a:path w="8993" h="1689">
                  <a:moveTo>
                    <a:pt x="0" y="1689"/>
                  </a:moveTo>
                  <a:lnTo>
                    <a:pt x="899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3" name="pl3313"/>
            <p:cNvSpPr/>
            <p:nvPr/>
          </p:nvSpPr>
          <p:spPr>
            <a:xfrm>
              <a:off x="6491085" y="5529647"/>
              <a:ext cx="17947" cy="3450"/>
            </a:xfrm>
            <a:custGeom>
              <a:avLst/>
              <a:pathLst>
                <a:path w="17947" h="3450">
                  <a:moveTo>
                    <a:pt x="0" y="3450"/>
                  </a:moveTo>
                  <a:lnTo>
                    <a:pt x="179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4" name="pl3314"/>
            <p:cNvSpPr/>
            <p:nvPr/>
          </p:nvSpPr>
          <p:spPr>
            <a:xfrm>
              <a:off x="6460103" y="5540066"/>
              <a:ext cx="9014" cy="1574"/>
            </a:xfrm>
            <a:custGeom>
              <a:avLst/>
              <a:pathLst>
                <a:path w="9014" h="1574">
                  <a:moveTo>
                    <a:pt x="0" y="1574"/>
                  </a:moveTo>
                  <a:lnTo>
                    <a:pt x="90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5" name="pl3315"/>
            <p:cNvSpPr/>
            <p:nvPr/>
          </p:nvSpPr>
          <p:spPr>
            <a:xfrm>
              <a:off x="6464361" y="5537020"/>
              <a:ext cx="13504" cy="2402"/>
            </a:xfrm>
            <a:custGeom>
              <a:avLst/>
              <a:pathLst>
                <a:path w="13504" h="2402">
                  <a:moveTo>
                    <a:pt x="0" y="2402"/>
                  </a:moveTo>
                  <a:lnTo>
                    <a:pt x="135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6" name="pl3316"/>
            <p:cNvSpPr/>
            <p:nvPr/>
          </p:nvSpPr>
          <p:spPr>
            <a:xfrm>
              <a:off x="6423981" y="5546131"/>
              <a:ext cx="9039" cy="1419"/>
            </a:xfrm>
            <a:custGeom>
              <a:avLst/>
              <a:pathLst>
                <a:path w="9039" h="1419">
                  <a:moveTo>
                    <a:pt x="0" y="1419"/>
                  </a:moveTo>
                  <a:lnTo>
                    <a:pt x="90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7" name="pl3317"/>
            <p:cNvSpPr/>
            <p:nvPr/>
          </p:nvSpPr>
          <p:spPr>
            <a:xfrm>
              <a:off x="6428275" y="5543235"/>
              <a:ext cx="13543" cy="2171"/>
            </a:xfrm>
            <a:custGeom>
              <a:avLst/>
              <a:pathLst>
                <a:path w="13543" h="2171">
                  <a:moveTo>
                    <a:pt x="0" y="2171"/>
                  </a:moveTo>
                  <a:lnTo>
                    <a:pt x="135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8" name="pl3318"/>
            <p:cNvSpPr/>
            <p:nvPr/>
          </p:nvSpPr>
          <p:spPr>
            <a:xfrm>
              <a:off x="6434818" y="5540301"/>
              <a:ext cx="15780" cy="2591"/>
            </a:xfrm>
            <a:custGeom>
              <a:avLst/>
              <a:pathLst>
                <a:path w="15780" h="2591">
                  <a:moveTo>
                    <a:pt x="0" y="2591"/>
                  </a:moveTo>
                  <a:lnTo>
                    <a:pt x="1578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9" name="pl3319"/>
            <p:cNvSpPr/>
            <p:nvPr/>
          </p:nvSpPr>
          <p:spPr>
            <a:xfrm>
              <a:off x="6369621" y="5554071"/>
              <a:ext cx="9073" cy="1187"/>
            </a:xfrm>
            <a:custGeom>
              <a:avLst/>
              <a:pathLst>
                <a:path w="9073" h="1187">
                  <a:moveTo>
                    <a:pt x="0" y="1187"/>
                  </a:moveTo>
                  <a:lnTo>
                    <a:pt x="9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0" name="pl3320"/>
            <p:cNvSpPr/>
            <p:nvPr/>
          </p:nvSpPr>
          <p:spPr>
            <a:xfrm>
              <a:off x="6373969" y="5551401"/>
              <a:ext cx="13594" cy="1824"/>
            </a:xfrm>
            <a:custGeom>
              <a:avLst/>
              <a:pathLst>
                <a:path w="13594" h="1824">
                  <a:moveTo>
                    <a:pt x="0" y="1824"/>
                  </a:moveTo>
                  <a:lnTo>
                    <a:pt x="1359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1" name="pl3321"/>
            <p:cNvSpPr/>
            <p:nvPr/>
          </p:nvSpPr>
          <p:spPr>
            <a:xfrm>
              <a:off x="6380575" y="5548694"/>
              <a:ext cx="15841" cy="2186"/>
            </a:xfrm>
            <a:custGeom>
              <a:avLst/>
              <a:pathLst>
                <a:path w="15841" h="2186">
                  <a:moveTo>
                    <a:pt x="0" y="2186"/>
                  </a:moveTo>
                  <a:lnTo>
                    <a:pt x="158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2" name="pl3322"/>
            <p:cNvSpPr/>
            <p:nvPr/>
          </p:nvSpPr>
          <p:spPr>
            <a:xfrm>
              <a:off x="6388298" y="5545949"/>
              <a:ext cx="16952" cy="2408"/>
            </a:xfrm>
            <a:custGeom>
              <a:avLst/>
              <a:pathLst>
                <a:path w="16952" h="2408">
                  <a:moveTo>
                    <a:pt x="0" y="2408"/>
                  </a:moveTo>
                  <a:lnTo>
                    <a:pt x="1695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3" name="pl3323"/>
            <p:cNvSpPr/>
            <p:nvPr/>
          </p:nvSpPr>
          <p:spPr>
            <a:xfrm>
              <a:off x="6396572" y="5543168"/>
              <a:ext cx="17495" cy="2559"/>
            </a:xfrm>
            <a:custGeom>
              <a:avLst/>
              <a:pathLst>
                <a:path w="17495" h="2559">
                  <a:moveTo>
                    <a:pt x="0" y="2559"/>
                  </a:moveTo>
                  <a:lnTo>
                    <a:pt x="174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4" name="pl3324"/>
            <p:cNvSpPr/>
            <p:nvPr/>
          </p:nvSpPr>
          <p:spPr>
            <a:xfrm>
              <a:off x="6351460" y="5556409"/>
              <a:ext cx="9083" cy="1110"/>
            </a:xfrm>
            <a:custGeom>
              <a:avLst/>
              <a:pathLst>
                <a:path w="9083" h="1110">
                  <a:moveTo>
                    <a:pt x="0" y="1110"/>
                  </a:moveTo>
                  <a:lnTo>
                    <a:pt x="908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5" name="pl3325"/>
            <p:cNvSpPr/>
            <p:nvPr/>
          </p:nvSpPr>
          <p:spPr>
            <a:xfrm>
              <a:off x="6333280" y="5558591"/>
              <a:ext cx="9092" cy="1032"/>
            </a:xfrm>
            <a:custGeom>
              <a:avLst/>
              <a:pathLst>
                <a:path w="9092" h="1032">
                  <a:moveTo>
                    <a:pt x="0" y="1032"/>
                  </a:moveTo>
                  <a:lnTo>
                    <a:pt x="90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6" name="pl3326"/>
            <p:cNvSpPr/>
            <p:nvPr/>
          </p:nvSpPr>
          <p:spPr>
            <a:xfrm>
              <a:off x="6305978" y="5561573"/>
              <a:ext cx="9104" cy="916"/>
            </a:xfrm>
            <a:custGeom>
              <a:avLst/>
              <a:pathLst>
                <a:path w="9104" h="916">
                  <a:moveTo>
                    <a:pt x="0" y="916"/>
                  </a:moveTo>
                  <a:lnTo>
                    <a:pt x="91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7" name="pl3327"/>
            <p:cNvSpPr/>
            <p:nvPr/>
          </p:nvSpPr>
          <p:spPr>
            <a:xfrm>
              <a:off x="6310384" y="5559169"/>
              <a:ext cx="13643" cy="1417"/>
            </a:xfrm>
            <a:custGeom>
              <a:avLst/>
              <a:pathLst>
                <a:path w="13643" h="1417">
                  <a:moveTo>
                    <a:pt x="0" y="1417"/>
                  </a:moveTo>
                  <a:lnTo>
                    <a:pt x="1364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8" name="pl3328"/>
            <p:cNvSpPr/>
            <p:nvPr/>
          </p:nvSpPr>
          <p:spPr>
            <a:xfrm>
              <a:off x="6316906" y="5554768"/>
              <a:ext cx="20426" cy="2221"/>
            </a:xfrm>
            <a:custGeom>
              <a:avLst/>
              <a:pathLst>
                <a:path w="20426" h="2221">
                  <a:moveTo>
                    <a:pt x="0" y="2221"/>
                  </a:moveTo>
                  <a:lnTo>
                    <a:pt x="204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9" name="pl3329"/>
            <p:cNvSpPr/>
            <p:nvPr/>
          </p:nvSpPr>
          <p:spPr>
            <a:xfrm>
              <a:off x="6326807" y="5549736"/>
              <a:ext cx="28310" cy="3269"/>
            </a:xfrm>
            <a:custGeom>
              <a:avLst/>
              <a:pathLst>
                <a:path w="28310" h="3269">
                  <a:moveTo>
                    <a:pt x="0" y="3269"/>
                  </a:moveTo>
                  <a:lnTo>
                    <a:pt x="283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0" name="pl3330"/>
            <p:cNvSpPr/>
            <p:nvPr/>
          </p:nvSpPr>
          <p:spPr>
            <a:xfrm>
              <a:off x="6339965" y="5538793"/>
              <a:ext cx="31972" cy="3937"/>
            </a:xfrm>
            <a:custGeom>
              <a:avLst/>
              <a:pathLst>
                <a:path w="31972" h="3937">
                  <a:moveTo>
                    <a:pt x="0" y="3937"/>
                  </a:moveTo>
                  <a:lnTo>
                    <a:pt x="319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1" name="pl3331"/>
            <p:cNvSpPr/>
            <p:nvPr/>
          </p:nvSpPr>
          <p:spPr>
            <a:xfrm>
              <a:off x="6371937" y="5534372"/>
              <a:ext cx="31908" cy="4421"/>
            </a:xfrm>
            <a:custGeom>
              <a:avLst/>
              <a:pathLst>
                <a:path w="31908" h="4421">
                  <a:moveTo>
                    <a:pt x="0" y="4421"/>
                  </a:moveTo>
                  <a:lnTo>
                    <a:pt x="319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2" name="pl3332"/>
            <p:cNvSpPr/>
            <p:nvPr/>
          </p:nvSpPr>
          <p:spPr>
            <a:xfrm>
              <a:off x="6371180" y="5528244"/>
              <a:ext cx="34271" cy="4769"/>
            </a:xfrm>
            <a:custGeom>
              <a:avLst/>
              <a:pathLst>
                <a:path w="34271" h="4769">
                  <a:moveTo>
                    <a:pt x="0" y="4769"/>
                  </a:moveTo>
                  <a:lnTo>
                    <a:pt x="342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3" name="pl3333"/>
            <p:cNvSpPr/>
            <p:nvPr/>
          </p:nvSpPr>
          <p:spPr>
            <a:xfrm>
              <a:off x="6405452" y="5522916"/>
              <a:ext cx="34189" cy="5327"/>
            </a:xfrm>
            <a:custGeom>
              <a:avLst/>
              <a:pathLst>
                <a:path w="34189" h="5327">
                  <a:moveTo>
                    <a:pt x="0" y="5327"/>
                  </a:moveTo>
                  <a:lnTo>
                    <a:pt x="341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4" name="pl3334"/>
            <p:cNvSpPr/>
            <p:nvPr/>
          </p:nvSpPr>
          <p:spPr>
            <a:xfrm>
              <a:off x="6404814" y="5513839"/>
              <a:ext cx="61960" cy="10078"/>
            </a:xfrm>
            <a:custGeom>
              <a:avLst/>
              <a:pathLst>
                <a:path w="61960" h="10078">
                  <a:moveTo>
                    <a:pt x="0" y="10078"/>
                  </a:moveTo>
                  <a:lnTo>
                    <a:pt x="619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5" name="pl3335"/>
            <p:cNvSpPr/>
            <p:nvPr/>
          </p:nvSpPr>
          <p:spPr>
            <a:xfrm>
              <a:off x="6434896" y="5502769"/>
              <a:ext cx="59663" cy="10585"/>
            </a:xfrm>
            <a:custGeom>
              <a:avLst/>
              <a:pathLst>
                <a:path w="59663" h="10585">
                  <a:moveTo>
                    <a:pt x="0" y="10585"/>
                  </a:moveTo>
                  <a:lnTo>
                    <a:pt x="596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6" name="pl3336"/>
            <p:cNvSpPr/>
            <p:nvPr/>
          </p:nvSpPr>
          <p:spPr>
            <a:xfrm>
              <a:off x="6464002" y="5498144"/>
              <a:ext cx="31448" cy="5826"/>
            </a:xfrm>
            <a:custGeom>
              <a:avLst/>
              <a:pathLst>
                <a:path w="31448" h="5826">
                  <a:moveTo>
                    <a:pt x="0" y="5826"/>
                  </a:moveTo>
                  <a:lnTo>
                    <a:pt x="314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7" name="pl3337"/>
            <p:cNvSpPr/>
            <p:nvPr/>
          </p:nvSpPr>
          <p:spPr>
            <a:xfrm>
              <a:off x="6495451" y="5491841"/>
              <a:ext cx="31356" cy="6302"/>
            </a:xfrm>
            <a:custGeom>
              <a:avLst/>
              <a:pathLst>
                <a:path w="31356" h="6302">
                  <a:moveTo>
                    <a:pt x="0" y="6302"/>
                  </a:moveTo>
                  <a:lnTo>
                    <a:pt x="3135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8" name="pl3338"/>
            <p:cNvSpPr/>
            <p:nvPr/>
          </p:nvSpPr>
          <p:spPr>
            <a:xfrm>
              <a:off x="6278641" y="5564205"/>
              <a:ext cx="9115" cy="799"/>
            </a:xfrm>
            <a:custGeom>
              <a:avLst/>
              <a:pathLst>
                <a:path w="9115" h="799">
                  <a:moveTo>
                    <a:pt x="0" y="799"/>
                  </a:moveTo>
                  <a:lnTo>
                    <a:pt x="91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9" name="pl3339"/>
            <p:cNvSpPr/>
            <p:nvPr/>
          </p:nvSpPr>
          <p:spPr>
            <a:xfrm>
              <a:off x="6283072" y="5561916"/>
              <a:ext cx="13660" cy="1242"/>
            </a:xfrm>
            <a:custGeom>
              <a:avLst/>
              <a:pathLst>
                <a:path w="13660" h="1242">
                  <a:moveTo>
                    <a:pt x="0" y="1242"/>
                  </a:moveTo>
                  <a:lnTo>
                    <a:pt x="13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0" name="pl3340"/>
            <p:cNvSpPr/>
            <p:nvPr/>
          </p:nvSpPr>
          <p:spPr>
            <a:xfrm>
              <a:off x="6242146" y="5567171"/>
              <a:ext cx="9128" cy="643"/>
            </a:xfrm>
            <a:custGeom>
              <a:avLst/>
              <a:pathLst>
                <a:path w="9128" h="643">
                  <a:moveTo>
                    <a:pt x="0" y="643"/>
                  </a:moveTo>
                  <a:lnTo>
                    <a:pt x="91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1" name="pl3341"/>
            <p:cNvSpPr/>
            <p:nvPr/>
          </p:nvSpPr>
          <p:spPr>
            <a:xfrm>
              <a:off x="6246608" y="5565035"/>
              <a:ext cx="13679" cy="1009"/>
            </a:xfrm>
            <a:custGeom>
              <a:avLst/>
              <a:pathLst>
                <a:path w="13679" h="1009">
                  <a:moveTo>
                    <a:pt x="0" y="1009"/>
                  </a:moveTo>
                  <a:lnTo>
                    <a:pt x="1367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2" name="pl3342"/>
            <p:cNvSpPr/>
            <p:nvPr/>
          </p:nvSpPr>
          <p:spPr>
            <a:xfrm>
              <a:off x="6253341" y="5562861"/>
              <a:ext cx="15944" cy="1236"/>
            </a:xfrm>
            <a:custGeom>
              <a:avLst/>
              <a:pathLst>
                <a:path w="15944" h="1236">
                  <a:moveTo>
                    <a:pt x="0" y="1236"/>
                  </a:moveTo>
                  <a:lnTo>
                    <a:pt x="159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3" name="pl3343"/>
            <p:cNvSpPr/>
            <p:nvPr/>
          </p:nvSpPr>
          <p:spPr>
            <a:xfrm>
              <a:off x="6223882" y="5568420"/>
              <a:ext cx="9133" cy="566"/>
            </a:xfrm>
            <a:custGeom>
              <a:avLst/>
              <a:pathLst>
                <a:path w="9133" h="566">
                  <a:moveTo>
                    <a:pt x="0" y="566"/>
                  </a:moveTo>
                  <a:lnTo>
                    <a:pt x="913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4" name="pl3344"/>
            <p:cNvSpPr/>
            <p:nvPr/>
          </p:nvSpPr>
          <p:spPr>
            <a:xfrm>
              <a:off x="6205609" y="5569513"/>
              <a:ext cx="9137" cy="488"/>
            </a:xfrm>
            <a:custGeom>
              <a:avLst/>
              <a:pathLst>
                <a:path w="9137" h="488">
                  <a:moveTo>
                    <a:pt x="0" y="488"/>
                  </a:moveTo>
                  <a:lnTo>
                    <a:pt x="91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5" name="pl3345"/>
            <p:cNvSpPr/>
            <p:nvPr/>
          </p:nvSpPr>
          <p:spPr>
            <a:xfrm>
              <a:off x="6187327" y="5570450"/>
              <a:ext cx="9141" cy="409"/>
            </a:xfrm>
            <a:custGeom>
              <a:avLst/>
              <a:pathLst>
                <a:path w="9141" h="409">
                  <a:moveTo>
                    <a:pt x="0" y="409"/>
                  </a:moveTo>
                  <a:lnTo>
                    <a:pt x="91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6" name="pl3346"/>
            <p:cNvSpPr/>
            <p:nvPr/>
          </p:nvSpPr>
          <p:spPr>
            <a:xfrm>
              <a:off x="6159893" y="5571563"/>
              <a:ext cx="9146" cy="292"/>
            </a:xfrm>
            <a:custGeom>
              <a:avLst/>
              <a:pathLst>
                <a:path w="9146" h="292">
                  <a:moveTo>
                    <a:pt x="0" y="292"/>
                  </a:moveTo>
                  <a:lnTo>
                    <a:pt x="91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7" name="pl3347"/>
            <p:cNvSpPr/>
            <p:nvPr/>
          </p:nvSpPr>
          <p:spPr>
            <a:xfrm>
              <a:off x="6132449" y="5572324"/>
              <a:ext cx="9149" cy="175"/>
            </a:xfrm>
            <a:custGeom>
              <a:avLst/>
              <a:pathLst>
                <a:path w="9149" h="175">
                  <a:moveTo>
                    <a:pt x="0" y="175"/>
                  </a:moveTo>
                  <a:lnTo>
                    <a:pt x="91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8" name="pl3348"/>
            <p:cNvSpPr/>
            <p:nvPr/>
          </p:nvSpPr>
          <p:spPr>
            <a:xfrm>
              <a:off x="6136995" y="5570652"/>
              <a:ext cx="13713" cy="307"/>
            </a:xfrm>
            <a:custGeom>
              <a:avLst/>
              <a:pathLst>
                <a:path w="13713" h="307">
                  <a:moveTo>
                    <a:pt x="0" y="307"/>
                  </a:moveTo>
                  <a:lnTo>
                    <a:pt x="137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9" name="pl3349"/>
            <p:cNvSpPr/>
            <p:nvPr/>
          </p:nvSpPr>
          <p:spPr>
            <a:xfrm>
              <a:off x="6143787" y="5567344"/>
              <a:ext cx="20539" cy="559"/>
            </a:xfrm>
            <a:custGeom>
              <a:avLst/>
              <a:pathLst>
                <a:path w="20539" h="559">
                  <a:moveTo>
                    <a:pt x="0" y="559"/>
                  </a:moveTo>
                  <a:lnTo>
                    <a:pt x="2053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0" name="pl3350"/>
            <p:cNvSpPr/>
            <p:nvPr/>
          </p:nvSpPr>
          <p:spPr>
            <a:xfrm>
              <a:off x="6154018" y="5565405"/>
              <a:ext cx="23942" cy="785"/>
            </a:xfrm>
            <a:custGeom>
              <a:avLst/>
              <a:pathLst>
                <a:path w="23942" h="785">
                  <a:moveTo>
                    <a:pt x="0" y="785"/>
                  </a:moveTo>
                  <a:lnTo>
                    <a:pt x="239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1" name="pl3351"/>
            <p:cNvSpPr/>
            <p:nvPr/>
          </p:nvSpPr>
          <p:spPr>
            <a:xfrm>
              <a:off x="6165894" y="5561924"/>
              <a:ext cx="25612" cy="994"/>
            </a:xfrm>
            <a:custGeom>
              <a:avLst/>
              <a:pathLst>
                <a:path w="25612" h="994">
                  <a:moveTo>
                    <a:pt x="0" y="994"/>
                  </a:moveTo>
                  <a:lnTo>
                    <a:pt x="256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2" name="pl3352"/>
            <p:cNvSpPr/>
            <p:nvPr/>
          </p:nvSpPr>
          <p:spPr>
            <a:xfrm>
              <a:off x="6178589" y="5558119"/>
              <a:ext cx="30967" cy="1428"/>
            </a:xfrm>
            <a:custGeom>
              <a:avLst/>
              <a:pathLst>
                <a:path w="30967" h="1428">
                  <a:moveTo>
                    <a:pt x="0" y="1428"/>
                  </a:moveTo>
                  <a:lnTo>
                    <a:pt x="3096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3" name="pl3353"/>
            <p:cNvSpPr/>
            <p:nvPr/>
          </p:nvSpPr>
          <p:spPr>
            <a:xfrm>
              <a:off x="6114148" y="5572637"/>
              <a:ext cx="9150" cy="97"/>
            </a:xfrm>
            <a:custGeom>
              <a:avLst/>
              <a:pathLst>
                <a:path w="9150" h="97">
                  <a:moveTo>
                    <a:pt x="0" y="97"/>
                  </a:moveTo>
                  <a:lnTo>
                    <a:pt x="9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4" name="pl3354"/>
            <p:cNvSpPr/>
            <p:nvPr/>
          </p:nvSpPr>
          <p:spPr>
            <a:xfrm>
              <a:off x="6095847" y="5572793"/>
              <a:ext cx="9150" cy="19"/>
            </a:xfrm>
            <a:custGeom>
              <a:avLst/>
              <a:pathLst>
                <a:path w="9150" h="19">
                  <a:moveTo>
                    <a:pt x="0" y="19"/>
                  </a:moveTo>
                  <a:lnTo>
                    <a:pt x="91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5" name="pl3355"/>
            <p:cNvSpPr/>
            <p:nvPr/>
          </p:nvSpPr>
          <p:spPr>
            <a:xfrm>
              <a:off x="6068395" y="5572637"/>
              <a:ext cx="9150" cy="97"/>
            </a:xfrm>
            <a:custGeom>
              <a:avLst/>
              <a:pathLst>
                <a:path w="9150" h="97">
                  <a:moveTo>
                    <a:pt x="0" y="0"/>
                  </a:moveTo>
                  <a:lnTo>
                    <a:pt x="9150" y="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6" name="pl3356"/>
            <p:cNvSpPr/>
            <p:nvPr/>
          </p:nvSpPr>
          <p:spPr>
            <a:xfrm>
              <a:off x="6040948" y="5572109"/>
              <a:ext cx="9148" cy="214"/>
            </a:xfrm>
            <a:custGeom>
              <a:avLst/>
              <a:pathLst>
                <a:path w="9148" h="214">
                  <a:moveTo>
                    <a:pt x="0" y="0"/>
                  </a:moveTo>
                  <a:lnTo>
                    <a:pt x="9148" y="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7" name="pl3357"/>
            <p:cNvSpPr/>
            <p:nvPr/>
          </p:nvSpPr>
          <p:spPr>
            <a:xfrm>
              <a:off x="6045557" y="5570765"/>
              <a:ext cx="13714" cy="278"/>
            </a:xfrm>
            <a:custGeom>
              <a:avLst/>
              <a:pathLst>
                <a:path w="13714" h="278">
                  <a:moveTo>
                    <a:pt x="0" y="0"/>
                  </a:moveTo>
                  <a:lnTo>
                    <a:pt x="13714" y="2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8" name="pl3358"/>
            <p:cNvSpPr/>
            <p:nvPr/>
          </p:nvSpPr>
          <p:spPr>
            <a:xfrm>
              <a:off x="6004367" y="5570860"/>
              <a:ext cx="9143" cy="370"/>
            </a:xfrm>
            <a:custGeom>
              <a:avLst/>
              <a:pathLst>
                <a:path w="9143" h="370">
                  <a:moveTo>
                    <a:pt x="0" y="0"/>
                  </a:moveTo>
                  <a:lnTo>
                    <a:pt x="9143" y="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9" name="pl3359"/>
            <p:cNvSpPr/>
            <p:nvPr/>
          </p:nvSpPr>
          <p:spPr>
            <a:xfrm>
              <a:off x="6008997" y="5569594"/>
              <a:ext cx="13707" cy="512"/>
            </a:xfrm>
            <a:custGeom>
              <a:avLst/>
              <a:pathLst>
                <a:path w="13707" h="512">
                  <a:moveTo>
                    <a:pt x="0" y="0"/>
                  </a:moveTo>
                  <a:lnTo>
                    <a:pt x="13707" y="5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0" name="pl3360"/>
            <p:cNvSpPr/>
            <p:nvPr/>
          </p:nvSpPr>
          <p:spPr>
            <a:xfrm>
              <a:off x="6015905" y="5568405"/>
              <a:ext cx="15983" cy="537"/>
            </a:xfrm>
            <a:custGeom>
              <a:avLst/>
              <a:pathLst>
                <a:path w="15983" h="537">
                  <a:moveTo>
                    <a:pt x="0" y="0"/>
                  </a:moveTo>
                  <a:lnTo>
                    <a:pt x="15983" y="5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1" name="pl3361"/>
            <p:cNvSpPr/>
            <p:nvPr/>
          </p:nvSpPr>
          <p:spPr>
            <a:xfrm>
              <a:off x="6024043" y="5564319"/>
              <a:ext cx="28488" cy="767"/>
            </a:xfrm>
            <a:custGeom>
              <a:avLst/>
              <a:pathLst>
                <a:path w="28488" h="767">
                  <a:moveTo>
                    <a:pt x="0" y="0"/>
                  </a:moveTo>
                  <a:lnTo>
                    <a:pt x="28488" y="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2" name="pl3362"/>
            <p:cNvSpPr/>
            <p:nvPr/>
          </p:nvSpPr>
          <p:spPr>
            <a:xfrm>
              <a:off x="6038365" y="5561836"/>
              <a:ext cx="34714" cy="652"/>
            </a:xfrm>
            <a:custGeom>
              <a:avLst/>
              <a:pathLst>
                <a:path w="34714" h="652">
                  <a:moveTo>
                    <a:pt x="0" y="0"/>
                  </a:moveTo>
                  <a:lnTo>
                    <a:pt x="34714" y="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3" name="pl3363"/>
            <p:cNvSpPr/>
            <p:nvPr/>
          </p:nvSpPr>
          <p:spPr>
            <a:xfrm>
              <a:off x="6055748" y="5560776"/>
              <a:ext cx="30998" cy="357"/>
            </a:xfrm>
            <a:custGeom>
              <a:avLst/>
              <a:pathLst>
                <a:path w="30998" h="357">
                  <a:moveTo>
                    <a:pt x="0" y="0"/>
                  </a:moveTo>
                  <a:lnTo>
                    <a:pt x="30998" y="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4" name="pl3364"/>
            <p:cNvSpPr/>
            <p:nvPr/>
          </p:nvSpPr>
          <p:spPr>
            <a:xfrm>
              <a:off x="6071280" y="5558097"/>
              <a:ext cx="29111" cy="136"/>
            </a:xfrm>
            <a:custGeom>
              <a:avLst/>
              <a:pathLst>
                <a:path w="29111" h="136">
                  <a:moveTo>
                    <a:pt x="0" y="0"/>
                  </a:moveTo>
                  <a:lnTo>
                    <a:pt x="29111" y="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5" name="pl3365"/>
            <p:cNvSpPr/>
            <p:nvPr/>
          </p:nvSpPr>
          <p:spPr>
            <a:xfrm>
              <a:off x="6085849" y="5555203"/>
              <a:ext cx="32687" cy="97"/>
            </a:xfrm>
            <a:custGeom>
              <a:avLst/>
              <a:pathLst>
                <a:path w="32687" h="97">
                  <a:moveTo>
                    <a:pt x="0" y="97"/>
                  </a:moveTo>
                  <a:lnTo>
                    <a:pt x="326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6" name="pl3366"/>
            <p:cNvSpPr/>
            <p:nvPr/>
          </p:nvSpPr>
          <p:spPr>
            <a:xfrm>
              <a:off x="5976948" y="5569513"/>
              <a:ext cx="9137" cy="488"/>
            </a:xfrm>
            <a:custGeom>
              <a:avLst/>
              <a:pathLst>
                <a:path w="9137" h="488">
                  <a:moveTo>
                    <a:pt x="0" y="0"/>
                  </a:moveTo>
                  <a:lnTo>
                    <a:pt x="9137" y="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7" name="pl3367"/>
            <p:cNvSpPr/>
            <p:nvPr/>
          </p:nvSpPr>
          <p:spPr>
            <a:xfrm>
              <a:off x="5949548" y="5567815"/>
              <a:ext cx="9130" cy="604"/>
            </a:xfrm>
            <a:custGeom>
              <a:avLst/>
              <a:pathLst>
                <a:path w="9130" h="604">
                  <a:moveTo>
                    <a:pt x="0" y="0"/>
                  </a:moveTo>
                  <a:lnTo>
                    <a:pt x="9130" y="6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8" name="pl3368"/>
            <p:cNvSpPr/>
            <p:nvPr/>
          </p:nvSpPr>
          <p:spPr>
            <a:xfrm>
              <a:off x="5931295" y="5566488"/>
              <a:ext cx="9125" cy="682"/>
            </a:xfrm>
            <a:custGeom>
              <a:avLst/>
              <a:pathLst>
                <a:path w="9125" h="682">
                  <a:moveTo>
                    <a:pt x="0" y="0"/>
                  </a:moveTo>
                  <a:lnTo>
                    <a:pt x="9125" y="6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9" name="pl3369"/>
            <p:cNvSpPr/>
            <p:nvPr/>
          </p:nvSpPr>
          <p:spPr>
            <a:xfrm>
              <a:off x="5913053" y="5565005"/>
              <a:ext cx="9119" cy="760"/>
            </a:xfrm>
            <a:custGeom>
              <a:avLst/>
              <a:pathLst>
                <a:path w="9119" h="760">
                  <a:moveTo>
                    <a:pt x="0" y="0"/>
                  </a:moveTo>
                  <a:lnTo>
                    <a:pt x="9119" y="7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0" name="pl3370"/>
            <p:cNvSpPr/>
            <p:nvPr/>
          </p:nvSpPr>
          <p:spPr>
            <a:xfrm>
              <a:off x="5894825" y="5563367"/>
              <a:ext cx="9112" cy="838"/>
            </a:xfrm>
            <a:custGeom>
              <a:avLst/>
              <a:pathLst>
                <a:path w="9112" h="838">
                  <a:moveTo>
                    <a:pt x="0" y="0"/>
                  </a:moveTo>
                  <a:lnTo>
                    <a:pt x="9112" y="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1" name="pl3371"/>
            <p:cNvSpPr/>
            <p:nvPr/>
          </p:nvSpPr>
          <p:spPr>
            <a:xfrm>
              <a:off x="5899648" y="5560888"/>
              <a:ext cx="18206" cy="1597"/>
            </a:xfrm>
            <a:custGeom>
              <a:avLst/>
              <a:pathLst>
                <a:path w="18206" h="1597">
                  <a:moveTo>
                    <a:pt x="0" y="0"/>
                  </a:moveTo>
                  <a:lnTo>
                    <a:pt x="18206" y="1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2" name="pl3372"/>
            <p:cNvSpPr/>
            <p:nvPr/>
          </p:nvSpPr>
          <p:spPr>
            <a:xfrm>
              <a:off x="5909005" y="5558803"/>
              <a:ext cx="27287" cy="2217"/>
            </a:xfrm>
            <a:custGeom>
              <a:avLst/>
              <a:pathLst>
                <a:path w="27287" h="2217">
                  <a:moveTo>
                    <a:pt x="0" y="0"/>
                  </a:moveTo>
                  <a:lnTo>
                    <a:pt x="27287" y="22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3" name="pl3373"/>
            <p:cNvSpPr/>
            <p:nvPr/>
          </p:nvSpPr>
          <p:spPr>
            <a:xfrm>
              <a:off x="5858414" y="5559624"/>
              <a:ext cx="9096" cy="994"/>
            </a:xfrm>
            <a:custGeom>
              <a:avLst/>
              <a:pathLst>
                <a:path w="9096" h="994">
                  <a:moveTo>
                    <a:pt x="0" y="0"/>
                  </a:moveTo>
                  <a:lnTo>
                    <a:pt x="9096" y="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4" name="pl3374"/>
            <p:cNvSpPr/>
            <p:nvPr/>
          </p:nvSpPr>
          <p:spPr>
            <a:xfrm>
              <a:off x="5863121" y="5558677"/>
              <a:ext cx="13640" cy="1446"/>
            </a:xfrm>
            <a:custGeom>
              <a:avLst/>
              <a:pathLst>
                <a:path w="13640" h="1446">
                  <a:moveTo>
                    <a:pt x="0" y="0"/>
                  </a:moveTo>
                  <a:lnTo>
                    <a:pt x="13640" y="1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5" name="pl3375"/>
            <p:cNvSpPr/>
            <p:nvPr/>
          </p:nvSpPr>
          <p:spPr>
            <a:xfrm>
              <a:off x="5831151" y="5556409"/>
              <a:ext cx="9083" cy="1110"/>
            </a:xfrm>
            <a:custGeom>
              <a:avLst/>
              <a:pathLst>
                <a:path w="9083" h="1110">
                  <a:moveTo>
                    <a:pt x="0" y="0"/>
                  </a:moveTo>
                  <a:lnTo>
                    <a:pt x="9083" y="11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6" name="pl3376"/>
            <p:cNvSpPr/>
            <p:nvPr/>
          </p:nvSpPr>
          <p:spPr>
            <a:xfrm>
              <a:off x="5812999" y="5554071"/>
              <a:ext cx="9073" cy="1187"/>
            </a:xfrm>
            <a:custGeom>
              <a:avLst/>
              <a:pathLst>
                <a:path w="9073" h="1187">
                  <a:moveTo>
                    <a:pt x="0" y="0"/>
                  </a:moveTo>
                  <a:lnTo>
                    <a:pt x="9073" y="11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7" name="pl3377"/>
            <p:cNvSpPr/>
            <p:nvPr/>
          </p:nvSpPr>
          <p:spPr>
            <a:xfrm>
              <a:off x="5817914" y="5551780"/>
              <a:ext cx="18131" cy="2295"/>
            </a:xfrm>
            <a:custGeom>
              <a:avLst/>
              <a:pathLst>
                <a:path w="18131" h="2295">
                  <a:moveTo>
                    <a:pt x="0" y="0"/>
                  </a:moveTo>
                  <a:lnTo>
                    <a:pt x="18131" y="22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8" name="pl3378"/>
            <p:cNvSpPr/>
            <p:nvPr/>
          </p:nvSpPr>
          <p:spPr>
            <a:xfrm>
              <a:off x="5827160" y="5551501"/>
              <a:ext cx="22664" cy="2746"/>
            </a:xfrm>
            <a:custGeom>
              <a:avLst/>
              <a:pathLst>
                <a:path w="22664" h="2746">
                  <a:moveTo>
                    <a:pt x="0" y="0"/>
                  </a:moveTo>
                  <a:lnTo>
                    <a:pt x="22664" y="27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9" name="pl3379"/>
            <p:cNvSpPr/>
            <p:nvPr/>
          </p:nvSpPr>
          <p:spPr>
            <a:xfrm>
              <a:off x="5839015" y="5548564"/>
              <a:ext cx="31693" cy="3600"/>
            </a:xfrm>
            <a:custGeom>
              <a:avLst/>
              <a:pathLst>
                <a:path w="31693" h="3600">
                  <a:moveTo>
                    <a:pt x="0" y="0"/>
                  </a:moveTo>
                  <a:lnTo>
                    <a:pt x="31693" y="3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0" name="pl3380"/>
            <p:cNvSpPr/>
            <p:nvPr/>
          </p:nvSpPr>
          <p:spPr>
            <a:xfrm>
              <a:off x="5855019" y="5548976"/>
              <a:ext cx="31697" cy="3361"/>
            </a:xfrm>
            <a:custGeom>
              <a:avLst/>
              <a:pathLst>
                <a:path w="31697" h="3361">
                  <a:moveTo>
                    <a:pt x="0" y="0"/>
                  </a:moveTo>
                  <a:lnTo>
                    <a:pt x="31697" y="3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1" name="pl3381"/>
            <p:cNvSpPr/>
            <p:nvPr/>
          </p:nvSpPr>
          <p:spPr>
            <a:xfrm>
              <a:off x="5871784" y="5542020"/>
              <a:ext cx="51923" cy="4862"/>
            </a:xfrm>
            <a:custGeom>
              <a:avLst/>
              <a:pathLst>
                <a:path w="51923" h="4862">
                  <a:moveTo>
                    <a:pt x="0" y="0"/>
                  </a:moveTo>
                  <a:lnTo>
                    <a:pt x="51923" y="4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2" name="pl3382"/>
            <p:cNvSpPr/>
            <p:nvPr/>
          </p:nvSpPr>
          <p:spPr>
            <a:xfrm>
              <a:off x="5898002" y="5541708"/>
              <a:ext cx="57556" cy="4600"/>
            </a:xfrm>
            <a:custGeom>
              <a:avLst/>
              <a:pathLst>
                <a:path w="57556" h="4600">
                  <a:moveTo>
                    <a:pt x="0" y="0"/>
                  </a:moveTo>
                  <a:lnTo>
                    <a:pt x="57556" y="4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3" name="pl3383"/>
            <p:cNvSpPr/>
            <p:nvPr/>
          </p:nvSpPr>
          <p:spPr>
            <a:xfrm>
              <a:off x="5926881" y="5542752"/>
              <a:ext cx="42323" cy="2957"/>
            </a:xfrm>
            <a:custGeom>
              <a:avLst/>
              <a:pathLst>
                <a:path w="42323" h="2957">
                  <a:moveTo>
                    <a:pt x="0" y="0"/>
                  </a:moveTo>
                  <a:lnTo>
                    <a:pt x="42323" y="2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4" name="pl3384"/>
            <p:cNvSpPr/>
            <p:nvPr/>
          </p:nvSpPr>
          <p:spPr>
            <a:xfrm>
              <a:off x="5948239" y="5541429"/>
              <a:ext cx="34676" cy="2137"/>
            </a:xfrm>
            <a:custGeom>
              <a:avLst/>
              <a:pathLst>
                <a:path w="34676" h="2137">
                  <a:moveTo>
                    <a:pt x="0" y="0"/>
                  </a:moveTo>
                  <a:lnTo>
                    <a:pt x="34676" y="2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5" name="pl3385"/>
            <p:cNvSpPr/>
            <p:nvPr/>
          </p:nvSpPr>
          <p:spPr>
            <a:xfrm>
              <a:off x="5965662" y="5541114"/>
              <a:ext cx="30862" cy="1676"/>
            </a:xfrm>
            <a:custGeom>
              <a:avLst/>
              <a:pathLst>
                <a:path w="30862" h="1676">
                  <a:moveTo>
                    <a:pt x="0" y="0"/>
                  </a:moveTo>
                  <a:lnTo>
                    <a:pt x="30862" y="1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6" name="pl3386"/>
            <p:cNvSpPr/>
            <p:nvPr/>
          </p:nvSpPr>
          <p:spPr>
            <a:xfrm>
              <a:off x="5982197" y="5521635"/>
              <a:ext cx="59930" cy="2395"/>
            </a:xfrm>
            <a:custGeom>
              <a:avLst/>
              <a:pathLst>
                <a:path w="59930" h="2395">
                  <a:moveTo>
                    <a:pt x="0" y="0"/>
                  </a:moveTo>
                  <a:lnTo>
                    <a:pt x="59930" y="2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7" name="pl3387"/>
            <p:cNvSpPr/>
            <p:nvPr/>
          </p:nvSpPr>
          <p:spPr>
            <a:xfrm>
              <a:off x="6042128" y="5524030"/>
              <a:ext cx="59974" cy="679"/>
            </a:xfrm>
            <a:custGeom>
              <a:avLst/>
              <a:pathLst>
                <a:path w="59974" h="679">
                  <a:moveTo>
                    <a:pt x="0" y="0"/>
                  </a:moveTo>
                  <a:lnTo>
                    <a:pt x="59974" y="6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8" name="pl3388"/>
            <p:cNvSpPr/>
            <p:nvPr/>
          </p:nvSpPr>
          <p:spPr>
            <a:xfrm>
              <a:off x="6042501" y="5509461"/>
              <a:ext cx="49748" cy="680"/>
            </a:xfrm>
            <a:custGeom>
              <a:avLst/>
              <a:pathLst>
                <a:path w="49748" h="680">
                  <a:moveTo>
                    <a:pt x="0" y="0"/>
                  </a:moveTo>
                  <a:lnTo>
                    <a:pt x="49748" y="6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9" name="pl3389"/>
            <p:cNvSpPr/>
            <p:nvPr/>
          </p:nvSpPr>
          <p:spPr>
            <a:xfrm>
              <a:off x="6092250" y="5509633"/>
              <a:ext cx="49750" cy="508"/>
            </a:xfrm>
            <a:custGeom>
              <a:avLst/>
              <a:pathLst>
                <a:path w="49750" h="508">
                  <a:moveTo>
                    <a:pt x="0" y="508"/>
                  </a:moveTo>
                  <a:lnTo>
                    <a:pt x="4975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0" name="pl3390"/>
            <p:cNvSpPr/>
            <p:nvPr/>
          </p:nvSpPr>
          <p:spPr>
            <a:xfrm>
              <a:off x="6142001" y="5507935"/>
              <a:ext cx="49724" cy="1697"/>
            </a:xfrm>
            <a:custGeom>
              <a:avLst/>
              <a:pathLst>
                <a:path w="49724" h="1697">
                  <a:moveTo>
                    <a:pt x="0" y="1697"/>
                  </a:moveTo>
                  <a:lnTo>
                    <a:pt x="497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1" name="pl3391"/>
            <p:cNvSpPr/>
            <p:nvPr/>
          </p:nvSpPr>
          <p:spPr>
            <a:xfrm>
              <a:off x="6117097" y="5505879"/>
              <a:ext cx="53672" cy="1242"/>
            </a:xfrm>
            <a:custGeom>
              <a:avLst/>
              <a:pathLst>
                <a:path w="53672" h="1242">
                  <a:moveTo>
                    <a:pt x="0" y="1242"/>
                  </a:moveTo>
                  <a:lnTo>
                    <a:pt x="536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2" name="pl3392"/>
            <p:cNvSpPr/>
            <p:nvPr/>
          </p:nvSpPr>
          <p:spPr>
            <a:xfrm>
              <a:off x="6170770" y="5503251"/>
              <a:ext cx="53622" cy="2628"/>
            </a:xfrm>
            <a:custGeom>
              <a:avLst/>
              <a:pathLst>
                <a:path w="53622" h="2628">
                  <a:moveTo>
                    <a:pt x="0" y="2628"/>
                  </a:moveTo>
                  <a:lnTo>
                    <a:pt x="536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3" name="pl3393"/>
            <p:cNvSpPr/>
            <p:nvPr/>
          </p:nvSpPr>
          <p:spPr>
            <a:xfrm>
              <a:off x="6170560" y="5498069"/>
              <a:ext cx="42755" cy="1984"/>
            </a:xfrm>
            <a:custGeom>
              <a:avLst/>
              <a:pathLst>
                <a:path w="42755" h="1984">
                  <a:moveTo>
                    <a:pt x="0" y="1984"/>
                  </a:moveTo>
                  <a:lnTo>
                    <a:pt x="427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4" name="pl3394"/>
            <p:cNvSpPr/>
            <p:nvPr/>
          </p:nvSpPr>
          <p:spPr>
            <a:xfrm>
              <a:off x="6213315" y="5495201"/>
              <a:ext cx="42705" cy="2867"/>
            </a:xfrm>
            <a:custGeom>
              <a:avLst/>
              <a:pathLst>
                <a:path w="42705" h="2867">
                  <a:moveTo>
                    <a:pt x="0" y="2867"/>
                  </a:moveTo>
                  <a:lnTo>
                    <a:pt x="4270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5" name="pl3395"/>
            <p:cNvSpPr/>
            <p:nvPr/>
          </p:nvSpPr>
          <p:spPr>
            <a:xfrm>
              <a:off x="6213067" y="5491413"/>
              <a:ext cx="35073" cy="2290"/>
            </a:xfrm>
            <a:custGeom>
              <a:avLst/>
              <a:pathLst>
                <a:path w="35073" h="2290">
                  <a:moveTo>
                    <a:pt x="0" y="2290"/>
                  </a:moveTo>
                  <a:lnTo>
                    <a:pt x="3507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6" name="pl3396"/>
            <p:cNvSpPr/>
            <p:nvPr/>
          </p:nvSpPr>
          <p:spPr>
            <a:xfrm>
              <a:off x="6248141" y="5488527"/>
              <a:ext cx="35029" cy="2886"/>
            </a:xfrm>
            <a:custGeom>
              <a:avLst/>
              <a:pathLst>
                <a:path w="35029" h="2886">
                  <a:moveTo>
                    <a:pt x="0" y="2886"/>
                  </a:moveTo>
                  <a:lnTo>
                    <a:pt x="350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7" name="pl3397"/>
            <p:cNvSpPr/>
            <p:nvPr/>
          </p:nvSpPr>
          <p:spPr>
            <a:xfrm>
              <a:off x="5785811" y="5550275"/>
              <a:ext cx="9057" cy="1304"/>
            </a:xfrm>
            <a:custGeom>
              <a:avLst/>
              <a:pathLst>
                <a:path w="9057" h="1304">
                  <a:moveTo>
                    <a:pt x="0" y="0"/>
                  </a:moveTo>
                  <a:lnTo>
                    <a:pt x="9057" y="13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8" name="pl3398"/>
            <p:cNvSpPr/>
            <p:nvPr/>
          </p:nvSpPr>
          <p:spPr>
            <a:xfrm>
              <a:off x="5790547" y="5549490"/>
              <a:ext cx="13583" cy="1911"/>
            </a:xfrm>
            <a:custGeom>
              <a:avLst/>
              <a:pathLst>
                <a:path w="13583" h="1911">
                  <a:moveTo>
                    <a:pt x="0" y="0"/>
                  </a:moveTo>
                  <a:lnTo>
                    <a:pt x="13583" y="1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9" name="pl3399"/>
            <p:cNvSpPr/>
            <p:nvPr/>
          </p:nvSpPr>
          <p:spPr>
            <a:xfrm>
              <a:off x="5767713" y="5547551"/>
              <a:ext cx="9045" cy="1381"/>
            </a:xfrm>
            <a:custGeom>
              <a:avLst/>
              <a:pathLst>
                <a:path w="9045" h="1381">
                  <a:moveTo>
                    <a:pt x="0" y="0"/>
                  </a:moveTo>
                  <a:lnTo>
                    <a:pt x="9045" y="1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0" name="pl3400"/>
            <p:cNvSpPr/>
            <p:nvPr/>
          </p:nvSpPr>
          <p:spPr>
            <a:xfrm>
              <a:off x="5749640" y="5544673"/>
              <a:ext cx="9033" cy="1458"/>
            </a:xfrm>
            <a:custGeom>
              <a:avLst/>
              <a:pathLst>
                <a:path w="9033" h="1458">
                  <a:moveTo>
                    <a:pt x="0" y="0"/>
                  </a:moveTo>
                  <a:lnTo>
                    <a:pt x="9033" y="1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1" name="pl3401"/>
            <p:cNvSpPr/>
            <p:nvPr/>
          </p:nvSpPr>
          <p:spPr>
            <a:xfrm>
              <a:off x="5754620" y="5542529"/>
              <a:ext cx="18055" cy="2835"/>
            </a:xfrm>
            <a:custGeom>
              <a:avLst/>
              <a:pathLst>
                <a:path w="18055" h="2835">
                  <a:moveTo>
                    <a:pt x="0" y="0"/>
                  </a:moveTo>
                  <a:lnTo>
                    <a:pt x="18055" y="2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2" name="pl3402"/>
            <p:cNvSpPr/>
            <p:nvPr/>
          </p:nvSpPr>
          <p:spPr>
            <a:xfrm>
              <a:off x="5731591" y="5541640"/>
              <a:ext cx="9021" cy="1535"/>
            </a:xfrm>
            <a:custGeom>
              <a:avLst/>
              <a:pathLst>
                <a:path w="9021" h="1535">
                  <a:moveTo>
                    <a:pt x="0" y="0"/>
                  </a:moveTo>
                  <a:lnTo>
                    <a:pt x="9021" y="1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3" name="pl3403"/>
            <p:cNvSpPr/>
            <p:nvPr/>
          </p:nvSpPr>
          <p:spPr>
            <a:xfrm>
              <a:off x="5713569" y="5538454"/>
              <a:ext cx="9007" cy="1612"/>
            </a:xfrm>
            <a:custGeom>
              <a:avLst/>
              <a:pathLst>
                <a:path w="9007" h="1612">
                  <a:moveTo>
                    <a:pt x="0" y="0"/>
                  </a:moveTo>
                  <a:lnTo>
                    <a:pt x="9007" y="16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4" name="pl3404"/>
            <p:cNvSpPr/>
            <p:nvPr/>
          </p:nvSpPr>
          <p:spPr>
            <a:xfrm>
              <a:off x="5718586" y="5536396"/>
              <a:ext cx="18004" cy="3143"/>
            </a:xfrm>
            <a:custGeom>
              <a:avLst/>
              <a:pathLst>
                <a:path w="18004" h="3143">
                  <a:moveTo>
                    <a:pt x="0" y="0"/>
                  </a:moveTo>
                  <a:lnTo>
                    <a:pt x="18004" y="3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5" name="pl3405"/>
            <p:cNvSpPr/>
            <p:nvPr/>
          </p:nvSpPr>
          <p:spPr>
            <a:xfrm>
              <a:off x="5668639" y="5529815"/>
              <a:ext cx="8971" cy="1804"/>
            </a:xfrm>
            <a:custGeom>
              <a:avLst/>
              <a:pathLst>
                <a:path w="8971" h="1804">
                  <a:moveTo>
                    <a:pt x="0" y="0"/>
                  </a:moveTo>
                  <a:lnTo>
                    <a:pt x="8971" y="18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6" name="pl3406"/>
            <p:cNvSpPr/>
            <p:nvPr/>
          </p:nvSpPr>
          <p:spPr>
            <a:xfrm>
              <a:off x="5673411" y="5529293"/>
              <a:ext cx="13456" cy="2661"/>
            </a:xfrm>
            <a:custGeom>
              <a:avLst/>
              <a:pathLst>
                <a:path w="13456" h="2661">
                  <a:moveTo>
                    <a:pt x="0" y="0"/>
                  </a:moveTo>
                  <a:lnTo>
                    <a:pt x="13456" y="26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7" name="pl3407"/>
            <p:cNvSpPr/>
            <p:nvPr/>
          </p:nvSpPr>
          <p:spPr>
            <a:xfrm>
              <a:off x="5680420" y="5529205"/>
              <a:ext cx="15699" cy="3044"/>
            </a:xfrm>
            <a:custGeom>
              <a:avLst/>
              <a:pathLst>
                <a:path w="15699" h="3044">
                  <a:moveTo>
                    <a:pt x="0" y="0"/>
                  </a:moveTo>
                  <a:lnTo>
                    <a:pt x="15699" y="30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8" name="pl3408"/>
            <p:cNvSpPr/>
            <p:nvPr/>
          </p:nvSpPr>
          <p:spPr>
            <a:xfrm>
              <a:off x="5688544" y="5529312"/>
              <a:ext cx="16822" cy="3192"/>
            </a:xfrm>
            <a:custGeom>
              <a:avLst/>
              <a:pathLst>
                <a:path w="16822" h="3192">
                  <a:moveTo>
                    <a:pt x="0" y="0"/>
                  </a:moveTo>
                  <a:lnTo>
                    <a:pt x="16822" y="3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9" name="pl3409"/>
            <p:cNvSpPr/>
            <p:nvPr/>
          </p:nvSpPr>
          <p:spPr>
            <a:xfrm>
              <a:off x="5698039" y="5525197"/>
              <a:ext cx="30798" cy="5611"/>
            </a:xfrm>
            <a:custGeom>
              <a:avLst/>
              <a:pathLst>
                <a:path w="30798" h="5611">
                  <a:moveTo>
                    <a:pt x="0" y="0"/>
                  </a:moveTo>
                  <a:lnTo>
                    <a:pt x="30798" y="5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0" name="pl3410"/>
            <p:cNvSpPr/>
            <p:nvPr/>
          </p:nvSpPr>
          <p:spPr>
            <a:xfrm>
              <a:off x="5632834" y="5522215"/>
              <a:ext cx="8939" cy="1957"/>
            </a:xfrm>
            <a:custGeom>
              <a:avLst/>
              <a:pathLst>
                <a:path w="8939" h="1957">
                  <a:moveTo>
                    <a:pt x="0" y="0"/>
                  </a:moveTo>
                  <a:lnTo>
                    <a:pt x="8939" y="19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1" name="pl3411"/>
            <p:cNvSpPr/>
            <p:nvPr/>
          </p:nvSpPr>
          <p:spPr>
            <a:xfrm>
              <a:off x="5637614" y="5521775"/>
              <a:ext cx="13408" cy="2891"/>
            </a:xfrm>
            <a:custGeom>
              <a:avLst/>
              <a:pathLst>
                <a:path w="13408" h="2891">
                  <a:moveTo>
                    <a:pt x="0" y="0"/>
                  </a:moveTo>
                  <a:lnTo>
                    <a:pt x="13408" y="28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2" name="pl3412"/>
            <p:cNvSpPr/>
            <p:nvPr/>
          </p:nvSpPr>
          <p:spPr>
            <a:xfrm>
              <a:off x="5606068" y="5516115"/>
              <a:ext cx="8913" cy="2071"/>
            </a:xfrm>
            <a:custGeom>
              <a:avLst/>
              <a:pathLst>
                <a:path w="8913" h="2071">
                  <a:moveTo>
                    <a:pt x="0" y="0"/>
                  </a:moveTo>
                  <a:lnTo>
                    <a:pt x="8913" y="2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3" name="pl3413"/>
            <p:cNvSpPr/>
            <p:nvPr/>
          </p:nvSpPr>
          <p:spPr>
            <a:xfrm>
              <a:off x="5610853" y="5515736"/>
              <a:ext cx="13370" cy="3062"/>
            </a:xfrm>
            <a:custGeom>
              <a:avLst/>
              <a:pathLst>
                <a:path w="13370" h="3062">
                  <a:moveTo>
                    <a:pt x="0" y="0"/>
                  </a:moveTo>
                  <a:lnTo>
                    <a:pt x="13370" y="3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4" name="pl3414"/>
            <p:cNvSpPr/>
            <p:nvPr/>
          </p:nvSpPr>
          <p:spPr>
            <a:xfrm>
              <a:off x="5579383" y="5509672"/>
              <a:ext cx="8885" cy="2185"/>
            </a:xfrm>
            <a:custGeom>
              <a:avLst/>
              <a:pathLst>
                <a:path w="8885" h="2185">
                  <a:moveTo>
                    <a:pt x="0" y="0"/>
                  </a:moveTo>
                  <a:lnTo>
                    <a:pt x="8885" y="21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5" name="pl3415"/>
            <p:cNvSpPr/>
            <p:nvPr/>
          </p:nvSpPr>
          <p:spPr>
            <a:xfrm>
              <a:off x="5552782" y="5502888"/>
              <a:ext cx="8857" cy="2299"/>
            </a:xfrm>
            <a:custGeom>
              <a:avLst/>
              <a:pathLst>
                <a:path w="8857" h="2299">
                  <a:moveTo>
                    <a:pt x="0" y="0"/>
                  </a:moveTo>
                  <a:lnTo>
                    <a:pt x="8857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6" name="pl3416"/>
            <p:cNvSpPr/>
            <p:nvPr/>
          </p:nvSpPr>
          <p:spPr>
            <a:xfrm>
              <a:off x="5557575" y="5502632"/>
              <a:ext cx="13287" cy="3403"/>
            </a:xfrm>
            <a:custGeom>
              <a:avLst/>
              <a:pathLst>
                <a:path w="13287" h="3403">
                  <a:moveTo>
                    <a:pt x="0" y="0"/>
                  </a:moveTo>
                  <a:lnTo>
                    <a:pt x="13287" y="3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7" name="pl3417"/>
            <p:cNvSpPr/>
            <p:nvPr/>
          </p:nvSpPr>
          <p:spPr>
            <a:xfrm>
              <a:off x="5517453" y="5493314"/>
              <a:ext cx="8816" cy="2450"/>
            </a:xfrm>
            <a:custGeom>
              <a:avLst/>
              <a:pathLst>
                <a:path w="8816" h="2450">
                  <a:moveTo>
                    <a:pt x="0" y="0"/>
                  </a:moveTo>
                  <a:lnTo>
                    <a:pt x="8816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8" name="pl3418"/>
            <p:cNvSpPr/>
            <p:nvPr/>
          </p:nvSpPr>
          <p:spPr>
            <a:xfrm>
              <a:off x="5522251" y="5493140"/>
              <a:ext cx="13227" cy="3630"/>
            </a:xfrm>
            <a:custGeom>
              <a:avLst/>
              <a:pathLst>
                <a:path w="13227" h="3630">
                  <a:moveTo>
                    <a:pt x="0" y="0"/>
                  </a:moveTo>
                  <a:lnTo>
                    <a:pt x="13227" y="3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9" name="pl3419"/>
            <p:cNvSpPr/>
            <p:nvPr/>
          </p:nvSpPr>
          <p:spPr>
            <a:xfrm>
              <a:off x="5529247" y="5493560"/>
              <a:ext cx="15437" cy="4174"/>
            </a:xfrm>
            <a:custGeom>
              <a:avLst/>
              <a:pathLst>
                <a:path w="15437" h="4174">
                  <a:moveTo>
                    <a:pt x="0" y="0"/>
                  </a:moveTo>
                  <a:lnTo>
                    <a:pt x="15437" y="4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0" name="pl3420"/>
            <p:cNvSpPr/>
            <p:nvPr/>
          </p:nvSpPr>
          <p:spPr>
            <a:xfrm>
              <a:off x="5473531" y="5480501"/>
              <a:ext cx="8762" cy="2637"/>
            </a:xfrm>
            <a:custGeom>
              <a:avLst/>
              <a:pathLst>
                <a:path w="8762" h="2637">
                  <a:moveTo>
                    <a:pt x="0" y="0"/>
                  </a:moveTo>
                  <a:lnTo>
                    <a:pt x="8762" y="2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1" name="pl3421"/>
            <p:cNvSpPr/>
            <p:nvPr/>
          </p:nvSpPr>
          <p:spPr>
            <a:xfrm>
              <a:off x="5478331" y="5480428"/>
              <a:ext cx="13147" cy="3911"/>
            </a:xfrm>
            <a:custGeom>
              <a:avLst/>
              <a:pathLst>
                <a:path w="13147" h="3911">
                  <a:moveTo>
                    <a:pt x="0" y="0"/>
                  </a:moveTo>
                  <a:lnTo>
                    <a:pt x="13147" y="3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2" name="pl3422"/>
            <p:cNvSpPr/>
            <p:nvPr/>
          </p:nvSpPr>
          <p:spPr>
            <a:xfrm>
              <a:off x="5485317" y="5480998"/>
              <a:ext cx="15344" cy="4503"/>
            </a:xfrm>
            <a:custGeom>
              <a:avLst/>
              <a:pathLst>
                <a:path w="15344" h="4503">
                  <a:moveTo>
                    <a:pt x="0" y="0"/>
                  </a:moveTo>
                  <a:lnTo>
                    <a:pt x="15344" y="45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3" name="pl3423"/>
            <p:cNvSpPr/>
            <p:nvPr/>
          </p:nvSpPr>
          <p:spPr>
            <a:xfrm>
              <a:off x="5493396" y="5481866"/>
              <a:ext cx="16448" cy="4755"/>
            </a:xfrm>
            <a:custGeom>
              <a:avLst/>
              <a:pathLst>
                <a:path w="16448" h="4755">
                  <a:moveTo>
                    <a:pt x="0" y="0"/>
                  </a:moveTo>
                  <a:lnTo>
                    <a:pt x="16448" y="4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4" name="pl3424"/>
            <p:cNvSpPr/>
            <p:nvPr/>
          </p:nvSpPr>
          <p:spPr>
            <a:xfrm>
              <a:off x="5503235" y="5478660"/>
              <a:ext cx="35629" cy="9967"/>
            </a:xfrm>
            <a:custGeom>
              <a:avLst/>
              <a:pathLst>
                <a:path w="35629" h="9967">
                  <a:moveTo>
                    <a:pt x="0" y="0"/>
                  </a:moveTo>
                  <a:lnTo>
                    <a:pt x="35629" y="99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5" name="pl3425"/>
            <p:cNvSpPr/>
            <p:nvPr/>
          </p:nvSpPr>
          <p:spPr>
            <a:xfrm>
              <a:off x="5522206" y="5479510"/>
              <a:ext cx="45265" cy="12127"/>
            </a:xfrm>
            <a:custGeom>
              <a:avLst/>
              <a:pathLst>
                <a:path w="45265" h="12127">
                  <a:moveTo>
                    <a:pt x="0" y="0"/>
                  </a:moveTo>
                  <a:lnTo>
                    <a:pt x="45265" y="12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6" name="pl3426"/>
            <p:cNvSpPr/>
            <p:nvPr/>
          </p:nvSpPr>
          <p:spPr>
            <a:xfrm>
              <a:off x="5545560" y="5482883"/>
              <a:ext cx="42441" cy="10903"/>
            </a:xfrm>
            <a:custGeom>
              <a:avLst/>
              <a:pathLst>
                <a:path w="42441" h="10903">
                  <a:moveTo>
                    <a:pt x="0" y="0"/>
                  </a:moveTo>
                  <a:lnTo>
                    <a:pt x="42441" y="10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7" name="pl3427"/>
            <p:cNvSpPr/>
            <p:nvPr/>
          </p:nvSpPr>
          <p:spPr>
            <a:xfrm>
              <a:off x="5567115" y="5487033"/>
              <a:ext cx="34455" cy="8545"/>
            </a:xfrm>
            <a:custGeom>
              <a:avLst/>
              <a:pathLst>
                <a:path w="34455" h="8545">
                  <a:moveTo>
                    <a:pt x="0" y="0"/>
                  </a:moveTo>
                  <a:lnTo>
                    <a:pt x="34455" y="85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8" name="pl3428"/>
            <p:cNvSpPr/>
            <p:nvPr/>
          </p:nvSpPr>
          <p:spPr>
            <a:xfrm>
              <a:off x="5585378" y="5487134"/>
              <a:ext cx="37039" cy="8834"/>
            </a:xfrm>
            <a:custGeom>
              <a:avLst/>
              <a:pathLst>
                <a:path w="37039" h="8834">
                  <a:moveTo>
                    <a:pt x="0" y="0"/>
                  </a:moveTo>
                  <a:lnTo>
                    <a:pt x="37039" y="8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9" name="pl3429"/>
            <p:cNvSpPr/>
            <p:nvPr/>
          </p:nvSpPr>
          <p:spPr>
            <a:xfrm>
              <a:off x="5604892" y="5487382"/>
              <a:ext cx="44953" cy="10205"/>
            </a:xfrm>
            <a:custGeom>
              <a:avLst/>
              <a:pathLst>
                <a:path w="44953" h="10205">
                  <a:moveTo>
                    <a:pt x="0" y="0"/>
                  </a:moveTo>
                  <a:lnTo>
                    <a:pt x="44953" y="102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0" name="pl3430"/>
            <p:cNvSpPr/>
            <p:nvPr/>
          </p:nvSpPr>
          <p:spPr>
            <a:xfrm>
              <a:off x="5627663" y="5491186"/>
              <a:ext cx="37942" cy="8248"/>
            </a:xfrm>
            <a:custGeom>
              <a:avLst/>
              <a:pathLst>
                <a:path w="37942" h="8248">
                  <a:moveTo>
                    <a:pt x="0" y="0"/>
                  </a:moveTo>
                  <a:lnTo>
                    <a:pt x="37942" y="8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1" name="pl3431"/>
            <p:cNvSpPr/>
            <p:nvPr/>
          </p:nvSpPr>
          <p:spPr>
            <a:xfrm>
              <a:off x="5456040" y="5475113"/>
              <a:ext cx="8739" cy="2712"/>
            </a:xfrm>
            <a:custGeom>
              <a:avLst/>
              <a:pathLst>
                <a:path w="8739" h="2712">
                  <a:moveTo>
                    <a:pt x="0" y="0"/>
                  </a:moveTo>
                  <a:lnTo>
                    <a:pt x="8739" y="27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2" name="pl3432"/>
            <p:cNvSpPr/>
            <p:nvPr/>
          </p:nvSpPr>
          <p:spPr>
            <a:xfrm>
              <a:off x="5438596" y="5469577"/>
              <a:ext cx="8716" cy="2786"/>
            </a:xfrm>
            <a:custGeom>
              <a:avLst/>
              <a:pathLst>
                <a:path w="8716" h="2786">
                  <a:moveTo>
                    <a:pt x="0" y="0"/>
                  </a:moveTo>
                  <a:lnTo>
                    <a:pt x="8716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3" name="pl3433"/>
            <p:cNvSpPr/>
            <p:nvPr/>
          </p:nvSpPr>
          <p:spPr>
            <a:xfrm>
              <a:off x="5395199" y="5455086"/>
              <a:ext cx="8654" cy="2972"/>
            </a:xfrm>
            <a:custGeom>
              <a:avLst/>
              <a:pathLst>
                <a:path w="8654" h="2972">
                  <a:moveTo>
                    <a:pt x="0" y="0"/>
                  </a:moveTo>
                  <a:lnTo>
                    <a:pt x="8654" y="29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4" name="pl3434"/>
            <p:cNvSpPr/>
            <p:nvPr/>
          </p:nvSpPr>
          <p:spPr>
            <a:xfrm>
              <a:off x="5399998" y="5455198"/>
              <a:ext cx="12987" cy="4413"/>
            </a:xfrm>
            <a:custGeom>
              <a:avLst/>
              <a:pathLst>
                <a:path w="12987" h="4413">
                  <a:moveTo>
                    <a:pt x="0" y="0"/>
                  </a:moveTo>
                  <a:lnTo>
                    <a:pt x="12987" y="44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5" name="pl3435"/>
            <p:cNvSpPr/>
            <p:nvPr/>
          </p:nvSpPr>
          <p:spPr>
            <a:xfrm>
              <a:off x="5406957" y="5456036"/>
              <a:ext cx="15160" cy="5089"/>
            </a:xfrm>
            <a:custGeom>
              <a:avLst/>
              <a:pathLst>
                <a:path w="15160" h="5089">
                  <a:moveTo>
                    <a:pt x="0" y="0"/>
                  </a:moveTo>
                  <a:lnTo>
                    <a:pt x="15160" y="50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6" name="pl3436"/>
            <p:cNvSpPr/>
            <p:nvPr/>
          </p:nvSpPr>
          <p:spPr>
            <a:xfrm>
              <a:off x="5377928" y="5449031"/>
              <a:ext cx="8628" cy="3046"/>
            </a:xfrm>
            <a:custGeom>
              <a:avLst/>
              <a:pathLst>
                <a:path w="8628" h="3046">
                  <a:moveTo>
                    <a:pt x="0" y="0"/>
                  </a:moveTo>
                  <a:lnTo>
                    <a:pt x="8628" y="30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7" name="pl3437"/>
            <p:cNvSpPr/>
            <p:nvPr/>
          </p:nvSpPr>
          <p:spPr>
            <a:xfrm>
              <a:off x="5360709" y="5442828"/>
              <a:ext cx="8602" cy="3119"/>
            </a:xfrm>
            <a:custGeom>
              <a:avLst/>
              <a:pathLst>
                <a:path w="8602" h="3119">
                  <a:moveTo>
                    <a:pt x="0" y="0"/>
                  </a:moveTo>
                  <a:lnTo>
                    <a:pt x="8602" y="3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8" name="pl3438"/>
            <p:cNvSpPr/>
            <p:nvPr/>
          </p:nvSpPr>
          <p:spPr>
            <a:xfrm>
              <a:off x="5283907" y="5413108"/>
              <a:ext cx="8476" cy="3447"/>
            </a:xfrm>
            <a:custGeom>
              <a:avLst/>
              <a:pathLst>
                <a:path w="8476" h="3447">
                  <a:moveTo>
                    <a:pt x="0" y="0"/>
                  </a:moveTo>
                  <a:lnTo>
                    <a:pt x="8476" y="3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9" name="pl3439"/>
            <p:cNvSpPr/>
            <p:nvPr/>
          </p:nvSpPr>
          <p:spPr>
            <a:xfrm>
              <a:off x="5288693" y="5413487"/>
              <a:ext cx="12722" cy="5127"/>
            </a:xfrm>
            <a:custGeom>
              <a:avLst/>
              <a:pathLst>
                <a:path w="12722" h="5127">
                  <a:moveTo>
                    <a:pt x="0" y="0"/>
                  </a:moveTo>
                  <a:lnTo>
                    <a:pt x="12722" y="51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0" name="pl3440"/>
            <p:cNvSpPr/>
            <p:nvPr/>
          </p:nvSpPr>
          <p:spPr>
            <a:xfrm>
              <a:off x="5295595" y="5414709"/>
              <a:ext cx="14855" cy="5922"/>
            </a:xfrm>
            <a:custGeom>
              <a:avLst/>
              <a:pathLst>
                <a:path w="14855" h="5922">
                  <a:moveTo>
                    <a:pt x="0" y="0"/>
                  </a:moveTo>
                  <a:lnTo>
                    <a:pt x="14855" y="5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1" name="pl3441"/>
            <p:cNvSpPr/>
            <p:nvPr/>
          </p:nvSpPr>
          <p:spPr>
            <a:xfrm>
              <a:off x="5303556" y="5416330"/>
              <a:ext cx="15930" cy="6277"/>
            </a:xfrm>
            <a:custGeom>
              <a:avLst/>
              <a:pathLst>
                <a:path w="15930" h="6277">
                  <a:moveTo>
                    <a:pt x="0" y="0"/>
                  </a:moveTo>
                  <a:lnTo>
                    <a:pt x="15930" y="6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2" name="pl3442"/>
            <p:cNvSpPr/>
            <p:nvPr/>
          </p:nvSpPr>
          <p:spPr>
            <a:xfrm>
              <a:off x="5312050" y="5418128"/>
              <a:ext cx="16477" cy="6414"/>
            </a:xfrm>
            <a:custGeom>
              <a:avLst/>
              <a:pathLst>
                <a:path w="16477" h="6414">
                  <a:moveTo>
                    <a:pt x="0" y="0"/>
                  </a:moveTo>
                  <a:lnTo>
                    <a:pt x="16477" y="64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3" name="pl3443"/>
            <p:cNvSpPr/>
            <p:nvPr/>
          </p:nvSpPr>
          <p:spPr>
            <a:xfrm>
              <a:off x="5320810" y="5419994"/>
              <a:ext cx="16758" cy="6442"/>
            </a:xfrm>
            <a:custGeom>
              <a:avLst/>
              <a:pathLst>
                <a:path w="16758" h="6442">
                  <a:moveTo>
                    <a:pt x="0" y="0"/>
                  </a:moveTo>
                  <a:lnTo>
                    <a:pt x="16758" y="64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4" name="pl3444"/>
            <p:cNvSpPr/>
            <p:nvPr/>
          </p:nvSpPr>
          <p:spPr>
            <a:xfrm>
              <a:off x="5329706" y="5421873"/>
              <a:ext cx="16907" cy="6417"/>
            </a:xfrm>
            <a:custGeom>
              <a:avLst/>
              <a:pathLst>
                <a:path w="16907" h="6417">
                  <a:moveTo>
                    <a:pt x="0" y="0"/>
                  </a:moveTo>
                  <a:lnTo>
                    <a:pt x="16907" y="6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5" name="pl3445"/>
            <p:cNvSpPr/>
            <p:nvPr/>
          </p:nvSpPr>
          <p:spPr>
            <a:xfrm>
              <a:off x="5338670" y="5423737"/>
              <a:ext cx="16989" cy="6366"/>
            </a:xfrm>
            <a:custGeom>
              <a:avLst/>
              <a:pathLst>
                <a:path w="16989" h="6366">
                  <a:moveTo>
                    <a:pt x="0" y="0"/>
                  </a:moveTo>
                  <a:lnTo>
                    <a:pt x="16989" y="63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6" name="pl3446"/>
            <p:cNvSpPr/>
            <p:nvPr/>
          </p:nvSpPr>
          <p:spPr>
            <a:xfrm>
              <a:off x="5348181" y="5424209"/>
              <a:ext cx="21299" cy="7852"/>
            </a:xfrm>
            <a:custGeom>
              <a:avLst/>
              <a:pathLst>
                <a:path w="21299" h="7852">
                  <a:moveTo>
                    <a:pt x="0" y="0"/>
                  </a:moveTo>
                  <a:lnTo>
                    <a:pt x="21299" y="78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7" name="pl3447"/>
            <p:cNvSpPr/>
            <p:nvPr/>
          </p:nvSpPr>
          <p:spPr>
            <a:xfrm>
              <a:off x="5359828" y="5425429"/>
              <a:ext cx="27748" cy="10012"/>
            </a:xfrm>
            <a:custGeom>
              <a:avLst/>
              <a:pathLst>
                <a:path w="27748" h="10012">
                  <a:moveTo>
                    <a:pt x="0" y="0"/>
                  </a:moveTo>
                  <a:lnTo>
                    <a:pt x="27748" y="100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8" name="pl3448"/>
            <p:cNvSpPr/>
            <p:nvPr/>
          </p:nvSpPr>
          <p:spPr>
            <a:xfrm>
              <a:off x="5375664" y="5425000"/>
              <a:ext cx="44897" cy="15633"/>
            </a:xfrm>
            <a:custGeom>
              <a:avLst/>
              <a:pathLst>
                <a:path w="44897" h="15633">
                  <a:moveTo>
                    <a:pt x="0" y="0"/>
                  </a:moveTo>
                  <a:lnTo>
                    <a:pt x="44897" y="15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9" name="pl3449"/>
            <p:cNvSpPr/>
            <p:nvPr/>
          </p:nvSpPr>
          <p:spPr>
            <a:xfrm>
              <a:off x="5398548" y="5431566"/>
              <a:ext cx="38587" cy="13022"/>
            </a:xfrm>
            <a:custGeom>
              <a:avLst/>
              <a:pathLst>
                <a:path w="38587" h="13022">
                  <a:moveTo>
                    <a:pt x="0" y="0"/>
                  </a:moveTo>
                  <a:lnTo>
                    <a:pt x="38587" y="13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0" name="pl3450"/>
            <p:cNvSpPr/>
            <p:nvPr/>
          </p:nvSpPr>
          <p:spPr>
            <a:xfrm>
              <a:off x="5418743" y="5435408"/>
              <a:ext cx="32199" cy="10580"/>
            </a:xfrm>
            <a:custGeom>
              <a:avLst/>
              <a:pathLst>
                <a:path w="32199" h="10580">
                  <a:moveTo>
                    <a:pt x="0" y="0"/>
                  </a:moveTo>
                  <a:lnTo>
                    <a:pt x="32199" y="105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1" name="pl3451"/>
            <p:cNvSpPr/>
            <p:nvPr/>
          </p:nvSpPr>
          <p:spPr>
            <a:xfrm>
              <a:off x="5435731" y="5437993"/>
              <a:ext cx="33317" cy="10642"/>
            </a:xfrm>
            <a:custGeom>
              <a:avLst/>
              <a:pathLst>
                <a:path w="33317" h="10642">
                  <a:moveTo>
                    <a:pt x="0" y="0"/>
                  </a:moveTo>
                  <a:lnTo>
                    <a:pt x="33317" y="10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2" name="pl3452"/>
            <p:cNvSpPr/>
            <p:nvPr/>
          </p:nvSpPr>
          <p:spPr>
            <a:xfrm>
              <a:off x="5462124" y="5412842"/>
              <a:ext cx="47355" cy="14509"/>
            </a:xfrm>
            <a:custGeom>
              <a:avLst/>
              <a:pathLst>
                <a:path w="47355" h="14509">
                  <a:moveTo>
                    <a:pt x="0" y="0"/>
                  </a:moveTo>
                  <a:lnTo>
                    <a:pt x="47355" y="145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3" name="pl3453"/>
            <p:cNvSpPr/>
            <p:nvPr/>
          </p:nvSpPr>
          <p:spPr>
            <a:xfrm>
              <a:off x="5509479" y="5427351"/>
              <a:ext cx="47686" cy="13378"/>
            </a:xfrm>
            <a:custGeom>
              <a:avLst/>
              <a:pathLst>
                <a:path w="47686" h="13378">
                  <a:moveTo>
                    <a:pt x="0" y="0"/>
                  </a:moveTo>
                  <a:lnTo>
                    <a:pt x="47686" y="13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4" name="pl3454"/>
            <p:cNvSpPr/>
            <p:nvPr/>
          </p:nvSpPr>
          <p:spPr>
            <a:xfrm>
              <a:off x="5557166" y="5440729"/>
              <a:ext cx="47991" cy="12241"/>
            </a:xfrm>
            <a:custGeom>
              <a:avLst/>
              <a:pathLst>
                <a:path w="47991" h="12241">
                  <a:moveTo>
                    <a:pt x="0" y="0"/>
                  </a:moveTo>
                  <a:lnTo>
                    <a:pt x="47991" y="122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5" name="pl3455"/>
            <p:cNvSpPr/>
            <p:nvPr/>
          </p:nvSpPr>
          <p:spPr>
            <a:xfrm>
              <a:off x="5605158" y="5452970"/>
              <a:ext cx="48269" cy="11096"/>
            </a:xfrm>
            <a:custGeom>
              <a:avLst/>
              <a:pathLst>
                <a:path w="48269" h="11096">
                  <a:moveTo>
                    <a:pt x="0" y="0"/>
                  </a:moveTo>
                  <a:lnTo>
                    <a:pt x="48269" y="11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6" name="pl3456"/>
            <p:cNvSpPr/>
            <p:nvPr/>
          </p:nvSpPr>
          <p:spPr>
            <a:xfrm>
              <a:off x="5560559" y="5428059"/>
              <a:ext cx="54446" cy="13790"/>
            </a:xfrm>
            <a:custGeom>
              <a:avLst/>
              <a:pathLst>
                <a:path w="54446" h="13790">
                  <a:moveTo>
                    <a:pt x="0" y="0"/>
                  </a:moveTo>
                  <a:lnTo>
                    <a:pt x="54446" y="137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7" name="pl3457"/>
            <p:cNvSpPr/>
            <p:nvPr/>
          </p:nvSpPr>
          <p:spPr>
            <a:xfrm>
              <a:off x="5615006" y="5441849"/>
              <a:ext cx="54800" cy="12307"/>
            </a:xfrm>
            <a:custGeom>
              <a:avLst/>
              <a:pathLst>
                <a:path w="54800" h="12307">
                  <a:moveTo>
                    <a:pt x="0" y="0"/>
                  </a:moveTo>
                  <a:lnTo>
                    <a:pt x="54800" y="12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8" name="pl3458"/>
            <p:cNvSpPr/>
            <p:nvPr/>
          </p:nvSpPr>
          <p:spPr>
            <a:xfrm>
              <a:off x="5669807" y="5454157"/>
              <a:ext cx="55114" cy="10815"/>
            </a:xfrm>
            <a:custGeom>
              <a:avLst/>
              <a:pathLst>
                <a:path w="55114" h="10815">
                  <a:moveTo>
                    <a:pt x="0" y="0"/>
                  </a:moveTo>
                  <a:lnTo>
                    <a:pt x="55114" y="10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9" name="pl3459"/>
            <p:cNvSpPr/>
            <p:nvPr/>
          </p:nvSpPr>
          <p:spPr>
            <a:xfrm>
              <a:off x="5643642" y="5442501"/>
              <a:ext cx="43810" cy="9340"/>
            </a:xfrm>
            <a:custGeom>
              <a:avLst/>
              <a:pathLst>
                <a:path w="43810" h="9340">
                  <a:moveTo>
                    <a:pt x="0" y="0"/>
                  </a:moveTo>
                  <a:lnTo>
                    <a:pt x="43810" y="93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0" name="pl3460"/>
            <p:cNvSpPr/>
            <p:nvPr/>
          </p:nvSpPr>
          <p:spPr>
            <a:xfrm>
              <a:off x="5687453" y="5451842"/>
              <a:ext cx="44003" cy="8387"/>
            </a:xfrm>
            <a:custGeom>
              <a:avLst/>
              <a:pathLst>
                <a:path w="44003" h="8387">
                  <a:moveTo>
                    <a:pt x="0" y="0"/>
                  </a:moveTo>
                  <a:lnTo>
                    <a:pt x="44003" y="83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1" name="pl3461"/>
            <p:cNvSpPr/>
            <p:nvPr/>
          </p:nvSpPr>
          <p:spPr>
            <a:xfrm>
              <a:off x="5731456" y="5460230"/>
              <a:ext cx="44174" cy="7430"/>
            </a:xfrm>
            <a:custGeom>
              <a:avLst/>
              <a:pathLst>
                <a:path w="44174" h="7430">
                  <a:moveTo>
                    <a:pt x="0" y="0"/>
                  </a:moveTo>
                  <a:lnTo>
                    <a:pt x="44174" y="74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2" name="pl3462"/>
            <p:cNvSpPr/>
            <p:nvPr/>
          </p:nvSpPr>
          <p:spPr>
            <a:xfrm>
              <a:off x="5710250" y="5451861"/>
              <a:ext cx="49231" cy="8766"/>
            </a:xfrm>
            <a:custGeom>
              <a:avLst/>
              <a:pathLst>
                <a:path w="49231" h="8766">
                  <a:moveTo>
                    <a:pt x="0" y="0"/>
                  </a:moveTo>
                  <a:lnTo>
                    <a:pt x="49231" y="8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3" name="pl3463"/>
            <p:cNvSpPr/>
            <p:nvPr/>
          </p:nvSpPr>
          <p:spPr>
            <a:xfrm>
              <a:off x="5759482" y="5460627"/>
              <a:ext cx="49429" cy="7568"/>
            </a:xfrm>
            <a:custGeom>
              <a:avLst/>
              <a:pathLst>
                <a:path w="49429" h="7568">
                  <a:moveTo>
                    <a:pt x="0" y="0"/>
                  </a:moveTo>
                  <a:lnTo>
                    <a:pt x="49429" y="75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4" name="pl3464"/>
            <p:cNvSpPr/>
            <p:nvPr/>
          </p:nvSpPr>
          <p:spPr>
            <a:xfrm>
              <a:off x="5772336" y="5382985"/>
              <a:ext cx="58212" cy="8751"/>
            </a:xfrm>
            <a:custGeom>
              <a:avLst/>
              <a:pathLst>
                <a:path w="58212" h="8751">
                  <a:moveTo>
                    <a:pt x="0" y="0"/>
                  </a:moveTo>
                  <a:lnTo>
                    <a:pt x="58212" y="87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5" name="pl3465"/>
            <p:cNvSpPr/>
            <p:nvPr/>
          </p:nvSpPr>
          <p:spPr>
            <a:xfrm>
              <a:off x="5830549" y="5391737"/>
              <a:ext cx="58447" cy="7017"/>
            </a:xfrm>
            <a:custGeom>
              <a:avLst/>
              <a:pathLst>
                <a:path w="58447" h="7017">
                  <a:moveTo>
                    <a:pt x="0" y="0"/>
                  </a:moveTo>
                  <a:lnTo>
                    <a:pt x="58447" y="70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6" name="pl3466"/>
            <p:cNvSpPr/>
            <p:nvPr/>
          </p:nvSpPr>
          <p:spPr>
            <a:xfrm>
              <a:off x="5888996" y="5398754"/>
              <a:ext cx="58629" cy="5277"/>
            </a:xfrm>
            <a:custGeom>
              <a:avLst/>
              <a:pathLst>
                <a:path w="58629" h="5277">
                  <a:moveTo>
                    <a:pt x="0" y="0"/>
                  </a:moveTo>
                  <a:lnTo>
                    <a:pt x="58629" y="5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7" name="pl3467"/>
            <p:cNvSpPr/>
            <p:nvPr/>
          </p:nvSpPr>
          <p:spPr>
            <a:xfrm>
              <a:off x="5947626" y="5404031"/>
              <a:ext cx="58760" cy="3532"/>
            </a:xfrm>
            <a:custGeom>
              <a:avLst/>
              <a:pathLst>
                <a:path w="58760" h="3532">
                  <a:moveTo>
                    <a:pt x="0" y="0"/>
                  </a:moveTo>
                  <a:lnTo>
                    <a:pt x="58760" y="35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8" name="pl3468"/>
            <p:cNvSpPr/>
            <p:nvPr/>
          </p:nvSpPr>
          <p:spPr>
            <a:xfrm>
              <a:off x="6006387" y="5407564"/>
              <a:ext cx="58839" cy="1784"/>
            </a:xfrm>
            <a:custGeom>
              <a:avLst/>
              <a:pathLst>
                <a:path w="58839" h="1784">
                  <a:moveTo>
                    <a:pt x="0" y="0"/>
                  </a:moveTo>
                  <a:lnTo>
                    <a:pt x="58839" y="1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9" name="pl3469"/>
            <p:cNvSpPr/>
            <p:nvPr/>
          </p:nvSpPr>
          <p:spPr>
            <a:xfrm>
              <a:off x="6065227" y="5409349"/>
              <a:ext cx="58866" cy="35"/>
            </a:xfrm>
            <a:custGeom>
              <a:avLst/>
              <a:pathLst>
                <a:path w="58866" h="35">
                  <a:moveTo>
                    <a:pt x="0" y="0"/>
                  </a:moveTo>
                  <a:lnTo>
                    <a:pt x="58866" y="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0" name="pl3470"/>
            <p:cNvSpPr/>
            <p:nvPr/>
          </p:nvSpPr>
          <p:spPr>
            <a:xfrm>
              <a:off x="6124094" y="5407670"/>
              <a:ext cx="58842" cy="1714"/>
            </a:xfrm>
            <a:custGeom>
              <a:avLst/>
              <a:pathLst>
                <a:path w="58842" h="1714">
                  <a:moveTo>
                    <a:pt x="0" y="1714"/>
                  </a:moveTo>
                  <a:lnTo>
                    <a:pt x="5884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1" name="pl3471"/>
            <p:cNvSpPr/>
            <p:nvPr/>
          </p:nvSpPr>
          <p:spPr>
            <a:xfrm>
              <a:off x="6182936" y="5404207"/>
              <a:ext cx="58765" cy="3462"/>
            </a:xfrm>
            <a:custGeom>
              <a:avLst/>
              <a:pathLst>
                <a:path w="58765" h="3462">
                  <a:moveTo>
                    <a:pt x="0" y="3462"/>
                  </a:moveTo>
                  <a:lnTo>
                    <a:pt x="587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2" name="pl3472"/>
            <p:cNvSpPr/>
            <p:nvPr/>
          </p:nvSpPr>
          <p:spPr>
            <a:xfrm>
              <a:off x="6008165" y="5368255"/>
              <a:ext cx="57228" cy="1742"/>
            </a:xfrm>
            <a:custGeom>
              <a:avLst/>
              <a:pathLst>
                <a:path w="57228" h="1742">
                  <a:moveTo>
                    <a:pt x="0" y="0"/>
                  </a:moveTo>
                  <a:lnTo>
                    <a:pt x="57228" y="1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3" name="pl3473"/>
            <p:cNvSpPr/>
            <p:nvPr/>
          </p:nvSpPr>
          <p:spPr>
            <a:xfrm>
              <a:off x="6065393" y="5369997"/>
              <a:ext cx="57254" cy="53"/>
            </a:xfrm>
            <a:custGeom>
              <a:avLst/>
              <a:pathLst>
                <a:path w="57254" h="53">
                  <a:moveTo>
                    <a:pt x="0" y="0"/>
                  </a:moveTo>
                  <a:lnTo>
                    <a:pt x="57254" y="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4" name="pl3474"/>
            <p:cNvSpPr/>
            <p:nvPr/>
          </p:nvSpPr>
          <p:spPr>
            <a:xfrm>
              <a:off x="6122648" y="5368416"/>
              <a:ext cx="57231" cy="1634"/>
            </a:xfrm>
            <a:custGeom>
              <a:avLst/>
              <a:pathLst>
                <a:path w="57231" h="1634">
                  <a:moveTo>
                    <a:pt x="0" y="1634"/>
                  </a:moveTo>
                  <a:lnTo>
                    <a:pt x="572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5" name="pl3475"/>
            <p:cNvSpPr/>
            <p:nvPr/>
          </p:nvSpPr>
          <p:spPr>
            <a:xfrm>
              <a:off x="6179879" y="5365095"/>
              <a:ext cx="57158" cy="3321"/>
            </a:xfrm>
            <a:custGeom>
              <a:avLst/>
              <a:pathLst>
                <a:path w="57158" h="3321">
                  <a:moveTo>
                    <a:pt x="0" y="3321"/>
                  </a:moveTo>
                  <a:lnTo>
                    <a:pt x="57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6" name="pl3476"/>
            <p:cNvSpPr/>
            <p:nvPr/>
          </p:nvSpPr>
          <p:spPr>
            <a:xfrm>
              <a:off x="6237037" y="5360089"/>
              <a:ext cx="57035" cy="5005"/>
            </a:xfrm>
            <a:custGeom>
              <a:avLst/>
              <a:pathLst>
                <a:path w="57035" h="5005">
                  <a:moveTo>
                    <a:pt x="0" y="5005"/>
                  </a:moveTo>
                  <a:lnTo>
                    <a:pt x="570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7" name="pl3477"/>
            <p:cNvSpPr/>
            <p:nvPr/>
          </p:nvSpPr>
          <p:spPr>
            <a:xfrm>
              <a:off x="6294073" y="5353403"/>
              <a:ext cx="56863" cy="6685"/>
            </a:xfrm>
            <a:custGeom>
              <a:avLst/>
              <a:pathLst>
                <a:path w="56863" h="6685">
                  <a:moveTo>
                    <a:pt x="0" y="6685"/>
                  </a:moveTo>
                  <a:lnTo>
                    <a:pt x="5686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8" name="pl3478"/>
            <p:cNvSpPr/>
            <p:nvPr/>
          </p:nvSpPr>
          <p:spPr>
            <a:xfrm>
              <a:off x="6350936" y="5345043"/>
              <a:ext cx="56641" cy="8359"/>
            </a:xfrm>
            <a:custGeom>
              <a:avLst/>
              <a:pathLst>
                <a:path w="56641" h="8359">
                  <a:moveTo>
                    <a:pt x="0" y="8359"/>
                  </a:moveTo>
                  <a:lnTo>
                    <a:pt x="566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9" name="pl3479"/>
            <p:cNvSpPr/>
            <p:nvPr/>
          </p:nvSpPr>
          <p:spPr>
            <a:xfrm>
              <a:off x="6407577" y="5335017"/>
              <a:ext cx="56369" cy="10026"/>
            </a:xfrm>
            <a:custGeom>
              <a:avLst/>
              <a:pathLst>
                <a:path w="56369" h="10026">
                  <a:moveTo>
                    <a:pt x="0" y="10026"/>
                  </a:moveTo>
                  <a:lnTo>
                    <a:pt x="563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0" name="pl3480"/>
            <p:cNvSpPr/>
            <p:nvPr/>
          </p:nvSpPr>
          <p:spPr>
            <a:xfrm>
              <a:off x="6233963" y="5318151"/>
              <a:ext cx="54760" cy="4791"/>
            </a:xfrm>
            <a:custGeom>
              <a:avLst/>
              <a:pathLst>
                <a:path w="54760" h="4791">
                  <a:moveTo>
                    <a:pt x="0" y="4791"/>
                  </a:moveTo>
                  <a:lnTo>
                    <a:pt x="547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1" name="pl3481"/>
            <p:cNvSpPr/>
            <p:nvPr/>
          </p:nvSpPr>
          <p:spPr>
            <a:xfrm>
              <a:off x="6288724" y="5311777"/>
              <a:ext cx="54599" cy="6374"/>
            </a:xfrm>
            <a:custGeom>
              <a:avLst/>
              <a:pathLst>
                <a:path w="54599" h="6374">
                  <a:moveTo>
                    <a:pt x="0" y="6374"/>
                  </a:moveTo>
                  <a:lnTo>
                    <a:pt x="545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2" name="pl3482"/>
            <p:cNvSpPr/>
            <p:nvPr/>
          </p:nvSpPr>
          <p:spPr>
            <a:xfrm>
              <a:off x="6343323" y="5303825"/>
              <a:ext cx="54391" cy="7951"/>
            </a:xfrm>
            <a:custGeom>
              <a:avLst/>
              <a:pathLst>
                <a:path w="54391" h="7951">
                  <a:moveTo>
                    <a:pt x="0" y="7951"/>
                  </a:moveTo>
                  <a:lnTo>
                    <a:pt x="543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3" name="pl3483"/>
            <p:cNvSpPr/>
            <p:nvPr/>
          </p:nvSpPr>
          <p:spPr>
            <a:xfrm>
              <a:off x="6397715" y="5294302"/>
              <a:ext cx="54138" cy="9522"/>
            </a:xfrm>
            <a:custGeom>
              <a:avLst/>
              <a:pathLst>
                <a:path w="54138" h="9522">
                  <a:moveTo>
                    <a:pt x="0" y="9522"/>
                  </a:moveTo>
                  <a:lnTo>
                    <a:pt x="541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4" name="pl3484"/>
            <p:cNvSpPr/>
            <p:nvPr/>
          </p:nvSpPr>
          <p:spPr>
            <a:xfrm>
              <a:off x="6451854" y="5283216"/>
              <a:ext cx="53840" cy="11085"/>
            </a:xfrm>
            <a:custGeom>
              <a:avLst/>
              <a:pathLst>
                <a:path w="53840" h="11085">
                  <a:moveTo>
                    <a:pt x="0" y="11085"/>
                  </a:moveTo>
                  <a:lnTo>
                    <a:pt x="538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5" name="pl3485"/>
            <p:cNvSpPr/>
            <p:nvPr/>
          </p:nvSpPr>
          <p:spPr>
            <a:xfrm>
              <a:off x="6505695" y="5270577"/>
              <a:ext cx="53497" cy="12639"/>
            </a:xfrm>
            <a:custGeom>
              <a:avLst/>
              <a:pathLst>
                <a:path w="53497" h="12639">
                  <a:moveTo>
                    <a:pt x="0" y="12639"/>
                  </a:moveTo>
                  <a:lnTo>
                    <a:pt x="5349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6" name="pl3486"/>
            <p:cNvSpPr/>
            <p:nvPr/>
          </p:nvSpPr>
          <p:spPr>
            <a:xfrm>
              <a:off x="6559192" y="5256394"/>
              <a:ext cx="53108" cy="14182"/>
            </a:xfrm>
            <a:custGeom>
              <a:avLst/>
              <a:pathLst>
                <a:path w="53108" h="14182">
                  <a:moveTo>
                    <a:pt x="0" y="14182"/>
                  </a:moveTo>
                  <a:lnTo>
                    <a:pt x="531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7" name="pl3487"/>
            <p:cNvSpPr/>
            <p:nvPr/>
          </p:nvSpPr>
          <p:spPr>
            <a:xfrm>
              <a:off x="6612301" y="5240680"/>
              <a:ext cx="52676" cy="15713"/>
            </a:xfrm>
            <a:custGeom>
              <a:avLst/>
              <a:pathLst>
                <a:path w="52676" h="15713">
                  <a:moveTo>
                    <a:pt x="0" y="15713"/>
                  </a:moveTo>
                  <a:lnTo>
                    <a:pt x="52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8" name="pl3488"/>
            <p:cNvSpPr/>
            <p:nvPr/>
          </p:nvSpPr>
          <p:spPr>
            <a:xfrm>
              <a:off x="6424259" y="5139217"/>
              <a:ext cx="50899" cy="10499"/>
            </a:xfrm>
            <a:custGeom>
              <a:avLst/>
              <a:pathLst>
                <a:path w="50899" h="10499">
                  <a:moveTo>
                    <a:pt x="0" y="10499"/>
                  </a:moveTo>
                  <a:lnTo>
                    <a:pt x="508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9" name="pl3489"/>
            <p:cNvSpPr/>
            <p:nvPr/>
          </p:nvSpPr>
          <p:spPr>
            <a:xfrm>
              <a:off x="6475158" y="5127212"/>
              <a:ext cx="50565" cy="12004"/>
            </a:xfrm>
            <a:custGeom>
              <a:avLst/>
              <a:pathLst>
                <a:path w="50565" h="12004">
                  <a:moveTo>
                    <a:pt x="0" y="12004"/>
                  </a:moveTo>
                  <a:lnTo>
                    <a:pt x="5056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0" name="pl3490"/>
            <p:cNvSpPr/>
            <p:nvPr/>
          </p:nvSpPr>
          <p:spPr>
            <a:xfrm>
              <a:off x="6525724" y="5113713"/>
              <a:ext cx="50187" cy="13499"/>
            </a:xfrm>
            <a:custGeom>
              <a:avLst/>
              <a:pathLst>
                <a:path w="50187" h="13499">
                  <a:moveTo>
                    <a:pt x="0" y="13499"/>
                  </a:moveTo>
                  <a:lnTo>
                    <a:pt x="5018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1" name="pl3491"/>
            <p:cNvSpPr/>
            <p:nvPr/>
          </p:nvSpPr>
          <p:spPr>
            <a:xfrm>
              <a:off x="6575911" y="5098731"/>
              <a:ext cx="49764" cy="14982"/>
            </a:xfrm>
            <a:custGeom>
              <a:avLst/>
              <a:pathLst>
                <a:path w="49764" h="14982">
                  <a:moveTo>
                    <a:pt x="0" y="14982"/>
                  </a:moveTo>
                  <a:lnTo>
                    <a:pt x="497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2" name="pl3492"/>
            <p:cNvSpPr/>
            <p:nvPr/>
          </p:nvSpPr>
          <p:spPr>
            <a:xfrm>
              <a:off x="6625676" y="5082279"/>
              <a:ext cx="49298" cy="16451"/>
            </a:xfrm>
            <a:custGeom>
              <a:avLst/>
              <a:pathLst>
                <a:path w="49298" h="16451">
                  <a:moveTo>
                    <a:pt x="0" y="16451"/>
                  </a:moveTo>
                  <a:lnTo>
                    <a:pt x="492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3" name="pl3493"/>
            <p:cNvSpPr/>
            <p:nvPr/>
          </p:nvSpPr>
          <p:spPr>
            <a:xfrm>
              <a:off x="6674974" y="5064372"/>
              <a:ext cx="48788" cy="17906"/>
            </a:xfrm>
            <a:custGeom>
              <a:avLst/>
              <a:pathLst>
                <a:path w="48788" h="17906">
                  <a:moveTo>
                    <a:pt x="0" y="17906"/>
                  </a:moveTo>
                  <a:lnTo>
                    <a:pt x="4878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4" name="pl3494"/>
            <p:cNvSpPr/>
            <p:nvPr/>
          </p:nvSpPr>
          <p:spPr>
            <a:xfrm>
              <a:off x="6723762" y="5045026"/>
              <a:ext cx="48235" cy="19346"/>
            </a:xfrm>
            <a:custGeom>
              <a:avLst/>
              <a:pathLst>
                <a:path w="48235" h="19346">
                  <a:moveTo>
                    <a:pt x="0" y="19346"/>
                  </a:moveTo>
                  <a:lnTo>
                    <a:pt x="482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5" name="pl3495"/>
            <p:cNvSpPr/>
            <p:nvPr/>
          </p:nvSpPr>
          <p:spPr>
            <a:xfrm>
              <a:off x="6771998" y="5024257"/>
              <a:ext cx="47640" cy="20768"/>
            </a:xfrm>
            <a:custGeom>
              <a:avLst/>
              <a:pathLst>
                <a:path w="47640" h="20768">
                  <a:moveTo>
                    <a:pt x="0" y="20768"/>
                  </a:moveTo>
                  <a:lnTo>
                    <a:pt x="476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6" name="pl3496"/>
            <p:cNvSpPr/>
            <p:nvPr/>
          </p:nvSpPr>
          <p:spPr>
            <a:xfrm>
              <a:off x="6819639" y="5002084"/>
              <a:ext cx="47003" cy="22172"/>
            </a:xfrm>
            <a:custGeom>
              <a:avLst/>
              <a:pathLst>
                <a:path w="47003" h="22172">
                  <a:moveTo>
                    <a:pt x="0" y="22172"/>
                  </a:moveTo>
                  <a:lnTo>
                    <a:pt x="470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7" name="pl3497"/>
            <p:cNvSpPr/>
            <p:nvPr/>
          </p:nvSpPr>
          <p:spPr>
            <a:xfrm>
              <a:off x="6866643" y="4978526"/>
              <a:ext cx="46325" cy="23557"/>
            </a:xfrm>
            <a:custGeom>
              <a:avLst/>
              <a:pathLst>
                <a:path w="46325" h="23557">
                  <a:moveTo>
                    <a:pt x="0" y="23557"/>
                  </a:moveTo>
                  <a:lnTo>
                    <a:pt x="463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8" name="pl3498"/>
            <p:cNvSpPr/>
            <p:nvPr/>
          </p:nvSpPr>
          <p:spPr>
            <a:xfrm>
              <a:off x="6912968" y="4953605"/>
              <a:ext cx="45606" cy="24921"/>
            </a:xfrm>
            <a:custGeom>
              <a:avLst/>
              <a:pathLst>
                <a:path w="45606" h="24921">
                  <a:moveTo>
                    <a:pt x="0" y="24921"/>
                  </a:moveTo>
                  <a:lnTo>
                    <a:pt x="4560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9" name="pl3499"/>
            <p:cNvSpPr/>
            <p:nvPr/>
          </p:nvSpPr>
          <p:spPr>
            <a:xfrm>
              <a:off x="6958574" y="4927342"/>
              <a:ext cx="44846" cy="26263"/>
            </a:xfrm>
            <a:custGeom>
              <a:avLst/>
              <a:pathLst>
                <a:path w="44846" h="26263">
                  <a:moveTo>
                    <a:pt x="0" y="26263"/>
                  </a:moveTo>
                  <a:lnTo>
                    <a:pt x="448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0" name="pl3500"/>
            <p:cNvSpPr/>
            <p:nvPr/>
          </p:nvSpPr>
          <p:spPr>
            <a:xfrm>
              <a:off x="7003421" y="4899760"/>
              <a:ext cx="44047" cy="27581"/>
            </a:xfrm>
            <a:custGeom>
              <a:avLst/>
              <a:pathLst>
                <a:path w="44047" h="27581">
                  <a:moveTo>
                    <a:pt x="0" y="27581"/>
                  </a:moveTo>
                  <a:lnTo>
                    <a:pt x="440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1" name="pl3501"/>
            <p:cNvSpPr/>
            <p:nvPr/>
          </p:nvSpPr>
          <p:spPr>
            <a:xfrm>
              <a:off x="7047469" y="4870884"/>
              <a:ext cx="43210" cy="28876"/>
            </a:xfrm>
            <a:custGeom>
              <a:avLst/>
              <a:pathLst>
                <a:path w="43210" h="28876">
                  <a:moveTo>
                    <a:pt x="0" y="28876"/>
                  </a:moveTo>
                  <a:lnTo>
                    <a:pt x="432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2" name="pl3502"/>
            <p:cNvSpPr/>
            <p:nvPr/>
          </p:nvSpPr>
          <p:spPr>
            <a:xfrm>
              <a:off x="7090679" y="4840738"/>
              <a:ext cx="42334" cy="30145"/>
            </a:xfrm>
            <a:custGeom>
              <a:avLst/>
              <a:pathLst>
                <a:path w="42334" h="30145">
                  <a:moveTo>
                    <a:pt x="0" y="30145"/>
                  </a:moveTo>
                  <a:lnTo>
                    <a:pt x="423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3" name="pl3503"/>
            <p:cNvSpPr/>
            <p:nvPr/>
          </p:nvSpPr>
          <p:spPr>
            <a:xfrm>
              <a:off x="7133014" y="4809350"/>
              <a:ext cx="41421" cy="31388"/>
            </a:xfrm>
            <a:custGeom>
              <a:avLst/>
              <a:pathLst>
                <a:path w="41421" h="31388">
                  <a:moveTo>
                    <a:pt x="0" y="31388"/>
                  </a:moveTo>
                  <a:lnTo>
                    <a:pt x="414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4" name="pl3504"/>
            <p:cNvSpPr/>
            <p:nvPr/>
          </p:nvSpPr>
          <p:spPr>
            <a:xfrm>
              <a:off x="7174436" y="4776747"/>
              <a:ext cx="40472" cy="32603"/>
            </a:xfrm>
            <a:custGeom>
              <a:avLst/>
              <a:pathLst>
                <a:path w="40472" h="32603">
                  <a:moveTo>
                    <a:pt x="0" y="32603"/>
                  </a:moveTo>
                  <a:lnTo>
                    <a:pt x="4047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5" name="pl3505"/>
            <p:cNvSpPr/>
            <p:nvPr/>
          </p:nvSpPr>
          <p:spPr>
            <a:xfrm>
              <a:off x="5258567" y="5402549"/>
              <a:ext cx="8431" cy="3555"/>
            </a:xfrm>
            <a:custGeom>
              <a:avLst/>
              <a:pathLst>
                <a:path w="8431" h="3555">
                  <a:moveTo>
                    <a:pt x="0" y="0"/>
                  </a:moveTo>
                  <a:lnTo>
                    <a:pt x="8431" y="35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6" name="pl3506"/>
            <p:cNvSpPr/>
            <p:nvPr/>
          </p:nvSpPr>
          <p:spPr>
            <a:xfrm>
              <a:off x="5263347" y="5402988"/>
              <a:ext cx="12655" cy="5289"/>
            </a:xfrm>
            <a:custGeom>
              <a:avLst/>
              <a:pathLst>
                <a:path w="12655" h="5289">
                  <a:moveTo>
                    <a:pt x="0" y="0"/>
                  </a:moveTo>
                  <a:lnTo>
                    <a:pt x="12655" y="52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7" name="pl3507"/>
            <p:cNvSpPr/>
            <p:nvPr/>
          </p:nvSpPr>
          <p:spPr>
            <a:xfrm>
              <a:off x="5224995" y="5387966"/>
              <a:ext cx="8369" cy="3699"/>
            </a:xfrm>
            <a:custGeom>
              <a:avLst/>
              <a:pathLst>
                <a:path w="8369" h="3699">
                  <a:moveTo>
                    <a:pt x="0" y="0"/>
                  </a:moveTo>
                  <a:lnTo>
                    <a:pt x="8369" y="36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8" name="pl3508"/>
            <p:cNvSpPr/>
            <p:nvPr/>
          </p:nvSpPr>
          <p:spPr>
            <a:xfrm>
              <a:off x="5208303" y="5380460"/>
              <a:ext cx="8337" cy="3770"/>
            </a:xfrm>
            <a:custGeom>
              <a:avLst/>
              <a:pathLst>
                <a:path w="8337" h="3770">
                  <a:moveTo>
                    <a:pt x="0" y="0"/>
                  </a:moveTo>
                  <a:lnTo>
                    <a:pt x="8337" y="3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9" name="pl3509"/>
            <p:cNvSpPr/>
            <p:nvPr/>
          </p:nvSpPr>
          <p:spPr>
            <a:xfrm>
              <a:off x="5213671" y="5379694"/>
              <a:ext cx="16684" cy="7459"/>
            </a:xfrm>
            <a:custGeom>
              <a:avLst/>
              <a:pathLst>
                <a:path w="16684" h="7459">
                  <a:moveTo>
                    <a:pt x="0" y="0"/>
                  </a:moveTo>
                  <a:lnTo>
                    <a:pt x="16684" y="74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0" name="pl3510"/>
            <p:cNvSpPr/>
            <p:nvPr/>
          </p:nvSpPr>
          <p:spPr>
            <a:xfrm>
              <a:off x="5222600" y="5382112"/>
              <a:ext cx="20891" cy="9207"/>
            </a:xfrm>
            <a:custGeom>
              <a:avLst/>
              <a:pathLst>
                <a:path w="20891" h="9207">
                  <a:moveTo>
                    <a:pt x="0" y="0"/>
                  </a:moveTo>
                  <a:lnTo>
                    <a:pt x="20891" y="92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1" name="pl3511"/>
            <p:cNvSpPr/>
            <p:nvPr/>
          </p:nvSpPr>
          <p:spPr>
            <a:xfrm>
              <a:off x="5233621" y="5385409"/>
              <a:ext cx="18828" cy="8190"/>
            </a:xfrm>
            <a:custGeom>
              <a:avLst/>
              <a:pathLst>
                <a:path w="18828" h="8190">
                  <a:moveTo>
                    <a:pt x="0" y="0"/>
                  </a:moveTo>
                  <a:lnTo>
                    <a:pt x="18828" y="8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2" name="pl3512"/>
            <p:cNvSpPr/>
            <p:nvPr/>
          </p:nvSpPr>
          <p:spPr>
            <a:xfrm>
              <a:off x="5175115" y="5365023"/>
              <a:ext cx="8272" cy="3912"/>
            </a:xfrm>
            <a:custGeom>
              <a:avLst/>
              <a:pathLst>
                <a:path w="8272" h="3912">
                  <a:moveTo>
                    <a:pt x="0" y="0"/>
                  </a:moveTo>
                  <a:lnTo>
                    <a:pt x="8272" y="3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3" name="pl3513"/>
            <p:cNvSpPr/>
            <p:nvPr/>
          </p:nvSpPr>
          <p:spPr>
            <a:xfrm>
              <a:off x="5179872" y="5365666"/>
              <a:ext cx="12418" cy="5824"/>
            </a:xfrm>
            <a:custGeom>
              <a:avLst/>
              <a:pathLst>
                <a:path w="12418" h="5824">
                  <a:moveTo>
                    <a:pt x="0" y="0"/>
                  </a:moveTo>
                  <a:lnTo>
                    <a:pt x="12418" y="58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4" name="pl3514"/>
            <p:cNvSpPr/>
            <p:nvPr/>
          </p:nvSpPr>
          <p:spPr>
            <a:xfrm>
              <a:off x="5186696" y="5367269"/>
              <a:ext cx="14503" cy="6737"/>
            </a:xfrm>
            <a:custGeom>
              <a:avLst/>
              <a:pathLst>
                <a:path w="14503" h="6737">
                  <a:moveTo>
                    <a:pt x="0" y="0"/>
                  </a:moveTo>
                  <a:lnTo>
                    <a:pt x="14503" y="67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5" name="pl3515"/>
            <p:cNvSpPr/>
            <p:nvPr/>
          </p:nvSpPr>
          <p:spPr>
            <a:xfrm>
              <a:off x="5158621" y="5357092"/>
              <a:ext cx="8238" cy="3982"/>
            </a:xfrm>
            <a:custGeom>
              <a:avLst/>
              <a:pathLst>
                <a:path w="8238" h="3982">
                  <a:moveTo>
                    <a:pt x="0" y="0"/>
                  </a:moveTo>
                  <a:lnTo>
                    <a:pt x="8238" y="3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6" name="pl3516"/>
            <p:cNvSpPr/>
            <p:nvPr/>
          </p:nvSpPr>
          <p:spPr>
            <a:xfrm>
              <a:off x="5117688" y="5336652"/>
              <a:ext cx="8151" cy="4157"/>
            </a:xfrm>
            <a:custGeom>
              <a:avLst/>
              <a:pathLst>
                <a:path w="8151" h="4157">
                  <a:moveTo>
                    <a:pt x="0" y="0"/>
                  </a:moveTo>
                  <a:lnTo>
                    <a:pt x="8151" y="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7" name="pl3517"/>
            <p:cNvSpPr/>
            <p:nvPr/>
          </p:nvSpPr>
          <p:spPr>
            <a:xfrm>
              <a:off x="5122423" y="5337437"/>
              <a:ext cx="12239" cy="6193"/>
            </a:xfrm>
            <a:custGeom>
              <a:avLst/>
              <a:pathLst>
                <a:path w="12239" h="6193">
                  <a:moveTo>
                    <a:pt x="0" y="0"/>
                  </a:moveTo>
                  <a:lnTo>
                    <a:pt x="12239" y="6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8" name="pl3518"/>
            <p:cNvSpPr/>
            <p:nvPr/>
          </p:nvSpPr>
          <p:spPr>
            <a:xfrm>
              <a:off x="5129196" y="5339243"/>
              <a:ext cx="14296" cy="7167"/>
            </a:xfrm>
            <a:custGeom>
              <a:avLst/>
              <a:pathLst>
                <a:path w="14296" h="7167">
                  <a:moveTo>
                    <a:pt x="0" y="0"/>
                  </a:moveTo>
                  <a:lnTo>
                    <a:pt x="14296" y="7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9" name="pl3519"/>
            <p:cNvSpPr/>
            <p:nvPr/>
          </p:nvSpPr>
          <p:spPr>
            <a:xfrm>
              <a:off x="5136990" y="5341537"/>
              <a:ext cx="15337" cy="7612"/>
            </a:xfrm>
            <a:custGeom>
              <a:avLst/>
              <a:pathLst>
                <a:path w="15337" h="7612">
                  <a:moveTo>
                    <a:pt x="0" y="0"/>
                  </a:moveTo>
                  <a:lnTo>
                    <a:pt x="15337" y="76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0" name="pl3520"/>
            <p:cNvSpPr/>
            <p:nvPr/>
          </p:nvSpPr>
          <p:spPr>
            <a:xfrm>
              <a:off x="5145947" y="5342748"/>
              <a:ext cx="19962" cy="9779"/>
            </a:xfrm>
            <a:custGeom>
              <a:avLst/>
              <a:pathLst>
                <a:path w="19962" h="9779">
                  <a:moveTo>
                    <a:pt x="0" y="0"/>
                  </a:moveTo>
                  <a:lnTo>
                    <a:pt x="19962" y="97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1" name="pl3521"/>
            <p:cNvSpPr/>
            <p:nvPr/>
          </p:nvSpPr>
          <p:spPr>
            <a:xfrm>
              <a:off x="5158480" y="5342429"/>
              <a:ext cx="39758" cy="18970"/>
            </a:xfrm>
            <a:custGeom>
              <a:avLst/>
              <a:pathLst>
                <a:path w="39758" h="18970">
                  <a:moveTo>
                    <a:pt x="0" y="0"/>
                  </a:moveTo>
                  <a:lnTo>
                    <a:pt x="39758" y="18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2" name="pl3522"/>
            <p:cNvSpPr/>
            <p:nvPr/>
          </p:nvSpPr>
          <p:spPr>
            <a:xfrm>
              <a:off x="5093340" y="5323970"/>
              <a:ext cx="8097" cy="4261"/>
            </a:xfrm>
            <a:custGeom>
              <a:avLst/>
              <a:pathLst>
                <a:path w="8097" h="4261">
                  <a:moveTo>
                    <a:pt x="0" y="0"/>
                  </a:moveTo>
                  <a:lnTo>
                    <a:pt x="8097" y="4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3" name="pl3523"/>
            <p:cNvSpPr/>
            <p:nvPr/>
          </p:nvSpPr>
          <p:spPr>
            <a:xfrm>
              <a:off x="5098066" y="5324816"/>
              <a:ext cx="12158" cy="6349"/>
            </a:xfrm>
            <a:custGeom>
              <a:avLst/>
              <a:pathLst>
                <a:path w="12158" h="6349">
                  <a:moveTo>
                    <a:pt x="0" y="0"/>
                  </a:moveTo>
                  <a:lnTo>
                    <a:pt x="12158" y="6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4" name="pl3524"/>
            <p:cNvSpPr/>
            <p:nvPr/>
          </p:nvSpPr>
          <p:spPr>
            <a:xfrm>
              <a:off x="5077200" y="5315343"/>
              <a:ext cx="8061" cy="4330"/>
            </a:xfrm>
            <a:custGeom>
              <a:avLst/>
              <a:pathLst>
                <a:path w="8061" h="4330">
                  <a:moveTo>
                    <a:pt x="0" y="0"/>
                  </a:moveTo>
                  <a:lnTo>
                    <a:pt x="8061" y="4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5" name="pl3525"/>
            <p:cNvSpPr/>
            <p:nvPr/>
          </p:nvSpPr>
          <p:spPr>
            <a:xfrm>
              <a:off x="5053128" y="5302144"/>
              <a:ext cx="8004" cy="4433"/>
            </a:xfrm>
            <a:custGeom>
              <a:avLst/>
              <a:pathLst>
                <a:path w="8004" h="4433">
                  <a:moveTo>
                    <a:pt x="0" y="0"/>
                  </a:moveTo>
                  <a:lnTo>
                    <a:pt x="8004" y="4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6" name="pl3526"/>
            <p:cNvSpPr/>
            <p:nvPr/>
          </p:nvSpPr>
          <p:spPr>
            <a:xfrm>
              <a:off x="5057835" y="5303091"/>
              <a:ext cx="12020" cy="6607"/>
            </a:xfrm>
            <a:custGeom>
              <a:avLst/>
              <a:pathLst>
                <a:path w="12020" h="6607">
                  <a:moveTo>
                    <a:pt x="0" y="0"/>
                  </a:moveTo>
                  <a:lnTo>
                    <a:pt x="12020" y="66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7" name="pl3527"/>
            <p:cNvSpPr/>
            <p:nvPr/>
          </p:nvSpPr>
          <p:spPr>
            <a:xfrm>
              <a:off x="5021300" y="5284069"/>
              <a:ext cx="7928" cy="4569"/>
            </a:xfrm>
            <a:custGeom>
              <a:avLst/>
              <a:pathLst>
                <a:path w="7928" h="4569">
                  <a:moveTo>
                    <a:pt x="0" y="0"/>
                  </a:moveTo>
                  <a:lnTo>
                    <a:pt x="7928" y="4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8" name="pl3528"/>
            <p:cNvSpPr/>
            <p:nvPr/>
          </p:nvSpPr>
          <p:spPr>
            <a:xfrm>
              <a:off x="5025990" y="5285095"/>
              <a:ext cx="11905" cy="6811"/>
            </a:xfrm>
            <a:custGeom>
              <a:avLst/>
              <a:pathLst>
                <a:path w="11905" h="6811">
                  <a:moveTo>
                    <a:pt x="0" y="0"/>
                  </a:moveTo>
                  <a:lnTo>
                    <a:pt x="11905" y="68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9" name="pl3529"/>
            <p:cNvSpPr/>
            <p:nvPr/>
          </p:nvSpPr>
          <p:spPr>
            <a:xfrm>
              <a:off x="5032661" y="5287246"/>
              <a:ext cx="13910" cy="7889"/>
            </a:xfrm>
            <a:custGeom>
              <a:avLst/>
              <a:pathLst>
                <a:path w="13910" h="7889">
                  <a:moveTo>
                    <a:pt x="0" y="0"/>
                  </a:moveTo>
                  <a:lnTo>
                    <a:pt x="13910" y="78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0" name="pl3530"/>
            <p:cNvSpPr/>
            <p:nvPr/>
          </p:nvSpPr>
          <p:spPr>
            <a:xfrm>
              <a:off x="5041766" y="5287401"/>
              <a:ext cx="24882" cy="13894"/>
            </a:xfrm>
            <a:custGeom>
              <a:avLst/>
              <a:pathLst>
                <a:path w="24882" h="13894">
                  <a:moveTo>
                    <a:pt x="0" y="0"/>
                  </a:moveTo>
                  <a:lnTo>
                    <a:pt x="24882" y="13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1" name="pl3531"/>
            <p:cNvSpPr/>
            <p:nvPr/>
          </p:nvSpPr>
          <p:spPr>
            <a:xfrm>
              <a:off x="5055605" y="5291845"/>
              <a:ext cx="30451" cy="16681"/>
            </a:xfrm>
            <a:custGeom>
              <a:avLst/>
              <a:pathLst>
                <a:path w="30451" h="16681">
                  <a:moveTo>
                    <a:pt x="0" y="0"/>
                  </a:moveTo>
                  <a:lnTo>
                    <a:pt x="30451" y="166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2" name="pl3532"/>
            <p:cNvSpPr/>
            <p:nvPr/>
          </p:nvSpPr>
          <p:spPr>
            <a:xfrm>
              <a:off x="5072897" y="5296413"/>
              <a:ext cx="37314" cy="19961"/>
            </a:xfrm>
            <a:custGeom>
              <a:avLst/>
              <a:pathLst>
                <a:path w="37314" h="19961">
                  <a:moveTo>
                    <a:pt x="0" y="0"/>
                  </a:moveTo>
                  <a:lnTo>
                    <a:pt x="37314" y="199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3" name="pl3533"/>
            <p:cNvSpPr/>
            <p:nvPr/>
          </p:nvSpPr>
          <p:spPr>
            <a:xfrm>
              <a:off x="5099066" y="5292350"/>
              <a:ext cx="43135" cy="22440"/>
            </a:xfrm>
            <a:custGeom>
              <a:avLst/>
              <a:pathLst>
                <a:path w="43135" h="22440">
                  <a:moveTo>
                    <a:pt x="0" y="0"/>
                  </a:moveTo>
                  <a:lnTo>
                    <a:pt x="43135" y="22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4" name="pl3534"/>
            <p:cNvSpPr/>
            <p:nvPr/>
          </p:nvSpPr>
          <p:spPr>
            <a:xfrm>
              <a:off x="5142202" y="5314790"/>
              <a:ext cx="43640" cy="21441"/>
            </a:xfrm>
            <a:custGeom>
              <a:avLst/>
              <a:pathLst>
                <a:path w="43640" h="21441">
                  <a:moveTo>
                    <a:pt x="0" y="0"/>
                  </a:moveTo>
                  <a:lnTo>
                    <a:pt x="43640" y="21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5" name="pl3535"/>
            <p:cNvSpPr/>
            <p:nvPr/>
          </p:nvSpPr>
          <p:spPr>
            <a:xfrm>
              <a:off x="4974148" y="5255944"/>
              <a:ext cx="7808" cy="4771"/>
            </a:xfrm>
            <a:custGeom>
              <a:avLst/>
              <a:pathLst>
                <a:path w="7808" h="4771">
                  <a:moveTo>
                    <a:pt x="0" y="0"/>
                  </a:moveTo>
                  <a:lnTo>
                    <a:pt x="7808" y="4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6" name="pl3536"/>
            <p:cNvSpPr/>
            <p:nvPr/>
          </p:nvSpPr>
          <p:spPr>
            <a:xfrm>
              <a:off x="4950846" y="5241430"/>
              <a:ext cx="7746" cy="4870"/>
            </a:xfrm>
            <a:custGeom>
              <a:avLst/>
              <a:pathLst>
                <a:path w="7746" h="4870">
                  <a:moveTo>
                    <a:pt x="0" y="0"/>
                  </a:moveTo>
                  <a:lnTo>
                    <a:pt x="7746" y="48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7" name="pl3537"/>
            <p:cNvSpPr/>
            <p:nvPr/>
          </p:nvSpPr>
          <p:spPr>
            <a:xfrm>
              <a:off x="4955492" y="5242636"/>
              <a:ext cx="11635" cy="7264"/>
            </a:xfrm>
            <a:custGeom>
              <a:avLst/>
              <a:pathLst>
                <a:path w="11635" h="7264">
                  <a:moveTo>
                    <a:pt x="0" y="0"/>
                  </a:moveTo>
                  <a:lnTo>
                    <a:pt x="11635" y="7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8" name="pl3538"/>
            <p:cNvSpPr/>
            <p:nvPr/>
          </p:nvSpPr>
          <p:spPr>
            <a:xfrm>
              <a:off x="4962848" y="5243805"/>
              <a:ext cx="17481" cy="10797"/>
            </a:xfrm>
            <a:custGeom>
              <a:avLst/>
              <a:pathLst>
                <a:path w="17481" h="10797">
                  <a:moveTo>
                    <a:pt x="0" y="0"/>
                  </a:moveTo>
                  <a:lnTo>
                    <a:pt x="17481" y="107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9" name="pl3539"/>
            <p:cNvSpPr/>
            <p:nvPr/>
          </p:nvSpPr>
          <p:spPr>
            <a:xfrm>
              <a:off x="4972341" y="5247985"/>
              <a:ext cx="20451" cy="12474"/>
            </a:xfrm>
            <a:custGeom>
              <a:avLst/>
              <a:pathLst>
                <a:path w="20451" h="12474">
                  <a:moveTo>
                    <a:pt x="0" y="0"/>
                  </a:moveTo>
                  <a:lnTo>
                    <a:pt x="20451" y="124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0" name="pl3540"/>
            <p:cNvSpPr/>
            <p:nvPr/>
          </p:nvSpPr>
          <p:spPr>
            <a:xfrm>
              <a:off x="4983308" y="5253006"/>
              <a:ext cx="18058" cy="10892"/>
            </a:xfrm>
            <a:custGeom>
              <a:avLst/>
              <a:pathLst>
                <a:path w="18058" h="10892">
                  <a:moveTo>
                    <a:pt x="0" y="0"/>
                  </a:moveTo>
                  <a:lnTo>
                    <a:pt x="18058" y="10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1" name="pl3541"/>
            <p:cNvSpPr/>
            <p:nvPr/>
          </p:nvSpPr>
          <p:spPr>
            <a:xfrm>
              <a:off x="4993077" y="5257227"/>
              <a:ext cx="16873" cy="10072"/>
            </a:xfrm>
            <a:custGeom>
              <a:avLst/>
              <a:pathLst>
                <a:path w="16873" h="10072">
                  <a:moveTo>
                    <a:pt x="0" y="0"/>
                  </a:moveTo>
                  <a:lnTo>
                    <a:pt x="16873" y="100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2" name="pl3542"/>
            <p:cNvSpPr/>
            <p:nvPr/>
          </p:nvSpPr>
          <p:spPr>
            <a:xfrm>
              <a:off x="5002249" y="5261031"/>
              <a:ext cx="16293" cy="9628"/>
            </a:xfrm>
            <a:custGeom>
              <a:avLst/>
              <a:pathLst>
                <a:path w="16293" h="9628">
                  <a:moveTo>
                    <a:pt x="0" y="0"/>
                  </a:moveTo>
                  <a:lnTo>
                    <a:pt x="16293" y="9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3" name="pl3543"/>
            <p:cNvSpPr/>
            <p:nvPr/>
          </p:nvSpPr>
          <p:spPr>
            <a:xfrm>
              <a:off x="4904808" y="5211515"/>
              <a:ext cx="7619" cy="5067"/>
            </a:xfrm>
            <a:custGeom>
              <a:avLst/>
              <a:pathLst>
                <a:path w="7619" h="5067">
                  <a:moveTo>
                    <a:pt x="0" y="0"/>
                  </a:moveTo>
                  <a:lnTo>
                    <a:pt x="7619" y="5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4" name="pl3544"/>
            <p:cNvSpPr/>
            <p:nvPr/>
          </p:nvSpPr>
          <p:spPr>
            <a:xfrm>
              <a:off x="4874549" y="5190920"/>
              <a:ext cx="7531" cy="5197"/>
            </a:xfrm>
            <a:custGeom>
              <a:avLst/>
              <a:pathLst>
                <a:path w="7531" h="5197">
                  <a:moveTo>
                    <a:pt x="0" y="0"/>
                  </a:moveTo>
                  <a:lnTo>
                    <a:pt x="7531" y="5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5" name="pl3545"/>
            <p:cNvSpPr/>
            <p:nvPr/>
          </p:nvSpPr>
          <p:spPr>
            <a:xfrm>
              <a:off x="4852088" y="5175137"/>
              <a:ext cx="7464" cy="5293"/>
            </a:xfrm>
            <a:custGeom>
              <a:avLst/>
              <a:pathLst>
                <a:path w="7464" h="5293">
                  <a:moveTo>
                    <a:pt x="0" y="0"/>
                  </a:moveTo>
                  <a:lnTo>
                    <a:pt x="7464" y="52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6" name="pl3546"/>
            <p:cNvSpPr/>
            <p:nvPr/>
          </p:nvSpPr>
          <p:spPr>
            <a:xfrm>
              <a:off x="4822457" y="5153648"/>
              <a:ext cx="7373" cy="5419"/>
            </a:xfrm>
            <a:custGeom>
              <a:avLst/>
              <a:pathLst>
                <a:path w="7373" h="5419">
                  <a:moveTo>
                    <a:pt x="0" y="0"/>
                  </a:moveTo>
                  <a:lnTo>
                    <a:pt x="7373" y="5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7" name="pl3547"/>
            <p:cNvSpPr/>
            <p:nvPr/>
          </p:nvSpPr>
          <p:spPr>
            <a:xfrm>
              <a:off x="4827004" y="5155187"/>
              <a:ext cx="11078" cy="8088"/>
            </a:xfrm>
            <a:custGeom>
              <a:avLst/>
              <a:pathLst>
                <a:path w="11078" h="8088">
                  <a:moveTo>
                    <a:pt x="0" y="0"/>
                  </a:moveTo>
                  <a:lnTo>
                    <a:pt x="11078" y="80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8" name="pl3548"/>
            <p:cNvSpPr/>
            <p:nvPr/>
          </p:nvSpPr>
          <p:spPr>
            <a:xfrm>
              <a:off x="4833396" y="5158063"/>
              <a:ext cx="12950" cy="9381"/>
            </a:xfrm>
            <a:custGeom>
              <a:avLst/>
              <a:pathLst>
                <a:path w="12950" h="9381">
                  <a:moveTo>
                    <a:pt x="0" y="0"/>
                  </a:moveTo>
                  <a:lnTo>
                    <a:pt x="12950" y="93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9" name="pl3549"/>
            <p:cNvSpPr/>
            <p:nvPr/>
          </p:nvSpPr>
          <p:spPr>
            <a:xfrm>
              <a:off x="4841573" y="5160406"/>
              <a:ext cx="17616" cy="12626"/>
            </a:xfrm>
            <a:custGeom>
              <a:avLst/>
              <a:pathLst>
                <a:path w="17616" h="12626">
                  <a:moveTo>
                    <a:pt x="0" y="0"/>
                  </a:moveTo>
                  <a:lnTo>
                    <a:pt x="17616" y="12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0" name="pl3550"/>
            <p:cNvSpPr/>
            <p:nvPr/>
          </p:nvSpPr>
          <p:spPr>
            <a:xfrm>
              <a:off x="4851214" y="5165557"/>
              <a:ext cx="20002" cy="14163"/>
            </a:xfrm>
            <a:custGeom>
              <a:avLst/>
              <a:pathLst>
                <a:path w="20002" h="14163">
                  <a:moveTo>
                    <a:pt x="0" y="0"/>
                  </a:moveTo>
                  <a:lnTo>
                    <a:pt x="20002" y="14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1" name="pl3551"/>
            <p:cNvSpPr/>
            <p:nvPr/>
          </p:nvSpPr>
          <p:spPr>
            <a:xfrm>
              <a:off x="4862879" y="5170288"/>
              <a:ext cx="21226" cy="14837"/>
            </a:xfrm>
            <a:custGeom>
              <a:avLst/>
              <a:pathLst>
                <a:path w="21226" h="14837">
                  <a:moveTo>
                    <a:pt x="0" y="0"/>
                  </a:moveTo>
                  <a:lnTo>
                    <a:pt x="21226" y="14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2" name="pl3552"/>
            <p:cNvSpPr/>
            <p:nvPr/>
          </p:nvSpPr>
          <p:spPr>
            <a:xfrm>
              <a:off x="4874305" y="5176545"/>
              <a:ext cx="21889" cy="15098"/>
            </a:xfrm>
            <a:custGeom>
              <a:avLst/>
              <a:pathLst>
                <a:path w="21889" h="15098">
                  <a:moveTo>
                    <a:pt x="0" y="0"/>
                  </a:moveTo>
                  <a:lnTo>
                    <a:pt x="21889" y="15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3" name="pl3553"/>
            <p:cNvSpPr/>
            <p:nvPr/>
          </p:nvSpPr>
          <p:spPr>
            <a:xfrm>
              <a:off x="4886054" y="5182929"/>
              <a:ext cx="18490" cy="12611"/>
            </a:xfrm>
            <a:custGeom>
              <a:avLst/>
              <a:pathLst>
                <a:path w="18490" h="12611">
                  <a:moveTo>
                    <a:pt x="0" y="0"/>
                  </a:moveTo>
                  <a:lnTo>
                    <a:pt x="18490" y="126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4" name="pl3554"/>
            <p:cNvSpPr/>
            <p:nvPr/>
          </p:nvSpPr>
          <p:spPr>
            <a:xfrm>
              <a:off x="4896925" y="5186851"/>
              <a:ext cx="20568" cy="13853"/>
            </a:xfrm>
            <a:custGeom>
              <a:avLst/>
              <a:pathLst>
                <a:path w="20568" h="13853">
                  <a:moveTo>
                    <a:pt x="0" y="0"/>
                  </a:moveTo>
                  <a:lnTo>
                    <a:pt x="20568" y="13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5" name="pl3555"/>
            <p:cNvSpPr/>
            <p:nvPr/>
          </p:nvSpPr>
          <p:spPr>
            <a:xfrm>
              <a:off x="4785942" y="5126080"/>
              <a:ext cx="7255" cy="5575"/>
            </a:xfrm>
            <a:custGeom>
              <a:avLst/>
              <a:pathLst>
                <a:path w="7255" h="5575">
                  <a:moveTo>
                    <a:pt x="0" y="0"/>
                  </a:moveTo>
                  <a:lnTo>
                    <a:pt x="7255" y="5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6" name="pl3556"/>
            <p:cNvSpPr/>
            <p:nvPr/>
          </p:nvSpPr>
          <p:spPr>
            <a:xfrm>
              <a:off x="4790455" y="5127716"/>
              <a:ext cx="10903" cy="8323"/>
            </a:xfrm>
            <a:custGeom>
              <a:avLst/>
              <a:pathLst>
                <a:path w="10903" h="8323">
                  <a:moveTo>
                    <a:pt x="0" y="0"/>
                  </a:moveTo>
                  <a:lnTo>
                    <a:pt x="10903" y="8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7" name="pl3557"/>
            <p:cNvSpPr/>
            <p:nvPr/>
          </p:nvSpPr>
          <p:spPr>
            <a:xfrm>
              <a:off x="4796784" y="5130728"/>
              <a:ext cx="12747" cy="9656"/>
            </a:xfrm>
            <a:custGeom>
              <a:avLst/>
              <a:pathLst>
                <a:path w="12747" h="9656">
                  <a:moveTo>
                    <a:pt x="0" y="0"/>
                  </a:moveTo>
                  <a:lnTo>
                    <a:pt x="12747" y="96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8" name="pl3558"/>
            <p:cNvSpPr/>
            <p:nvPr/>
          </p:nvSpPr>
          <p:spPr>
            <a:xfrm>
              <a:off x="4804029" y="5134406"/>
              <a:ext cx="13690" cy="10284"/>
            </a:xfrm>
            <a:custGeom>
              <a:avLst/>
              <a:pathLst>
                <a:path w="13690" h="10284">
                  <a:moveTo>
                    <a:pt x="0" y="0"/>
                  </a:moveTo>
                  <a:lnTo>
                    <a:pt x="13690" y="10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9" name="pl3559"/>
            <p:cNvSpPr/>
            <p:nvPr/>
          </p:nvSpPr>
          <p:spPr>
            <a:xfrm>
              <a:off x="4764318" y="5109167"/>
              <a:ext cx="7183" cy="5668"/>
            </a:xfrm>
            <a:custGeom>
              <a:avLst/>
              <a:pathLst>
                <a:path w="7183" h="5668">
                  <a:moveTo>
                    <a:pt x="0" y="0"/>
                  </a:moveTo>
                  <a:lnTo>
                    <a:pt x="7183" y="5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0" name="pl3560"/>
            <p:cNvSpPr/>
            <p:nvPr/>
          </p:nvSpPr>
          <p:spPr>
            <a:xfrm>
              <a:off x="4768810" y="5110861"/>
              <a:ext cx="10795" cy="8462"/>
            </a:xfrm>
            <a:custGeom>
              <a:avLst/>
              <a:pathLst>
                <a:path w="10795" h="8462">
                  <a:moveTo>
                    <a:pt x="0" y="0"/>
                  </a:moveTo>
                  <a:lnTo>
                    <a:pt x="10795" y="84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1" name="pl3561"/>
            <p:cNvSpPr/>
            <p:nvPr/>
          </p:nvSpPr>
          <p:spPr>
            <a:xfrm>
              <a:off x="4728765" y="5080369"/>
              <a:ext cx="7061" cy="5820"/>
            </a:xfrm>
            <a:custGeom>
              <a:avLst/>
              <a:pathLst>
                <a:path w="7061" h="5820">
                  <a:moveTo>
                    <a:pt x="0" y="0"/>
                  </a:moveTo>
                  <a:lnTo>
                    <a:pt x="7061" y="5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2" name="pl3562"/>
            <p:cNvSpPr/>
            <p:nvPr/>
          </p:nvSpPr>
          <p:spPr>
            <a:xfrm>
              <a:off x="4714718" y="5068638"/>
              <a:ext cx="7011" cy="5880"/>
            </a:xfrm>
            <a:custGeom>
              <a:avLst/>
              <a:pathLst>
                <a:path w="7011" h="5880">
                  <a:moveTo>
                    <a:pt x="0" y="0"/>
                  </a:moveTo>
                  <a:lnTo>
                    <a:pt x="7011" y="5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3" name="pl3563"/>
            <p:cNvSpPr/>
            <p:nvPr/>
          </p:nvSpPr>
          <p:spPr>
            <a:xfrm>
              <a:off x="4720093" y="5069349"/>
              <a:ext cx="14053" cy="11684"/>
            </a:xfrm>
            <a:custGeom>
              <a:avLst/>
              <a:pathLst>
                <a:path w="14053" h="11684">
                  <a:moveTo>
                    <a:pt x="0" y="0"/>
                  </a:moveTo>
                  <a:lnTo>
                    <a:pt x="14053" y="11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4" name="pl3564"/>
            <p:cNvSpPr/>
            <p:nvPr/>
          </p:nvSpPr>
          <p:spPr>
            <a:xfrm>
              <a:off x="4728039" y="5074086"/>
              <a:ext cx="17632" cy="14502"/>
            </a:xfrm>
            <a:custGeom>
              <a:avLst/>
              <a:pathLst>
                <a:path w="17632" h="14502">
                  <a:moveTo>
                    <a:pt x="0" y="0"/>
                  </a:moveTo>
                  <a:lnTo>
                    <a:pt x="17632" y="145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5" name="pl3565"/>
            <p:cNvSpPr/>
            <p:nvPr/>
          </p:nvSpPr>
          <p:spPr>
            <a:xfrm>
              <a:off x="4737762" y="5080235"/>
              <a:ext cx="15920" cy="12966"/>
            </a:xfrm>
            <a:custGeom>
              <a:avLst/>
              <a:pathLst>
                <a:path w="15920" h="12966">
                  <a:moveTo>
                    <a:pt x="0" y="0"/>
                  </a:moveTo>
                  <a:lnTo>
                    <a:pt x="15920" y="12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6" name="pl3566"/>
            <p:cNvSpPr/>
            <p:nvPr/>
          </p:nvSpPr>
          <p:spPr>
            <a:xfrm>
              <a:off x="4746627" y="5085607"/>
              <a:ext cx="15081" cy="12169"/>
            </a:xfrm>
            <a:custGeom>
              <a:avLst/>
              <a:pathLst>
                <a:path w="15081" h="12169">
                  <a:moveTo>
                    <a:pt x="0" y="0"/>
                  </a:moveTo>
                  <a:lnTo>
                    <a:pt x="15081" y="12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7" name="pl3567"/>
            <p:cNvSpPr/>
            <p:nvPr/>
          </p:nvSpPr>
          <p:spPr>
            <a:xfrm>
              <a:off x="4756900" y="5088307"/>
              <a:ext cx="23594" cy="18765"/>
            </a:xfrm>
            <a:custGeom>
              <a:avLst/>
              <a:pathLst>
                <a:path w="23594" h="18765">
                  <a:moveTo>
                    <a:pt x="0" y="0"/>
                  </a:moveTo>
                  <a:lnTo>
                    <a:pt x="23594" y="18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8" name="pl3568"/>
            <p:cNvSpPr/>
            <p:nvPr/>
          </p:nvSpPr>
          <p:spPr>
            <a:xfrm>
              <a:off x="4773200" y="5092028"/>
              <a:ext cx="46417" cy="35881"/>
            </a:xfrm>
            <a:custGeom>
              <a:avLst/>
              <a:pathLst>
                <a:path w="46417" h="35881">
                  <a:moveTo>
                    <a:pt x="0" y="0"/>
                  </a:moveTo>
                  <a:lnTo>
                    <a:pt x="46417" y="35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9" name="pl3569"/>
            <p:cNvSpPr/>
            <p:nvPr/>
          </p:nvSpPr>
          <p:spPr>
            <a:xfrm>
              <a:off x="4807872" y="5095140"/>
              <a:ext cx="36588" cy="27653"/>
            </a:xfrm>
            <a:custGeom>
              <a:avLst/>
              <a:pathLst>
                <a:path w="36588" h="27653">
                  <a:moveTo>
                    <a:pt x="0" y="0"/>
                  </a:moveTo>
                  <a:lnTo>
                    <a:pt x="36588" y="276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0" name="pl3570"/>
            <p:cNvSpPr/>
            <p:nvPr/>
          </p:nvSpPr>
          <p:spPr>
            <a:xfrm>
              <a:off x="4844461" y="5122793"/>
              <a:ext cx="37182" cy="26849"/>
            </a:xfrm>
            <a:custGeom>
              <a:avLst/>
              <a:pathLst>
                <a:path w="37182" h="26849">
                  <a:moveTo>
                    <a:pt x="0" y="0"/>
                  </a:moveTo>
                  <a:lnTo>
                    <a:pt x="37182" y="26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1" name="pl3571"/>
            <p:cNvSpPr/>
            <p:nvPr/>
          </p:nvSpPr>
          <p:spPr>
            <a:xfrm>
              <a:off x="4881643" y="5149642"/>
              <a:ext cx="37758" cy="26033"/>
            </a:xfrm>
            <a:custGeom>
              <a:avLst/>
              <a:pathLst>
                <a:path w="37758" h="26033">
                  <a:moveTo>
                    <a:pt x="0" y="0"/>
                  </a:moveTo>
                  <a:lnTo>
                    <a:pt x="37758" y="260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2" name="pl3572"/>
            <p:cNvSpPr/>
            <p:nvPr/>
          </p:nvSpPr>
          <p:spPr>
            <a:xfrm>
              <a:off x="4863832" y="5135137"/>
              <a:ext cx="38608" cy="27225"/>
            </a:xfrm>
            <a:custGeom>
              <a:avLst/>
              <a:pathLst>
                <a:path w="38608" h="27225">
                  <a:moveTo>
                    <a:pt x="0" y="0"/>
                  </a:moveTo>
                  <a:lnTo>
                    <a:pt x="38608" y="27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3" name="pl3573"/>
            <p:cNvSpPr/>
            <p:nvPr/>
          </p:nvSpPr>
          <p:spPr>
            <a:xfrm>
              <a:off x="4902440" y="5162362"/>
              <a:ext cx="39209" cy="26351"/>
            </a:xfrm>
            <a:custGeom>
              <a:avLst/>
              <a:pathLst>
                <a:path w="39209" h="26351">
                  <a:moveTo>
                    <a:pt x="0" y="0"/>
                  </a:moveTo>
                  <a:lnTo>
                    <a:pt x="39209" y="26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4" name="pl3574"/>
            <p:cNvSpPr/>
            <p:nvPr/>
          </p:nvSpPr>
          <p:spPr>
            <a:xfrm>
              <a:off x="4903267" y="5161162"/>
              <a:ext cx="46699" cy="31240"/>
            </a:xfrm>
            <a:custGeom>
              <a:avLst/>
              <a:pathLst>
                <a:path w="46699" h="31240">
                  <a:moveTo>
                    <a:pt x="0" y="0"/>
                  </a:moveTo>
                  <a:lnTo>
                    <a:pt x="46699" y="31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5" name="pl3575"/>
            <p:cNvSpPr/>
            <p:nvPr/>
          </p:nvSpPr>
          <p:spPr>
            <a:xfrm>
              <a:off x="4927322" y="5175727"/>
              <a:ext cx="30969" cy="20325"/>
            </a:xfrm>
            <a:custGeom>
              <a:avLst/>
              <a:pathLst>
                <a:path w="30969" h="20325">
                  <a:moveTo>
                    <a:pt x="0" y="0"/>
                  </a:moveTo>
                  <a:lnTo>
                    <a:pt x="30969" y="20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6" name="pl3576"/>
            <p:cNvSpPr/>
            <p:nvPr/>
          </p:nvSpPr>
          <p:spPr>
            <a:xfrm>
              <a:off x="4943562" y="5184740"/>
              <a:ext cx="23066" cy="14923"/>
            </a:xfrm>
            <a:custGeom>
              <a:avLst/>
              <a:pathLst>
                <a:path w="23066" h="14923">
                  <a:moveTo>
                    <a:pt x="0" y="0"/>
                  </a:moveTo>
                  <a:lnTo>
                    <a:pt x="23066" y="149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7" name="pl3577"/>
            <p:cNvSpPr/>
            <p:nvPr/>
          </p:nvSpPr>
          <p:spPr>
            <a:xfrm>
              <a:off x="4962196" y="5181227"/>
              <a:ext cx="35732" cy="22607"/>
            </a:xfrm>
            <a:custGeom>
              <a:avLst/>
              <a:pathLst>
                <a:path w="35732" h="22607">
                  <a:moveTo>
                    <a:pt x="0" y="0"/>
                  </a:moveTo>
                  <a:lnTo>
                    <a:pt x="35732" y="226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8" name="pl3578"/>
            <p:cNvSpPr/>
            <p:nvPr/>
          </p:nvSpPr>
          <p:spPr>
            <a:xfrm>
              <a:off x="4997928" y="5203834"/>
              <a:ext cx="36182" cy="21879"/>
            </a:xfrm>
            <a:custGeom>
              <a:avLst/>
              <a:pathLst>
                <a:path w="36182" h="21879">
                  <a:moveTo>
                    <a:pt x="0" y="0"/>
                  </a:moveTo>
                  <a:lnTo>
                    <a:pt x="36182" y="218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9" name="pl3579"/>
            <p:cNvSpPr/>
            <p:nvPr/>
          </p:nvSpPr>
          <p:spPr>
            <a:xfrm>
              <a:off x="5015562" y="5175328"/>
              <a:ext cx="50373" cy="30173"/>
            </a:xfrm>
            <a:custGeom>
              <a:avLst/>
              <a:pathLst>
                <a:path w="50373" h="30173">
                  <a:moveTo>
                    <a:pt x="0" y="0"/>
                  </a:moveTo>
                  <a:lnTo>
                    <a:pt x="50373" y="301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0" name="pl3580"/>
            <p:cNvSpPr/>
            <p:nvPr/>
          </p:nvSpPr>
          <p:spPr>
            <a:xfrm>
              <a:off x="5065936" y="5205502"/>
              <a:ext cx="51215" cy="28721"/>
            </a:xfrm>
            <a:custGeom>
              <a:avLst/>
              <a:pathLst>
                <a:path w="51215" h="28721">
                  <a:moveTo>
                    <a:pt x="0" y="0"/>
                  </a:moveTo>
                  <a:lnTo>
                    <a:pt x="51215" y="28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1" name="pl3581"/>
            <p:cNvSpPr/>
            <p:nvPr/>
          </p:nvSpPr>
          <p:spPr>
            <a:xfrm>
              <a:off x="5117151" y="5234223"/>
              <a:ext cx="52015" cy="27245"/>
            </a:xfrm>
            <a:custGeom>
              <a:avLst/>
              <a:pathLst>
                <a:path w="52015" h="27245">
                  <a:moveTo>
                    <a:pt x="0" y="0"/>
                  </a:moveTo>
                  <a:lnTo>
                    <a:pt x="52015" y="272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2" name="pl3582"/>
            <p:cNvSpPr/>
            <p:nvPr/>
          </p:nvSpPr>
          <p:spPr>
            <a:xfrm>
              <a:off x="5095718" y="5212419"/>
              <a:ext cx="45248" cy="24630"/>
            </a:xfrm>
            <a:custGeom>
              <a:avLst/>
              <a:pathLst>
                <a:path w="45248" h="24630">
                  <a:moveTo>
                    <a:pt x="0" y="0"/>
                  </a:moveTo>
                  <a:lnTo>
                    <a:pt x="45248" y="24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3" name="pl3583"/>
            <p:cNvSpPr/>
            <p:nvPr/>
          </p:nvSpPr>
          <p:spPr>
            <a:xfrm>
              <a:off x="5140966" y="5237049"/>
              <a:ext cx="45854" cy="23483"/>
            </a:xfrm>
            <a:custGeom>
              <a:avLst/>
              <a:pathLst>
                <a:path w="45854" h="23483">
                  <a:moveTo>
                    <a:pt x="0" y="0"/>
                  </a:moveTo>
                  <a:lnTo>
                    <a:pt x="45854" y="2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4" name="pl3584"/>
            <p:cNvSpPr/>
            <p:nvPr/>
          </p:nvSpPr>
          <p:spPr>
            <a:xfrm>
              <a:off x="5186821" y="5260532"/>
              <a:ext cx="46431" cy="22320"/>
            </a:xfrm>
            <a:custGeom>
              <a:avLst/>
              <a:pathLst>
                <a:path w="46431" h="22320">
                  <a:moveTo>
                    <a:pt x="0" y="0"/>
                  </a:moveTo>
                  <a:lnTo>
                    <a:pt x="46431" y="223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5" name="pl3585"/>
            <p:cNvSpPr/>
            <p:nvPr/>
          </p:nvSpPr>
          <p:spPr>
            <a:xfrm>
              <a:off x="5233252" y="5282853"/>
              <a:ext cx="46979" cy="21143"/>
            </a:xfrm>
            <a:custGeom>
              <a:avLst/>
              <a:pathLst>
                <a:path w="46979" h="21143">
                  <a:moveTo>
                    <a:pt x="0" y="0"/>
                  </a:moveTo>
                  <a:lnTo>
                    <a:pt x="46979" y="21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6" name="pl3586"/>
            <p:cNvSpPr/>
            <p:nvPr/>
          </p:nvSpPr>
          <p:spPr>
            <a:xfrm>
              <a:off x="5188764" y="5256616"/>
              <a:ext cx="39684" cy="19164"/>
            </a:xfrm>
            <a:custGeom>
              <a:avLst/>
              <a:pathLst>
                <a:path w="39684" h="19164">
                  <a:moveTo>
                    <a:pt x="0" y="0"/>
                  </a:moveTo>
                  <a:lnTo>
                    <a:pt x="39684" y="19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7" name="pl3587"/>
            <p:cNvSpPr/>
            <p:nvPr/>
          </p:nvSpPr>
          <p:spPr>
            <a:xfrm>
              <a:off x="5228449" y="5275781"/>
              <a:ext cx="40088" cy="18303"/>
            </a:xfrm>
            <a:custGeom>
              <a:avLst/>
              <a:pathLst>
                <a:path w="40088" h="18303">
                  <a:moveTo>
                    <a:pt x="0" y="0"/>
                  </a:moveTo>
                  <a:lnTo>
                    <a:pt x="40088" y="183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8" name="pl3588"/>
            <p:cNvSpPr/>
            <p:nvPr/>
          </p:nvSpPr>
          <p:spPr>
            <a:xfrm>
              <a:off x="5268538" y="5294084"/>
              <a:ext cx="40474" cy="17433"/>
            </a:xfrm>
            <a:custGeom>
              <a:avLst/>
              <a:pathLst>
                <a:path w="40474" h="17433">
                  <a:moveTo>
                    <a:pt x="0" y="0"/>
                  </a:moveTo>
                  <a:lnTo>
                    <a:pt x="40474" y="17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9" name="pl3589"/>
            <p:cNvSpPr/>
            <p:nvPr/>
          </p:nvSpPr>
          <p:spPr>
            <a:xfrm>
              <a:off x="4700771" y="5056788"/>
              <a:ext cx="6960" cy="5939"/>
            </a:xfrm>
            <a:custGeom>
              <a:avLst/>
              <a:pathLst>
                <a:path w="6960" h="5939">
                  <a:moveTo>
                    <a:pt x="0" y="0"/>
                  </a:moveTo>
                  <a:lnTo>
                    <a:pt x="6960" y="5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0" name="pl3590"/>
            <p:cNvSpPr/>
            <p:nvPr/>
          </p:nvSpPr>
          <p:spPr>
            <a:xfrm>
              <a:off x="4686925" y="5044819"/>
              <a:ext cx="6909" cy="5999"/>
            </a:xfrm>
            <a:custGeom>
              <a:avLst/>
              <a:pathLst>
                <a:path w="6909" h="5999">
                  <a:moveTo>
                    <a:pt x="0" y="0"/>
                  </a:moveTo>
                  <a:lnTo>
                    <a:pt x="6909" y="5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1" name="pl3591"/>
            <p:cNvSpPr/>
            <p:nvPr/>
          </p:nvSpPr>
          <p:spPr>
            <a:xfrm>
              <a:off x="4666350" y="5026645"/>
              <a:ext cx="6832" cy="6087"/>
            </a:xfrm>
            <a:custGeom>
              <a:avLst/>
              <a:pathLst>
                <a:path w="6832" h="6087">
                  <a:moveTo>
                    <a:pt x="0" y="0"/>
                  </a:moveTo>
                  <a:lnTo>
                    <a:pt x="6832" y="6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2" name="pl3592"/>
            <p:cNvSpPr/>
            <p:nvPr/>
          </p:nvSpPr>
          <p:spPr>
            <a:xfrm>
              <a:off x="4646009" y="5008210"/>
              <a:ext cx="6753" cy="6174"/>
            </a:xfrm>
            <a:custGeom>
              <a:avLst/>
              <a:pathLst>
                <a:path w="6753" h="6174">
                  <a:moveTo>
                    <a:pt x="0" y="0"/>
                  </a:moveTo>
                  <a:lnTo>
                    <a:pt x="6753" y="6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3" name="pl3593"/>
            <p:cNvSpPr/>
            <p:nvPr/>
          </p:nvSpPr>
          <p:spPr>
            <a:xfrm>
              <a:off x="4650367" y="5010225"/>
              <a:ext cx="10153" cy="9222"/>
            </a:xfrm>
            <a:custGeom>
              <a:avLst/>
              <a:pathLst>
                <a:path w="10153" h="9222">
                  <a:moveTo>
                    <a:pt x="0" y="0"/>
                  </a:moveTo>
                  <a:lnTo>
                    <a:pt x="10153" y="92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4" name="pl3594"/>
            <p:cNvSpPr/>
            <p:nvPr/>
          </p:nvSpPr>
          <p:spPr>
            <a:xfrm>
              <a:off x="4657396" y="5012686"/>
              <a:ext cx="15275" cy="13741"/>
            </a:xfrm>
            <a:custGeom>
              <a:avLst/>
              <a:pathLst>
                <a:path w="15275" h="13741">
                  <a:moveTo>
                    <a:pt x="0" y="0"/>
                  </a:moveTo>
                  <a:lnTo>
                    <a:pt x="15275" y="137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5" name="pl3595"/>
            <p:cNvSpPr/>
            <p:nvPr/>
          </p:nvSpPr>
          <p:spPr>
            <a:xfrm>
              <a:off x="4665992" y="5018492"/>
              <a:ext cx="17899" cy="15921"/>
            </a:xfrm>
            <a:custGeom>
              <a:avLst/>
              <a:pathLst>
                <a:path w="17899" h="15921">
                  <a:moveTo>
                    <a:pt x="0" y="0"/>
                  </a:moveTo>
                  <a:lnTo>
                    <a:pt x="17899" y="15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6" name="pl3596"/>
            <p:cNvSpPr/>
            <p:nvPr/>
          </p:nvSpPr>
          <p:spPr>
            <a:xfrm>
              <a:off x="4676856" y="5024300"/>
              <a:ext cx="19253" cy="16919"/>
            </a:xfrm>
            <a:custGeom>
              <a:avLst/>
              <a:pathLst>
                <a:path w="19253" h="16919">
                  <a:moveTo>
                    <a:pt x="0" y="0"/>
                  </a:moveTo>
                  <a:lnTo>
                    <a:pt x="19253" y="16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7" name="pl3597"/>
            <p:cNvSpPr/>
            <p:nvPr/>
          </p:nvSpPr>
          <p:spPr>
            <a:xfrm>
              <a:off x="4625906" y="4989515"/>
              <a:ext cx="6674" cy="6260"/>
            </a:xfrm>
            <a:custGeom>
              <a:avLst/>
              <a:pathLst>
                <a:path w="6674" h="6260">
                  <a:moveTo>
                    <a:pt x="0" y="0"/>
                  </a:moveTo>
                  <a:lnTo>
                    <a:pt x="6674" y="6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8" name="pl3598"/>
            <p:cNvSpPr/>
            <p:nvPr/>
          </p:nvSpPr>
          <p:spPr>
            <a:xfrm>
              <a:off x="4630237" y="4991586"/>
              <a:ext cx="10034" cy="9351"/>
            </a:xfrm>
            <a:custGeom>
              <a:avLst/>
              <a:pathLst>
                <a:path w="10034" h="9351">
                  <a:moveTo>
                    <a:pt x="0" y="0"/>
                  </a:moveTo>
                  <a:lnTo>
                    <a:pt x="10034" y="9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9" name="pl3599"/>
            <p:cNvSpPr/>
            <p:nvPr/>
          </p:nvSpPr>
          <p:spPr>
            <a:xfrm>
              <a:off x="4612638" y="4976909"/>
              <a:ext cx="6620" cy="6316"/>
            </a:xfrm>
            <a:custGeom>
              <a:avLst/>
              <a:pathLst>
                <a:path w="6620" h="6316">
                  <a:moveTo>
                    <a:pt x="0" y="0"/>
                  </a:moveTo>
                  <a:lnTo>
                    <a:pt x="6620" y="6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0" name="pl3600"/>
            <p:cNvSpPr/>
            <p:nvPr/>
          </p:nvSpPr>
          <p:spPr>
            <a:xfrm>
              <a:off x="4599478" y="4964191"/>
              <a:ext cx="6566" cy="6373"/>
            </a:xfrm>
            <a:custGeom>
              <a:avLst/>
              <a:pathLst>
                <a:path w="6566" h="6373">
                  <a:moveTo>
                    <a:pt x="0" y="0"/>
                  </a:moveTo>
                  <a:lnTo>
                    <a:pt x="6566" y="6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1" name="pl3601"/>
            <p:cNvSpPr/>
            <p:nvPr/>
          </p:nvSpPr>
          <p:spPr>
            <a:xfrm>
              <a:off x="4604788" y="4965290"/>
              <a:ext cx="13169" cy="12672"/>
            </a:xfrm>
            <a:custGeom>
              <a:avLst/>
              <a:pathLst>
                <a:path w="13169" h="12672">
                  <a:moveTo>
                    <a:pt x="0" y="0"/>
                  </a:moveTo>
                  <a:lnTo>
                    <a:pt x="13169" y="12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2" name="pl3602"/>
            <p:cNvSpPr/>
            <p:nvPr/>
          </p:nvSpPr>
          <p:spPr>
            <a:xfrm>
              <a:off x="4614391" y="4968490"/>
              <a:ext cx="24830" cy="23515"/>
            </a:xfrm>
            <a:custGeom>
              <a:avLst/>
              <a:pathLst>
                <a:path w="24830" h="23515">
                  <a:moveTo>
                    <a:pt x="0" y="0"/>
                  </a:moveTo>
                  <a:lnTo>
                    <a:pt x="24830" y="235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3" name="pl3603"/>
            <p:cNvSpPr/>
            <p:nvPr/>
          </p:nvSpPr>
          <p:spPr>
            <a:xfrm>
              <a:off x="4586427" y="4951361"/>
              <a:ext cx="6511" cy="6429"/>
            </a:xfrm>
            <a:custGeom>
              <a:avLst/>
              <a:pathLst>
                <a:path w="6511" h="6429">
                  <a:moveTo>
                    <a:pt x="0" y="0"/>
                  </a:moveTo>
                  <a:lnTo>
                    <a:pt x="6511" y="6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4" name="pl3604"/>
            <p:cNvSpPr/>
            <p:nvPr/>
          </p:nvSpPr>
          <p:spPr>
            <a:xfrm>
              <a:off x="4573486" y="4938420"/>
              <a:ext cx="6456" cy="6484"/>
            </a:xfrm>
            <a:custGeom>
              <a:avLst/>
              <a:pathLst>
                <a:path w="6456" h="6484">
                  <a:moveTo>
                    <a:pt x="0" y="0"/>
                  </a:moveTo>
                  <a:lnTo>
                    <a:pt x="6456" y="64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5" name="pl3605"/>
            <p:cNvSpPr/>
            <p:nvPr/>
          </p:nvSpPr>
          <p:spPr>
            <a:xfrm>
              <a:off x="4560656" y="4925369"/>
              <a:ext cx="6401" cy="6539"/>
            </a:xfrm>
            <a:custGeom>
              <a:avLst/>
              <a:pathLst>
                <a:path w="6401" h="6539">
                  <a:moveTo>
                    <a:pt x="0" y="0"/>
                  </a:moveTo>
                  <a:lnTo>
                    <a:pt x="6401" y="65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6" name="pl3606"/>
            <p:cNvSpPr/>
            <p:nvPr/>
          </p:nvSpPr>
          <p:spPr>
            <a:xfrm>
              <a:off x="4565936" y="4926603"/>
              <a:ext cx="12840" cy="13006"/>
            </a:xfrm>
            <a:custGeom>
              <a:avLst/>
              <a:pathLst>
                <a:path w="12840" h="13006">
                  <a:moveTo>
                    <a:pt x="0" y="0"/>
                  </a:moveTo>
                  <a:lnTo>
                    <a:pt x="12840" y="13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7" name="pl3607"/>
            <p:cNvSpPr/>
            <p:nvPr/>
          </p:nvSpPr>
          <p:spPr>
            <a:xfrm>
              <a:off x="4547937" y="4912208"/>
              <a:ext cx="6345" cy="6593"/>
            </a:xfrm>
            <a:custGeom>
              <a:avLst/>
              <a:pathLst>
                <a:path w="6345" h="6593">
                  <a:moveTo>
                    <a:pt x="0" y="0"/>
                  </a:moveTo>
                  <a:lnTo>
                    <a:pt x="6345" y="65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8" name="pl3608"/>
            <p:cNvSpPr/>
            <p:nvPr/>
          </p:nvSpPr>
          <p:spPr>
            <a:xfrm>
              <a:off x="4529072" y="4892266"/>
              <a:ext cx="6260" cy="6674"/>
            </a:xfrm>
            <a:custGeom>
              <a:avLst/>
              <a:pathLst>
                <a:path w="6260" h="6674">
                  <a:moveTo>
                    <a:pt x="0" y="0"/>
                  </a:moveTo>
                  <a:lnTo>
                    <a:pt x="6260" y="6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9" name="pl3609"/>
            <p:cNvSpPr/>
            <p:nvPr/>
          </p:nvSpPr>
          <p:spPr>
            <a:xfrm>
              <a:off x="4533261" y="4894609"/>
              <a:ext cx="9415" cy="9974"/>
            </a:xfrm>
            <a:custGeom>
              <a:avLst/>
              <a:pathLst>
                <a:path w="9415" h="9974">
                  <a:moveTo>
                    <a:pt x="0" y="0"/>
                  </a:moveTo>
                  <a:lnTo>
                    <a:pt x="9415" y="99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0" name="pl3610"/>
            <p:cNvSpPr/>
            <p:nvPr/>
          </p:nvSpPr>
          <p:spPr>
            <a:xfrm>
              <a:off x="4540081" y="4897603"/>
              <a:ext cx="14176" cy="14873"/>
            </a:xfrm>
            <a:custGeom>
              <a:avLst/>
              <a:pathLst>
                <a:path w="14176" h="14873">
                  <a:moveTo>
                    <a:pt x="0" y="0"/>
                  </a:moveTo>
                  <a:lnTo>
                    <a:pt x="14176" y="148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1" name="pl3611"/>
            <p:cNvSpPr/>
            <p:nvPr/>
          </p:nvSpPr>
          <p:spPr>
            <a:xfrm>
              <a:off x="4551371" y="4901035"/>
              <a:ext cx="26156" cy="26964"/>
            </a:xfrm>
            <a:custGeom>
              <a:avLst/>
              <a:pathLst>
                <a:path w="26156" h="26964">
                  <a:moveTo>
                    <a:pt x="0" y="0"/>
                  </a:moveTo>
                  <a:lnTo>
                    <a:pt x="26156" y="269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2" name="pl3612"/>
            <p:cNvSpPr/>
            <p:nvPr/>
          </p:nvSpPr>
          <p:spPr>
            <a:xfrm>
              <a:off x="4566482" y="4912546"/>
              <a:ext cx="32412" cy="32699"/>
            </a:xfrm>
            <a:custGeom>
              <a:avLst/>
              <a:pathLst>
                <a:path w="32412" h="32699">
                  <a:moveTo>
                    <a:pt x="0" y="0"/>
                  </a:moveTo>
                  <a:lnTo>
                    <a:pt x="32412" y="326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3" name="pl3613"/>
            <p:cNvSpPr/>
            <p:nvPr/>
          </p:nvSpPr>
          <p:spPr>
            <a:xfrm>
              <a:off x="4589845" y="4921801"/>
              <a:ext cx="23783" cy="23617"/>
            </a:xfrm>
            <a:custGeom>
              <a:avLst/>
              <a:pathLst>
                <a:path w="23783" h="23617">
                  <a:moveTo>
                    <a:pt x="0" y="0"/>
                  </a:moveTo>
                  <a:lnTo>
                    <a:pt x="23783" y="236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4" name="pl3614"/>
            <p:cNvSpPr/>
            <p:nvPr/>
          </p:nvSpPr>
          <p:spPr>
            <a:xfrm>
              <a:off x="4613629" y="4945418"/>
              <a:ext cx="24153" cy="23238"/>
            </a:xfrm>
            <a:custGeom>
              <a:avLst/>
              <a:pathLst>
                <a:path w="24153" h="23238">
                  <a:moveTo>
                    <a:pt x="0" y="0"/>
                  </a:moveTo>
                  <a:lnTo>
                    <a:pt x="24153" y="23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5" name="pl3615"/>
            <p:cNvSpPr/>
            <p:nvPr/>
          </p:nvSpPr>
          <p:spPr>
            <a:xfrm>
              <a:off x="4621778" y="4937081"/>
              <a:ext cx="40494" cy="38544"/>
            </a:xfrm>
            <a:custGeom>
              <a:avLst/>
              <a:pathLst>
                <a:path w="40494" h="38544">
                  <a:moveTo>
                    <a:pt x="0" y="0"/>
                  </a:moveTo>
                  <a:lnTo>
                    <a:pt x="40494" y="385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6" name="pl3616"/>
            <p:cNvSpPr/>
            <p:nvPr/>
          </p:nvSpPr>
          <p:spPr>
            <a:xfrm>
              <a:off x="4662273" y="4975625"/>
              <a:ext cx="41501" cy="37457"/>
            </a:xfrm>
            <a:custGeom>
              <a:avLst/>
              <a:pathLst>
                <a:path w="41501" h="37457">
                  <a:moveTo>
                    <a:pt x="0" y="0"/>
                  </a:moveTo>
                  <a:lnTo>
                    <a:pt x="41501" y="37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7" name="pl3617"/>
            <p:cNvSpPr/>
            <p:nvPr/>
          </p:nvSpPr>
          <p:spPr>
            <a:xfrm>
              <a:off x="4664254" y="4973488"/>
              <a:ext cx="32000" cy="29056"/>
            </a:xfrm>
            <a:custGeom>
              <a:avLst/>
              <a:pathLst>
                <a:path w="32000" h="29056">
                  <a:moveTo>
                    <a:pt x="0" y="0"/>
                  </a:moveTo>
                  <a:lnTo>
                    <a:pt x="32000" y="29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8" name="pl3618"/>
            <p:cNvSpPr/>
            <p:nvPr/>
          </p:nvSpPr>
          <p:spPr>
            <a:xfrm>
              <a:off x="4696254" y="5002544"/>
              <a:ext cx="32590" cy="28393"/>
            </a:xfrm>
            <a:custGeom>
              <a:avLst/>
              <a:pathLst>
                <a:path w="32590" h="28393">
                  <a:moveTo>
                    <a:pt x="0" y="0"/>
                  </a:moveTo>
                  <a:lnTo>
                    <a:pt x="32590" y="28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9" name="pl3619"/>
            <p:cNvSpPr/>
            <p:nvPr/>
          </p:nvSpPr>
          <p:spPr>
            <a:xfrm>
              <a:off x="4504317" y="4865303"/>
              <a:ext cx="6145" cy="6780"/>
            </a:xfrm>
            <a:custGeom>
              <a:avLst/>
              <a:pathLst>
                <a:path w="6145" h="6780">
                  <a:moveTo>
                    <a:pt x="0" y="0"/>
                  </a:moveTo>
                  <a:lnTo>
                    <a:pt x="6145" y="6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0" name="pl3620"/>
            <p:cNvSpPr/>
            <p:nvPr/>
          </p:nvSpPr>
          <p:spPr>
            <a:xfrm>
              <a:off x="4492114" y="4851664"/>
              <a:ext cx="6087" cy="6832"/>
            </a:xfrm>
            <a:custGeom>
              <a:avLst/>
              <a:pathLst>
                <a:path w="6087" h="6832">
                  <a:moveTo>
                    <a:pt x="0" y="0"/>
                  </a:moveTo>
                  <a:lnTo>
                    <a:pt x="6087" y="6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1" name="pl3621"/>
            <p:cNvSpPr/>
            <p:nvPr/>
          </p:nvSpPr>
          <p:spPr>
            <a:xfrm>
              <a:off x="4480027" y="4837921"/>
              <a:ext cx="6028" cy="6884"/>
            </a:xfrm>
            <a:custGeom>
              <a:avLst/>
              <a:pathLst>
                <a:path w="6028" h="6884">
                  <a:moveTo>
                    <a:pt x="0" y="0"/>
                  </a:moveTo>
                  <a:lnTo>
                    <a:pt x="6028" y="68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2" name="pl3622"/>
            <p:cNvSpPr/>
            <p:nvPr/>
          </p:nvSpPr>
          <p:spPr>
            <a:xfrm>
              <a:off x="4485231" y="4839446"/>
              <a:ext cx="12099" cy="13698"/>
            </a:xfrm>
            <a:custGeom>
              <a:avLst/>
              <a:pathLst>
                <a:path w="12099" h="13698">
                  <a:moveTo>
                    <a:pt x="0" y="0"/>
                  </a:moveTo>
                  <a:lnTo>
                    <a:pt x="12099" y="136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3" name="pl3623"/>
            <p:cNvSpPr/>
            <p:nvPr/>
          </p:nvSpPr>
          <p:spPr>
            <a:xfrm>
              <a:off x="4493451" y="4844379"/>
              <a:ext cx="18255" cy="20402"/>
            </a:xfrm>
            <a:custGeom>
              <a:avLst/>
              <a:pathLst>
                <a:path w="18255" h="20402">
                  <a:moveTo>
                    <a:pt x="0" y="0"/>
                  </a:moveTo>
                  <a:lnTo>
                    <a:pt x="18255" y="20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4" name="pl3624"/>
            <p:cNvSpPr/>
            <p:nvPr/>
          </p:nvSpPr>
          <p:spPr>
            <a:xfrm>
              <a:off x="4468059" y="4824076"/>
              <a:ext cx="5969" cy="6935"/>
            </a:xfrm>
            <a:custGeom>
              <a:avLst/>
              <a:pathLst>
                <a:path w="5969" h="6935">
                  <a:moveTo>
                    <a:pt x="0" y="0"/>
                  </a:moveTo>
                  <a:lnTo>
                    <a:pt x="5969" y="69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5" name="pl3625"/>
            <p:cNvSpPr/>
            <p:nvPr/>
          </p:nvSpPr>
          <p:spPr>
            <a:xfrm>
              <a:off x="4456208" y="4810129"/>
              <a:ext cx="5910" cy="6986"/>
            </a:xfrm>
            <a:custGeom>
              <a:avLst/>
              <a:pathLst>
                <a:path w="5910" h="6986">
                  <a:moveTo>
                    <a:pt x="0" y="0"/>
                  </a:moveTo>
                  <a:lnTo>
                    <a:pt x="5910" y="6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6" name="pl3626"/>
            <p:cNvSpPr/>
            <p:nvPr/>
          </p:nvSpPr>
          <p:spPr>
            <a:xfrm>
              <a:off x="4444478" y="4796081"/>
              <a:ext cx="5850" cy="7036"/>
            </a:xfrm>
            <a:custGeom>
              <a:avLst/>
              <a:pathLst>
                <a:path w="5850" h="7036">
                  <a:moveTo>
                    <a:pt x="0" y="0"/>
                  </a:moveTo>
                  <a:lnTo>
                    <a:pt x="5850" y="7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7" name="pl3627"/>
            <p:cNvSpPr/>
            <p:nvPr/>
          </p:nvSpPr>
          <p:spPr>
            <a:xfrm>
              <a:off x="4432867" y="4781934"/>
              <a:ext cx="5790" cy="7086"/>
            </a:xfrm>
            <a:custGeom>
              <a:avLst/>
              <a:pathLst>
                <a:path w="5790" h="7086">
                  <a:moveTo>
                    <a:pt x="0" y="0"/>
                  </a:moveTo>
                  <a:lnTo>
                    <a:pt x="5790" y="70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8" name="pl3628"/>
            <p:cNvSpPr/>
            <p:nvPr/>
          </p:nvSpPr>
          <p:spPr>
            <a:xfrm>
              <a:off x="4438016" y="4783636"/>
              <a:ext cx="11624" cy="14103"/>
            </a:xfrm>
            <a:custGeom>
              <a:avLst/>
              <a:pathLst>
                <a:path w="11624" h="14103">
                  <a:moveTo>
                    <a:pt x="0" y="0"/>
                  </a:moveTo>
                  <a:lnTo>
                    <a:pt x="11624" y="141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9" name="pl3629"/>
            <p:cNvSpPr/>
            <p:nvPr/>
          </p:nvSpPr>
          <p:spPr>
            <a:xfrm>
              <a:off x="4446062" y="4788846"/>
              <a:ext cx="17548" cy="21014"/>
            </a:xfrm>
            <a:custGeom>
              <a:avLst/>
              <a:pathLst>
                <a:path w="17548" h="21014">
                  <a:moveTo>
                    <a:pt x="0" y="0"/>
                  </a:moveTo>
                  <a:lnTo>
                    <a:pt x="17548" y="210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0" name="pl3630"/>
            <p:cNvSpPr/>
            <p:nvPr/>
          </p:nvSpPr>
          <p:spPr>
            <a:xfrm>
              <a:off x="4457040" y="4797513"/>
              <a:ext cx="20627" cy="24329"/>
            </a:xfrm>
            <a:custGeom>
              <a:avLst/>
              <a:pathLst>
                <a:path w="20627" h="24329">
                  <a:moveTo>
                    <a:pt x="0" y="0"/>
                  </a:moveTo>
                  <a:lnTo>
                    <a:pt x="20627" y="24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1" name="pl3631"/>
            <p:cNvSpPr/>
            <p:nvPr/>
          </p:nvSpPr>
          <p:spPr>
            <a:xfrm>
              <a:off x="4421378" y="4767688"/>
              <a:ext cx="5729" cy="7135"/>
            </a:xfrm>
            <a:custGeom>
              <a:avLst/>
              <a:pathLst>
                <a:path w="5729" h="7135">
                  <a:moveTo>
                    <a:pt x="0" y="0"/>
                  </a:moveTo>
                  <a:lnTo>
                    <a:pt x="5729" y="7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2" name="pl3632"/>
            <p:cNvSpPr/>
            <p:nvPr/>
          </p:nvSpPr>
          <p:spPr>
            <a:xfrm>
              <a:off x="4404373" y="4746137"/>
              <a:ext cx="5637" cy="7207"/>
            </a:xfrm>
            <a:custGeom>
              <a:avLst/>
              <a:pathLst>
                <a:path w="5637" h="7207">
                  <a:moveTo>
                    <a:pt x="0" y="0"/>
                  </a:moveTo>
                  <a:lnTo>
                    <a:pt x="5637" y="72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3" name="pl3633"/>
            <p:cNvSpPr/>
            <p:nvPr/>
          </p:nvSpPr>
          <p:spPr>
            <a:xfrm>
              <a:off x="4387646" y="4724369"/>
              <a:ext cx="5544" cy="7279"/>
            </a:xfrm>
            <a:custGeom>
              <a:avLst/>
              <a:pathLst>
                <a:path w="5544" h="7279">
                  <a:moveTo>
                    <a:pt x="0" y="0"/>
                  </a:moveTo>
                  <a:lnTo>
                    <a:pt x="5544" y="72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4" name="pl3634"/>
            <p:cNvSpPr/>
            <p:nvPr/>
          </p:nvSpPr>
          <p:spPr>
            <a:xfrm>
              <a:off x="4376650" y="4709739"/>
              <a:ext cx="5482" cy="7326"/>
            </a:xfrm>
            <a:custGeom>
              <a:avLst/>
              <a:pathLst>
                <a:path w="5482" h="7326">
                  <a:moveTo>
                    <a:pt x="0" y="0"/>
                  </a:moveTo>
                  <a:lnTo>
                    <a:pt x="5482" y="7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5" name="pl3635"/>
            <p:cNvSpPr/>
            <p:nvPr/>
          </p:nvSpPr>
          <p:spPr>
            <a:xfrm>
              <a:off x="4381721" y="4711659"/>
              <a:ext cx="11012" cy="14586"/>
            </a:xfrm>
            <a:custGeom>
              <a:avLst/>
              <a:pathLst>
                <a:path w="11012" h="14586">
                  <a:moveTo>
                    <a:pt x="0" y="0"/>
                  </a:moveTo>
                  <a:lnTo>
                    <a:pt x="11012" y="145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6" name="pl3636"/>
            <p:cNvSpPr/>
            <p:nvPr/>
          </p:nvSpPr>
          <p:spPr>
            <a:xfrm>
              <a:off x="4388375" y="4718086"/>
              <a:ext cx="13853" cy="18146"/>
            </a:xfrm>
            <a:custGeom>
              <a:avLst/>
              <a:pathLst>
                <a:path w="13853" h="18146">
                  <a:moveTo>
                    <a:pt x="0" y="0"/>
                  </a:moveTo>
                  <a:lnTo>
                    <a:pt x="13853" y="18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7" name="pl3637"/>
            <p:cNvSpPr/>
            <p:nvPr/>
          </p:nvSpPr>
          <p:spPr>
            <a:xfrm>
              <a:off x="4397594" y="4725410"/>
              <a:ext cx="15334" cy="19844"/>
            </a:xfrm>
            <a:custGeom>
              <a:avLst/>
              <a:pathLst>
                <a:path w="15334" h="19844">
                  <a:moveTo>
                    <a:pt x="0" y="0"/>
                  </a:moveTo>
                  <a:lnTo>
                    <a:pt x="15334" y="198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8" name="pl3638"/>
            <p:cNvSpPr/>
            <p:nvPr/>
          </p:nvSpPr>
          <p:spPr>
            <a:xfrm>
              <a:off x="4406385" y="4734463"/>
              <a:ext cx="16147" cy="20633"/>
            </a:xfrm>
            <a:custGeom>
              <a:avLst/>
              <a:pathLst>
                <a:path w="16147" h="20633">
                  <a:moveTo>
                    <a:pt x="0" y="0"/>
                  </a:moveTo>
                  <a:lnTo>
                    <a:pt x="16147" y="206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9" name="pl3639"/>
            <p:cNvSpPr/>
            <p:nvPr/>
          </p:nvSpPr>
          <p:spPr>
            <a:xfrm>
              <a:off x="4416723" y="4743009"/>
              <a:ext cx="16607" cy="20950"/>
            </a:xfrm>
            <a:custGeom>
              <a:avLst/>
              <a:pathLst>
                <a:path w="16607" h="20950">
                  <a:moveTo>
                    <a:pt x="0" y="0"/>
                  </a:moveTo>
                  <a:lnTo>
                    <a:pt x="16607" y="20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0" name="pl3640"/>
            <p:cNvSpPr/>
            <p:nvPr/>
          </p:nvSpPr>
          <p:spPr>
            <a:xfrm>
              <a:off x="4360391" y="4687620"/>
              <a:ext cx="5388" cy="7396"/>
            </a:xfrm>
            <a:custGeom>
              <a:avLst/>
              <a:pathLst>
                <a:path w="5388" h="7396">
                  <a:moveTo>
                    <a:pt x="0" y="0"/>
                  </a:moveTo>
                  <a:lnTo>
                    <a:pt x="5388" y="7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1" name="pl3641"/>
            <p:cNvSpPr/>
            <p:nvPr/>
          </p:nvSpPr>
          <p:spPr>
            <a:xfrm>
              <a:off x="4349710" y="4672759"/>
              <a:ext cx="5324" cy="7441"/>
            </a:xfrm>
            <a:custGeom>
              <a:avLst/>
              <a:pathLst>
                <a:path w="5324" h="7441">
                  <a:moveTo>
                    <a:pt x="0" y="0"/>
                  </a:moveTo>
                  <a:lnTo>
                    <a:pt x="5324" y="74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2" name="pl3642"/>
            <p:cNvSpPr/>
            <p:nvPr/>
          </p:nvSpPr>
          <p:spPr>
            <a:xfrm>
              <a:off x="4354738" y="4674787"/>
              <a:ext cx="10698" cy="14818"/>
            </a:xfrm>
            <a:custGeom>
              <a:avLst/>
              <a:pathLst>
                <a:path w="10698" h="14818">
                  <a:moveTo>
                    <a:pt x="0" y="0"/>
                  </a:moveTo>
                  <a:lnTo>
                    <a:pt x="10698" y="148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3" name="pl3643"/>
            <p:cNvSpPr/>
            <p:nvPr/>
          </p:nvSpPr>
          <p:spPr>
            <a:xfrm>
              <a:off x="4328729" y="4642766"/>
              <a:ext cx="5197" cy="7531"/>
            </a:xfrm>
            <a:custGeom>
              <a:avLst/>
              <a:pathLst>
                <a:path w="5197" h="7531">
                  <a:moveTo>
                    <a:pt x="0" y="0"/>
                  </a:moveTo>
                  <a:lnTo>
                    <a:pt x="5197" y="7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4" name="pl3644"/>
            <p:cNvSpPr/>
            <p:nvPr/>
          </p:nvSpPr>
          <p:spPr>
            <a:xfrm>
              <a:off x="4308264" y="4612419"/>
              <a:ext cx="5067" cy="7619"/>
            </a:xfrm>
            <a:custGeom>
              <a:avLst/>
              <a:pathLst>
                <a:path w="5067" h="7619">
                  <a:moveTo>
                    <a:pt x="0" y="0"/>
                  </a:moveTo>
                  <a:lnTo>
                    <a:pt x="5067" y="7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5" name="pl3645"/>
            <p:cNvSpPr/>
            <p:nvPr/>
          </p:nvSpPr>
          <p:spPr>
            <a:xfrm>
              <a:off x="4312007" y="4615424"/>
              <a:ext cx="7632" cy="11396"/>
            </a:xfrm>
            <a:custGeom>
              <a:avLst/>
              <a:pathLst>
                <a:path w="7632" h="11396">
                  <a:moveTo>
                    <a:pt x="0" y="0"/>
                  </a:moveTo>
                  <a:lnTo>
                    <a:pt x="7632" y="113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6" name="pl3646"/>
            <p:cNvSpPr/>
            <p:nvPr/>
          </p:nvSpPr>
          <p:spPr>
            <a:xfrm>
              <a:off x="4317026" y="4620318"/>
              <a:ext cx="8948" cy="13254"/>
            </a:xfrm>
            <a:custGeom>
              <a:avLst/>
              <a:pathLst>
                <a:path w="8948" h="13254">
                  <a:moveTo>
                    <a:pt x="0" y="0"/>
                  </a:moveTo>
                  <a:lnTo>
                    <a:pt x="8948" y="132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7" name="pl3647"/>
            <p:cNvSpPr/>
            <p:nvPr/>
          </p:nvSpPr>
          <p:spPr>
            <a:xfrm>
              <a:off x="4323903" y="4625322"/>
              <a:ext cx="12218" cy="17901"/>
            </a:xfrm>
            <a:custGeom>
              <a:avLst/>
              <a:pathLst>
                <a:path w="12218" h="17901">
                  <a:moveTo>
                    <a:pt x="0" y="0"/>
                  </a:moveTo>
                  <a:lnTo>
                    <a:pt x="12218" y="179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8" name="pl3648"/>
            <p:cNvSpPr/>
            <p:nvPr/>
          </p:nvSpPr>
          <p:spPr>
            <a:xfrm>
              <a:off x="4331194" y="4633467"/>
              <a:ext cx="13932" cy="20163"/>
            </a:xfrm>
            <a:custGeom>
              <a:avLst/>
              <a:pathLst>
                <a:path w="13932" h="20163">
                  <a:moveTo>
                    <a:pt x="0" y="0"/>
                  </a:moveTo>
                  <a:lnTo>
                    <a:pt x="13932" y="20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9" name="pl3649"/>
            <p:cNvSpPr/>
            <p:nvPr/>
          </p:nvSpPr>
          <p:spPr>
            <a:xfrm>
              <a:off x="4339330" y="4642740"/>
              <a:ext cx="12230" cy="17511"/>
            </a:xfrm>
            <a:custGeom>
              <a:avLst/>
              <a:pathLst>
                <a:path w="12230" h="17511">
                  <a:moveTo>
                    <a:pt x="0" y="0"/>
                  </a:moveTo>
                  <a:lnTo>
                    <a:pt x="12230" y="17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0" name="pl3650"/>
            <p:cNvSpPr/>
            <p:nvPr/>
          </p:nvSpPr>
          <p:spPr>
            <a:xfrm>
              <a:off x="4350203" y="4648173"/>
              <a:ext cx="19322" cy="27209"/>
            </a:xfrm>
            <a:custGeom>
              <a:avLst/>
              <a:pathLst>
                <a:path w="19322" h="27209">
                  <a:moveTo>
                    <a:pt x="0" y="0"/>
                  </a:moveTo>
                  <a:lnTo>
                    <a:pt x="19322" y="27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1" name="pl3651"/>
            <p:cNvSpPr/>
            <p:nvPr/>
          </p:nvSpPr>
          <p:spPr>
            <a:xfrm>
              <a:off x="4298227" y="4597115"/>
              <a:ext cx="5002" cy="7662"/>
            </a:xfrm>
            <a:custGeom>
              <a:avLst/>
              <a:pathLst>
                <a:path w="5002" h="7662">
                  <a:moveTo>
                    <a:pt x="0" y="0"/>
                  </a:moveTo>
                  <a:lnTo>
                    <a:pt x="5002" y="76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2" name="pl3652"/>
            <p:cNvSpPr/>
            <p:nvPr/>
          </p:nvSpPr>
          <p:spPr>
            <a:xfrm>
              <a:off x="4288320" y="4581727"/>
              <a:ext cx="4936" cy="7704"/>
            </a:xfrm>
            <a:custGeom>
              <a:avLst/>
              <a:pathLst>
                <a:path w="4936" h="7704">
                  <a:moveTo>
                    <a:pt x="0" y="0"/>
                  </a:moveTo>
                  <a:lnTo>
                    <a:pt x="4936" y="7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3" name="pl3653"/>
            <p:cNvSpPr/>
            <p:nvPr/>
          </p:nvSpPr>
          <p:spPr>
            <a:xfrm>
              <a:off x="4273708" y="4558487"/>
              <a:ext cx="4837" cy="7767"/>
            </a:xfrm>
            <a:custGeom>
              <a:avLst/>
              <a:pathLst>
                <a:path w="4837" h="7767">
                  <a:moveTo>
                    <a:pt x="0" y="0"/>
                  </a:moveTo>
                  <a:lnTo>
                    <a:pt x="4837" y="7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4" name="pl3654"/>
            <p:cNvSpPr/>
            <p:nvPr/>
          </p:nvSpPr>
          <p:spPr>
            <a:xfrm>
              <a:off x="4277359" y="4561603"/>
              <a:ext cx="7288" cy="11619"/>
            </a:xfrm>
            <a:custGeom>
              <a:avLst/>
              <a:pathLst>
                <a:path w="7288" h="11619">
                  <a:moveTo>
                    <a:pt x="0" y="0"/>
                  </a:moveTo>
                  <a:lnTo>
                    <a:pt x="7288" y="11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5" name="pl3655"/>
            <p:cNvSpPr/>
            <p:nvPr/>
          </p:nvSpPr>
          <p:spPr>
            <a:xfrm>
              <a:off x="4283464" y="4565869"/>
              <a:ext cx="11001" cy="17353"/>
            </a:xfrm>
            <a:custGeom>
              <a:avLst/>
              <a:pathLst>
                <a:path w="11001" h="17353">
                  <a:moveTo>
                    <a:pt x="0" y="0"/>
                  </a:moveTo>
                  <a:lnTo>
                    <a:pt x="11001" y="17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6" name="pl3656"/>
            <p:cNvSpPr/>
            <p:nvPr/>
          </p:nvSpPr>
          <p:spPr>
            <a:xfrm>
              <a:off x="4291406" y="4572999"/>
              <a:ext cx="15419" cy="23966"/>
            </a:xfrm>
            <a:custGeom>
              <a:avLst/>
              <a:pathLst>
                <a:path w="15419" h="23966">
                  <a:moveTo>
                    <a:pt x="0" y="0"/>
                  </a:moveTo>
                  <a:lnTo>
                    <a:pt x="15419" y="23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7" name="pl3657"/>
            <p:cNvSpPr/>
            <p:nvPr/>
          </p:nvSpPr>
          <p:spPr>
            <a:xfrm>
              <a:off x="4259394" y="4535062"/>
              <a:ext cx="4737" cy="7828"/>
            </a:xfrm>
            <a:custGeom>
              <a:avLst/>
              <a:pathLst>
                <a:path w="4737" h="7828">
                  <a:moveTo>
                    <a:pt x="0" y="0"/>
                  </a:moveTo>
                  <a:lnTo>
                    <a:pt x="4737" y="78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8" name="pl3658"/>
            <p:cNvSpPr/>
            <p:nvPr/>
          </p:nvSpPr>
          <p:spPr>
            <a:xfrm>
              <a:off x="4263005" y="4538224"/>
              <a:ext cx="7139" cy="11712"/>
            </a:xfrm>
            <a:custGeom>
              <a:avLst/>
              <a:pathLst>
                <a:path w="7139" h="11712">
                  <a:moveTo>
                    <a:pt x="0" y="0"/>
                  </a:moveTo>
                  <a:lnTo>
                    <a:pt x="7139" y="117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9" name="pl3659"/>
            <p:cNvSpPr/>
            <p:nvPr/>
          </p:nvSpPr>
          <p:spPr>
            <a:xfrm>
              <a:off x="4240778" y="4503546"/>
              <a:ext cx="4603" cy="7908"/>
            </a:xfrm>
            <a:custGeom>
              <a:avLst/>
              <a:pathLst>
                <a:path w="4603" h="7908">
                  <a:moveTo>
                    <a:pt x="0" y="0"/>
                  </a:moveTo>
                  <a:lnTo>
                    <a:pt x="4603" y="79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0" name="pl3660"/>
            <p:cNvSpPr/>
            <p:nvPr/>
          </p:nvSpPr>
          <p:spPr>
            <a:xfrm>
              <a:off x="4231672" y="4487671"/>
              <a:ext cx="4535" cy="7947"/>
            </a:xfrm>
            <a:custGeom>
              <a:avLst/>
              <a:pathLst>
                <a:path w="4535" h="7947">
                  <a:moveTo>
                    <a:pt x="0" y="0"/>
                  </a:moveTo>
                  <a:lnTo>
                    <a:pt x="4535" y="79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1" name="pl3661"/>
            <p:cNvSpPr/>
            <p:nvPr/>
          </p:nvSpPr>
          <p:spPr>
            <a:xfrm>
              <a:off x="4236467" y="4490202"/>
              <a:ext cx="9127" cy="15834"/>
            </a:xfrm>
            <a:custGeom>
              <a:avLst/>
              <a:pathLst>
                <a:path w="9127" h="15834">
                  <a:moveTo>
                    <a:pt x="0" y="0"/>
                  </a:moveTo>
                  <a:lnTo>
                    <a:pt x="9127" y="15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2" name="pl3662"/>
            <p:cNvSpPr/>
            <p:nvPr/>
          </p:nvSpPr>
          <p:spPr>
            <a:xfrm>
              <a:off x="4242277" y="4497401"/>
              <a:ext cx="11506" cy="19718"/>
            </a:xfrm>
            <a:custGeom>
              <a:avLst/>
              <a:pathLst>
                <a:path w="11506" h="19718">
                  <a:moveTo>
                    <a:pt x="0" y="0"/>
                  </a:moveTo>
                  <a:lnTo>
                    <a:pt x="11506" y="197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3" name="pl3663"/>
            <p:cNvSpPr/>
            <p:nvPr/>
          </p:nvSpPr>
          <p:spPr>
            <a:xfrm>
              <a:off x="4249262" y="4506542"/>
              <a:ext cx="10433" cy="17684"/>
            </a:xfrm>
            <a:custGeom>
              <a:avLst/>
              <a:pathLst>
                <a:path w="10433" h="17684">
                  <a:moveTo>
                    <a:pt x="0" y="0"/>
                  </a:moveTo>
                  <a:lnTo>
                    <a:pt x="10433" y="176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4" name="pl3664"/>
            <p:cNvSpPr/>
            <p:nvPr/>
          </p:nvSpPr>
          <p:spPr>
            <a:xfrm>
              <a:off x="4258223" y="4513175"/>
              <a:ext cx="15808" cy="26359"/>
            </a:xfrm>
            <a:custGeom>
              <a:avLst/>
              <a:pathLst>
                <a:path w="15808" h="26359">
                  <a:moveTo>
                    <a:pt x="0" y="0"/>
                  </a:moveTo>
                  <a:lnTo>
                    <a:pt x="15808" y="263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5" name="pl3665"/>
            <p:cNvSpPr/>
            <p:nvPr/>
          </p:nvSpPr>
          <p:spPr>
            <a:xfrm>
              <a:off x="4274829" y="4521136"/>
              <a:ext cx="17415" cy="28526"/>
            </a:xfrm>
            <a:custGeom>
              <a:avLst/>
              <a:pathLst>
                <a:path w="17415" h="28526">
                  <a:moveTo>
                    <a:pt x="0" y="0"/>
                  </a:moveTo>
                  <a:lnTo>
                    <a:pt x="17415" y="285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6" name="pl3666"/>
            <p:cNvSpPr/>
            <p:nvPr/>
          </p:nvSpPr>
          <p:spPr>
            <a:xfrm>
              <a:off x="4292244" y="4549662"/>
              <a:ext cx="17861" cy="28248"/>
            </a:xfrm>
            <a:custGeom>
              <a:avLst/>
              <a:pathLst>
                <a:path w="17861" h="28248">
                  <a:moveTo>
                    <a:pt x="0" y="0"/>
                  </a:moveTo>
                  <a:lnTo>
                    <a:pt x="17861" y="28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7" name="pl3667"/>
            <p:cNvSpPr/>
            <p:nvPr/>
          </p:nvSpPr>
          <p:spPr>
            <a:xfrm>
              <a:off x="4307099" y="4540432"/>
              <a:ext cx="23168" cy="36448"/>
            </a:xfrm>
            <a:custGeom>
              <a:avLst/>
              <a:pathLst>
                <a:path w="23168" h="36448">
                  <a:moveTo>
                    <a:pt x="0" y="0"/>
                  </a:moveTo>
                  <a:lnTo>
                    <a:pt x="23168" y="36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8" name="pl3668"/>
            <p:cNvSpPr/>
            <p:nvPr/>
          </p:nvSpPr>
          <p:spPr>
            <a:xfrm>
              <a:off x="4330268" y="4576881"/>
              <a:ext cx="23911" cy="35965"/>
            </a:xfrm>
            <a:custGeom>
              <a:avLst/>
              <a:pathLst>
                <a:path w="23911" h="35965">
                  <a:moveTo>
                    <a:pt x="0" y="0"/>
                  </a:moveTo>
                  <a:lnTo>
                    <a:pt x="23911" y="359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9" name="pl3669"/>
            <p:cNvSpPr/>
            <p:nvPr/>
          </p:nvSpPr>
          <p:spPr>
            <a:xfrm>
              <a:off x="4354179" y="4612847"/>
              <a:ext cx="24643" cy="35467"/>
            </a:xfrm>
            <a:custGeom>
              <a:avLst/>
              <a:pathLst>
                <a:path w="24643" h="35467">
                  <a:moveTo>
                    <a:pt x="0" y="0"/>
                  </a:moveTo>
                  <a:lnTo>
                    <a:pt x="24643" y="35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0" name="pl3670"/>
            <p:cNvSpPr/>
            <p:nvPr/>
          </p:nvSpPr>
          <p:spPr>
            <a:xfrm>
              <a:off x="4343345" y="4594118"/>
              <a:ext cx="29232" cy="42815"/>
            </a:xfrm>
            <a:custGeom>
              <a:avLst/>
              <a:pathLst>
                <a:path w="29232" h="42815">
                  <a:moveTo>
                    <a:pt x="0" y="0"/>
                  </a:moveTo>
                  <a:lnTo>
                    <a:pt x="29232" y="428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1" name="pl3671"/>
            <p:cNvSpPr/>
            <p:nvPr/>
          </p:nvSpPr>
          <p:spPr>
            <a:xfrm>
              <a:off x="4372577" y="4636934"/>
              <a:ext cx="30277" cy="42082"/>
            </a:xfrm>
            <a:custGeom>
              <a:avLst/>
              <a:pathLst>
                <a:path w="30277" h="42082">
                  <a:moveTo>
                    <a:pt x="0" y="0"/>
                  </a:moveTo>
                  <a:lnTo>
                    <a:pt x="30277" y="42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2" name="pl3672"/>
            <p:cNvSpPr/>
            <p:nvPr/>
          </p:nvSpPr>
          <p:spPr>
            <a:xfrm>
              <a:off x="4384511" y="4628569"/>
              <a:ext cx="36074" cy="49885"/>
            </a:xfrm>
            <a:custGeom>
              <a:avLst/>
              <a:pathLst>
                <a:path w="36074" h="49885">
                  <a:moveTo>
                    <a:pt x="0" y="0"/>
                  </a:moveTo>
                  <a:lnTo>
                    <a:pt x="36074" y="49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3" name="pl3673"/>
            <p:cNvSpPr/>
            <p:nvPr/>
          </p:nvSpPr>
          <p:spPr>
            <a:xfrm>
              <a:off x="4420585" y="4678454"/>
              <a:ext cx="37528" cy="48801"/>
            </a:xfrm>
            <a:custGeom>
              <a:avLst/>
              <a:pathLst>
                <a:path w="37528" h="48801">
                  <a:moveTo>
                    <a:pt x="0" y="0"/>
                  </a:moveTo>
                  <a:lnTo>
                    <a:pt x="37528" y="488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4" name="pl3674"/>
            <p:cNvSpPr/>
            <p:nvPr/>
          </p:nvSpPr>
          <p:spPr>
            <a:xfrm>
              <a:off x="4429931" y="4671484"/>
              <a:ext cx="26204" cy="34382"/>
            </a:xfrm>
            <a:custGeom>
              <a:avLst/>
              <a:pathLst>
                <a:path w="26204" h="34382">
                  <a:moveTo>
                    <a:pt x="0" y="0"/>
                  </a:moveTo>
                  <a:lnTo>
                    <a:pt x="26204" y="343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5" name="pl3675"/>
            <p:cNvSpPr/>
            <p:nvPr/>
          </p:nvSpPr>
          <p:spPr>
            <a:xfrm>
              <a:off x="4456136" y="4705866"/>
              <a:ext cx="26914" cy="33830"/>
            </a:xfrm>
            <a:custGeom>
              <a:avLst/>
              <a:pathLst>
                <a:path w="26914" h="33830">
                  <a:moveTo>
                    <a:pt x="0" y="0"/>
                  </a:moveTo>
                  <a:lnTo>
                    <a:pt x="26914" y="338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6" name="pl3676"/>
            <p:cNvSpPr/>
            <p:nvPr/>
          </p:nvSpPr>
          <p:spPr>
            <a:xfrm>
              <a:off x="4483050" y="4739697"/>
              <a:ext cx="27611" cy="33263"/>
            </a:xfrm>
            <a:custGeom>
              <a:avLst/>
              <a:pathLst>
                <a:path w="27611" h="33263">
                  <a:moveTo>
                    <a:pt x="0" y="0"/>
                  </a:moveTo>
                  <a:lnTo>
                    <a:pt x="27611" y="33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7" name="pl3677"/>
            <p:cNvSpPr/>
            <p:nvPr/>
          </p:nvSpPr>
          <p:spPr>
            <a:xfrm>
              <a:off x="4476348" y="4717407"/>
              <a:ext cx="37959" cy="46322"/>
            </a:xfrm>
            <a:custGeom>
              <a:avLst/>
              <a:pathLst>
                <a:path w="37959" h="46322">
                  <a:moveTo>
                    <a:pt x="0" y="0"/>
                  </a:moveTo>
                  <a:lnTo>
                    <a:pt x="37959" y="463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8" name="pl3678"/>
            <p:cNvSpPr/>
            <p:nvPr/>
          </p:nvSpPr>
          <p:spPr>
            <a:xfrm>
              <a:off x="4514308" y="4763730"/>
              <a:ext cx="39284" cy="45204"/>
            </a:xfrm>
            <a:custGeom>
              <a:avLst/>
              <a:pathLst>
                <a:path w="39284" h="45204">
                  <a:moveTo>
                    <a:pt x="0" y="0"/>
                  </a:moveTo>
                  <a:lnTo>
                    <a:pt x="39284" y="45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9" name="pl3679"/>
            <p:cNvSpPr/>
            <p:nvPr/>
          </p:nvSpPr>
          <p:spPr>
            <a:xfrm>
              <a:off x="4515421" y="4762790"/>
              <a:ext cx="28182" cy="32695"/>
            </a:xfrm>
            <a:custGeom>
              <a:avLst/>
              <a:pathLst>
                <a:path w="28182" h="32695">
                  <a:moveTo>
                    <a:pt x="0" y="0"/>
                  </a:moveTo>
                  <a:lnTo>
                    <a:pt x="28182" y="32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0" name="pl3680"/>
            <p:cNvSpPr/>
            <p:nvPr/>
          </p:nvSpPr>
          <p:spPr>
            <a:xfrm>
              <a:off x="4543604" y="4795485"/>
              <a:ext cx="28858" cy="32099"/>
            </a:xfrm>
            <a:custGeom>
              <a:avLst/>
              <a:pathLst>
                <a:path w="28858" h="32099">
                  <a:moveTo>
                    <a:pt x="0" y="0"/>
                  </a:moveTo>
                  <a:lnTo>
                    <a:pt x="28858" y="32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1" name="pl3681"/>
            <p:cNvSpPr/>
            <p:nvPr/>
          </p:nvSpPr>
          <p:spPr>
            <a:xfrm>
              <a:off x="4544698" y="4794522"/>
              <a:ext cx="34817" cy="38562"/>
            </a:xfrm>
            <a:custGeom>
              <a:avLst/>
              <a:pathLst>
                <a:path w="34817" h="38562">
                  <a:moveTo>
                    <a:pt x="0" y="0"/>
                  </a:moveTo>
                  <a:lnTo>
                    <a:pt x="34817" y="385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2" name="pl3682"/>
            <p:cNvSpPr/>
            <p:nvPr/>
          </p:nvSpPr>
          <p:spPr>
            <a:xfrm>
              <a:off x="4592273" y="4786566"/>
              <a:ext cx="37697" cy="40620"/>
            </a:xfrm>
            <a:custGeom>
              <a:avLst/>
              <a:pathLst>
                <a:path w="37697" h="40620">
                  <a:moveTo>
                    <a:pt x="0" y="0"/>
                  </a:moveTo>
                  <a:lnTo>
                    <a:pt x="37697" y="406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3" name="pl3683"/>
            <p:cNvSpPr/>
            <p:nvPr/>
          </p:nvSpPr>
          <p:spPr>
            <a:xfrm>
              <a:off x="4629970" y="4827187"/>
              <a:ext cx="38794" cy="39573"/>
            </a:xfrm>
            <a:custGeom>
              <a:avLst/>
              <a:pathLst>
                <a:path w="38794" h="39573">
                  <a:moveTo>
                    <a:pt x="0" y="0"/>
                  </a:moveTo>
                  <a:lnTo>
                    <a:pt x="38794" y="395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4" name="pl3684"/>
            <p:cNvSpPr/>
            <p:nvPr/>
          </p:nvSpPr>
          <p:spPr>
            <a:xfrm>
              <a:off x="4668764" y="4866761"/>
              <a:ext cx="39861" cy="38497"/>
            </a:xfrm>
            <a:custGeom>
              <a:avLst/>
              <a:pathLst>
                <a:path w="39861" h="38497">
                  <a:moveTo>
                    <a:pt x="0" y="0"/>
                  </a:moveTo>
                  <a:lnTo>
                    <a:pt x="39861" y="384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5" name="pl3685"/>
            <p:cNvSpPr/>
            <p:nvPr/>
          </p:nvSpPr>
          <p:spPr>
            <a:xfrm>
              <a:off x="4708626" y="4905258"/>
              <a:ext cx="40900" cy="37393"/>
            </a:xfrm>
            <a:custGeom>
              <a:avLst/>
              <a:pathLst>
                <a:path w="40900" h="37393">
                  <a:moveTo>
                    <a:pt x="0" y="0"/>
                  </a:moveTo>
                  <a:lnTo>
                    <a:pt x="40900" y="37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6" name="pl3686"/>
            <p:cNvSpPr/>
            <p:nvPr/>
          </p:nvSpPr>
          <p:spPr>
            <a:xfrm>
              <a:off x="4743712" y="4791252"/>
              <a:ext cx="40695" cy="39220"/>
            </a:xfrm>
            <a:custGeom>
              <a:avLst/>
              <a:pathLst>
                <a:path w="40695" h="39220">
                  <a:moveTo>
                    <a:pt x="0" y="0"/>
                  </a:moveTo>
                  <a:lnTo>
                    <a:pt x="40695" y="392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7" name="pl3687"/>
            <p:cNvSpPr/>
            <p:nvPr/>
          </p:nvSpPr>
          <p:spPr>
            <a:xfrm>
              <a:off x="4784407" y="4830473"/>
              <a:ext cx="41832" cy="38005"/>
            </a:xfrm>
            <a:custGeom>
              <a:avLst/>
              <a:pathLst>
                <a:path w="41832" h="38005">
                  <a:moveTo>
                    <a:pt x="0" y="0"/>
                  </a:moveTo>
                  <a:lnTo>
                    <a:pt x="41832" y="380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8" name="pl3688"/>
            <p:cNvSpPr/>
            <p:nvPr/>
          </p:nvSpPr>
          <p:spPr>
            <a:xfrm>
              <a:off x="4826240" y="4868479"/>
              <a:ext cx="42933" cy="36757"/>
            </a:xfrm>
            <a:custGeom>
              <a:avLst/>
              <a:pathLst>
                <a:path w="42933" h="36757">
                  <a:moveTo>
                    <a:pt x="0" y="0"/>
                  </a:moveTo>
                  <a:lnTo>
                    <a:pt x="42933" y="367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9" name="pl3689"/>
            <p:cNvSpPr/>
            <p:nvPr/>
          </p:nvSpPr>
          <p:spPr>
            <a:xfrm>
              <a:off x="4869173" y="4905236"/>
              <a:ext cx="43997" cy="35477"/>
            </a:xfrm>
            <a:custGeom>
              <a:avLst/>
              <a:pathLst>
                <a:path w="43997" h="35477">
                  <a:moveTo>
                    <a:pt x="0" y="0"/>
                  </a:moveTo>
                  <a:lnTo>
                    <a:pt x="43997" y="354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0" name="pl3690"/>
            <p:cNvSpPr/>
            <p:nvPr/>
          </p:nvSpPr>
          <p:spPr>
            <a:xfrm>
              <a:off x="4913170" y="4940713"/>
              <a:ext cx="45022" cy="34166"/>
            </a:xfrm>
            <a:custGeom>
              <a:avLst/>
              <a:pathLst>
                <a:path w="45022" h="34166">
                  <a:moveTo>
                    <a:pt x="0" y="0"/>
                  </a:moveTo>
                  <a:lnTo>
                    <a:pt x="45022" y="34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1" name="pl3691"/>
            <p:cNvSpPr/>
            <p:nvPr/>
          </p:nvSpPr>
          <p:spPr>
            <a:xfrm>
              <a:off x="4958193" y="4974880"/>
              <a:ext cx="46009" cy="32826"/>
            </a:xfrm>
            <a:custGeom>
              <a:avLst/>
              <a:pathLst>
                <a:path w="46009" h="32826">
                  <a:moveTo>
                    <a:pt x="0" y="0"/>
                  </a:moveTo>
                  <a:lnTo>
                    <a:pt x="46009" y="328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2" name="pl3692"/>
            <p:cNvSpPr/>
            <p:nvPr/>
          </p:nvSpPr>
          <p:spPr>
            <a:xfrm>
              <a:off x="5004202" y="5007706"/>
              <a:ext cx="46955" cy="31457"/>
            </a:xfrm>
            <a:custGeom>
              <a:avLst/>
              <a:pathLst>
                <a:path w="46955" h="31457">
                  <a:moveTo>
                    <a:pt x="0" y="0"/>
                  </a:moveTo>
                  <a:lnTo>
                    <a:pt x="46955" y="314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3" name="pl3693"/>
            <p:cNvSpPr/>
            <p:nvPr/>
          </p:nvSpPr>
          <p:spPr>
            <a:xfrm>
              <a:off x="5051158" y="5039163"/>
              <a:ext cx="47861" cy="30061"/>
            </a:xfrm>
            <a:custGeom>
              <a:avLst/>
              <a:pathLst>
                <a:path w="47861" h="30061">
                  <a:moveTo>
                    <a:pt x="0" y="0"/>
                  </a:moveTo>
                  <a:lnTo>
                    <a:pt x="47861" y="30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4" name="pl3694"/>
            <p:cNvSpPr/>
            <p:nvPr/>
          </p:nvSpPr>
          <p:spPr>
            <a:xfrm>
              <a:off x="5099019" y="5069224"/>
              <a:ext cx="48725" cy="28638"/>
            </a:xfrm>
            <a:custGeom>
              <a:avLst/>
              <a:pathLst>
                <a:path w="48725" h="28638">
                  <a:moveTo>
                    <a:pt x="0" y="0"/>
                  </a:moveTo>
                  <a:lnTo>
                    <a:pt x="48725" y="286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5" name="pl3695"/>
            <p:cNvSpPr/>
            <p:nvPr/>
          </p:nvSpPr>
          <p:spPr>
            <a:xfrm>
              <a:off x="5147745" y="5097863"/>
              <a:ext cx="49547" cy="27191"/>
            </a:xfrm>
            <a:custGeom>
              <a:avLst/>
              <a:pathLst>
                <a:path w="49547" h="27191">
                  <a:moveTo>
                    <a:pt x="0" y="0"/>
                  </a:moveTo>
                  <a:lnTo>
                    <a:pt x="49547" y="271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6" name="pl3696"/>
            <p:cNvSpPr/>
            <p:nvPr/>
          </p:nvSpPr>
          <p:spPr>
            <a:xfrm>
              <a:off x="5197293" y="5125055"/>
              <a:ext cx="50327" cy="25721"/>
            </a:xfrm>
            <a:custGeom>
              <a:avLst/>
              <a:pathLst>
                <a:path w="50327" h="25721">
                  <a:moveTo>
                    <a:pt x="0" y="0"/>
                  </a:moveTo>
                  <a:lnTo>
                    <a:pt x="50327" y="25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7" name="pl3697"/>
            <p:cNvSpPr/>
            <p:nvPr/>
          </p:nvSpPr>
          <p:spPr>
            <a:xfrm>
              <a:off x="5247620" y="5150776"/>
              <a:ext cx="51062" cy="24228"/>
            </a:xfrm>
            <a:custGeom>
              <a:avLst/>
              <a:pathLst>
                <a:path w="51062" h="24228">
                  <a:moveTo>
                    <a:pt x="0" y="0"/>
                  </a:moveTo>
                  <a:lnTo>
                    <a:pt x="51062" y="24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8" name="pl3698"/>
            <p:cNvSpPr/>
            <p:nvPr/>
          </p:nvSpPr>
          <p:spPr>
            <a:xfrm>
              <a:off x="4222702" y="4471718"/>
              <a:ext cx="4467" cy="7985"/>
            </a:xfrm>
            <a:custGeom>
              <a:avLst/>
              <a:pathLst>
                <a:path w="4467" h="7985">
                  <a:moveTo>
                    <a:pt x="0" y="0"/>
                  </a:moveTo>
                  <a:lnTo>
                    <a:pt x="4467" y="79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9" name="pl3699"/>
            <p:cNvSpPr/>
            <p:nvPr/>
          </p:nvSpPr>
          <p:spPr>
            <a:xfrm>
              <a:off x="4213869" y="4455689"/>
              <a:ext cx="4399" cy="8023"/>
            </a:xfrm>
            <a:custGeom>
              <a:avLst/>
              <a:pathLst>
                <a:path w="4399" h="8023">
                  <a:moveTo>
                    <a:pt x="0" y="0"/>
                  </a:moveTo>
                  <a:lnTo>
                    <a:pt x="4399" y="80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0" name="pl3700"/>
            <p:cNvSpPr/>
            <p:nvPr/>
          </p:nvSpPr>
          <p:spPr>
            <a:xfrm>
              <a:off x="4200877" y="4431506"/>
              <a:ext cx="4296" cy="8079"/>
            </a:xfrm>
            <a:custGeom>
              <a:avLst/>
              <a:pathLst>
                <a:path w="4296" h="8079">
                  <a:moveTo>
                    <a:pt x="0" y="0"/>
                  </a:moveTo>
                  <a:lnTo>
                    <a:pt x="4296" y="80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1" name="pl3701"/>
            <p:cNvSpPr/>
            <p:nvPr/>
          </p:nvSpPr>
          <p:spPr>
            <a:xfrm>
              <a:off x="4204307" y="4434864"/>
              <a:ext cx="6478" cy="12090"/>
            </a:xfrm>
            <a:custGeom>
              <a:avLst/>
              <a:pathLst>
                <a:path w="6478" h="12090">
                  <a:moveTo>
                    <a:pt x="0" y="0"/>
                  </a:moveTo>
                  <a:lnTo>
                    <a:pt x="6478" y="12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2" name="pl3702"/>
            <p:cNvSpPr/>
            <p:nvPr/>
          </p:nvSpPr>
          <p:spPr>
            <a:xfrm>
              <a:off x="4192387" y="4415293"/>
              <a:ext cx="4227" cy="8115"/>
            </a:xfrm>
            <a:custGeom>
              <a:avLst/>
              <a:pathLst>
                <a:path w="4227" h="8115">
                  <a:moveTo>
                    <a:pt x="0" y="0"/>
                  </a:moveTo>
                  <a:lnTo>
                    <a:pt x="4227" y="8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3" name="pl3703"/>
            <p:cNvSpPr/>
            <p:nvPr/>
          </p:nvSpPr>
          <p:spPr>
            <a:xfrm>
              <a:off x="4179914" y="4390838"/>
              <a:ext cx="4123" cy="8169"/>
            </a:xfrm>
            <a:custGeom>
              <a:avLst/>
              <a:pathLst>
                <a:path w="4123" h="8169">
                  <a:moveTo>
                    <a:pt x="0" y="0"/>
                  </a:moveTo>
                  <a:lnTo>
                    <a:pt x="4123" y="8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4" name="pl3704"/>
            <p:cNvSpPr/>
            <p:nvPr/>
          </p:nvSpPr>
          <p:spPr>
            <a:xfrm>
              <a:off x="4183272" y="4394268"/>
              <a:ext cx="6219" cy="12225"/>
            </a:xfrm>
            <a:custGeom>
              <a:avLst/>
              <a:pathLst>
                <a:path w="6219" h="12225">
                  <a:moveTo>
                    <a:pt x="0" y="0"/>
                  </a:moveTo>
                  <a:lnTo>
                    <a:pt x="6219" y="12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5" name="pl3705"/>
            <p:cNvSpPr/>
            <p:nvPr/>
          </p:nvSpPr>
          <p:spPr>
            <a:xfrm>
              <a:off x="4188970" y="4399065"/>
              <a:ext cx="9404" cy="18268"/>
            </a:xfrm>
            <a:custGeom>
              <a:avLst/>
              <a:pathLst>
                <a:path w="9404" h="18268">
                  <a:moveTo>
                    <a:pt x="0" y="0"/>
                  </a:moveTo>
                  <a:lnTo>
                    <a:pt x="9404" y="182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6" name="pl3706"/>
            <p:cNvSpPr/>
            <p:nvPr/>
          </p:nvSpPr>
          <p:spPr>
            <a:xfrm>
              <a:off x="4197538" y="4406209"/>
              <a:ext cx="16422" cy="31263"/>
            </a:xfrm>
            <a:custGeom>
              <a:avLst/>
              <a:pathLst>
                <a:path w="16422" h="31263">
                  <a:moveTo>
                    <a:pt x="0" y="0"/>
                  </a:moveTo>
                  <a:lnTo>
                    <a:pt x="16422" y="312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7" name="pl3707"/>
            <p:cNvSpPr/>
            <p:nvPr/>
          </p:nvSpPr>
          <p:spPr>
            <a:xfrm>
              <a:off x="4208264" y="4420519"/>
              <a:ext cx="18023" cy="33578"/>
            </a:xfrm>
            <a:custGeom>
              <a:avLst/>
              <a:pathLst>
                <a:path w="18023" h="33578">
                  <a:moveTo>
                    <a:pt x="0" y="0"/>
                  </a:moveTo>
                  <a:lnTo>
                    <a:pt x="18023" y="335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8" name="pl3708"/>
            <p:cNvSpPr/>
            <p:nvPr/>
          </p:nvSpPr>
          <p:spPr>
            <a:xfrm>
              <a:off x="4219769" y="4435971"/>
              <a:ext cx="17881" cy="32627"/>
            </a:xfrm>
            <a:custGeom>
              <a:avLst/>
              <a:pathLst>
                <a:path w="17881" h="32627">
                  <a:moveTo>
                    <a:pt x="0" y="0"/>
                  </a:moveTo>
                  <a:lnTo>
                    <a:pt x="17881" y="32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9" name="pl3709"/>
            <p:cNvSpPr/>
            <p:nvPr/>
          </p:nvSpPr>
          <p:spPr>
            <a:xfrm>
              <a:off x="4159824" y="4349732"/>
              <a:ext cx="3947" cy="8255"/>
            </a:xfrm>
            <a:custGeom>
              <a:avLst/>
              <a:pathLst>
                <a:path w="3947" h="8255">
                  <a:moveTo>
                    <a:pt x="0" y="0"/>
                  </a:moveTo>
                  <a:lnTo>
                    <a:pt x="3947" y="82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0" name="pl3710"/>
            <p:cNvSpPr/>
            <p:nvPr/>
          </p:nvSpPr>
          <p:spPr>
            <a:xfrm>
              <a:off x="4163108" y="4353233"/>
              <a:ext cx="5957" cy="12355"/>
            </a:xfrm>
            <a:custGeom>
              <a:avLst/>
              <a:pathLst>
                <a:path w="5957" h="12355">
                  <a:moveTo>
                    <a:pt x="0" y="0"/>
                  </a:moveTo>
                  <a:lnTo>
                    <a:pt x="5957" y="123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1" name="pl3711"/>
            <p:cNvSpPr/>
            <p:nvPr/>
          </p:nvSpPr>
          <p:spPr>
            <a:xfrm>
              <a:off x="4152034" y="4333171"/>
              <a:ext cx="3877" cy="8288"/>
            </a:xfrm>
            <a:custGeom>
              <a:avLst/>
              <a:pathLst>
                <a:path w="3877" h="8288">
                  <a:moveTo>
                    <a:pt x="0" y="0"/>
                  </a:moveTo>
                  <a:lnTo>
                    <a:pt x="3877" y="8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2" name="pl3712"/>
            <p:cNvSpPr/>
            <p:nvPr/>
          </p:nvSpPr>
          <p:spPr>
            <a:xfrm>
              <a:off x="4144386" y="4316544"/>
              <a:ext cx="3806" cy="8321"/>
            </a:xfrm>
            <a:custGeom>
              <a:avLst/>
              <a:pathLst>
                <a:path w="3806" h="8321">
                  <a:moveTo>
                    <a:pt x="0" y="0"/>
                  </a:moveTo>
                  <a:lnTo>
                    <a:pt x="3806" y="8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3" name="pl3713"/>
            <p:cNvSpPr/>
            <p:nvPr/>
          </p:nvSpPr>
          <p:spPr>
            <a:xfrm>
              <a:off x="4148936" y="4319494"/>
              <a:ext cx="7672" cy="16588"/>
            </a:xfrm>
            <a:custGeom>
              <a:avLst/>
              <a:pathLst>
                <a:path w="7672" h="16588">
                  <a:moveTo>
                    <a:pt x="0" y="0"/>
                  </a:moveTo>
                  <a:lnTo>
                    <a:pt x="7672" y="165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4" name="pl3714"/>
            <p:cNvSpPr/>
            <p:nvPr/>
          </p:nvSpPr>
          <p:spPr>
            <a:xfrm>
              <a:off x="4156723" y="4325961"/>
              <a:ext cx="14605" cy="30922"/>
            </a:xfrm>
            <a:custGeom>
              <a:avLst/>
              <a:pathLst>
                <a:path w="14605" h="30922">
                  <a:moveTo>
                    <a:pt x="0" y="0"/>
                  </a:moveTo>
                  <a:lnTo>
                    <a:pt x="14605" y="30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5" name="pl3715"/>
            <p:cNvSpPr/>
            <p:nvPr/>
          </p:nvSpPr>
          <p:spPr>
            <a:xfrm>
              <a:off x="4165281" y="4340829"/>
              <a:ext cx="14339" cy="29761"/>
            </a:xfrm>
            <a:custGeom>
              <a:avLst/>
              <a:pathLst>
                <a:path w="14339" h="29761">
                  <a:moveTo>
                    <a:pt x="0" y="0"/>
                  </a:moveTo>
                  <a:lnTo>
                    <a:pt x="14339" y="297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6" name="pl3716"/>
            <p:cNvSpPr/>
            <p:nvPr/>
          </p:nvSpPr>
          <p:spPr>
            <a:xfrm>
              <a:off x="4173706" y="4355105"/>
              <a:ext cx="11256" cy="23008"/>
            </a:xfrm>
            <a:custGeom>
              <a:avLst/>
              <a:pathLst>
                <a:path w="11256" h="23008">
                  <a:moveTo>
                    <a:pt x="0" y="0"/>
                  </a:moveTo>
                  <a:lnTo>
                    <a:pt x="11256" y="230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7" name="pl3717"/>
            <p:cNvSpPr/>
            <p:nvPr/>
          </p:nvSpPr>
          <p:spPr>
            <a:xfrm>
              <a:off x="4136881" y="4299852"/>
              <a:ext cx="3735" cy="8353"/>
            </a:xfrm>
            <a:custGeom>
              <a:avLst/>
              <a:pathLst>
                <a:path w="3735" h="8353">
                  <a:moveTo>
                    <a:pt x="0" y="0"/>
                  </a:moveTo>
                  <a:lnTo>
                    <a:pt x="3735" y="8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8" name="pl3718"/>
            <p:cNvSpPr/>
            <p:nvPr/>
          </p:nvSpPr>
          <p:spPr>
            <a:xfrm>
              <a:off x="4125890" y="4274696"/>
              <a:ext cx="3627" cy="8400"/>
            </a:xfrm>
            <a:custGeom>
              <a:avLst/>
              <a:pathLst>
                <a:path w="3627" h="8400">
                  <a:moveTo>
                    <a:pt x="0" y="0"/>
                  </a:moveTo>
                  <a:lnTo>
                    <a:pt x="3627" y="84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9" name="pl3719"/>
            <p:cNvSpPr/>
            <p:nvPr/>
          </p:nvSpPr>
          <p:spPr>
            <a:xfrm>
              <a:off x="4129037" y="4278321"/>
              <a:ext cx="5478" cy="12575"/>
            </a:xfrm>
            <a:custGeom>
              <a:avLst/>
              <a:pathLst>
                <a:path w="5478" h="12575">
                  <a:moveTo>
                    <a:pt x="0" y="0"/>
                  </a:moveTo>
                  <a:lnTo>
                    <a:pt x="5478" y="12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0" name="pl3720"/>
            <p:cNvSpPr/>
            <p:nvPr/>
          </p:nvSpPr>
          <p:spPr>
            <a:xfrm>
              <a:off x="4108291" y="4232463"/>
              <a:ext cx="3447" cy="8476"/>
            </a:xfrm>
            <a:custGeom>
              <a:avLst/>
              <a:pathLst>
                <a:path w="3447" h="8476">
                  <a:moveTo>
                    <a:pt x="0" y="0"/>
                  </a:moveTo>
                  <a:lnTo>
                    <a:pt x="3447" y="8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1" name="pl3721"/>
            <p:cNvSpPr/>
            <p:nvPr/>
          </p:nvSpPr>
          <p:spPr>
            <a:xfrm>
              <a:off x="4111360" y="4236154"/>
              <a:ext cx="5208" cy="12689"/>
            </a:xfrm>
            <a:custGeom>
              <a:avLst/>
              <a:pathLst>
                <a:path w="5208" h="12689">
                  <a:moveTo>
                    <a:pt x="0" y="0"/>
                  </a:moveTo>
                  <a:lnTo>
                    <a:pt x="5208" y="126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2" name="pl3722"/>
            <p:cNvSpPr/>
            <p:nvPr/>
          </p:nvSpPr>
          <p:spPr>
            <a:xfrm>
              <a:off x="4115302" y="4241949"/>
              <a:ext cx="6127" cy="14771"/>
            </a:xfrm>
            <a:custGeom>
              <a:avLst/>
              <a:pathLst>
                <a:path w="6127" h="14771">
                  <a:moveTo>
                    <a:pt x="0" y="0"/>
                  </a:moveTo>
                  <a:lnTo>
                    <a:pt x="6127" y="14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3" name="pl3723"/>
            <p:cNvSpPr/>
            <p:nvPr/>
          </p:nvSpPr>
          <p:spPr>
            <a:xfrm>
              <a:off x="4119699" y="4248783"/>
              <a:ext cx="6624" cy="15789"/>
            </a:xfrm>
            <a:custGeom>
              <a:avLst/>
              <a:pathLst>
                <a:path w="6624" h="15789">
                  <a:moveTo>
                    <a:pt x="0" y="0"/>
                  </a:moveTo>
                  <a:lnTo>
                    <a:pt x="6624" y="157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4" name="pl3724"/>
            <p:cNvSpPr/>
            <p:nvPr/>
          </p:nvSpPr>
          <p:spPr>
            <a:xfrm>
              <a:off x="4127027" y="4254992"/>
              <a:ext cx="11420" cy="26709"/>
            </a:xfrm>
            <a:custGeom>
              <a:avLst/>
              <a:pathLst>
                <a:path w="11420" h="26709">
                  <a:moveTo>
                    <a:pt x="0" y="0"/>
                  </a:moveTo>
                  <a:lnTo>
                    <a:pt x="11420" y="26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5" name="pl3725"/>
            <p:cNvSpPr/>
            <p:nvPr/>
          </p:nvSpPr>
          <p:spPr>
            <a:xfrm>
              <a:off x="4135371" y="4267221"/>
              <a:ext cx="14015" cy="32051"/>
            </a:xfrm>
            <a:custGeom>
              <a:avLst/>
              <a:pathLst>
                <a:path w="14015" h="32051">
                  <a:moveTo>
                    <a:pt x="0" y="0"/>
                  </a:moveTo>
                  <a:lnTo>
                    <a:pt x="14015" y="320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6" name="pl3726"/>
            <p:cNvSpPr/>
            <p:nvPr/>
          </p:nvSpPr>
          <p:spPr>
            <a:xfrm>
              <a:off x="4098165" y="4206946"/>
              <a:ext cx="3338" cy="8519"/>
            </a:xfrm>
            <a:custGeom>
              <a:avLst/>
              <a:pathLst>
                <a:path w="3338" h="8519">
                  <a:moveTo>
                    <a:pt x="0" y="0"/>
                  </a:moveTo>
                  <a:lnTo>
                    <a:pt x="3338" y="8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7" name="pl3727"/>
            <p:cNvSpPr/>
            <p:nvPr/>
          </p:nvSpPr>
          <p:spPr>
            <a:xfrm>
              <a:off x="4101187" y="4210676"/>
              <a:ext cx="5045" cy="12755"/>
            </a:xfrm>
            <a:custGeom>
              <a:avLst/>
              <a:pathLst>
                <a:path w="5045" h="12755">
                  <a:moveTo>
                    <a:pt x="0" y="0"/>
                  </a:moveTo>
                  <a:lnTo>
                    <a:pt x="5045" y="127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8" name="pl3728"/>
            <p:cNvSpPr/>
            <p:nvPr/>
          </p:nvSpPr>
          <p:spPr>
            <a:xfrm>
              <a:off x="4088367" y="4181302"/>
              <a:ext cx="3229" cy="8561"/>
            </a:xfrm>
            <a:custGeom>
              <a:avLst/>
              <a:pathLst>
                <a:path w="3229" h="8561">
                  <a:moveTo>
                    <a:pt x="0" y="0"/>
                  </a:moveTo>
                  <a:lnTo>
                    <a:pt x="3229" y="85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9" name="pl3729"/>
            <p:cNvSpPr/>
            <p:nvPr/>
          </p:nvSpPr>
          <p:spPr>
            <a:xfrm>
              <a:off x="4072770" y="4138290"/>
              <a:ext cx="3046" cy="8628"/>
            </a:xfrm>
            <a:custGeom>
              <a:avLst/>
              <a:pathLst>
                <a:path w="3046" h="8628">
                  <a:moveTo>
                    <a:pt x="0" y="0"/>
                  </a:moveTo>
                  <a:lnTo>
                    <a:pt x="3046" y="86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0" name="pl3730"/>
            <p:cNvSpPr/>
            <p:nvPr/>
          </p:nvSpPr>
          <p:spPr>
            <a:xfrm>
              <a:off x="4075663" y="4142121"/>
              <a:ext cx="4607" cy="12919"/>
            </a:xfrm>
            <a:custGeom>
              <a:avLst/>
              <a:pathLst>
                <a:path w="4607" h="12919">
                  <a:moveTo>
                    <a:pt x="0" y="0"/>
                  </a:moveTo>
                  <a:lnTo>
                    <a:pt x="4607" y="12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1" name="pl3731"/>
            <p:cNvSpPr/>
            <p:nvPr/>
          </p:nvSpPr>
          <p:spPr>
            <a:xfrm>
              <a:off x="4079329" y="4148095"/>
              <a:ext cx="5427" cy="15042"/>
            </a:xfrm>
            <a:custGeom>
              <a:avLst/>
              <a:pathLst>
                <a:path w="5427" h="15042">
                  <a:moveTo>
                    <a:pt x="0" y="0"/>
                  </a:moveTo>
                  <a:lnTo>
                    <a:pt x="5427" y="150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2" name="pl3732"/>
            <p:cNvSpPr/>
            <p:nvPr/>
          </p:nvSpPr>
          <p:spPr>
            <a:xfrm>
              <a:off x="4083399" y="4155127"/>
              <a:ext cx="5875" cy="16082"/>
            </a:xfrm>
            <a:custGeom>
              <a:avLst/>
              <a:pathLst>
                <a:path w="5875" h="16082">
                  <a:moveTo>
                    <a:pt x="0" y="0"/>
                  </a:moveTo>
                  <a:lnTo>
                    <a:pt x="5875" y="160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3" name="pl3733"/>
            <p:cNvSpPr/>
            <p:nvPr/>
          </p:nvSpPr>
          <p:spPr>
            <a:xfrm>
              <a:off x="4089059" y="4162174"/>
              <a:ext cx="7736" cy="20839"/>
            </a:xfrm>
            <a:custGeom>
              <a:avLst/>
              <a:pathLst>
                <a:path w="7736" h="20839">
                  <a:moveTo>
                    <a:pt x="0" y="0"/>
                  </a:moveTo>
                  <a:lnTo>
                    <a:pt x="7736" y="208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4" name="pl3734"/>
            <p:cNvSpPr/>
            <p:nvPr/>
          </p:nvSpPr>
          <p:spPr>
            <a:xfrm>
              <a:off x="4094267" y="4172096"/>
              <a:ext cx="8758" cy="23177"/>
            </a:xfrm>
            <a:custGeom>
              <a:avLst/>
              <a:pathLst>
                <a:path w="8758" h="23177">
                  <a:moveTo>
                    <a:pt x="0" y="0"/>
                  </a:moveTo>
                  <a:lnTo>
                    <a:pt x="8758" y="23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5" name="pl3735"/>
            <p:cNvSpPr/>
            <p:nvPr/>
          </p:nvSpPr>
          <p:spPr>
            <a:xfrm>
              <a:off x="4102702" y="4182152"/>
              <a:ext cx="11839" cy="30616"/>
            </a:xfrm>
            <a:custGeom>
              <a:avLst/>
              <a:pathLst>
                <a:path w="11839" h="30616">
                  <a:moveTo>
                    <a:pt x="0" y="0"/>
                  </a:moveTo>
                  <a:lnTo>
                    <a:pt x="11839" y="30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6" name="pl3736"/>
            <p:cNvSpPr/>
            <p:nvPr/>
          </p:nvSpPr>
          <p:spPr>
            <a:xfrm>
              <a:off x="4063853" y="4112326"/>
              <a:ext cx="2935" cy="8667"/>
            </a:xfrm>
            <a:custGeom>
              <a:avLst/>
              <a:pathLst>
                <a:path w="2935" h="8667">
                  <a:moveTo>
                    <a:pt x="0" y="0"/>
                  </a:moveTo>
                  <a:lnTo>
                    <a:pt x="2935" y="8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7" name="pl3737"/>
            <p:cNvSpPr/>
            <p:nvPr/>
          </p:nvSpPr>
          <p:spPr>
            <a:xfrm>
              <a:off x="4058094" y="4094954"/>
              <a:ext cx="2861" cy="8691"/>
            </a:xfrm>
            <a:custGeom>
              <a:avLst/>
              <a:pathLst>
                <a:path w="2861" h="8691">
                  <a:moveTo>
                    <a:pt x="0" y="0"/>
                  </a:moveTo>
                  <a:lnTo>
                    <a:pt x="2861" y="8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8" name="pl3738"/>
            <p:cNvSpPr/>
            <p:nvPr/>
          </p:nvSpPr>
          <p:spPr>
            <a:xfrm>
              <a:off x="4062289" y="4098390"/>
              <a:ext cx="5788" cy="17335"/>
            </a:xfrm>
            <a:custGeom>
              <a:avLst/>
              <a:pathLst>
                <a:path w="5788" h="17335">
                  <a:moveTo>
                    <a:pt x="0" y="0"/>
                  </a:moveTo>
                  <a:lnTo>
                    <a:pt x="5788" y="173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9" name="pl3739"/>
            <p:cNvSpPr/>
            <p:nvPr/>
          </p:nvSpPr>
          <p:spPr>
            <a:xfrm>
              <a:off x="4066547" y="4106603"/>
              <a:ext cx="7346" cy="21616"/>
            </a:xfrm>
            <a:custGeom>
              <a:avLst/>
              <a:pathLst>
                <a:path w="7346" h="21616">
                  <a:moveTo>
                    <a:pt x="0" y="0"/>
                  </a:moveTo>
                  <a:lnTo>
                    <a:pt x="7346" y="21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0" name="pl3740"/>
            <p:cNvSpPr/>
            <p:nvPr/>
          </p:nvSpPr>
          <p:spPr>
            <a:xfrm>
              <a:off x="4049733" y="4068806"/>
              <a:ext cx="2749" cy="8727"/>
            </a:xfrm>
            <a:custGeom>
              <a:avLst/>
              <a:pathLst>
                <a:path w="2749" h="8727">
                  <a:moveTo>
                    <a:pt x="0" y="0"/>
                  </a:moveTo>
                  <a:lnTo>
                    <a:pt x="2749" y="8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1" name="pl3741"/>
            <p:cNvSpPr/>
            <p:nvPr/>
          </p:nvSpPr>
          <p:spPr>
            <a:xfrm>
              <a:off x="4041708" y="4042553"/>
              <a:ext cx="2637" cy="8762"/>
            </a:xfrm>
            <a:custGeom>
              <a:avLst/>
              <a:pathLst>
                <a:path w="2637" h="8762">
                  <a:moveTo>
                    <a:pt x="0" y="0"/>
                  </a:moveTo>
                  <a:lnTo>
                    <a:pt x="2637" y="8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2" name="pl3742"/>
            <p:cNvSpPr/>
            <p:nvPr/>
          </p:nvSpPr>
          <p:spPr>
            <a:xfrm>
              <a:off x="4044418" y="4046516"/>
              <a:ext cx="3995" cy="13121"/>
            </a:xfrm>
            <a:custGeom>
              <a:avLst/>
              <a:pathLst>
                <a:path w="3995" h="13121">
                  <a:moveTo>
                    <a:pt x="0" y="0"/>
                  </a:moveTo>
                  <a:lnTo>
                    <a:pt x="3995" y="13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3" name="pl3743"/>
            <p:cNvSpPr/>
            <p:nvPr/>
          </p:nvSpPr>
          <p:spPr>
            <a:xfrm>
              <a:off x="4049194" y="4052231"/>
              <a:ext cx="6079" cy="19627"/>
            </a:xfrm>
            <a:custGeom>
              <a:avLst/>
              <a:pathLst>
                <a:path w="6079" h="19627">
                  <a:moveTo>
                    <a:pt x="0" y="0"/>
                  </a:moveTo>
                  <a:lnTo>
                    <a:pt x="6079" y="19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4" name="pl3744"/>
            <p:cNvSpPr/>
            <p:nvPr/>
          </p:nvSpPr>
          <p:spPr>
            <a:xfrm>
              <a:off x="4053602" y="4061620"/>
              <a:ext cx="7216" cy="22842"/>
            </a:xfrm>
            <a:custGeom>
              <a:avLst/>
              <a:pathLst>
                <a:path w="7216" h="22842">
                  <a:moveTo>
                    <a:pt x="0" y="0"/>
                  </a:moveTo>
                  <a:lnTo>
                    <a:pt x="7216" y="228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5" name="pl3745"/>
            <p:cNvSpPr/>
            <p:nvPr/>
          </p:nvSpPr>
          <p:spPr>
            <a:xfrm>
              <a:off x="4036545" y="4024995"/>
              <a:ext cx="2562" cy="8784"/>
            </a:xfrm>
            <a:custGeom>
              <a:avLst/>
              <a:pathLst>
                <a:path w="2562" h="8784">
                  <a:moveTo>
                    <a:pt x="0" y="0"/>
                  </a:moveTo>
                  <a:lnTo>
                    <a:pt x="2562" y="8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6" name="pl3746"/>
            <p:cNvSpPr/>
            <p:nvPr/>
          </p:nvSpPr>
          <p:spPr>
            <a:xfrm>
              <a:off x="4024295" y="3980912"/>
              <a:ext cx="2374" cy="8837"/>
            </a:xfrm>
            <a:custGeom>
              <a:avLst/>
              <a:pathLst>
                <a:path w="2374" h="8837">
                  <a:moveTo>
                    <a:pt x="0" y="0"/>
                  </a:moveTo>
                  <a:lnTo>
                    <a:pt x="2374" y="88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7" name="pl3747"/>
            <p:cNvSpPr/>
            <p:nvPr/>
          </p:nvSpPr>
          <p:spPr>
            <a:xfrm>
              <a:off x="4026886" y="3984954"/>
              <a:ext cx="3601" cy="13235"/>
            </a:xfrm>
            <a:custGeom>
              <a:avLst/>
              <a:pathLst>
                <a:path w="3601" h="13235">
                  <a:moveTo>
                    <a:pt x="0" y="0"/>
                  </a:moveTo>
                  <a:lnTo>
                    <a:pt x="3601" y="132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8" name="pl3748"/>
            <p:cNvSpPr/>
            <p:nvPr/>
          </p:nvSpPr>
          <p:spPr>
            <a:xfrm>
              <a:off x="4030082" y="3991192"/>
              <a:ext cx="4257" cy="15415"/>
            </a:xfrm>
            <a:custGeom>
              <a:avLst/>
              <a:pathLst>
                <a:path w="4257" h="15415">
                  <a:moveTo>
                    <a:pt x="0" y="0"/>
                  </a:moveTo>
                  <a:lnTo>
                    <a:pt x="4257" y="15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9" name="pl3749"/>
            <p:cNvSpPr/>
            <p:nvPr/>
          </p:nvSpPr>
          <p:spPr>
            <a:xfrm>
              <a:off x="4033601" y="3998515"/>
              <a:ext cx="4624" cy="16486"/>
            </a:xfrm>
            <a:custGeom>
              <a:avLst/>
              <a:pathLst>
                <a:path w="4624" h="16486">
                  <a:moveTo>
                    <a:pt x="0" y="0"/>
                  </a:moveTo>
                  <a:lnTo>
                    <a:pt x="4624" y="164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0" name="pl3750"/>
            <p:cNvSpPr/>
            <p:nvPr/>
          </p:nvSpPr>
          <p:spPr>
            <a:xfrm>
              <a:off x="4038703" y="4005976"/>
              <a:ext cx="6114" cy="21371"/>
            </a:xfrm>
            <a:custGeom>
              <a:avLst/>
              <a:pathLst>
                <a:path w="6114" h="21371">
                  <a:moveTo>
                    <a:pt x="0" y="0"/>
                  </a:moveTo>
                  <a:lnTo>
                    <a:pt x="6114" y="21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1" name="pl3751"/>
            <p:cNvSpPr/>
            <p:nvPr/>
          </p:nvSpPr>
          <p:spPr>
            <a:xfrm>
              <a:off x="4050140" y="4014265"/>
              <a:ext cx="16766" cy="55713"/>
            </a:xfrm>
            <a:custGeom>
              <a:avLst/>
              <a:pathLst>
                <a:path w="16766" h="55713">
                  <a:moveTo>
                    <a:pt x="0" y="0"/>
                  </a:moveTo>
                  <a:lnTo>
                    <a:pt x="16766" y="557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2" name="pl3752"/>
            <p:cNvSpPr/>
            <p:nvPr/>
          </p:nvSpPr>
          <p:spPr>
            <a:xfrm>
              <a:off x="4065310" y="4040079"/>
              <a:ext cx="11095" cy="35723"/>
            </a:xfrm>
            <a:custGeom>
              <a:avLst/>
              <a:pathLst>
                <a:path w="11095" h="35723">
                  <a:moveTo>
                    <a:pt x="0" y="0"/>
                  </a:moveTo>
                  <a:lnTo>
                    <a:pt x="11095" y="357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3" name="pl3753"/>
            <p:cNvSpPr/>
            <p:nvPr/>
          </p:nvSpPr>
          <p:spPr>
            <a:xfrm>
              <a:off x="4076406" y="4075802"/>
              <a:ext cx="11723" cy="35522"/>
            </a:xfrm>
            <a:custGeom>
              <a:avLst/>
              <a:pathLst>
                <a:path w="11723" h="35522">
                  <a:moveTo>
                    <a:pt x="0" y="0"/>
                  </a:moveTo>
                  <a:lnTo>
                    <a:pt x="11723" y="35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4" name="pl3754"/>
            <p:cNvSpPr/>
            <p:nvPr/>
          </p:nvSpPr>
          <p:spPr>
            <a:xfrm>
              <a:off x="4017398" y="3954341"/>
              <a:ext cx="2261" cy="8866"/>
            </a:xfrm>
            <a:custGeom>
              <a:avLst/>
              <a:pathLst>
                <a:path w="2261" h="8866">
                  <a:moveTo>
                    <a:pt x="0" y="0"/>
                  </a:moveTo>
                  <a:lnTo>
                    <a:pt x="2261" y="88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5" name="pl3755"/>
            <p:cNvSpPr/>
            <p:nvPr/>
          </p:nvSpPr>
          <p:spPr>
            <a:xfrm>
              <a:off x="4019936" y="3958415"/>
              <a:ext cx="3432" cy="13280"/>
            </a:xfrm>
            <a:custGeom>
              <a:avLst/>
              <a:pathLst>
                <a:path w="3432" h="13280">
                  <a:moveTo>
                    <a:pt x="0" y="0"/>
                  </a:moveTo>
                  <a:lnTo>
                    <a:pt x="3432" y="132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6" name="pl3756"/>
            <p:cNvSpPr/>
            <p:nvPr/>
          </p:nvSpPr>
          <p:spPr>
            <a:xfrm>
              <a:off x="4010841" y="3927683"/>
              <a:ext cx="2147" cy="8895"/>
            </a:xfrm>
            <a:custGeom>
              <a:avLst/>
              <a:pathLst>
                <a:path w="2147" h="8895">
                  <a:moveTo>
                    <a:pt x="0" y="0"/>
                  </a:moveTo>
                  <a:lnTo>
                    <a:pt x="2147" y="8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7" name="pl3757"/>
            <p:cNvSpPr/>
            <p:nvPr/>
          </p:nvSpPr>
          <p:spPr>
            <a:xfrm>
              <a:off x="4002631" y="3892013"/>
              <a:ext cx="1995" cy="8930"/>
            </a:xfrm>
            <a:custGeom>
              <a:avLst/>
              <a:pathLst>
                <a:path w="1995" h="8930">
                  <a:moveTo>
                    <a:pt x="0" y="0"/>
                  </a:moveTo>
                  <a:lnTo>
                    <a:pt x="1995" y="89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8" name="pl3758"/>
            <p:cNvSpPr/>
            <p:nvPr/>
          </p:nvSpPr>
          <p:spPr>
            <a:xfrm>
              <a:off x="4005047" y="3896161"/>
              <a:ext cx="3033" cy="13377"/>
            </a:xfrm>
            <a:custGeom>
              <a:avLst/>
              <a:pathLst>
                <a:path w="3033" h="13377">
                  <a:moveTo>
                    <a:pt x="0" y="0"/>
                  </a:moveTo>
                  <a:lnTo>
                    <a:pt x="3033" y="13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9" name="pl3759"/>
            <p:cNvSpPr/>
            <p:nvPr/>
          </p:nvSpPr>
          <p:spPr>
            <a:xfrm>
              <a:off x="4007974" y="3902530"/>
              <a:ext cx="3595" cy="15582"/>
            </a:xfrm>
            <a:custGeom>
              <a:avLst/>
              <a:pathLst>
                <a:path w="3595" h="15582">
                  <a:moveTo>
                    <a:pt x="0" y="0"/>
                  </a:moveTo>
                  <a:lnTo>
                    <a:pt x="3595" y="155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0" name="pl3760"/>
            <p:cNvSpPr/>
            <p:nvPr/>
          </p:nvSpPr>
          <p:spPr>
            <a:xfrm>
              <a:off x="4012597" y="3909669"/>
              <a:ext cx="4979" cy="21094"/>
            </a:xfrm>
            <a:custGeom>
              <a:avLst/>
              <a:pathLst>
                <a:path w="4979" h="21094">
                  <a:moveTo>
                    <a:pt x="0" y="0"/>
                  </a:moveTo>
                  <a:lnTo>
                    <a:pt x="4979" y="210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1" name="pl3761"/>
            <p:cNvSpPr/>
            <p:nvPr/>
          </p:nvSpPr>
          <p:spPr>
            <a:xfrm>
              <a:off x="4016479" y="3919888"/>
              <a:ext cx="5767" cy="23820"/>
            </a:xfrm>
            <a:custGeom>
              <a:avLst/>
              <a:pathLst>
                <a:path w="5767" h="23820">
                  <a:moveTo>
                    <a:pt x="0" y="0"/>
                  </a:moveTo>
                  <a:lnTo>
                    <a:pt x="5767" y="23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2" name="pl3762"/>
            <p:cNvSpPr/>
            <p:nvPr/>
          </p:nvSpPr>
          <p:spPr>
            <a:xfrm>
              <a:off x="3993227" y="3847237"/>
              <a:ext cx="1804" cy="8971"/>
            </a:xfrm>
            <a:custGeom>
              <a:avLst/>
              <a:pathLst>
                <a:path w="1804" h="8971">
                  <a:moveTo>
                    <a:pt x="0" y="0"/>
                  </a:moveTo>
                  <a:lnTo>
                    <a:pt x="1804" y="89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3" name="pl3763"/>
            <p:cNvSpPr/>
            <p:nvPr/>
          </p:nvSpPr>
          <p:spPr>
            <a:xfrm>
              <a:off x="3995553" y="3851436"/>
              <a:ext cx="2747" cy="13438"/>
            </a:xfrm>
            <a:custGeom>
              <a:avLst/>
              <a:pathLst>
                <a:path w="2747" h="13438">
                  <a:moveTo>
                    <a:pt x="0" y="0"/>
                  </a:moveTo>
                  <a:lnTo>
                    <a:pt x="2747" y="13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4" name="pl3764"/>
            <p:cNvSpPr/>
            <p:nvPr/>
          </p:nvSpPr>
          <p:spPr>
            <a:xfrm>
              <a:off x="3998344" y="3857865"/>
              <a:ext cx="3262" cy="15655"/>
            </a:xfrm>
            <a:custGeom>
              <a:avLst/>
              <a:pathLst>
                <a:path w="3262" h="15655">
                  <a:moveTo>
                    <a:pt x="0" y="0"/>
                  </a:moveTo>
                  <a:lnTo>
                    <a:pt x="3262" y="15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5" name="pl3765"/>
            <p:cNvSpPr/>
            <p:nvPr/>
          </p:nvSpPr>
          <p:spPr>
            <a:xfrm>
              <a:off x="4001387" y="3865399"/>
              <a:ext cx="3559" cy="16748"/>
            </a:xfrm>
            <a:custGeom>
              <a:avLst/>
              <a:pathLst>
                <a:path w="3559" h="16748">
                  <a:moveTo>
                    <a:pt x="0" y="0"/>
                  </a:moveTo>
                  <a:lnTo>
                    <a:pt x="3559" y="167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6" name="pl3766"/>
            <p:cNvSpPr/>
            <p:nvPr/>
          </p:nvSpPr>
          <p:spPr>
            <a:xfrm>
              <a:off x="3986393" y="3811278"/>
              <a:ext cx="1650" cy="9000"/>
            </a:xfrm>
            <a:custGeom>
              <a:avLst/>
              <a:pathLst>
                <a:path w="1650" h="9000">
                  <a:moveTo>
                    <a:pt x="0" y="0"/>
                  </a:moveTo>
                  <a:lnTo>
                    <a:pt x="1650" y="9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7" name="pl3767"/>
            <p:cNvSpPr/>
            <p:nvPr/>
          </p:nvSpPr>
          <p:spPr>
            <a:xfrm>
              <a:off x="3988647" y="3815516"/>
              <a:ext cx="2517" cy="13483"/>
            </a:xfrm>
            <a:custGeom>
              <a:avLst/>
              <a:pathLst>
                <a:path w="2517" h="13483">
                  <a:moveTo>
                    <a:pt x="0" y="0"/>
                  </a:moveTo>
                  <a:lnTo>
                    <a:pt x="2517" y="1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8" name="pl3768"/>
            <p:cNvSpPr/>
            <p:nvPr/>
          </p:nvSpPr>
          <p:spPr>
            <a:xfrm>
              <a:off x="3991328" y="3821992"/>
              <a:ext cx="2994" cy="15709"/>
            </a:xfrm>
            <a:custGeom>
              <a:avLst/>
              <a:pathLst>
                <a:path w="2994" h="15709">
                  <a:moveTo>
                    <a:pt x="0" y="0"/>
                  </a:moveTo>
                  <a:lnTo>
                    <a:pt x="2994" y="15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9" name="pl3769"/>
            <p:cNvSpPr/>
            <p:nvPr/>
          </p:nvSpPr>
          <p:spPr>
            <a:xfrm>
              <a:off x="3975914" y="3748087"/>
              <a:ext cx="1381" cy="9045"/>
            </a:xfrm>
            <a:custGeom>
              <a:avLst/>
              <a:pathLst>
                <a:path w="1381" h="9045">
                  <a:moveTo>
                    <a:pt x="0" y="0"/>
                  </a:moveTo>
                  <a:lnTo>
                    <a:pt x="1381" y="9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0" name="pl3770"/>
            <p:cNvSpPr/>
            <p:nvPr/>
          </p:nvSpPr>
          <p:spPr>
            <a:xfrm>
              <a:off x="3978040" y="3752391"/>
              <a:ext cx="2113" cy="13552"/>
            </a:xfrm>
            <a:custGeom>
              <a:avLst/>
              <a:pathLst>
                <a:path w="2113" h="13552">
                  <a:moveTo>
                    <a:pt x="0" y="0"/>
                  </a:moveTo>
                  <a:lnTo>
                    <a:pt x="2113" y="13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1" name="pl3771"/>
            <p:cNvSpPr/>
            <p:nvPr/>
          </p:nvSpPr>
          <p:spPr>
            <a:xfrm>
              <a:off x="3973267" y="3729978"/>
              <a:ext cx="1304" cy="9057"/>
            </a:xfrm>
            <a:custGeom>
              <a:avLst/>
              <a:pathLst>
                <a:path w="1304" h="9057">
                  <a:moveTo>
                    <a:pt x="0" y="0"/>
                  </a:moveTo>
                  <a:lnTo>
                    <a:pt x="1304" y="9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2" name="pl3772"/>
            <p:cNvSpPr/>
            <p:nvPr/>
          </p:nvSpPr>
          <p:spPr>
            <a:xfrm>
              <a:off x="3970775" y="3711847"/>
              <a:ext cx="1226" cy="9068"/>
            </a:xfrm>
            <a:custGeom>
              <a:avLst/>
              <a:pathLst>
                <a:path w="1226" h="9068">
                  <a:moveTo>
                    <a:pt x="0" y="0"/>
                  </a:moveTo>
                  <a:lnTo>
                    <a:pt x="1226" y="90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3" name="pl3773"/>
            <p:cNvSpPr/>
            <p:nvPr/>
          </p:nvSpPr>
          <p:spPr>
            <a:xfrm>
              <a:off x="3974272" y="3715991"/>
              <a:ext cx="2527" cy="18101"/>
            </a:xfrm>
            <a:custGeom>
              <a:avLst/>
              <a:pathLst>
                <a:path w="2527" h="18101">
                  <a:moveTo>
                    <a:pt x="0" y="0"/>
                  </a:moveTo>
                  <a:lnTo>
                    <a:pt x="2527" y="181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4" name="pl3774"/>
            <p:cNvSpPr/>
            <p:nvPr/>
          </p:nvSpPr>
          <p:spPr>
            <a:xfrm>
              <a:off x="3979847" y="3724440"/>
              <a:ext cx="4999" cy="33831"/>
            </a:xfrm>
            <a:custGeom>
              <a:avLst/>
              <a:pathLst>
                <a:path w="4999" h="33831">
                  <a:moveTo>
                    <a:pt x="0" y="0"/>
                  </a:moveTo>
                  <a:lnTo>
                    <a:pt x="4999" y="338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5" name="pl3775"/>
            <p:cNvSpPr/>
            <p:nvPr/>
          </p:nvSpPr>
          <p:spPr>
            <a:xfrm>
              <a:off x="3983721" y="3741152"/>
              <a:ext cx="5082" cy="32642"/>
            </a:xfrm>
            <a:custGeom>
              <a:avLst/>
              <a:pathLst>
                <a:path w="5082" h="32642">
                  <a:moveTo>
                    <a:pt x="0" y="0"/>
                  </a:moveTo>
                  <a:lnTo>
                    <a:pt x="5082" y="326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6" name="pl3776"/>
            <p:cNvSpPr/>
            <p:nvPr/>
          </p:nvSpPr>
          <p:spPr>
            <a:xfrm>
              <a:off x="3987639" y="3757259"/>
              <a:ext cx="4092" cy="25284"/>
            </a:xfrm>
            <a:custGeom>
              <a:avLst/>
              <a:pathLst>
                <a:path w="4092" h="25284">
                  <a:moveTo>
                    <a:pt x="0" y="0"/>
                  </a:moveTo>
                  <a:lnTo>
                    <a:pt x="4092" y="252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7" name="pl3777"/>
            <p:cNvSpPr/>
            <p:nvPr/>
          </p:nvSpPr>
          <p:spPr>
            <a:xfrm>
              <a:off x="3991086" y="3769675"/>
              <a:ext cx="3610" cy="21599"/>
            </a:xfrm>
            <a:custGeom>
              <a:avLst/>
              <a:pathLst>
                <a:path w="3610" h="21599">
                  <a:moveTo>
                    <a:pt x="0" y="0"/>
                  </a:moveTo>
                  <a:lnTo>
                    <a:pt x="3610" y="21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8" name="pl3778"/>
            <p:cNvSpPr/>
            <p:nvPr/>
          </p:nvSpPr>
          <p:spPr>
            <a:xfrm>
              <a:off x="3994301" y="3780239"/>
              <a:ext cx="3395" cy="19747"/>
            </a:xfrm>
            <a:custGeom>
              <a:avLst/>
              <a:pathLst>
                <a:path w="3395" h="19747">
                  <a:moveTo>
                    <a:pt x="0" y="0"/>
                  </a:moveTo>
                  <a:lnTo>
                    <a:pt x="3395" y="197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9" name="pl3779"/>
            <p:cNvSpPr/>
            <p:nvPr/>
          </p:nvSpPr>
          <p:spPr>
            <a:xfrm>
              <a:off x="4001720" y="3789129"/>
              <a:ext cx="6837" cy="37719"/>
            </a:xfrm>
            <a:custGeom>
              <a:avLst/>
              <a:pathLst>
                <a:path w="6837" h="37719">
                  <a:moveTo>
                    <a:pt x="0" y="0"/>
                  </a:moveTo>
                  <a:lnTo>
                    <a:pt x="6837" y="377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0" name="pl3780"/>
            <p:cNvSpPr/>
            <p:nvPr/>
          </p:nvSpPr>
          <p:spPr>
            <a:xfrm>
              <a:off x="3968438" y="3693695"/>
              <a:ext cx="1149" cy="9078"/>
            </a:xfrm>
            <a:custGeom>
              <a:avLst/>
              <a:pathLst>
                <a:path w="1149" h="9078">
                  <a:moveTo>
                    <a:pt x="0" y="0"/>
                  </a:moveTo>
                  <a:lnTo>
                    <a:pt x="1149" y="9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1" name="pl3781"/>
            <p:cNvSpPr/>
            <p:nvPr/>
          </p:nvSpPr>
          <p:spPr>
            <a:xfrm>
              <a:off x="3964229" y="3657335"/>
              <a:ext cx="994" cy="9096"/>
            </a:xfrm>
            <a:custGeom>
              <a:avLst/>
              <a:pathLst>
                <a:path w="994" h="9096">
                  <a:moveTo>
                    <a:pt x="0" y="0"/>
                  </a:moveTo>
                  <a:lnTo>
                    <a:pt x="994" y="90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2" name="pl3782"/>
            <p:cNvSpPr/>
            <p:nvPr/>
          </p:nvSpPr>
          <p:spPr>
            <a:xfrm>
              <a:off x="3966170" y="3661726"/>
              <a:ext cx="1533" cy="13630"/>
            </a:xfrm>
            <a:custGeom>
              <a:avLst/>
              <a:pathLst>
                <a:path w="1533" h="13630">
                  <a:moveTo>
                    <a:pt x="0" y="0"/>
                  </a:moveTo>
                  <a:lnTo>
                    <a:pt x="1533" y="136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3" name="pl3783"/>
            <p:cNvSpPr/>
            <p:nvPr/>
          </p:nvSpPr>
          <p:spPr>
            <a:xfrm>
              <a:off x="3968374" y="3668380"/>
              <a:ext cx="1847" cy="15885"/>
            </a:xfrm>
            <a:custGeom>
              <a:avLst/>
              <a:pathLst>
                <a:path w="1847" h="15885">
                  <a:moveTo>
                    <a:pt x="0" y="0"/>
                  </a:moveTo>
                  <a:lnTo>
                    <a:pt x="1847" y="15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4" name="pl3784"/>
            <p:cNvSpPr/>
            <p:nvPr/>
          </p:nvSpPr>
          <p:spPr>
            <a:xfrm>
              <a:off x="3962357" y="3639130"/>
              <a:ext cx="916" cy="9104"/>
            </a:xfrm>
            <a:custGeom>
              <a:avLst/>
              <a:pathLst>
                <a:path w="916" h="9104">
                  <a:moveTo>
                    <a:pt x="0" y="0"/>
                  </a:moveTo>
                  <a:lnTo>
                    <a:pt x="916" y="9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5" name="pl3785"/>
            <p:cNvSpPr/>
            <p:nvPr/>
          </p:nvSpPr>
          <p:spPr>
            <a:xfrm>
              <a:off x="3959081" y="3602674"/>
              <a:ext cx="760" cy="9119"/>
            </a:xfrm>
            <a:custGeom>
              <a:avLst/>
              <a:pathLst>
                <a:path w="760" h="9119">
                  <a:moveTo>
                    <a:pt x="0" y="0"/>
                  </a:moveTo>
                  <a:lnTo>
                    <a:pt x="760" y="91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6" name="pl3786"/>
            <p:cNvSpPr/>
            <p:nvPr/>
          </p:nvSpPr>
          <p:spPr>
            <a:xfrm>
              <a:off x="3960909" y="3607113"/>
              <a:ext cx="1184" cy="13665"/>
            </a:xfrm>
            <a:custGeom>
              <a:avLst/>
              <a:pathLst>
                <a:path w="1184" h="13665">
                  <a:moveTo>
                    <a:pt x="0" y="0"/>
                  </a:moveTo>
                  <a:lnTo>
                    <a:pt x="1184" y="13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7" name="pl3787"/>
            <p:cNvSpPr/>
            <p:nvPr/>
          </p:nvSpPr>
          <p:spPr>
            <a:xfrm>
              <a:off x="3962942" y="3613821"/>
              <a:ext cx="1440" cy="15927"/>
            </a:xfrm>
            <a:custGeom>
              <a:avLst/>
              <a:pathLst>
                <a:path w="1440" h="15927">
                  <a:moveTo>
                    <a:pt x="0" y="0"/>
                  </a:moveTo>
                  <a:lnTo>
                    <a:pt x="1440" y="159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8" name="pl3788"/>
            <p:cNvSpPr/>
            <p:nvPr/>
          </p:nvSpPr>
          <p:spPr>
            <a:xfrm>
              <a:off x="3966550" y="3621523"/>
              <a:ext cx="2061" cy="21575"/>
            </a:xfrm>
            <a:custGeom>
              <a:avLst/>
              <a:pathLst>
                <a:path w="2061" h="21575">
                  <a:moveTo>
                    <a:pt x="0" y="0"/>
                  </a:moveTo>
                  <a:lnTo>
                    <a:pt x="2061" y="21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9" name="pl3789"/>
            <p:cNvSpPr/>
            <p:nvPr/>
          </p:nvSpPr>
          <p:spPr>
            <a:xfrm>
              <a:off x="3957032" y="3575298"/>
              <a:ext cx="643" cy="9128"/>
            </a:xfrm>
            <a:custGeom>
              <a:avLst/>
              <a:pathLst>
                <a:path w="643" h="9128">
                  <a:moveTo>
                    <a:pt x="0" y="0"/>
                  </a:moveTo>
                  <a:lnTo>
                    <a:pt x="643" y="9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0" name="pl3790"/>
            <p:cNvSpPr/>
            <p:nvPr/>
          </p:nvSpPr>
          <p:spPr>
            <a:xfrm>
              <a:off x="3958803" y="3579760"/>
              <a:ext cx="1009" cy="13679"/>
            </a:xfrm>
            <a:custGeom>
              <a:avLst/>
              <a:pathLst>
                <a:path w="1009" h="13679">
                  <a:moveTo>
                    <a:pt x="0" y="0"/>
                  </a:moveTo>
                  <a:lnTo>
                    <a:pt x="1009" y="136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1" name="pl3791"/>
            <p:cNvSpPr/>
            <p:nvPr/>
          </p:nvSpPr>
          <p:spPr>
            <a:xfrm>
              <a:off x="3954846" y="3538761"/>
              <a:ext cx="488" cy="9137"/>
            </a:xfrm>
            <a:custGeom>
              <a:avLst/>
              <a:pathLst>
                <a:path w="488" h="9137">
                  <a:moveTo>
                    <a:pt x="0" y="0"/>
                  </a:moveTo>
                  <a:lnTo>
                    <a:pt x="488" y="91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2" name="pl3792"/>
            <p:cNvSpPr/>
            <p:nvPr/>
          </p:nvSpPr>
          <p:spPr>
            <a:xfrm>
              <a:off x="3956540" y="3543252"/>
              <a:ext cx="775" cy="13694"/>
            </a:xfrm>
            <a:custGeom>
              <a:avLst/>
              <a:pathLst>
                <a:path w="775" h="13694">
                  <a:moveTo>
                    <a:pt x="0" y="0"/>
                  </a:moveTo>
                  <a:lnTo>
                    <a:pt x="775" y="136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3" name="pl3793"/>
            <p:cNvSpPr/>
            <p:nvPr/>
          </p:nvSpPr>
          <p:spPr>
            <a:xfrm>
              <a:off x="3958372" y="3550018"/>
              <a:ext cx="963" cy="15963"/>
            </a:xfrm>
            <a:custGeom>
              <a:avLst/>
              <a:pathLst>
                <a:path w="963" h="15963">
                  <a:moveTo>
                    <a:pt x="0" y="0"/>
                  </a:moveTo>
                  <a:lnTo>
                    <a:pt x="963" y="159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4" name="pl3794"/>
            <p:cNvSpPr/>
            <p:nvPr/>
          </p:nvSpPr>
          <p:spPr>
            <a:xfrm>
              <a:off x="3953987" y="3520480"/>
              <a:ext cx="409" cy="9141"/>
            </a:xfrm>
            <a:custGeom>
              <a:avLst/>
              <a:pathLst>
                <a:path w="409" h="9141">
                  <a:moveTo>
                    <a:pt x="0" y="0"/>
                  </a:moveTo>
                  <a:lnTo>
                    <a:pt x="409" y="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5" name="pl3795"/>
            <p:cNvSpPr/>
            <p:nvPr/>
          </p:nvSpPr>
          <p:spPr>
            <a:xfrm>
              <a:off x="3952991" y="3493046"/>
              <a:ext cx="292" cy="9146"/>
            </a:xfrm>
            <a:custGeom>
              <a:avLst/>
              <a:pathLst>
                <a:path w="292" h="9146">
                  <a:moveTo>
                    <a:pt x="0" y="0"/>
                  </a:moveTo>
                  <a:lnTo>
                    <a:pt x="292" y="9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6" name="pl3796"/>
            <p:cNvSpPr/>
            <p:nvPr/>
          </p:nvSpPr>
          <p:spPr>
            <a:xfrm>
              <a:off x="3952522" y="3474750"/>
              <a:ext cx="214" cy="9148"/>
            </a:xfrm>
            <a:custGeom>
              <a:avLst/>
              <a:pathLst>
                <a:path w="214" h="9148">
                  <a:moveTo>
                    <a:pt x="0" y="0"/>
                  </a:moveTo>
                  <a:lnTo>
                    <a:pt x="214" y="91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7" name="pl3797"/>
            <p:cNvSpPr/>
            <p:nvPr/>
          </p:nvSpPr>
          <p:spPr>
            <a:xfrm>
              <a:off x="3952210" y="3456451"/>
              <a:ext cx="136" cy="9149"/>
            </a:xfrm>
            <a:custGeom>
              <a:avLst/>
              <a:pathLst>
                <a:path w="136" h="9149">
                  <a:moveTo>
                    <a:pt x="0" y="0"/>
                  </a:moveTo>
                  <a:lnTo>
                    <a:pt x="136" y="9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8" name="pl3798"/>
            <p:cNvSpPr/>
            <p:nvPr/>
          </p:nvSpPr>
          <p:spPr>
            <a:xfrm>
              <a:off x="3952034" y="3428999"/>
              <a:ext cx="19" cy="9150"/>
            </a:xfrm>
            <a:custGeom>
              <a:avLst/>
              <a:pathLst>
                <a:path w="19" h="9150">
                  <a:moveTo>
                    <a:pt x="0" y="0"/>
                  </a:moveTo>
                  <a:lnTo>
                    <a:pt x="19" y="9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9" name="pl3799"/>
            <p:cNvSpPr/>
            <p:nvPr/>
          </p:nvSpPr>
          <p:spPr>
            <a:xfrm>
              <a:off x="3953496" y="3433572"/>
              <a:ext cx="73" cy="13716"/>
            </a:xfrm>
            <a:custGeom>
              <a:avLst/>
              <a:pathLst>
                <a:path w="73" h="13716">
                  <a:moveTo>
                    <a:pt x="0" y="0"/>
                  </a:moveTo>
                  <a:lnTo>
                    <a:pt x="73" y="13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0" name="pl3800"/>
            <p:cNvSpPr/>
            <p:nvPr/>
          </p:nvSpPr>
          <p:spPr>
            <a:xfrm>
              <a:off x="3956437" y="3440415"/>
              <a:ext cx="208" cy="20546"/>
            </a:xfrm>
            <a:custGeom>
              <a:avLst/>
              <a:pathLst>
                <a:path w="208" h="20546">
                  <a:moveTo>
                    <a:pt x="0" y="0"/>
                  </a:moveTo>
                  <a:lnTo>
                    <a:pt x="208" y="205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1" name="pl3801"/>
            <p:cNvSpPr/>
            <p:nvPr/>
          </p:nvSpPr>
          <p:spPr>
            <a:xfrm>
              <a:off x="3959431" y="3450658"/>
              <a:ext cx="478" cy="28494"/>
            </a:xfrm>
            <a:custGeom>
              <a:avLst/>
              <a:pathLst>
                <a:path w="478" h="28494">
                  <a:moveTo>
                    <a:pt x="0" y="0"/>
                  </a:moveTo>
                  <a:lnTo>
                    <a:pt x="478" y="284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2" name="pl3802"/>
            <p:cNvSpPr/>
            <p:nvPr/>
          </p:nvSpPr>
          <p:spPr>
            <a:xfrm>
              <a:off x="3962537" y="3464858"/>
              <a:ext cx="791" cy="32434"/>
            </a:xfrm>
            <a:custGeom>
              <a:avLst/>
              <a:pathLst>
                <a:path w="791" h="32434">
                  <a:moveTo>
                    <a:pt x="0" y="0"/>
                  </a:moveTo>
                  <a:lnTo>
                    <a:pt x="791" y="32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3" name="pl3803"/>
            <p:cNvSpPr/>
            <p:nvPr/>
          </p:nvSpPr>
          <p:spPr>
            <a:xfrm>
              <a:off x="3964328" y="3481041"/>
              <a:ext cx="937" cy="29847"/>
            </a:xfrm>
            <a:custGeom>
              <a:avLst/>
              <a:pathLst>
                <a:path w="937" h="29847">
                  <a:moveTo>
                    <a:pt x="0" y="0"/>
                  </a:moveTo>
                  <a:lnTo>
                    <a:pt x="937" y="298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4" name="pl3804"/>
            <p:cNvSpPr/>
            <p:nvPr/>
          </p:nvSpPr>
          <p:spPr>
            <a:xfrm>
              <a:off x="3967659" y="3495875"/>
              <a:ext cx="1087" cy="28522"/>
            </a:xfrm>
            <a:custGeom>
              <a:avLst/>
              <a:pathLst>
                <a:path w="1087" h="28522">
                  <a:moveTo>
                    <a:pt x="0" y="0"/>
                  </a:moveTo>
                  <a:lnTo>
                    <a:pt x="1087" y="28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5" name="pl3805"/>
            <p:cNvSpPr/>
            <p:nvPr/>
          </p:nvSpPr>
          <p:spPr>
            <a:xfrm>
              <a:off x="3973980" y="3509916"/>
              <a:ext cx="2315" cy="47030"/>
            </a:xfrm>
            <a:custGeom>
              <a:avLst/>
              <a:pathLst>
                <a:path w="2315" h="47030">
                  <a:moveTo>
                    <a:pt x="0" y="0"/>
                  </a:moveTo>
                  <a:lnTo>
                    <a:pt x="2315" y="47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6" name="pl3806"/>
            <p:cNvSpPr/>
            <p:nvPr/>
          </p:nvSpPr>
          <p:spPr>
            <a:xfrm>
              <a:off x="3979374" y="3533223"/>
              <a:ext cx="3177" cy="51662"/>
            </a:xfrm>
            <a:custGeom>
              <a:avLst/>
              <a:pathLst>
                <a:path w="3177" h="51662">
                  <a:moveTo>
                    <a:pt x="0" y="0"/>
                  </a:moveTo>
                  <a:lnTo>
                    <a:pt x="3177" y="516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7" name="pl3807"/>
            <p:cNvSpPr/>
            <p:nvPr/>
          </p:nvSpPr>
          <p:spPr>
            <a:xfrm>
              <a:off x="3989533" y="3558527"/>
              <a:ext cx="2491" cy="35600"/>
            </a:xfrm>
            <a:custGeom>
              <a:avLst/>
              <a:pathLst>
                <a:path w="2491" h="35600">
                  <a:moveTo>
                    <a:pt x="0" y="0"/>
                  </a:moveTo>
                  <a:lnTo>
                    <a:pt x="2491" y="35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8" name="pl3808"/>
            <p:cNvSpPr/>
            <p:nvPr/>
          </p:nvSpPr>
          <p:spPr>
            <a:xfrm>
              <a:off x="3992025" y="3594127"/>
              <a:ext cx="3093" cy="35553"/>
            </a:xfrm>
            <a:custGeom>
              <a:avLst/>
              <a:pathLst>
                <a:path w="3093" h="35553">
                  <a:moveTo>
                    <a:pt x="0" y="0"/>
                  </a:moveTo>
                  <a:lnTo>
                    <a:pt x="3093" y="35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9" name="pl3809"/>
            <p:cNvSpPr/>
            <p:nvPr/>
          </p:nvSpPr>
          <p:spPr>
            <a:xfrm>
              <a:off x="3997836" y="3593671"/>
              <a:ext cx="3451" cy="39257"/>
            </a:xfrm>
            <a:custGeom>
              <a:avLst/>
              <a:pathLst>
                <a:path w="3451" h="39257">
                  <a:moveTo>
                    <a:pt x="0" y="0"/>
                  </a:moveTo>
                  <a:lnTo>
                    <a:pt x="3451" y="392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0" name="pl3810"/>
            <p:cNvSpPr/>
            <p:nvPr/>
          </p:nvSpPr>
          <p:spPr>
            <a:xfrm>
              <a:off x="4001288" y="3632929"/>
              <a:ext cx="4185" cy="39186"/>
            </a:xfrm>
            <a:custGeom>
              <a:avLst/>
              <a:pathLst>
                <a:path w="4185" h="39186">
                  <a:moveTo>
                    <a:pt x="0" y="0"/>
                  </a:moveTo>
                  <a:lnTo>
                    <a:pt x="4185" y="391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1" name="pl3811"/>
            <p:cNvSpPr/>
            <p:nvPr/>
          </p:nvSpPr>
          <p:spPr>
            <a:xfrm>
              <a:off x="4004189" y="3632646"/>
              <a:ext cx="6748" cy="60280"/>
            </a:xfrm>
            <a:custGeom>
              <a:avLst/>
              <a:pathLst>
                <a:path w="6748" h="60280">
                  <a:moveTo>
                    <a:pt x="0" y="0"/>
                  </a:moveTo>
                  <a:lnTo>
                    <a:pt x="6748" y="602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2" name="pl3812"/>
            <p:cNvSpPr/>
            <p:nvPr/>
          </p:nvSpPr>
          <p:spPr>
            <a:xfrm>
              <a:off x="4029071" y="3660379"/>
              <a:ext cx="5760" cy="46672"/>
            </a:xfrm>
            <a:custGeom>
              <a:avLst/>
              <a:pathLst>
                <a:path w="5760" h="46672">
                  <a:moveTo>
                    <a:pt x="0" y="0"/>
                  </a:moveTo>
                  <a:lnTo>
                    <a:pt x="5760" y="466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3" name="pl3813"/>
            <p:cNvSpPr/>
            <p:nvPr/>
          </p:nvSpPr>
          <p:spPr>
            <a:xfrm>
              <a:off x="4034831" y="3707051"/>
              <a:ext cx="6813" cy="46530"/>
            </a:xfrm>
            <a:custGeom>
              <a:avLst/>
              <a:pathLst>
                <a:path w="6813" h="46530">
                  <a:moveTo>
                    <a:pt x="0" y="0"/>
                  </a:moveTo>
                  <a:lnTo>
                    <a:pt x="6813" y="465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4" name="pl3814"/>
            <p:cNvSpPr/>
            <p:nvPr/>
          </p:nvSpPr>
          <p:spPr>
            <a:xfrm>
              <a:off x="4041644" y="3753581"/>
              <a:ext cx="7864" cy="46364"/>
            </a:xfrm>
            <a:custGeom>
              <a:avLst/>
              <a:pathLst>
                <a:path w="7864" h="46364">
                  <a:moveTo>
                    <a:pt x="0" y="0"/>
                  </a:moveTo>
                  <a:lnTo>
                    <a:pt x="7864" y="463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5" name="pl3815"/>
            <p:cNvSpPr/>
            <p:nvPr/>
          </p:nvSpPr>
          <p:spPr>
            <a:xfrm>
              <a:off x="4045316" y="3729280"/>
              <a:ext cx="6873" cy="43683"/>
            </a:xfrm>
            <a:custGeom>
              <a:avLst/>
              <a:pathLst>
                <a:path w="6873" h="43683">
                  <a:moveTo>
                    <a:pt x="0" y="0"/>
                  </a:moveTo>
                  <a:lnTo>
                    <a:pt x="6873" y="43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6" name="pl3816"/>
            <p:cNvSpPr/>
            <p:nvPr/>
          </p:nvSpPr>
          <p:spPr>
            <a:xfrm>
              <a:off x="4052190" y="3772963"/>
              <a:ext cx="7804" cy="43526"/>
            </a:xfrm>
            <a:custGeom>
              <a:avLst/>
              <a:pathLst>
                <a:path w="7804" h="43526">
                  <a:moveTo>
                    <a:pt x="0" y="0"/>
                  </a:moveTo>
                  <a:lnTo>
                    <a:pt x="7804" y="435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7" name="pl3817"/>
            <p:cNvSpPr/>
            <p:nvPr/>
          </p:nvSpPr>
          <p:spPr>
            <a:xfrm>
              <a:off x="4059994" y="3816490"/>
              <a:ext cx="8731" cy="43350"/>
            </a:xfrm>
            <a:custGeom>
              <a:avLst/>
              <a:pathLst>
                <a:path w="8731" h="43350">
                  <a:moveTo>
                    <a:pt x="0" y="0"/>
                  </a:moveTo>
                  <a:lnTo>
                    <a:pt x="8731" y="433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8" name="pl3818"/>
            <p:cNvSpPr/>
            <p:nvPr/>
          </p:nvSpPr>
          <p:spPr>
            <a:xfrm>
              <a:off x="4066017" y="3792947"/>
              <a:ext cx="7705" cy="40624"/>
            </a:xfrm>
            <a:custGeom>
              <a:avLst/>
              <a:pathLst>
                <a:path w="7705" h="40624">
                  <a:moveTo>
                    <a:pt x="0" y="0"/>
                  </a:moveTo>
                  <a:lnTo>
                    <a:pt x="7705" y="40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9" name="pl3819"/>
            <p:cNvSpPr/>
            <p:nvPr/>
          </p:nvSpPr>
          <p:spPr>
            <a:xfrm>
              <a:off x="4073722" y="3833571"/>
              <a:ext cx="8517" cy="40461"/>
            </a:xfrm>
            <a:custGeom>
              <a:avLst/>
              <a:pathLst>
                <a:path w="8517" h="40461">
                  <a:moveTo>
                    <a:pt x="0" y="0"/>
                  </a:moveTo>
                  <a:lnTo>
                    <a:pt x="8517" y="404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0" name="pl3820"/>
            <p:cNvSpPr/>
            <p:nvPr/>
          </p:nvSpPr>
          <p:spPr>
            <a:xfrm>
              <a:off x="4082240" y="3874032"/>
              <a:ext cx="9327" cy="40282"/>
            </a:xfrm>
            <a:custGeom>
              <a:avLst/>
              <a:pathLst>
                <a:path w="9327" h="40282">
                  <a:moveTo>
                    <a:pt x="0" y="0"/>
                  </a:moveTo>
                  <a:lnTo>
                    <a:pt x="9327" y="402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1" name="pl3821"/>
            <p:cNvSpPr/>
            <p:nvPr/>
          </p:nvSpPr>
          <p:spPr>
            <a:xfrm>
              <a:off x="4082158" y="3852922"/>
              <a:ext cx="10144" cy="45613"/>
            </a:xfrm>
            <a:custGeom>
              <a:avLst/>
              <a:pathLst>
                <a:path w="10144" h="45613">
                  <a:moveTo>
                    <a:pt x="0" y="0"/>
                  </a:moveTo>
                  <a:lnTo>
                    <a:pt x="10144" y="456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2" name="pl3822"/>
            <p:cNvSpPr/>
            <p:nvPr/>
          </p:nvSpPr>
          <p:spPr>
            <a:xfrm>
              <a:off x="4092303" y="3898536"/>
              <a:ext cx="11177" cy="45371"/>
            </a:xfrm>
            <a:custGeom>
              <a:avLst/>
              <a:pathLst>
                <a:path w="11177" h="45371">
                  <a:moveTo>
                    <a:pt x="0" y="0"/>
                  </a:moveTo>
                  <a:lnTo>
                    <a:pt x="11177" y="453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3" name="pl3823"/>
            <p:cNvSpPr/>
            <p:nvPr/>
          </p:nvSpPr>
          <p:spPr>
            <a:xfrm>
              <a:off x="4117844" y="3892550"/>
              <a:ext cx="13022" cy="52422"/>
            </a:xfrm>
            <a:custGeom>
              <a:avLst/>
              <a:pathLst>
                <a:path w="13022" h="52422">
                  <a:moveTo>
                    <a:pt x="0" y="0"/>
                  </a:moveTo>
                  <a:lnTo>
                    <a:pt x="13022" y="52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4" name="pl3824"/>
            <p:cNvSpPr/>
            <p:nvPr/>
          </p:nvSpPr>
          <p:spPr>
            <a:xfrm>
              <a:off x="4130867" y="3944972"/>
              <a:ext cx="14411" cy="52057"/>
            </a:xfrm>
            <a:custGeom>
              <a:avLst/>
              <a:pathLst>
                <a:path w="14411" h="52057">
                  <a:moveTo>
                    <a:pt x="0" y="0"/>
                  </a:moveTo>
                  <a:lnTo>
                    <a:pt x="14411" y="52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5" name="pl3825"/>
            <p:cNvSpPr/>
            <p:nvPr/>
          </p:nvSpPr>
          <p:spPr>
            <a:xfrm>
              <a:off x="4145279" y="3997030"/>
              <a:ext cx="15790" cy="51655"/>
            </a:xfrm>
            <a:custGeom>
              <a:avLst/>
              <a:pathLst>
                <a:path w="15790" h="51655">
                  <a:moveTo>
                    <a:pt x="0" y="0"/>
                  </a:moveTo>
                  <a:lnTo>
                    <a:pt x="15790" y="516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6" name="pl3826"/>
            <p:cNvSpPr/>
            <p:nvPr/>
          </p:nvSpPr>
          <p:spPr>
            <a:xfrm>
              <a:off x="4153350" y="3966772"/>
              <a:ext cx="13889" cy="47862"/>
            </a:xfrm>
            <a:custGeom>
              <a:avLst/>
              <a:pathLst>
                <a:path w="13889" h="47862">
                  <a:moveTo>
                    <a:pt x="0" y="0"/>
                  </a:moveTo>
                  <a:lnTo>
                    <a:pt x="13889" y="47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7" name="pl3827"/>
            <p:cNvSpPr/>
            <p:nvPr/>
          </p:nvSpPr>
          <p:spPr>
            <a:xfrm>
              <a:off x="4167240" y="4014634"/>
              <a:ext cx="15069" cy="47504"/>
            </a:xfrm>
            <a:custGeom>
              <a:avLst/>
              <a:pathLst>
                <a:path w="15069" h="47504">
                  <a:moveTo>
                    <a:pt x="0" y="0"/>
                  </a:moveTo>
                  <a:lnTo>
                    <a:pt x="15069" y="475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8" name="pl3828"/>
            <p:cNvSpPr/>
            <p:nvPr/>
          </p:nvSpPr>
          <p:spPr>
            <a:xfrm>
              <a:off x="4182309" y="4062139"/>
              <a:ext cx="16238" cy="47117"/>
            </a:xfrm>
            <a:custGeom>
              <a:avLst/>
              <a:pathLst>
                <a:path w="16238" h="47117">
                  <a:moveTo>
                    <a:pt x="0" y="0"/>
                  </a:moveTo>
                  <a:lnTo>
                    <a:pt x="16238" y="47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9" name="pl3829"/>
            <p:cNvSpPr/>
            <p:nvPr/>
          </p:nvSpPr>
          <p:spPr>
            <a:xfrm>
              <a:off x="4198548" y="4109256"/>
              <a:ext cx="17398" cy="46701"/>
            </a:xfrm>
            <a:custGeom>
              <a:avLst/>
              <a:pathLst>
                <a:path w="17398" h="46701">
                  <a:moveTo>
                    <a:pt x="0" y="0"/>
                  </a:moveTo>
                  <a:lnTo>
                    <a:pt x="17398" y="467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0" name="pl3830"/>
            <p:cNvSpPr/>
            <p:nvPr/>
          </p:nvSpPr>
          <p:spPr>
            <a:xfrm>
              <a:off x="3952054" y="3410698"/>
              <a:ext cx="58" cy="9150"/>
            </a:xfrm>
            <a:custGeom>
              <a:avLst/>
              <a:pathLst>
                <a:path w="58" h="9150">
                  <a:moveTo>
                    <a:pt x="58" y="0"/>
                  </a:moveTo>
                  <a:lnTo>
                    <a:pt x="0" y="91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1" name="pl3831"/>
            <p:cNvSpPr/>
            <p:nvPr/>
          </p:nvSpPr>
          <p:spPr>
            <a:xfrm>
              <a:off x="3952347" y="3383249"/>
              <a:ext cx="175" cy="9149"/>
            </a:xfrm>
            <a:custGeom>
              <a:avLst/>
              <a:pathLst>
                <a:path w="175" h="9149">
                  <a:moveTo>
                    <a:pt x="175" y="0"/>
                  </a:moveTo>
                  <a:lnTo>
                    <a:pt x="0" y="9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2" name="pl3832"/>
            <p:cNvSpPr/>
            <p:nvPr/>
          </p:nvSpPr>
          <p:spPr>
            <a:xfrm>
              <a:off x="3953667" y="3387851"/>
              <a:ext cx="219" cy="13715"/>
            </a:xfrm>
            <a:custGeom>
              <a:avLst/>
              <a:pathLst>
                <a:path w="219" h="13715">
                  <a:moveTo>
                    <a:pt x="219" y="0"/>
                  </a:moveTo>
                  <a:lnTo>
                    <a:pt x="0" y="13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3" name="pl3833"/>
            <p:cNvSpPr/>
            <p:nvPr/>
          </p:nvSpPr>
          <p:spPr>
            <a:xfrm>
              <a:off x="3952991" y="3355807"/>
              <a:ext cx="292" cy="9146"/>
            </a:xfrm>
            <a:custGeom>
              <a:avLst/>
              <a:pathLst>
                <a:path w="292" h="9146">
                  <a:moveTo>
                    <a:pt x="292" y="0"/>
                  </a:moveTo>
                  <a:lnTo>
                    <a:pt x="0" y="9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4" name="pl3834"/>
            <p:cNvSpPr/>
            <p:nvPr/>
          </p:nvSpPr>
          <p:spPr>
            <a:xfrm>
              <a:off x="3954194" y="3360427"/>
              <a:ext cx="395" cy="13711"/>
            </a:xfrm>
            <a:custGeom>
              <a:avLst/>
              <a:pathLst>
                <a:path w="395" h="13711">
                  <a:moveTo>
                    <a:pt x="395" y="0"/>
                  </a:moveTo>
                  <a:lnTo>
                    <a:pt x="0" y="137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5" name="pl3835"/>
            <p:cNvSpPr/>
            <p:nvPr/>
          </p:nvSpPr>
          <p:spPr>
            <a:xfrm>
              <a:off x="3958138" y="3367408"/>
              <a:ext cx="613" cy="27370"/>
            </a:xfrm>
            <a:custGeom>
              <a:avLst/>
              <a:pathLst>
                <a:path w="613" h="27370">
                  <a:moveTo>
                    <a:pt x="613" y="0"/>
                  </a:moveTo>
                  <a:lnTo>
                    <a:pt x="0" y="27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6" name="pl3836"/>
            <p:cNvSpPr/>
            <p:nvPr/>
          </p:nvSpPr>
          <p:spPr>
            <a:xfrm>
              <a:off x="3953987" y="3328378"/>
              <a:ext cx="409" cy="9141"/>
            </a:xfrm>
            <a:custGeom>
              <a:avLst/>
              <a:pathLst>
                <a:path w="409" h="9141">
                  <a:moveTo>
                    <a:pt x="409" y="0"/>
                  </a:moveTo>
                  <a:lnTo>
                    <a:pt x="0" y="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7" name="pl3837"/>
            <p:cNvSpPr/>
            <p:nvPr/>
          </p:nvSpPr>
          <p:spPr>
            <a:xfrm>
              <a:off x="3955072" y="3333014"/>
              <a:ext cx="570" cy="13704"/>
            </a:xfrm>
            <a:custGeom>
              <a:avLst/>
              <a:pathLst>
                <a:path w="570" h="13704">
                  <a:moveTo>
                    <a:pt x="570" y="0"/>
                  </a:moveTo>
                  <a:lnTo>
                    <a:pt x="0" y="137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8" name="pl3838"/>
            <p:cNvSpPr/>
            <p:nvPr/>
          </p:nvSpPr>
          <p:spPr>
            <a:xfrm>
              <a:off x="3955334" y="3300965"/>
              <a:ext cx="527" cy="9135"/>
            </a:xfrm>
            <a:custGeom>
              <a:avLst/>
              <a:pathLst>
                <a:path w="527" h="9135">
                  <a:moveTo>
                    <a:pt x="527" y="0"/>
                  </a:moveTo>
                  <a:lnTo>
                    <a:pt x="0" y="9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9" name="pl3839"/>
            <p:cNvSpPr/>
            <p:nvPr/>
          </p:nvSpPr>
          <p:spPr>
            <a:xfrm>
              <a:off x="3957676" y="3264447"/>
              <a:ext cx="682" cy="9125"/>
            </a:xfrm>
            <a:custGeom>
              <a:avLst/>
              <a:pathLst>
                <a:path w="682" h="9125">
                  <a:moveTo>
                    <a:pt x="682" y="0"/>
                  </a:moveTo>
                  <a:lnTo>
                    <a:pt x="0" y="9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0" name="pl3840"/>
            <p:cNvSpPr/>
            <p:nvPr/>
          </p:nvSpPr>
          <p:spPr>
            <a:xfrm>
              <a:off x="3959841" y="3237090"/>
              <a:ext cx="799" cy="9115"/>
            </a:xfrm>
            <a:custGeom>
              <a:avLst/>
              <a:pathLst>
                <a:path w="799" h="9115">
                  <a:moveTo>
                    <a:pt x="799" y="0"/>
                  </a:moveTo>
                  <a:lnTo>
                    <a:pt x="0" y="9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1" name="pl3841"/>
            <p:cNvSpPr/>
            <p:nvPr/>
          </p:nvSpPr>
          <p:spPr>
            <a:xfrm>
              <a:off x="3960533" y="3241775"/>
              <a:ext cx="1154" cy="13668"/>
            </a:xfrm>
            <a:custGeom>
              <a:avLst/>
              <a:pathLst>
                <a:path w="1154" h="13668">
                  <a:moveTo>
                    <a:pt x="1154" y="0"/>
                  </a:moveTo>
                  <a:lnTo>
                    <a:pt x="0" y="13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2" name="pl3842"/>
            <p:cNvSpPr/>
            <p:nvPr/>
          </p:nvSpPr>
          <p:spPr>
            <a:xfrm>
              <a:off x="3962372" y="3248853"/>
              <a:ext cx="1631" cy="20482"/>
            </a:xfrm>
            <a:custGeom>
              <a:avLst/>
              <a:pathLst>
                <a:path w="1631" h="20482">
                  <a:moveTo>
                    <a:pt x="1631" y="0"/>
                  </a:moveTo>
                  <a:lnTo>
                    <a:pt x="0" y="204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3" name="pl3843"/>
            <p:cNvSpPr/>
            <p:nvPr/>
          </p:nvSpPr>
          <p:spPr>
            <a:xfrm>
              <a:off x="3962848" y="3259208"/>
              <a:ext cx="1768" cy="23890"/>
            </a:xfrm>
            <a:custGeom>
              <a:avLst/>
              <a:pathLst>
                <a:path w="1768" h="23890">
                  <a:moveTo>
                    <a:pt x="1768" y="0"/>
                  </a:moveTo>
                  <a:lnTo>
                    <a:pt x="0" y="23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4" name="pl3844"/>
            <p:cNvSpPr/>
            <p:nvPr/>
          </p:nvSpPr>
          <p:spPr>
            <a:xfrm>
              <a:off x="3963699" y="3271258"/>
              <a:ext cx="1453" cy="21039"/>
            </a:xfrm>
            <a:custGeom>
              <a:avLst/>
              <a:pathLst>
                <a:path w="1453" h="21039">
                  <a:moveTo>
                    <a:pt x="1453" y="0"/>
                  </a:moveTo>
                  <a:lnTo>
                    <a:pt x="0" y="21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5" name="pl3845"/>
            <p:cNvSpPr/>
            <p:nvPr/>
          </p:nvSpPr>
          <p:spPr>
            <a:xfrm>
              <a:off x="3965777" y="3281977"/>
              <a:ext cx="1530" cy="24142"/>
            </a:xfrm>
            <a:custGeom>
              <a:avLst/>
              <a:pathLst>
                <a:path w="1530" h="24142">
                  <a:moveTo>
                    <a:pt x="1530" y="0"/>
                  </a:moveTo>
                  <a:lnTo>
                    <a:pt x="0" y="241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6" name="pl3846"/>
            <p:cNvSpPr/>
            <p:nvPr/>
          </p:nvSpPr>
          <p:spPr>
            <a:xfrm>
              <a:off x="3966490" y="3294138"/>
              <a:ext cx="1472" cy="25696"/>
            </a:xfrm>
            <a:custGeom>
              <a:avLst/>
              <a:pathLst>
                <a:path w="1472" h="25696">
                  <a:moveTo>
                    <a:pt x="1472" y="0"/>
                  </a:moveTo>
                  <a:lnTo>
                    <a:pt x="0" y="256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7" name="pl3847"/>
            <p:cNvSpPr/>
            <p:nvPr/>
          </p:nvSpPr>
          <p:spPr>
            <a:xfrm>
              <a:off x="3969908" y="3307235"/>
              <a:ext cx="1644" cy="33237"/>
            </a:xfrm>
            <a:custGeom>
              <a:avLst/>
              <a:pathLst>
                <a:path w="1644" h="33237">
                  <a:moveTo>
                    <a:pt x="1644" y="0"/>
                  </a:moveTo>
                  <a:lnTo>
                    <a:pt x="0" y="332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8" name="pl3848"/>
            <p:cNvSpPr/>
            <p:nvPr/>
          </p:nvSpPr>
          <p:spPr>
            <a:xfrm>
              <a:off x="3977342" y="3324282"/>
              <a:ext cx="2056" cy="57234"/>
            </a:xfrm>
            <a:custGeom>
              <a:avLst/>
              <a:pathLst>
                <a:path w="2056" h="57234">
                  <a:moveTo>
                    <a:pt x="2056" y="0"/>
                  </a:moveTo>
                  <a:lnTo>
                    <a:pt x="0" y="57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9" name="pl3849"/>
            <p:cNvSpPr/>
            <p:nvPr/>
          </p:nvSpPr>
          <p:spPr>
            <a:xfrm>
              <a:off x="3962357" y="3209764"/>
              <a:ext cx="916" cy="9104"/>
            </a:xfrm>
            <a:custGeom>
              <a:avLst/>
              <a:pathLst>
                <a:path w="916" h="9104">
                  <a:moveTo>
                    <a:pt x="916" y="0"/>
                  </a:moveTo>
                  <a:lnTo>
                    <a:pt x="0" y="9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0" name="pl3850"/>
            <p:cNvSpPr/>
            <p:nvPr/>
          </p:nvSpPr>
          <p:spPr>
            <a:xfrm>
              <a:off x="3962931" y="3214462"/>
              <a:ext cx="1329" cy="13652"/>
            </a:xfrm>
            <a:custGeom>
              <a:avLst/>
              <a:pathLst>
                <a:path w="1329" h="13652">
                  <a:moveTo>
                    <a:pt x="1329" y="0"/>
                  </a:moveTo>
                  <a:lnTo>
                    <a:pt x="0" y="136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1" name="pl3851"/>
            <p:cNvSpPr/>
            <p:nvPr/>
          </p:nvSpPr>
          <p:spPr>
            <a:xfrm>
              <a:off x="3966256" y="3173387"/>
              <a:ext cx="1071" cy="9087"/>
            </a:xfrm>
            <a:custGeom>
              <a:avLst/>
              <a:pathLst>
                <a:path w="1071" h="9087">
                  <a:moveTo>
                    <a:pt x="1071" y="0"/>
                  </a:moveTo>
                  <a:lnTo>
                    <a:pt x="0" y="9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2" name="pl3852"/>
            <p:cNvSpPr/>
            <p:nvPr/>
          </p:nvSpPr>
          <p:spPr>
            <a:xfrm>
              <a:off x="3969587" y="3146152"/>
              <a:ext cx="1187" cy="9073"/>
            </a:xfrm>
            <a:custGeom>
              <a:avLst/>
              <a:pathLst>
                <a:path w="1187" h="9073">
                  <a:moveTo>
                    <a:pt x="1187" y="0"/>
                  </a:moveTo>
                  <a:lnTo>
                    <a:pt x="0" y="90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3" name="pl3853"/>
            <p:cNvSpPr/>
            <p:nvPr/>
          </p:nvSpPr>
          <p:spPr>
            <a:xfrm>
              <a:off x="3969884" y="3150877"/>
              <a:ext cx="1737" cy="13606"/>
            </a:xfrm>
            <a:custGeom>
              <a:avLst/>
              <a:pathLst>
                <a:path w="1737" h="13606">
                  <a:moveTo>
                    <a:pt x="1737" y="0"/>
                  </a:moveTo>
                  <a:lnTo>
                    <a:pt x="0" y="13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4" name="pl3854"/>
            <p:cNvSpPr/>
            <p:nvPr/>
          </p:nvSpPr>
          <p:spPr>
            <a:xfrm>
              <a:off x="3974571" y="3109912"/>
              <a:ext cx="1342" cy="9051"/>
            </a:xfrm>
            <a:custGeom>
              <a:avLst/>
              <a:pathLst>
                <a:path w="1342" h="9051">
                  <a:moveTo>
                    <a:pt x="1342" y="0"/>
                  </a:moveTo>
                  <a:lnTo>
                    <a:pt x="0" y="90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5" name="pl3855"/>
            <p:cNvSpPr/>
            <p:nvPr/>
          </p:nvSpPr>
          <p:spPr>
            <a:xfrm>
              <a:off x="3974710" y="3114651"/>
              <a:ext cx="1969" cy="13574"/>
            </a:xfrm>
            <a:custGeom>
              <a:avLst/>
              <a:pathLst>
                <a:path w="1969" h="13574">
                  <a:moveTo>
                    <a:pt x="1969" y="0"/>
                  </a:moveTo>
                  <a:lnTo>
                    <a:pt x="0" y="13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6" name="pl3856"/>
            <p:cNvSpPr/>
            <p:nvPr/>
          </p:nvSpPr>
          <p:spPr>
            <a:xfrm>
              <a:off x="3974889" y="3121646"/>
              <a:ext cx="2236" cy="15834"/>
            </a:xfrm>
            <a:custGeom>
              <a:avLst/>
              <a:pathLst>
                <a:path w="2236" h="15834">
                  <a:moveTo>
                    <a:pt x="2236" y="0"/>
                  </a:moveTo>
                  <a:lnTo>
                    <a:pt x="0" y="158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7" name="pl3857"/>
            <p:cNvSpPr/>
            <p:nvPr/>
          </p:nvSpPr>
          <p:spPr>
            <a:xfrm>
              <a:off x="3976524" y="3130173"/>
              <a:ext cx="3797" cy="28244"/>
            </a:xfrm>
            <a:custGeom>
              <a:avLst/>
              <a:pathLst>
                <a:path w="3797" h="28244">
                  <a:moveTo>
                    <a:pt x="3797" y="0"/>
                  </a:moveTo>
                  <a:lnTo>
                    <a:pt x="0" y="282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8" name="pl3858"/>
            <p:cNvSpPr/>
            <p:nvPr/>
          </p:nvSpPr>
          <p:spPr>
            <a:xfrm>
              <a:off x="3976918" y="3144677"/>
              <a:ext cx="4346" cy="34447"/>
            </a:xfrm>
            <a:custGeom>
              <a:avLst/>
              <a:pathLst>
                <a:path w="4346" h="34447">
                  <a:moveTo>
                    <a:pt x="4346" y="0"/>
                  </a:moveTo>
                  <a:lnTo>
                    <a:pt x="0" y="344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9" name="pl3859"/>
            <p:cNvSpPr/>
            <p:nvPr/>
          </p:nvSpPr>
          <p:spPr>
            <a:xfrm>
              <a:off x="3976810" y="3162075"/>
              <a:ext cx="3657" cy="30783"/>
            </a:xfrm>
            <a:custGeom>
              <a:avLst/>
              <a:pathLst>
                <a:path w="3657" h="30783">
                  <a:moveTo>
                    <a:pt x="3657" y="0"/>
                  </a:moveTo>
                  <a:lnTo>
                    <a:pt x="0" y="307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0" name="pl3860"/>
            <p:cNvSpPr/>
            <p:nvPr/>
          </p:nvSpPr>
          <p:spPr>
            <a:xfrm>
              <a:off x="3977295" y="3091826"/>
              <a:ext cx="1419" cy="9039"/>
            </a:xfrm>
            <a:custGeom>
              <a:avLst/>
              <a:pathLst>
                <a:path w="1419" h="9039">
                  <a:moveTo>
                    <a:pt x="1419" y="0"/>
                  </a:moveTo>
                  <a:lnTo>
                    <a:pt x="0" y="90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1" name="pl3861"/>
            <p:cNvSpPr/>
            <p:nvPr/>
          </p:nvSpPr>
          <p:spPr>
            <a:xfrm>
              <a:off x="3983206" y="3055729"/>
              <a:ext cx="1574" cy="9014"/>
            </a:xfrm>
            <a:custGeom>
              <a:avLst/>
              <a:pathLst>
                <a:path w="1574" h="9014">
                  <a:moveTo>
                    <a:pt x="1574" y="0"/>
                  </a:moveTo>
                  <a:lnTo>
                    <a:pt x="0" y="90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2" name="pl3862"/>
            <p:cNvSpPr/>
            <p:nvPr/>
          </p:nvSpPr>
          <p:spPr>
            <a:xfrm>
              <a:off x="3988044" y="3028727"/>
              <a:ext cx="1689" cy="8993"/>
            </a:xfrm>
            <a:custGeom>
              <a:avLst/>
              <a:pathLst>
                <a:path w="1689" h="8993">
                  <a:moveTo>
                    <a:pt x="1689" y="0"/>
                  </a:moveTo>
                  <a:lnTo>
                    <a:pt x="0" y="89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3" name="pl3863"/>
            <p:cNvSpPr/>
            <p:nvPr/>
          </p:nvSpPr>
          <p:spPr>
            <a:xfrm>
              <a:off x="3987827" y="3033492"/>
              <a:ext cx="2489" cy="13489"/>
            </a:xfrm>
            <a:custGeom>
              <a:avLst/>
              <a:pathLst>
                <a:path w="2489" h="13489">
                  <a:moveTo>
                    <a:pt x="2489" y="0"/>
                  </a:moveTo>
                  <a:lnTo>
                    <a:pt x="0" y="134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4" name="pl3864"/>
            <p:cNvSpPr/>
            <p:nvPr/>
          </p:nvSpPr>
          <p:spPr>
            <a:xfrm>
              <a:off x="3988295" y="3040764"/>
              <a:ext cx="3631" cy="20223"/>
            </a:xfrm>
            <a:custGeom>
              <a:avLst/>
              <a:pathLst>
                <a:path w="3631" h="20223">
                  <a:moveTo>
                    <a:pt x="3631" y="0"/>
                  </a:moveTo>
                  <a:lnTo>
                    <a:pt x="0" y="20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5" name="pl3865"/>
            <p:cNvSpPr/>
            <p:nvPr/>
          </p:nvSpPr>
          <p:spPr>
            <a:xfrm>
              <a:off x="3987420" y="3051129"/>
              <a:ext cx="4101" cy="23601"/>
            </a:xfrm>
            <a:custGeom>
              <a:avLst/>
              <a:pathLst>
                <a:path w="4101" h="23601">
                  <a:moveTo>
                    <a:pt x="4101" y="0"/>
                  </a:moveTo>
                  <a:lnTo>
                    <a:pt x="0" y="23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6" name="pl3866"/>
            <p:cNvSpPr/>
            <p:nvPr/>
          </p:nvSpPr>
          <p:spPr>
            <a:xfrm>
              <a:off x="3987365" y="3063173"/>
              <a:ext cx="3508" cy="20795"/>
            </a:xfrm>
            <a:custGeom>
              <a:avLst/>
              <a:pathLst>
                <a:path w="3508" h="20795">
                  <a:moveTo>
                    <a:pt x="3508" y="0"/>
                  </a:moveTo>
                  <a:lnTo>
                    <a:pt x="0" y="207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7" name="pl3867"/>
            <p:cNvSpPr/>
            <p:nvPr/>
          </p:nvSpPr>
          <p:spPr>
            <a:xfrm>
              <a:off x="3988079" y="3074052"/>
              <a:ext cx="3889" cy="23876"/>
            </a:xfrm>
            <a:custGeom>
              <a:avLst/>
              <a:pathLst>
                <a:path w="3889" h="23876">
                  <a:moveTo>
                    <a:pt x="3889" y="0"/>
                  </a:moveTo>
                  <a:lnTo>
                    <a:pt x="0" y="23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8" name="pl3868"/>
            <p:cNvSpPr/>
            <p:nvPr/>
          </p:nvSpPr>
          <p:spPr>
            <a:xfrm>
              <a:off x="3996874" y="2983872"/>
              <a:ext cx="1880" cy="8955"/>
            </a:xfrm>
            <a:custGeom>
              <a:avLst/>
              <a:pathLst>
                <a:path w="1880" h="8955">
                  <a:moveTo>
                    <a:pt x="1880" y="0"/>
                  </a:moveTo>
                  <a:lnTo>
                    <a:pt x="0" y="8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9" name="pl3869"/>
            <p:cNvSpPr/>
            <p:nvPr/>
          </p:nvSpPr>
          <p:spPr>
            <a:xfrm>
              <a:off x="3996460" y="2988649"/>
              <a:ext cx="2776" cy="13432"/>
            </a:xfrm>
            <a:custGeom>
              <a:avLst/>
              <a:pathLst>
                <a:path w="2776" h="13432">
                  <a:moveTo>
                    <a:pt x="2776" y="0"/>
                  </a:moveTo>
                  <a:lnTo>
                    <a:pt x="0" y="134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0" name="pl3870"/>
            <p:cNvSpPr/>
            <p:nvPr/>
          </p:nvSpPr>
          <p:spPr>
            <a:xfrm>
              <a:off x="3996086" y="2995658"/>
              <a:ext cx="3178" cy="15673"/>
            </a:xfrm>
            <a:custGeom>
              <a:avLst/>
              <a:pathLst>
                <a:path w="3178" h="15673">
                  <a:moveTo>
                    <a:pt x="3178" y="0"/>
                  </a:moveTo>
                  <a:lnTo>
                    <a:pt x="0" y="156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1" name="pl3871"/>
            <p:cNvSpPr/>
            <p:nvPr/>
          </p:nvSpPr>
          <p:spPr>
            <a:xfrm>
              <a:off x="3995753" y="3003781"/>
              <a:ext cx="3335" cy="16794"/>
            </a:xfrm>
            <a:custGeom>
              <a:avLst/>
              <a:pathLst>
                <a:path w="3335" h="16794">
                  <a:moveTo>
                    <a:pt x="3335" y="0"/>
                  </a:moveTo>
                  <a:lnTo>
                    <a:pt x="0" y="16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2" name="pl3872"/>
            <p:cNvSpPr/>
            <p:nvPr/>
          </p:nvSpPr>
          <p:spPr>
            <a:xfrm>
              <a:off x="4006660" y="2939220"/>
              <a:ext cx="2071" cy="8913"/>
            </a:xfrm>
            <a:custGeom>
              <a:avLst/>
              <a:pathLst>
                <a:path w="2071" h="8913">
                  <a:moveTo>
                    <a:pt x="2071" y="0"/>
                  </a:moveTo>
                  <a:lnTo>
                    <a:pt x="0" y="89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3" name="pl3873"/>
            <p:cNvSpPr/>
            <p:nvPr/>
          </p:nvSpPr>
          <p:spPr>
            <a:xfrm>
              <a:off x="4006048" y="2944006"/>
              <a:ext cx="3062" cy="13370"/>
            </a:xfrm>
            <a:custGeom>
              <a:avLst/>
              <a:pathLst>
                <a:path w="3062" h="13370">
                  <a:moveTo>
                    <a:pt x="3062" y="0"/>
                  </a:moveTo>
                  <a:lnTo>
                    <a:pt x="0" y="13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4" name="pl3874"/>
            <p:cNvSpPr/>
            <p:nvPr/>
          </p:nvSpPr>
          <p:spPr>
            <a:xfrm>
              <a:off x="4012989" y="2912535"/>
              <a:ext cx="2185" cy="8885"/>
            </a:xfrm>
            <a:custGeom>
              <a:avLst/>
              <a:pathLst>
                <a:path w="2185" h="8885">
                  <a:moveTo>
                    <a:pt x="2185" y="0"/>
                  </a:moveTo>
                  <a:lnTo>
                    <a:pt x="0" y="8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5" name="pl3875"/>
            <p:cNvSpPr/>
            <p:nvPr/>
          </p:nvSpPr>
          <p:spPr>
            <a:xfrm>
              <a:off x="4012259" y="2917325"/>
              <a:ext cx="3233" cy="13330"/>
            </a:xfrm>
            <a:custGeom>
              <a:avLst/>
              <a:pathLst>
                <a:path w="3233" h="13330">
                  <a:moveTo>
                    <a:pt x="3233" y="0"/>
                  </a:moveTo>
                  <a:lnTo>
                    <a:pt x="0" y="13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6" name="pl3876"/>
            <p:cNvSpPr/>
            <p:nvPr/>
          </p:nvSpPr>
          <p:spPr>
            <a:xfrm>
              <a:off x="4011831" y="2925018"/>
              <a:ext cx="6283" cy="26646"/>
            </a:xfrm>
            <a:custGeom>
              <a:avLst/>
              <a:pathLst>
                <a:path w="6283" h="26646">
                  <a:moveTo>
                    <a:pt x="6283" y="0"/>
                  </a:moveTo>
                  <a:lnTo>
                    <a:pt x="0" y="266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7" name="pl3877"/>
            <p:cNvSpPr/>
            <p:nvPr/>
          </p:nvSpPr>
          <p:spPr>
            <a:xfrm>
              <a:off x="4009746" y="2938666"/>
              <a:ext cx="6601" cy="28894"/>
            </a:xfrm>
            <a:custGeom>
              <a:avLst/>
              <a:pathLst>
                <a:path w="6601" h="28894">
                  <a:moveTo>
                    <a:pt x="6601" y="0"/>
                  </a:moveTo>
                  <a:lnTo>
                    <a:pt x="0" y="28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8" name="pl3878"/>
            <p:cNvSpPr/>
            <p:nvPr/>
          </p:nvSpPr>
          <p:spPr>
            <a:xfrm>
              <a:off x="4009220" y="2953426"/>
              <a:ext cx="5197" cy="23351"/>
            </a:xfrm>
            <a:custGeom>
              <a:avLst/>
              <a:pathLst>
                <a:path w="5197" h="23351">
                  <a:moveTo>
                    <a:pt x="5197" y="0"/>
                  </a:moveTo>
                  <a:lnTo>
                    <a:pt x="0" y="23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9" name="pl3879"/>
            <p:cNvSpPr/>
            <p:nvPr/>
          </p:nvSpPr>
          <p:spPr>
            <a:xfrm>
              <a:off x="4008840" y="2966678"/>
              <a:ext cx="10059" cy="47768"/>
            </a:xfrm>
            <a:custGeom>
              <a:avLst/>
              <a:pathLst>
                <a:path w="10059" h="47768">
                  <a:moveTo>
                    <a:pt x="10059" y="0"/>
                  </a:moveTo>
                  <a:lnTo>
                    <a:pt x="0" y="47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0" name="pl3880"/>
            <p:cNvSpPr/>
            <p:nvPr/>
          </p:nvSpPr>
          <p:spPr>
            <a:xfrm>
              <a:off x="4019659" y="2885934"/>
              <a:ext cx="2299" cy="8857"/>
            </a:xfrm>
            <a:custGeom>
              <a:avLst/>
              <a:pathLst>
                <a:path w="2299" h="8857">
                  <a:moveTo>
                    <a:pt x="2299" y="0"/>
                  </a:moveTo>
                  <a:lnTo>
                    <a:pt x="0" y="88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1" name="pl3881"/>
            <p:cNvSpPr/>
            <p:nvPr/>
          </p:nvSpPr>
          <p:spPr>
            <a:xfrm>
              <a:off x="4029083" y="2850606"/>
              <a:ext cx="2450" cy="8816"/>
            </a:xfrm>
            <a:custGeom>
              <a:avLst/>
              <a:pathLst>
                <a:path w="2450" h="8816">
                  <a:moveTo>
                    <a:pt x="2450" y="0"/>
                  </a:moveTo>
                  <a:lnTo>
                    <a:pt x="0" y="88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2" name="pl3882"/>
            <p:cNvSpPr/>
            <p:nvPr/>
          </p:nvSpPr>
          <p:spPr>
            <a:xfrm>
              <a:off x="4028077" y="2855403"/>
              <a:ext cx="3630" cy="13227"/>
            </a:xfrm>
            <a:custGeom>
              <a:avLst/>
              <a:pathLst>
                <a:path w="3630" h="13227">
                  <a:moveTo>
                    <a:pt x="3630" y="0"/>
                  </a:moveTo>
                  <a:lnTo>
                    <a:pt x="0" y="132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3" name="pl3883"/>
            <p:cNvSpPr/>
            <p:nvPr/>
          </p:nvSpPr>
          <p:spPr>
            <a:xfrm>
              <a:off x="4027112" y="2862400"/>
              <a:ext cx="4174" cy="15437"/>
            </a:xfrm>
            <a:custGeom>
              <a:avLst/>
              <a:pathLst>
                <a:path w="4174" h="15437">
                  <a:moveTo>
                    <a:pt x="4174" y="0"/>
                  </a:moveTo>
                  <a:lnTo>
                    <a:pt x="0" y="15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4" name="pl3884"/>
            <p:cNvSpPr/>
            <p:nvPr/>
          </p:nvSpPr>
          <p:spPr>
            <a:xfrm>
              <a:off x="4026447" y="2870875"/>
              <a:ext cx="5551" cy="20950"/>
            </a:xfrm>
            <a:custGeom>
              <a:avLst/>
              <a:pathLst>
                <a:path w="5551" h="20950">
                  <a:moveTo>
                    <a:pt x="5551" y="0"/>
                  </a:moveTo>
                  <a:lnTo>
                    <a:pt x="0" y="20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5" name="pl3885"/>
            <p:cNvSpPr/>
            <p:nvPr/>
          </p:nvSpPr>
          <p:spPr>
            <a:xfrm>
              <a:off x="4024463" y="2881717"/>
              <a:ext cx="6142" cy="23726"/>
            </a:xfrm>
            <a:custGeom>
              <a:avLst/>
              <a:pathLst>
                <a:path w="6142" h="23726">
                  <a:moveTo>
                    <a:pt x="6142" y="0"/>
                  </a:moveTo>
                  <a:lnTo>
                    <a:pt x="0" y="237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6" name="pl3886"/>
            <p:cNvSpPr/>
            <p:nvPr/>
          </p:nvSpPr>
          <p:spPr>
            <a:xfrm>
              <a:off x="4041708" y="2806683"/>
              <a:ext cx="2637" cy="8762"/>
            </a:xfrm>
            <a:custGeom>
              <a:avLst/>
              <a:pathLst>
                <a:path w="2637" h="8762">
                  <a:moveTo>
                    <a:pt x="2637" y="0"/>
                  </a:moveTo>
                  <a:lnTo>
                    <a:pt x="0" y="8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7" name="pl3887"/>
            <p:cNvSpPr/>
            <p:nvPr/>
          </p:nvSpPr>
          <p:spPr>
            <a:xfrm>
              <a:off x="4040506" y="2811483"/>
              <a:ext cx="3911" cy="13147"/>
            </a:xfrm>
            <a:custGeom>
              <a:avLst/>
              <a:pathLst>
                <a:path w="3911" h="13147">
                  <a:moveTo>
                    <a:pt x="3911" y="0"/>
                  </a:moveTo>
                  <a:lnTo>
                    <a:pt x="0" y="13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8" name="pl3888"/>
            <p:cNvSpPr/>
            <p:nvPr/>
          </p:nvSpPr>
          <p:spPr>
            <a:xfrm>
              <a:off x="4039345" y="2818469"/>
              <a:ext cx="4503" cy="15344"/>
            </a:xfrm>
            <a:custGeom>
              <a:avLst/>
              <a:pathLst>
                <a:path w="4503" h="15344">
                  <a:moveTo>
                    <a:pt x="4503" y="0"/>
                  </a:moveTo>
                  <a:lnTo>
                    <a:pt x="0" y="153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9" name="pl3889"/>
            <p:cNvSpPr/>
            <p:nvPr/>
          </p:nvSpPr>
          <p:spPr>
            <a:xfrm>
              <a:off x="4038225" y="2826548"/>
              <a:ext cx="4755" cy="16448"/>
            </a:xfrm>
            <a:custGeom>
              <a:avLst/>
              <a:pathLst>
                <a:path w="4755" h="16448">
                  <a:moveTo>
                    <a:pt x="4755" y="0"/>
                  </a:moveTo>
                  <a:lnTo>
                    <a:pt x="0" y="164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0" name="pl3890"/>
            <p:cNvSpPr/>
            <p:nvPr/>
          </p:nvSpPr>
          <p:spPr>
            <a:xfrm>
              <a:off x="4049733" y="2780465"/>
              <a:ext cx="2749" cy="8727"/>
            </a:xfrm>
            <a:custGeom>
              <a:avLst/>
              <a:pathLst>
                <a:path w="2749" h="8727">
                  <a:moveTo>
                    <a:pt x="2749" y="0"/>
                  </a:moveTo>
                  <a:lnTo>
                    <a:pt x="0" y="8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1" name="pl3891"/>
            <p:cNvSpPr/>
            <p:nvPr/>
          </p:nvSpPr>
          <p:spPr>
            <a:xfrm>
              <a:off x="4063853" y="2737006"/>
              <a:ext cx="2935" cy="8667"/>
            </a:xfrm>
            <a:custGeom>
              <a:avLst/>
              <a:pathLst>
                <a:path w="2935" h="8667">
                  <a:moveTo>
                    <a:pt x="2935" y="0"/>
                  </a:moveTo>
                  <a:lnTo>
                    <a:pt x="0" y="86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2" name="pl3892"/>
            <p:cNvSpPr/>
            <p:nvPr/>
          </p:nvSpPr>
          <p:spPr>
            <a:xfrm>
              <a:off x="4062338" y="2741805"/>
              <a:ext cx="4358" cy="13006"/>
            </a:xfrm>
            <a:custGeom>
              <a:avLst/>
              <a:pathLst>
                <a:path w="4358" h="13006">
                  <a:moveTo>
                    <a:pt x="4358" y="0"/>
                  </a:moveTo>
                  <a:lnTo>
                    <a:pt x="0" y="13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3" name="pl3893"/>
            <p:cNvSpPr/>
            <p:nvPr/>
          </p:nvSpPr>
          <p:spPr>
            <a:xfrm>
              <a:off x="4060865" y="2748768"/>
              <a:ext cx="5024" cy="15182"/>
            </a:xfrm>
            <a:custGeom>
              <a:avLst/>
              <a:pathLst>
                <a:path w="5024" h="15182">
                  <a:moveTo>
                    <a:pt x="5024" y="0"/>
                  </a:moveTo>
                  <a:lnTo>
                    <a:pt x="0" y="151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4" name="pl3894"/>
            <p:cNvSpPr/>
            <p:nvPr/>
          </p:nvSpPr>
          <p:spPr>
            <a:xfrm>
              <a:off x="4059432" y="2756812"/>
              <a:ext cx="5314" cy="16277"/>
            </a:xfrm>
            <a:custGeom>
              <a:avLst/>
              <a:pathLst>
                <a:path w="5314" h="16277">
                  <a:moveTo>
                    <a:pt x="5314" y="0"/>
                  </a:moveTo>
                  <a:lnTo>
                    <a:pt x="0" y="162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5" name="pl3895"/>
            <p:cNvSpPr/>
            <p:nvPr/>
          </p:nvSpPr>
          <p:spPr>
            <a:xfrm>
              <a:off x="4058054" y="2765850"/>
              <a:ext cx="6789" cy="21166"/>
            </a:xfrm>
            <a:custGeom>
              <a:avLst/>
              <a:pathLst>
                <a:path w="6789" h="21166">
                  <a:moveTo>
                    <a:pt x="6789" y="0"/>
                  </a:moveTo>
                  <a:lnTo>
                    <a:pt x="0" y="21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6" name="pl3896"/>
            <p:cNvSpPr/>
            <p:nvPr/>
          </p:nvSpPr>
          <p:spPr>
            <a:xfrm>
              <a:off x="4055378" y="2776870"/>
              <a:ext cx="7430" cy="23636"/>
            </a:xfrm>
            <a:custGeom>
              <a:avLst/>
              <a:pathLst>
                <a:path w="7430" h="23636">
                  <a:moveTo>
                    <a:pt x="7430" y="0"/>
                  </a:moveTo>
                  <a:lnTo>
                    <a:pt x="0" y="236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7" name="pl3897"/>
            <p:cNvSpPr/>
            <p:nvPr/>
          </p:nvSpPr>
          <p:spPr>
            <a:xfrm>
              <a:off x="4051787" y="2790863"/>
              <a:ext cx="14223" cy="47143"/>
            </a:xfrm>
            <a:custGeom>
              <a:avLst/>
              <a:pathLst>
                <a:path w="14223" h="47143">
                  <a:moveTo>
                    <a:pt x="14223" y="0"/>
                  </a:moveTo>
                  <a:lnTo>
                    <a:pt x="0" y="471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8" name="pl3898"/>
            <p:cNvSpPr/>
            <p:nvPr/>
          </p:nvSpPr>
          <p:spPr>
            <a:xfrm>
              <a:off x="4056783" y="2817340"/>
              <a:ext cx="11746" cy="40377"/>
            </a:xfrm>
            <a:custGeom>
              <a:avLst/>
              <a:pathLst>
                <a:path w="11746" h="40377">
                  <a:moveTo>
                    <a:pt x="11746" y="0"/>
                  </a:moveTo>
                  <a:lnTo>
                    <a:pt x="0" y="40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9" name="pl3899"/>
            <p:cNvSpPr/>
            <p:nvPr/>
          </p:nvSpPr>
          <p:spPr>
            <a:xfrm>
              <a:off x="4045841" y="2857717"/>
              <a:ext cx="10941" cy="40602"/>
            </a:xfrm>
            <a:custGeom>
              <a:avLst/>
              <a:pathLst>
                <a:path w="10941" h="40602">
                  <a:moveTo>
                    <a:pt x="10941" y="0"/>
                  </a:moveTo>
                  <a:lnTo>
                    <a:pt x="0" y="406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0" name="pl3900"/>
            <p:cNvSpPr/>
            <p:nvPr/>
          </p:nvSpPr>
          <p:spPr>
            <a:xfrm>
              <a:off x="4063129" y="2862829"/>
              <a:ext cx="11898" cy="44327"/>
            </a:xfrm>
            <a:custGeom>
              <a:avLst/>
              <a:pathLst>
                <a:path w="11898" h="44327">
                  <a:moveTo>
                    <a:pt x="11898" y="0"/>
                  </a:moveTo>
                  <a:lnTo>
                    <a:pt x="0" y="443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1" name="pl3901"/>
            <p:cNvSpPr/>
            <p:nvPr/>
          </p:nvSpPr>
          <p:spPr>
            <a:xfrm>
              <a:off x="4052203" y="2907156"/>
              <a:ext cx="10925" cy="44577"/>
            </a:xfrm>
            <a:custGeom>
              <a:avLst/>
              <a:pathLst>
                <a:path w="10925" h="44577">
                  <a:moveTo>
                    <a:pt x="10925" y="0"/>
                  </a:moveTo>
                  <a:lnTo>
                    <a:pt x="0" y="445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2" name="pl3902"/>
            <p:cNvSpPr/>
            <p:nvPr/>
          </p:nvSpPr>
          <p:spPr>
            <a:xfrm>
              <a:off x="4042254" y="2951734"/>
              <a:ext cx="9948" cy="44805"/>
            </a:xfrm>
            <a:custGeom>
              <a:avLst/>
              <a:pathLst>
                <a:path w="9948" h="44805">
                  <a:moveTo>
                    <a:pt x="9948" y="0"/>
                  </a:moveTo>
                  <a:lnTo>
                    <a:pt x="0" y="448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3" name="pl3903"/>
            <p:cNvSpPr/>
            <p:nvPr/>
          </p:nvSpPr>
          <p:spPr>
            <a:xfrm>
              <a:off x="4069761" y="2719709"/>
              <a:ext cx="3009" cy="8641"/>
            </a:xfrm>
            <a:custGeom>
              <a:avLst/>
              <a:pathLst>
                <a:path w="3009" h="8641">
                  <a:moveTo>
                    <a:pt x="3009" y="0"/>
                  </a:moveTo>
                  <a:lnTo>
                    <a:pt x="0" y="86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4" name="pl3904"/>
            <p:cNvSpPr/>
            <p:nvPr/>
          </p:nvSpPr>
          <p:spPr>
            <a:xfrm>
              <a:off x="4075816" y="2702464"/>
              <a:ext cx="3082" cy="8615"/>
            </a:xfrm>
            <a:custGeom>
              <a:avLst/>
              <a:pathLst>
                <a:path w="3082" h="8615">
                  <a:moveTo>
                    <a:pt x="3082" y="0"/>
                  </a:moveTo>
                  <a:lnTo>
                    <a:pt x="0" y="86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5" name="pl3905"/>
            <p:cNvSpPr/>
            <p:nvPr/>
          </p:nvSpPr>
          <p:spPr>
            <a:xfrm>
              <a:off x="4082018" y="2685273"/>
              <a:ext cx="3156" cy="8589"/>
            </a:xfrm>
            <a:custGeom>
              <a:avLst/>
              <a:pathLst>
                <a:path w="3156" h="8589">
                  <a:moveTo>
                    <a:pt x="3156" y="0"/>
                  </a:moveTo>
                  <a:lnTo>
                    <a:pt x="0" y="85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6" name="pl3906"/>
            <p:cNvSpPr/>
            <p:nvPr/>
          </p:nvSpPr>
          <p:spPr>
            <a:xfrm>
              <a:off x="4091597" y="2659587"/>
              <a:ext cx="3265" cy="8548"/>
            </a:xfrm>
            <a:custGeom>
              <a:avLst/>
              <a:pathLst>
                <a:path w="3265" h="8548">
                  <a:moveTo>
                    <a:pt x="3265" y="0"/>
                  </a:moveTo>
                  <a:lnTo>
                    <a:pt x="0" y="8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7" name="pl3907"/>
            <p:cNvSpPr/>
            <p:nvPr/>
          </p:nvSpPr>
          <p:spPr>
            <a:xfrm>
              <a:off x="4089732" y="2664379"/>
              <a:ext cx="4854" cy="12829"/>
            </a:xfrm>
            <a:custGeom>
              <a:avLst/>
              <a:pathLst>
                <a:path w="4854" h="12829">
                  <a:moveTo>
                    <a:pt x="4854" y="0"/>
                  </a:moveTo>
                  <a:lnTo>
                    <a:pt x="0" y="12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8" name="pl3908"/>
            <p:cNvSpPr/>
            <p:nvPr/>
          </p:nvSpPr>
          <p:spPr>
            <a:xfrm>
              <a:off x="4101504" y="2634027"/>
              <a:ext cx="3375" cy="8505"/>
            </a:xfrm>
            <a:custGeom>
              <a:avLst/>
              <a:pathLst>
                <a:path w="3375" h="8505">
                  <a:moveTo>
                    <a:pt x="3375" y="0"/>
                  </a:moveTo>
                  <a:lnTo>
                    <a:pt x="0" y="8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9" name="pl3909"/>
            <p:cNvSpPr/>
            <p:nvPr/>
          </p:nvSpPr>
          <p:spPr>
            <a:xfrm>
              <a:off x="4099523" y="2638816"/>
              <a:ext cx="5018" cy="12765"/>
            </a:xfrm>
            <a:custGeom>
              <a:avLst/>
              <a:pathLst>
                <a:path w="5018" h="12765">
                  <a:moveTo>
                    <a:pt x="5018" y="0"/>
                  </a:moveTo>
                  <a:lnTo>
                    <a:pt x="0" y="12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0" name="pl3910"/>
            <p:cNvSpPr/>
            <p:nvPr/>
          </p:nvSpPr>
          <p:spPr>
            <a:xfrm>
              <a:off x="4108291" y="2617060"/>
              <a:ext cx="3447" cy="8476"/>
            </a:xfrm>
            <a:custGeom>
              <a:avLst/>
              <a:pathLst>
                <a:path w="3447" h="8476">
                  <a:moveTo>
                    <a:pt x="3447" y="0"/>
                  </a:moveTo>
                  <a:lnTo>
                    <a:pt x="0" y="8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1" name="pl3911"/>
            <p:cNvSpPr/>
            <p:nvPr/>
          </p:nvSpPr>
          <p:spPr>
            <a:xfrm>
              <a:off x="4115222" y="2600151"/>
              <a:ext cx="3519" cy="8446"/>
            </a:xfrm>
            <a:custGeom>
              <a:avLst/>
              <a:pathLst>
                <a:path w="3519" h="8446">
                  <a:moveTo>
                    <a:pt x="3519" y="0"/>
                  </a:moveTo>
                  <a:lnTo>
                    <a:pt x="0" y="84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2" name="pl3912"/>
            <p:cNvSpPr/>
            <p:nvPr/>
          </p:nvSpPr>
          <p:spPr>
            <a:xfrm>
              <a:off x="4125890" y="2574902"/>
              <a:ext cx="3627" cy="8400"/>
            </a:xfrm>
            <a:custGeom>
              <a:avLst/>
              <a:pathLst>
                <a:path w="3627" h="8400">
                  <a:moveTo>
                    <a:pt x="3627" y="0"/>
                  </a:moveTo>
                  <a:lnTo>
                    <a:pt x="0" y="84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3" name="pl3913"/>
            <p:cNvSpPr/>
            <p:nvPr/>
          </p:nvSpPr>
          <p:spPr>
            <a:xfrm>
              <a:off x="4123640" y="2579678"/>
              <a:ext cx="5397" cy="12610"/>
            </a:xfrm>
            <a:custGeom>
              <a:avLst/>
              <a:pathLst>
                <a:path w="5397" h="12610">
                  <a:moveTo>
                    <a:pt x="5397" y="0"/>
                  </a:moveTo>
                  <a:lnTo>
                    <a:pt x="0" y="12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4" name="pl3914"/>
            <p:cNvSpPr/>
            <p:nvPr/>
          </p:nvSpPr>
          <p:spPr>
            <a:xfrm>
              <a:off x="4121013" y="2587126"/>
              <a:ext cx="7994" cy="18928"/>
            </a:xfrm>
            <a:custGeom>
              <a:avLst/>
              <a:pathLst>
                <a:path w="7994" h="18928">
                  <a:moveTo>
                    <a:pt x="7994" y="0"/>
                  </a:moveTo>
                  <a:lnTo>
                    <a:pt x="0" y="189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5" name="pl3915"/>
            <p:cNvSpPr/>
            <p:nvPr/>
          </p:nvSpPr>
          <p:spPr>
            <a:xfrm>
              <a:off x="4116760" y="2597715"/>
              <a:ext cx="10913" cy="26326"/>
            </a:xfrm>
            <a:custGeom>
              <a:avLst/>
              <a:pathLst>
                <a:path w="10913" h="26326">
                  <a:moveTo>
                    <a:pt x="10913" y="0"/>
                  </a:moveTo>
                  <a:lnTo>
                    <a:pt x="0" y="26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6" name="pl3916"/>
            <p:cNvSpPr/>
            <p:nvPr/>
          </p:nvSpPr>
          <p:spPr>
            <a:xfrm>
              <a:off x="4111517" y="2612534"/>
              <a:ext cx="14694" cy="36392"/>
            </a:xfrm>
            <a:custGeom>
              <a:avLst/>
              <a:pathLst>
                <a:path w="14694" h="36392">
                  <a:moveTo>
                    <a:pt x="14694" y="0"/>
                  </a:moveTo>
                  <a:lnTo>
                    <a:pt x="0" y="36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7" name="pl3917"/>
            <p:cNvSpPr/>
            <p:nvPr/>
          </p:nvSpPr>
          <p:spPr>
            <a:xfrm>
              <a:off x="4105780" y="2632334"/>
              <a:ext cx="17054" cy="43614"/>
            </a:xfrm>
            <a:custGeom>
              <a:avLst/>
              <a:pathLst>
                <a:path w="17054" h="43614">
                  <a:moveTo>
                    <a:pt x="17054" y="0"/>
                  </a:moveTo>
                  <a:lnTo>
                    <a:pt x="0" y="43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8" name="pl3918"/>
            <p:cNvSpPr/>
            <p:nvPr/>
          </p:nvSpPr>
          <p:spPr>
            <a:xfrm>
              <a:off x="4101375" y="2655155"/>
              <a:ext cx="15526" cy="40944"/>
            </a:xfrm>
            <a:custGeom>
              <a:avLst/>
              <a:pathLst>
                <a:path w="15526" h="40944">
                  <a:moveTo>
                    <a:pt x="15526" y="0"/>
                  </a:moveTo>
                  <a:lnTo>
                    <a:pt x="0" y="409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9" name="pl3919"/>
            <p:cNvSpPr/>
            <p:nvPr/>
          </p:nvSpPr>
          <p:spPr>
            <a:xfrm>
              <a:off x="4136881" y="2549793"/>
              <a:ext cx="3735" cy="8353"/>
            </a:xfrm>
            <a:custGeom>
              <a:avLst/>
              <a:pathLst>
                <a:path w="3735" h="8353">
                  <a:moveTo>
                    <a:pt x="3735" y="0"/>
                  </a:moveTo>
                  <a:lnTo>
                    <a:pt x="0" y="8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0" name="pl3920"/>
            <p:cNvSpPr/>
            <p:nvPr/>
          </p:nvSpPr>
          <p:spPr>
            <a:xfrm>
              <a:off x="4134516" y="2554563"/>
              <a:ext cx="5558" cy="12540"/>
            </a:xfrm>
            <a:custGeom>
              <a:avLst/>
              <a:pathLst>
                <a:path w="5558" h="12540">
                  <a:moveTo>
                    <a:pt x="5558" y="0"/>
                  </a:moveTo>
                  <a:lnTo>
                    <a:pt x="0" y="125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1" name="pl3921"/>
            <p:cNvSpPr/>
            <p:nvPr/>
          </p:nvSpPr>
          <p:spPr>
            <a:xfrm>
              <a:off x="4163772" y="2491773"/>
              <a:ext cx="3982" cy="8238"/>
            </a:xfrm>
            <a:custGeom>
              <a:avLst/>
              <a:pathLst>
                <a:path w="3982" h="8238">
                  <a:moveTo>
                    <a:pt x="3982" y="0"/>
                  </a:moveTo>
                  <a:lnTo>
                    <a:pt x="0" y="82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2" name="pl3922"/>
            <p:cNvSpPr/>
            <p:nvPr/>
          </p:nvSpPr>
          <p:spPr>
            <a:xfrm>
              <a:off x="4161140" y="2496525"/>
              <a:ext cx="5930" cy="12368"/>
            </a:xfrm>
            <a:custGeom>
              <a:avLst/>
              <a:pathLst>
                <a:path w="5930" h="12368">
                  <a:moveTo>
                    <a:pt x="5930" y="0"/>
                  </a:moveTo>
                  <a:lnTo>
                    <a:pt x="0" y="123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3" name="pl3923"/>
            <p:cNvSpPr/>
            <p:nvPr/>
          </p:nvSpPr>
          <p:spPr>
            <a:xfrm>
              <a:off x="4158549" y="2503334"/>
              <a:ext cx="6860" cy="14445"/>
            </a:xfrm>
            <a:custGeom>
              <a:avLst/>
              <a:pathLst>
                <a:path w="6860" h="14445">
                  <a:moveTo>
                    <a:pt x="6860" y="0"/>
                  </a:moveTo>
                  <a:lnTo>
                    <a:pt x="0" y="14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4" name="pl3924"/>
            <p:cNvSpPr/>
            <p:nvPr/>
          </p:nvSpPr>
          <p:spPr>
            <a:xfrm>
              <a:off x="4171773" y="2475348"/>
              <a:ext cx="4053" cy="8204"/>
            </a:xfrm>
            <a:custGeom>
              <a:avLst/>
              <a:pathLst>
                <a:path w="4053" h="8204">
                  <a:moveTo>
                    <a:pt x="4053" y="0"/>
                  </a:moveTo>
                  <a:lnTo>
                    <a:pt x="0" y="8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5" name="pl3925"/>
            <p:cNvSpPr/>
            <p:nvPr/>
          </p:nvSpPr>
          <p:spPr>
            <a:xfrm>
              <a:off x="4184037" y="2450840"/>
              <a:ext cx="4157" cy="8151"/>
            </a:xfrm>
            <a:custGeom>
              <a:avLst/>
              <a:pathLst>
                <a:path w="4157" h="8151">
                  <a:moveTo>
                    <a:pt x="4157" y="0"/>
                  </a:moveTo>
                  <a:lnTo>
                    <a:pt x="0" y="81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6" name="pl3926"/>
            <p:cNvSpPr/>
            <p:nvPr/>
          </p:nvSpPr>
          <p:spPr>
            <a:xfrm>
              <a:off x="4181216" y="2455576"/>
              <a:ext cx="6193" cy="12239"/>
            </a:xfrm>
            <a:custGeom>
              <a:avLst/>
              <a:pathLst>
                <a:path w="6193" h="12239">
                  <a:moveTo>
                    <a:pt x="6193" y="0"/>
                  </a:moveTo>
                  <a:lnTo>
                    <a:pt x="0" y="12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7" name="pl3927"/>
            <p:cNvSpPr/>
            <p:nvPr/>
          </p:nvSpPr>
          <p:spPr>
            <a:xfrm>
              <a:off x="4177715" y="2463006"/>
              <a:ext cx="9189" cy="18377"/>
            </a:xfrm>
            <a:custGeom>
              <a:avLst/>
              <a:pathLst>
                <a:path w="9189" h="18377">
                  <a:moveTo>
                    <a:pt x="9189" y="0"/>
                  </a:moveTo>
                  <a:lnTo>
                    <a:pt x="0" y="18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8" name="pl3928"/>
            <p:cNvSpPr/>
            <p:nvPr/>
          </p:nvSpPr>
          <p:spPr>
            <a:xfrm>
              <a:off x="4168548" y="2474791"/>
              <a:ext cx="18953" cy="38885"/>
            </a:xfrm>
            <a:custGeom>
              <a:avLst/>
              <a:pathLst>
                <a:path w="18953" h="38885">
                  <a:moveTo>
                    <a:pt x="18953" y="0"/>
                  </a:moveTo>
                  <a:lnTo>
                    <a:pt x="0" y="388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9" name="pl3929"/>
            <p:cNvSpPr/>
            <p:nvPr/>
          </p:nvSpPr>
          <p:spPr>
            <a:xfrm>
              <a:off x="4162606" y="2494825"/>
              <a:ext cx="16630" cy="34921"/>
            </a:xfrm>
            <a:custGeom>
              <a:avLst/>
              <a:pathLst>
                <a:path w="16630" h="34921">
                  <a:moveTo>
                    <a:pt x="16630" y="0"/>
                  </a:moveTo>
                  <a:lnTo>
                    <a:pt x="0" y="34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0" name="pl3930"/>
            <p:cNvSpPr/>
            <p:nvPr/>
          </p:nvSpPr>
          <p:spPr>
            <a:xfrm>
              <a:off x="4160109" y="2512874"/>
              <a:ext cx="12048" cy="25740"/>
            </a:xfrm>
            <a:custGeom>
              <a:avLst/>
              <a:pathLst>
                <a:path w="12048" h="25740">
                  <a:moveTo>
                    <a:pt x="12048" y="0"/>
                  </a:moveTo>
                  <a:lnTo>
                    <a:pt x="0" y="257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1" name="pl3931"/>
            <p:cNvSpPr/>
            <p:nvPr/>
          </p:nvSpPr>
          <p:spPr>
            <a:xfrm>
              <a:off x="4157653" y="2526342"/>
              <a:ext cx="9757" cy="21146"/>
            </a:xfrm>
            <a:custGeom>
              <a:avLst/>
              <a:pathLst>
                <a:path w="9757" h="21146">
                  <a:moveTo>
                    <a:pt x="9757" y="0"/>
                  </a:moveTo>
                  <a:lnTo>
                    <a:pt x="0" y="21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2" name="pl3932"/>
            <p:cNvSpPr/>
            <p:nvPr/>
          </p:nvSpPr>
          <p:spPr>
            <a:xfrm>
              <a:off x="4153273" y="2538734"/>
              <a:ext cx="13199" cy="29181"/>
            </a:xfrm>
            <a:custGeom>
              <a:avLst/>
              <a:pathLst>
                <a:path w="13199" h="29181">
                  <a:moveTo>
                    <a:pt x="13199" y="0"/>
                  </a:moveTo>
                  <a:lnTo>
                    <a:pt x="0" y="291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3" name="pl3933"/>
            <p:cNvSpPr/>
            <p:nvPr/>
          </p:nvSpPr>
          <p:spPr>
            <a:xfrm>
              <a:off x="4162145" y="2562309"/>
              <a:ext cx="17591" cy="39992"/>
            </a:xfrm>
            <a:custGeom>
              <a:avLst/>
              <a:pathLst>
                <a:path w="17591" h="39992">
                  <a:moveTo>
                    <a:pt x="17591" y="0"/>
                  </a:moveTo>
                  <a:lnTo>
                    <a:pt x="0" y="399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4" name="pl3934"/>
            <p:cNvSpPr/>
            <p:nvPr/>
          </p:nvSpPr>
          <p:spPr>
            <a:xfrm>
              <a:off x="4145388" y="2602301"/>
              <a:ext cx="16756" cy="40349"/>
            </a:xfrm>
            <a:custGeom>
              <a:avLst/>
              <a:pathLst>
                <a:path w="16756" h="40349">
                  <a:moveTo>
                    <a:pt x="16756" y="0"/>
                  </a:moveTo>
                  <a:lnTo>
                    <a:pt x="0" y="403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5" name="pl3935"/>
            <p:cNvSpPr/>
            <p:nvPr/>
          </p:nvSpPr>
          <p:spPr>
            <a:xfrm>
              <a:off x="4129474" y="2642651"/>
              <a:ext cx="15914" cy="40688"/>
            </a:xfrm>
            <a:custGeom>
              <a:avLst/>
              <a:pathLst>
                <a:path w="15914" h="40688">
                  <a:moveTo>
                    <a:pt x="15914" y="0"/>
                  </a:moveTo>
                  <a:lnTo>
                    <a:pt x="0" y="406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6" name="pl3936"/>
            <p:cNvSpPr/>
            <p:nvPr/>
          </p:nvSpPr>
          <p:spPr>
            <a:xfrm>
              <a:off x="4136824" y="2623550"/>
              <a:ext cx="19529" cy="48738"/>
            </a:xfrm>
            <a:custGeom>
              <a:avLst/>
              <a:pathLst>
                <a:path w="19529" h="48738">
                  <a:moveTo>
                    <a:pt x="19529" y="0"/>
                  </a:moveTo>
                  <a:lnTo>
                    <a:pt x="0" y="48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7" name="pl3937"/>
            <p:cNvSpPr/>
            <p:nvPr/>
          </p:nvSpPr>
          <p:spPr>
            <a:xfrm>
              <a:off x="4118519" y="2672289"/>
              <a:ext cx="18305" cy="49211"/>
            </a:xfrm>
            <a:custGeom>
              <a:avLst/>
              <a:pathLst>
                <a:path w="18305" h="49211">
                  <a:moveTo>
                    <a:pt x="18305" y="0"/>
                  </a:moveTo>
                  <a:lnTo>
                    <a:pt x="0" y="492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8" name="pl3938"/>
            <p:cNvSpPr/>
            <p:nvPr/>
          </p:nvSpPr>
          <p:spPr>
            <a:xfrm>
              <a:off x="4127146" y="2673339"/>
              <a:ext cx="12396" cy="32911"/>
            </a:xfrm>
            <a:custGeom>
              <a:avLst/>
              <a:pathLst>
                <a:path w="12396" h="32911">
                  <a:moveTo>
                    <a:pt x="12396" y="0"/>
                  </a:moveTo>
                  <a:lnTo>
                    <a:pt x="0" y="32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9" name="pl3939"/>
            <p:cNvSpPr/>
            <p:nvPr/>
          </p:nvSpPr>
          <p:spPr>
            <a:xfrm>
              <a:off x="4115303" y="2706250"/>
              <a:ext cx="11842" cy="33114"/>
            </a:xfrm>
            <a:custGeom>
              <a:avLst/>
              <a:pathLst>
                <a:path w="11842" h="33114">
                  <a:moveTo>
                    <a:pt x="11842" y="0"/>
                  </a:moveTo>
                  <a:lnTo>
                    <a:pt x="0" y="331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0" name="pl3940"/>
            <p:cNvSpPr/>
            <p:nvPr/>
          </p:nvSpPr>
          <p:spPr>
            <a:xfrm>
              <a:off x="4192387" y="2434590"/>
              <a:ext cx="4227" cy="8115"/>
            </a:xfrm>
            <a:custGeom>
              <a:avLst/>
              <a:pathLst>
                <a:path w="4227" h="8115">
                  <a:moveTo>
                    <a:pt x="4227" y="0"/>
                  </a:moveTo>
                  <a:lnTo>
                    <a:pt x="0" y="81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1" name="pl3941"/>
            <p:cNvSpPr/>
            <p:nvPr/>
          </p:nvSpPr>
          <p:spPr>
            <a:xfrm>
              <a:off x="4205173" y="2410352"/>
              <a:ext cx="4330" cy="8061"/>
            </a:xfrm>
            <a:custGeom>
              <a:avLst/>
              <a:pathLst>
                <a:path w="4330" h="8061">
                  <a:moveTo>
                    <a:pt x="4330" y="0"/>
                  </a:moveTo>
                  <a:lnTo>
                    <a:pt x="0" y="8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2" name="pl3942"/>
            <p:cNvSpPr/>
            <p:nvPr/>
          </p:nvSpPr>
          <p:spPr>
            <a:xfrm>
              <a:off x="4202165" y="2415070"/>
              <a:ext cx="6453" cy="12104"/>
            </a:xfrm>
            <a:custGeom>
              <a:avLst/>
              <a:pathLst>
                <a:path w="6453" h="12104">
                  <a:moveTo>
                    <a:pt x="6453" y="0"/>
                  </a:moveTo>
                  <a:lnTo>
                    <a:pt x="0" y="121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3" name="pl3943"/>
            <p:cNvSpPr/>
            <p:nvPr/>
          </p:nvSpPr>
          <p:spPr>
            <a:xfrm>
              <a:off x="4218269" y="2386281"/>
              <a:ext cx="4433" cy="8004"/>
            </a:xfrm>
            <a:custGeom>
              <a:avLst/>
              <a:pathLst>
                <a:path w="4433" h="8004">
                  <a:moveTo>
                    <a:pt x="4433" y="0"/>
                  </a:moveTo>
                  <a:lnTo>
                    <a:pt x="0" y="80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4" name="pl3944"/>
            <p:cNvSpPr/>
            <p:nvPr/>
          </p:nvSpPr>
          <p:spPr>
            <a:xfrm>
              <a:off x="4215148" y="2390987"/>
              <a:ext cx="6607" cy="12020"/>
            </a:xfrm>
            <a:custGeom>
              <a:avLst/>
              <a:pathLst>
                <a:path w="6607" h="12020">
                  <a:moveTo>
                    <a:pt x="6607" y="0"/>
                  </a:moveTo>
                  <a:lnTo>
                    <a:pt x="0" y="12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5" name="pl3945"/>
            <p:cNvSpPr/>
            <p:nvPr/>
          </p:nvSpPr>
          <p:spPr>
            <a:xfrm>
              <a:off x="4209240" y="2399098"/>
              <a:ext cx="13034" cy="24075"/>
            </a:xfrm>
            <a:custGeom>
              <a:avLst/>
              <a:pathLst>
                <a:path w="13034" h="24075">
                  <a:moveTo>
                    <a:pt x="13034" y="0"/>
                  </a:moveTo>
                  <a:lnTo>
                    <a:pt x="0" y="24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6" name="pl3946"/>
            <p:cNvSpPr/>
            <p:nvPr/>
          </p:nvSpPr>
          <p:spPr>
            <a:xfrm>
              <a:off x="4227170" y="2370328"/>
              <a:ext cx="4501" cy="7966"/>
            </a:xfrm>
            <a:custGeom>
              <a:avLst/>
              <a:pathLst>
                <a:path w="4501" h="7966">
                  <a:moveTo>
                    <a:pt x="4501" y="0"/>
                  </a:moveTo>
                  <a:lnTo>
                    <a:pt x="0" y="79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7" name="pl3947"/>
            <p:cNvSpPr/>
            <p:nvPr/>
          </p:nvSpPr>
          <p:spPr>
            <a:xfrm>
              <a:off x="4240778" y="2346544"/>
              <a:ext cx="4603" cy="7908"/>
            </a:xfrm>
            <a:custGeom>
              <a:avLst/>
              <a:pathLst>
                <a:path w="4603" h="7908">
                  <a:moveTo>
                    <a:pt x="4603" y="0"/>
                  </a:moveTo>
                  <a:lnTo>
                    <a:pt x="0" y="79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8" name="pl3948"/>
            <p:cNvSpPr/>
            <p:nvPr/>
          </p:nvSpPr>
          <p:spPr>
            <a:xfrm>
              <a:off x="4250019" y="2330786"/>
              <a:ext cx="4670" cy="7868"/>
            </a:xfrm>
            <a:custGeom>
              <a:avLst/>
              <a:pathLst>
                <a:path w="4670" h="7868">
                  <a:moveTo>
                    <a:pt x="4670" y="0"/>
                  </a:moveTo>
                  <a:lnTo>
                    <a:pt x="0" y="78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9" name="pl3949"/>
            <p:cNvSpPr/>
            <p:nvPr/>
          </p:nvSpPr>
          <p:spPr>
            <a:xfrm>
              <a:off x="4273708" y="2291745"/>
              <a:ext cx="4837" cy="7767"/>
            </a:xfrm>
            <a:custGeom>
              <a:avLst/>
              <a:pathLst>
                <a:path w="4837" h="7767">
                  <a:moveTo>
                    <a:pt x="4837" y="0"/>
                  </a:moveTo>
                  <a:lnTo>
                    <a:pt x="0" y="77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0" name="pl3950"/>
            <p:cNvSpPr/>
            <p:nvPr/>
          </p:nvSpPr>
          <p:spPr>
            <a:xfrm>
              <a:off x="4270145" y="2296396"/>
              <a:ext cx="7214" cy="11666"/>
            </a:xfrm>
            <a:custGeom>
              <a:avLst/>
              <a:pathLst>
                <a:path w="7214" h="11666">
                  <a:moveTo>
                    <a:pt x="7214" y="0"/>
                  </a:moveTo>
                  <a:lnTo>
                    <a:pt x="0" y="116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1" name="pl3951"/>
            <p:cNvSpPr/>
            <p:nvPr/>
          </p:nvSpPr>
          <p:spPr>
            <a:xfrm>
              <a:off x="4266622" y="2302990"/>
              <a:ext cx="8360" cy="13632"/>
            </a:xfrm>
            <a:custGeom>
              <a:avLst/>
              <a:pathLst>
                <a:path w="8360" h="13632">
                  <a:moveTo>
                    <a:pt x="8360" y="0"/>
                  </a:moveTo>
                  <a:lnTo>
                    <a:pt x="0" y="13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2" name="pl3952"/>
            <p:cNvSpPr/>
            <p:nvPr/>
          </p:nvSpPr>
          <p:spPr>
            <a:xfrm>
              <a:off x="4263139" y="2310561"/>
              <a:ext cx="8892" cy="14632"/>
            </a:xfrm>
            <a:custGeom>
              <a:avLst/>
              <a:pathLst>
                <a:path w="8892" h="14632">
                  <a:moveTo>
                    <a:pt x="8892" y="0"/>
                  </a:moveTo>
                  <a:lnTo>
                    <a:pt x="0" y="146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3" name="pl3953"/>
            <p:cNvSpPr/>
            <p:nvPr/>
          </p:nvSpPr>
          <p:spPr>
            <a:xfrm>
              <a:off x="4258616" y="2319382"/>
              <a:ext cx="11445" cy="19055"/>
            </a:xfrm>
            <a:custGeom>
              <a:avLst/>
              <a:pathLst>
                <a:path w="11445" h="19055">
                  <a:moveTo>
                    <a:pt x="11445" y="0"/>
                  </a:moveTo>
                  <a:lnTo>
                    <a:pt x="0" y="190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4" name="pl3954"/>
            <p:cNvSpPr/>
            <p:nvPr/>
          </p:nvSpPr>
          <p:spPr>
            <a:xfrm>
              <a:off x="4251892" y="2330396"/>
              <a:ext cx="14920" cy="25232"/>
            </a:xfrm>
            <a:custGeom>
              <a:avLst/>
              <a:pathLst>
                <a:path w="14920" h="25232">
                  <a:moveTo>
                    <a:pt x="14920" y="0"/>
                  </a:moveTo>
                  <a:lnTo>
                    <a:pt x="0" y="252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5" name="pl3955"/>
            <p:cNvSpPr/>
            <p:nvPr/>
          </p:nvSpPr>
          <p:spPr>
            <a:xfrm>
              <a:off x="4246322" y="2343728"/>
              <a:ext cx="14241" cy="24453"/>
            </a:xfrm>
            <a:custGeom>
              <a:avLst/>
              <a:pathLst>
                <a:path w="14241" h="24453">
                  <a:moveTo>
                    <a:pt x="14241" y="0"/>
                  </a:moveTo>
                  <a:lnTo>
                    <a:pt x="0" y="244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6" name="pl3956"/>
            <p:cNvSpPr/>
            <p:nvPr/>
          </p:nvSpPr>
          <p:spPr>
            <a:xfrm>
              <a:off x="4283416" y="2276272"/>
              <a:ext cx="4903" cy="7725"/>
            </a:xfrm>
            <a:custGeom>
              <a:avLst/>
              <a:pathLst>
                <a:path w="4903" h="7725">
                  <a:moveTo>
                    <a:pt x="4903" y="0"/>
                  </a:moveTo>
                  <a:lnTo>
                    <a:pt x="0" y="77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7" name="pl3957"/>
            <p:cNvSpPr/>
            <p:nvPr/>
          </p:nvSpPr>
          <p:spPr>
            <a:xfrm>
              <a:off x="4293257" y="2260884"/>
              <a:ext cx="4969" cy="7683"/>
            </a:xfrm>
            <a:custGeom>
              <a:avLst/>
              <a:pathLst>
                <a:path w="4969" h="7683">
                  <a:moveTo>
                    <a:pt x="4969" y="0"/>
                  </a:moveTo>
                  <a:lnTo>
                    <a:pt x="0" y="7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8" name="pl3958"/>
            <p:cNvSpPr/>
            <p:nvPr/>
          </p:nvSpPr>
          <p:spPr>
            <a:xfrm>
              <a:off x="4308264" y="2237961"/>
              <a:ext cx="5067" cy="7619"/>
            </a:xfrm>
            <a:custGeom>
              <a:avLst/>
              <a:pathLst>
                <a:path w="5067" h="7619">
                  <a:moveTo>
                    <a:pt x="5067" y="0"/>
                  </a:moveTo>
                  <a:lnTo>
                    <a:pt x="0" y="76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9" name="pl3959"/>
            <p:cNvSpPr/>
            <p:nvPr/>
          </p:nvSpPr>
          <p:spPr>
            <a:xfrm>
              <a:off x="4304448" y="2242575"/>
              <a:ext cx="7559" cy="11445"/>
            </a:xfrm>
            <a:custGeom>
              <a:avLst/>
              <a:pathLst>
                <a:path w="7559" h="11445">
                  <a:moveTo>
                    <a:pt x="7559" y="0"/>
                  </a:moveTo>
                  <a:lnTo>
                    <a:pt x="0" y="114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0" name="pl3960"/>
            <p:cNvSpPr/>
            <p:nvPr/>
          </p:nvSpPr>
          <p:spPr>
            <a:xfrm>
              <a:off x="4323564" y="2215233"/>
              <a:ext cx="5164" cy="7553"/>
            </a:xfrm>
            <a:custGeom>
              <a:avLst/>
              <a:pathLst>
                <a:path w="5164" h="7553">
                  <a:moveTo>
                    <a:pt x="5164" y="0"/>
                  </a:moveTo>
                  <a:lnTo>
                    <a:pt x="0" y="75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1" name="pl3961"/>
            <p:cNvSpPr/>
            <p:nvPr/>
          </p:nvSpPr>
          <p:spPr>
            <a:xfrm>
              <a:off x="4319640" y="2219830"/>
              <a:ext cx="7705" cy="11347"/>
            </a:xfrm>
            <a:custGeom>
              <a:avLst/>
              <a:pathLst>
                <a:path w="7705" h="11347">
                  <a:moveTo>
                    <a:pt x="7705" y="0"/>
                  </a:moveTo>
                  <a:lnTo>
                    <a:pt x="0" y="113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2" name="pl3962"/>
            <p:cNvSpPr/>
            <p:nvPr/>
          </p:nvSpPr>
          <p:spPr>
            <a:xfrm>
              <a:off x="4339155" y="2192705"/>
              <a:ext cx="5261" cy="7487"/>
            </a:xfrm>
            <a:custGeom>
              <a:avLst/>
              <a:pathLst>
                <a:path w="5261" h="7487">
                  <a:moveTo>
                    <a:pt x="5261" y="0"/>
                  </a:moveTo>
                  <a:lnTo>
                    <a:pt x="0" y="7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3" name="pl3963"/>
            <p:cNvSpPr/>
            <p:nvPr/>
          </p:nvSpPr>
          <p:spPr>
            <a:xfrm>
              <a:off x="4335124" y="2197283"/>
              <a:ext cx="7850" cy="11248"/>
            </a:xfrm>
            <a:custGeom>
              <a:avLst/>
              <a:pathLst>
                <a:path w="7850" h="11248">
                  <a:moveTo>
                    <a:pt x="7850" y="0"/>
                  </a:moveTo>
                  <a:lnTo>
                    <a:pt x="0" y="112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4" name="pl3964"/>
            <p:cNvSpPr/>
            <p:nvPr/>
          </p:nvSpPr>
          <p:spPr>
            <a:xfrm>
              <a:off x="4327101" y="2205404"/>
              <a:ext cx="15524" cy="22550"/>
            </a:xfrm>
            <a:custGeom>
              <a:avLst/>
              <a:pathLst>
                <a:path w="15524" h="22550">
                  <a:moveTo>
                    <a:pt x="15524" y="0"/>
                  </a:moveTo>
                  <a:lnTo>
                    <a:pt x="0" y="225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5" name="pl3965"/>
            <p:cNvSpPr/>
            <p:nvPr/>
          </p:nvSpPr>
          <p:spPr>
            <a:xfrm>
              <a:off x="4315515" y="2219133"/>
              <a:ext cx="22913" cy="33977"/>
            </a:xfrm>
            <a:custGeom>
              <a:avLst/>
              <a:pathLst>
                <a:path w="22913" h="33977">
                  <a:moveTo>
                    <a:pt x="22913" y="0"/>
                  </a:moveTo>
                  <a:lnTo>
                    <a:pt x="0" y="339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6" name="pl3966"/>
            <p:cNvSpPr/>
            <p:nvPr/>
          </p:nvSpPr>
          <p:spPr>
            <a:xfrm>
              <a:off x="4306751" y="2237697"/>
              <a:ext cx="22555" cy="34149"/>
            </a:xfrm>
            <a:custGeom>
              <a:avLst/>
              <a:pathLst>
                <a:path w="22555" h="34149">
                  <a:moveTo>
                    <a:pt x="22555" y="0"/>
                  </a:moveTo>
                  <a:lnTo>
                    <a:pt x="0" y="34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7" name="pl3967"/>
            <p:cNvSpPr/>
            <p:nvPr/>
          </p:nvSpPr>
          <p:spPr>
            <a:xfrm>
              <a:off x="4299399" y="2256324"/>
              <a:ext cx="20980" cy="32399"/>
            </a:xfrm>
            <a:custGeom>
              <a:avLst/>
              <a:pathLst>
                <a:path w="20980" h="32399">
                  <a:moveTo>
                    <a:pt x="20980" y="0"/>
                  </a:moveTo>
                  <a:lnTo>
                    <a:pt x="0" y="32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8" name="pl3968"/>
            <p:cNvSpPr/>
            <p:nvPr/>
          </p:nvSpPr>
          <p:spPr>
            <a:xfrm>
              <a:off x="4295409" y="2280398"/>
              <a:ext cx="26640" cy="42225"/>
            </a:xfrm>
            <a:custGeom>
              <a:avLst/>
              <a:pathLst>
                <a:path w="26640" h="42225">
                  <a:moveTo>
                    <a:pt x="26640" y="0"/>
                  </a:moveTo>
                  <a:lnTo>
                    <a:pt x="0" y="422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9" name="pl3969"/>
            <p:cNvSpPr/>
            <p:nvPr/>
          </p:nvSpPr>
          <p:spPr>
            <a:xfrm>
              <a:off x="4269774" y="2322623"/>
              <a:ext cx="25635" cy="42843"/>
            </a:xfrm>
            <a:custGeom>
              <a:avLst/>
              <a:pathLst>
                <a:path w="25635" h="42843">
                  <a:moveTo>
                    <a:pt x="25635" y="0"/>
                  </a:moveTo>
                  <a:lnTo>
                    <a:pt x="0" y="428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0" name="pl3970"/>
            <p:cNvSpPr/>
            <p:nvPr/>
          </p:nvSpPr>
          <p:spPr>
            <a:xfrm>
              <a:off x="4277940" y="2324149"/>
              <a:ext cx="19951" cy="33145"/>
            </a:xfrm>
            <a:custGeom>
              <a:avLst/>
              <a:pathLst>
                <a:path w="19951" h="33145">
                  <a:moveTo>
                    <a:pt x="19951" y="0"/>
                  </a:moveTo>
                  <a:lnTo>
                    <a:pt x="0" y="33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1" name="pl3971"/>
            <p:cNvSpPr/>
            <p:nvPr/>
          </p:nvSpPr>
          <p:spPr>
            <a:xfrm>
              <a:off x="4258600" y="2357294"/>
              <a:ext cx="19340" cy="33505"/>
            </a:xfrm>
            <a:custGeom>
              <a:avLst/>
              <a:pathLst>
                <a:path w="19340" h="33505">
                  <a:moveTo>
                    <a:pt x="19340" y="0"/>
                  </a:moveTo>
                  <a:lnTo>
                    <a:pt x="0" y="335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2" name="pl3972"/>
            <p:cNvSpPr/>
            <p:nvPr/>
          </p:nvSpPr>
          <p:spPr>
            <a:xfrm>
              <a:off x="4365779" y="2155610"/>
              <a:ext cx="5419" cy="7373"/>
            </a:xfrm>
            <a:custGeom>
              <a:avLst/>
              <a:pathLst>
                <a:path w="5419" h="7373">
                  <a:moveTo>
                    <a:pt x="5419" y="0"/>
                  </a:moveTo>
                  <a:lnTo>
                    <a:pt x="0" y="73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3" name="pl3973"/>
            <p:cNvSpPr/>
            <p:nvPr/>
          </p:nvSpPr>
          <p:spPr>
            <a:xfrm>
              <a:off x="4361571" y="2160156"/>
              <a:ext cx="8088" cy="11078"/>
            </a:xfrm>
            <a:custGeom>
              <a:avLst/>
              <a:pathLst>
                <a:path w="8088" h="11078">
                  <a:moveTo>
                    <a:pt x="8088" y="0"/>
                  </a:moveTo>
                  <a:lnTo>
                    <a:pt x="0" y="110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4" name="pl3974"/>
            <p:cNvSpPr/>
            <p:nvPr/>
          </p:nvSpPr>
          <p:spPr>
            <a:xfrm>
              <a:off x="4357401" y="2166548"/>
              <a:ext cx="9381" cy="12950"/>
            </a:xfrm>
            <a:custGeom>
              <a:avLst/>
              <a:pathLst>
                <a:path w="9381" h="12950">
                  <a:moveTo>
                    <a:pt x="9381" y="0"/>
                  </a:moveTo>
                  <a:lnTo>
                    <a:pt x="0" y="129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5" name="pl3975"/>
            <p:cNvSpPr/>
            <p:nvPr/>
          </p:nvSpPr>
          <p:spPr>
            <a:xfrm>
              <a:off x="4353271" y="2173870"/>
              <a:ext cx="9989" cy="13906"/>
            </a:xfrm>
            <a:custGeom>
              <a:avLst/>
              <a:pathLst>
                <a:path w="9989" h="13906">
                  <a:moveTo>
                    <a:pt x="9989" y="0"/>
                  </a:moveTo>
                  <a:lnTo>
                    <a:pt x="0" y="139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6" name="pl3976"/>
            <p:cNvSpPr/>
            <p:nvPr/>
          </p:nvSpPr>
          <p:spPr>
            <a:xfrm>
              <a:off x="4376650" y="2140933"/>
              <a:ext cx="5482" cy="7326"/>
            </a:xfrm>
            <a:custGeom>
              <a:avLst/>
              <a:pathLst>
                <a:path w="5482" h="7326">
                  <a:moveTo>
                    <a:pt x="5482" y="0"/>
                  </a:moveTo>
                  <a:lnTo>
                    <a:pt x="0" y="73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7" name="pl3977"/>
            <p:cNvSpPr/>
            <p:nvPr/>
          </p:nvSpPr>
          <p:spPr>
            <a:xfrm>
              <a:off x="4393191" y="2119094"/>
              <a:ext cx="5575" cy="7255"/>
            </a:xfrm>
            <a:custGeom>
              <a:avLst/>
              <a:pathLst>
                <a:path w="5575" h="7255">
                  <a:moveTo>
                    <a:pt x="5575" y="0"/>
                  </a:moveTo>
                  <a:lnTo>
                    <a:pt x="0" y="72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8" name="pl3978"/>
            <p:cNvSpPr/>
            <p:nvPr/>
          </p:nvSpPr>
          <p:spPr>
            <a:xfrm>
              <a:off x="4388807" y="2123607"/>
              <a:ext cx="8323" cy="10903"/>
            </a:xfrm>
            <a:custGeom>
              <a:avLst/>
              <a:pathLst>
                <a:path w="8323" h="10903">
                  <a:moveTo>
                    <a:pt x="8323" y="0"/>
                  </a:moveTo>
                  <a:lnTo>
                    <a:pt x="0" y="109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9" name="pl3979"/>
            <p:cNvSpPr/>
            <p:nvPr/>
          </p:nvSpPr>
          <p:spPr>
            <a:xfrm>
              <a:off x="4415679" y="2090311"/>
              <a:ext cx="5698" cy="7159"/>
            </a:xfrm>
            <a:custGeom>
              <a:avLst/>
              <a:pathLst>
                <a:path w="5698" h="7159">
                  <a:moveTo>
                    <a:pt x="5698" y="0"/>
                  </a:moveTo>
                  <a:lnTo>
                    <a:pt x="0" y="7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0" name="pl3980"/>
            <p:cNvSpPr/>
            <p:nvPr/>
          </p:nvSpPr>
          <p:spPr>
            <a:xfrm>
              <a:off x="4411157" y="2094795"/>
              <a:ext cx="8508" cy="10759"/>
            </a:xfrm>
            <a:custGeom>
              <a:avLst/>
              <a:pathLst>
                <a:path w="8508" h="10759">
                  <a:moveTo>
                    <a:pt x="8508" y="0"/>
                  </a:moveTo>
                  <a:lnTo>
                    <a:pt x="0" y="10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1" name="pl3981"/>
            <p:cNvSpPr/>
            <p:nvPr/>
          </p:nvSpPr>
          <p:spPr>
            <a:xfrm>
              <a:off x="4406673" y="2101072"/>
              <a:ext cx="9872" cy="12581"/>
            </a:xfrm>
            <a:custGeom>
              <a:avLst/>
              <a:pathLst>
                <a:path w="9872" h="12581">
                  <a:moveTo>
                    <a:pt x="9872" y="0"/>
                  </a:moveTo>
                  <a:lnTo>
                    <a:pt x="0" y="12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2" name="pl3982"/>
            <p:cNvSpPr/>
            <p:nvPr/>
          </p:nvSpPr>
          <p:spPr>
            <a:xfrm>
              <a:off x="4397594" y="2110052"/>
              <a:ext cx="17443" cy="22536"/>
            </a:xfrm>
            <a:custGeom>
              <a:avLst/>
              <a:pathLst>
                <a:path w="17443" h="22536">
                  <a:moveTo>
                    <a:pt x="17443" y="0"/>
                  </a:moveTo>
                  <a:lnTo>
                    <a:pt x="0" y="225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3" name="pl3983"/>
            <p:cNvSpPr/>
            <p:nvPr/>
          </p:nvSpPr>
          <p:spPr>
            <a:xfrm>
              <a:off x="4387555" y="2123076"/>
              <a:ext cx="21027" cy="27629"/>
            </a:xfrm>
            <a:custGeom>
              <a:avLst/>
              <a:pathLst>
                <a:path w="21027" h="27629">
                  <a:moveTo>
                    <a:pt x="21027" y="0"/>
                  </a:moveTo>
                  <a:lnTo>
                    <a:pt x="0" y="27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4" name="pl3984"/>
            <p:cNvSpPr/>
            <p:nvPr/>
          </p:nvSpPr>
          <p:spPr>
            <a:xfrm>
              <a:off x="4368904" y="2141261"/>
              <a:ext cx="34907" cy="47204"/>
            </a:xfrm>
            <a:custGeom>
              <a:avLst/>
              <a:pathLst>
                <a:path w="34907" h="47204">
                  <a:moveTo>
                    <a:pt x="34907" y="0"/>
                  </a:moveTo>
                  <a:lnTo>
                    <a:pt x="0" y="47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5" name="pl3985"/>
            <p:cNvSpPr/>
            <p:nvPr/>
          </p:nvSpPr>
          <p:spPr>
            <a:xfrm>
              <a:off x="4444478" y="2054881"/>
              <a:ext cx="5850" cy="7036"/>
            </a:xfrm>
            <a:custGeom>
              <a:avLst/>
              <a:pathLst>
                <a:path w="5850" h="7036">
                  <a:moveTo>
                    <a:pt x="5850" y="0"/>
                  </a:moveTo>
                  <a:lnTo>
                    <a:pt x="0" y="70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6" name="pl3986"/>
            <p:cNvSpPr/>
            <p:nvPr/>
          </p:nvSpPr>
          <p:spPr>
            <a:xfrm>
              <a:off x="4439784" y="2059328"/>
              <a:ext cx="8735" cy="10575"/>
            </a:xfrm>
            <a:custGeom>
              <a:avLst/>
              <a:pathLst>
                <a:path w="8735" h="10575">
                  <a:moveTo>
                    <a:pt x="8735" y="0"/>
                  </a:moveTo>
                  <a:lnTo>
                    <a:pt x="0" y="10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7" name="pl3987"/>
            <p:cNvSpPr/>
            <p:nvPr/>
          </p:nvSpPr>
          <p:spPr>
            <a:xfrm>
              <a:off x="4435128" y="2065537"/>
              <a:ext cx="10138" cy="12367"/>
            </a:xfrm>
            <a:custGeom>
              <a:avLst/>
              <a:pathLst>
                <a:path w="10138" h="12367">
                  <a:moveTo>
                    <a:pt x="10138" y="0"/>
                  </a:moveTo>
                  <a:lnTo>
                    <a:pt x="0" y="123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8" name="pl3988"/>
            <p:cNvSpPr/>
            <p:nvPr/>
          </p:nvSpPr>
          <p:spPr>
            <a:xfrm>
              <a:off x="4430511" y="2072635"/>
              <a:ext cx="10802" cy="13285"/>
            </a:xfrm>
            <a:custGeom>
              <a:avLst/>
              <a:pathLst>
                <a:path w="10802" h="13285">
                  <a:moveTo>
                    <a:pt x="10802" y="0"/>
                  </a:moveTo>
                  <a:lnTo>
                    <a:pt x="0" y="13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9" name="pl3989"/>
            <p:cNvSpPr/>
            <p:nvPr/>
          </p:nvSpPr>
          <p:spPr>
            <a:xfrm>
              <a:off x="4468059" y="2026988"/>
              <a:ext cx="5969" cy="6935"/>
            </a:xfrm>
            <a:custGeom>
              <a:avLst/>
              <a:pathLst>
                <a:path w="5969" h="6935">
                  <a:moveTo>
                    <a:pt x="5969" y="0"/>
                  </a:moveTo>
                  <a:lnTo>
                    <a:pt x="0" y="69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0" name="pl3990"/>
            <p:cNvSpPr/>
            <p:nvPr/>
          </p:nvSpPr>
          <p:spPr>
            <a:xfrm>
              <a:off x="4463229" y="2031403"/>
              <a:ext cx="8915" cy="10424"/>
            </a:xfrm>
            <a:custGeom>
              <a:avLst/>
              <a:pathLst>
                <a:path w="8915" h="10424">
                  <a:moveTo>
                    <a:pt x="8915" y="0"/>
                  </a:moveTo>
                  <a:lnTo>
                    <a:pt x="0" y="10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1" name="pl3991"/>
            <p:cNvSpPr/>
            <p:nvPr/>
          </p:nvSpPr>
          <p:spPr>
            <a:xfrm>
              <a:off x="4458438" y="2037555"/>
              <a:ext cx="10348" cy="12192"/>
            </a:xfrm>
            <a:custGeom>
              <a:avLst/>
              <a:pathLst>
                <a:path w="10348" h="12192">
                  <a:moveTo>
                    <a:pt x="10348" y="0"/>
                  </a:moveTo>
                  <a:lnTo>
                    <a:pt x="0" y="121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2" name="pl3992"/>
            <p:cNvSpPr/>
            <p:nvPr/>
          </p:nvSpPr>
          <p:spPr>
            <a:xfrm>
              <a:off x="4480027" y="2013194"/>
              <a:ext cx="6028" cy="6884"/>
            </a:xfrm>
            <a:custGeom>
              <a:avLst/>
              <a:pathLst>
                <a:path w="6028" h="6884">
                  <a:moveTo>
                    <a:pt x="6028" y="0"/>
                  </a:moveTo>
                  <a:lnTo>
                    <a:pt x="0" y="68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3" name="pl3993"/>
            <p:cNvSpPr/>
            <p:nvPr/>
          </p:nvSpPr>
          <p:spPr>
            <a:xfrm>
              <a:off x="4492114" y="1999503"/>
              <a:ext cx="6087" cy="6832"/>
            </a:xfrm>
            <a:custGeom>
              <a:avLst/>
              <a:pathLst>
                <a:path w="6087" h="6832">
                  <a:moveTo>
                    <a:pt x="6087" y="0"/>
                  </a:moveTo>
                  <a:lnTo>
                    <a:pt x="0" y="6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4" name="pl3994"/>
            <p:cNvSpPr/>
            <p:nvPr/>
          </p:nvSpPr>
          <p:spPr>
            <a:xfrm>
              <a:off x="4504317" y="1985916"/>
              <a:ext cx="6145" cy="6780"/>
            </a:xfrm>
            <a:custGeom>
              <a:avLst/>
              <a:pathLst>
                <a:path w="6145" h="6780">
                  <a:moveTo>
                    <a:pt x="6145" y="0"/>
                  </a:moveTo>
                  <a:lnTo>
                    <a:pt x="0" y="67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5" name="pl3995"/>
            <p:cNvSpPr/>
            <p:nvPr/>
          </p:nvSpPr>
          <p:spPr>
            <a:xfrm>
              <a:off x="4497330" y="1991260"/>
              <a:ext cx="12215" cy="13594"/>
            </a:xfrm>
            <a:custGeom>
              <a:avLst/>
              <a:pathLst>
                <a:path w="12215" h="13594">
                  <a:moveTo>
                    <a:pt x="12215" y="0"/>
                  </a:moveTo>
                  <a:lnTo>
                    <a:pt x="0" y="13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6" name="pl3996"/>
            <p:cNvSpPr/>
            <p:nvPr/>
          </p:nvSpPr>
          <p:spPr>
            <a:xfrm>
              <a:off x="4487424" y="1999993"/>
              <a:ext cx="18168" cy="20480"/>
            </a:xfrm>
            <a:custGeom>
              <a:avLst/>
              <a:pathLst>
                <a:path w="18168" h="20480">
                  <a:moveTo>
                    <a:pt x="18168" y="0"/>
                  </a:moveTo>
                  <a:lnTo>
                    <a:pt x="0" y="204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7" name="pl3997"/>
            <p:cNvSpPr/>
            <p:nvPr/>
          </p:nvSpPr>
          <p:spPr>
            <a:xfrm>
              <a:off x="4470267" y="2014072"/>
              <a:ext cx="30568" cy="35228"/>
            </a:xfrm>
            <a:custGeom>
              <a:avLst/>
              <a:pathLst>
                <a:path w="30568" h="35228">
                  <a:moveTo>
                    <a:pt x="30568" y="0"/>
                  </a:moveTo>
                  <a:lnTo>
                    <a:pt x="0" y="35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8" name="pl3998"/>
            <p:cNvSpPr/>
            <p:nvPr/>
          </p:nvSpPr>
          <p:spPr>
            <a:xfrm>
              <a:off x="4468874" y="2036379"/>
              <a:ext cx="22084" cy="25866"/>
            </a:xfrm>
            <a:custGeom>
              <a:avLst/>
              <a:pathLst>
                <a:path w="22084" h="25866">
                  <a:moveTo>
                    <a:pt x="22084" y="0"/>
                  </a:moveTo>
                  <a:lnTo>
                    <a:pt x="0" y="258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9" name="pl3999"/>
            <p:cNvSpPr/>
            <p:nvPr/>
          </p:nvSpPr>
          <p:spPr>
            <a:xfrm>
              <a:off x="4447206" y="2062245"/>
              <a:ext cx="21667" cy="26216"/>
            </a:xfrm>
            <a:custGeom>
              <a:avLst/>
              <a:pathLst>
                <a:path w="21667" h="26216">
                  <a:moveTo>
                    <a:pt x="21667" y="0"/>
                  </a:moveTo>
                  <a:lnTo>
                    <a:pt x="0" y="262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0" name="pl4000"/>
            <p:cNvSpPr/>
            <p:nvPr/>
          </p:nvSpPr>
          <p:spPr>
            <a:xfrm>
              <a:off x="4456886" y="2075369"/>
              <a:ext cx="27611" cy="33565"/>
            </a:xfrm>
            <a:custGeom>
              <a:avLst/>
              <a:pathLst>
                <a:path w="27611" h="33565">
                  <a:moveTo>
                    <a:pt x="27611" y="0"/>
                  </a:moveTo>
                  <a:lnTo>
                    <a:pt x="0" y="335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1" name="pl4001"/>
            <p:cNvSpPr/>
            <p:nvPr/>
          </p:nvSpPr>
          <p:spPr>
            <a:xfrm>
              <a:off x="4429973" y="2108935"/>
              <a:ext cx="26912" cy="34128"/>
            </a:xfrm>
            <a:custGeom>
              <a:avLst/>
              <a:pathLst>
                <a:path w="26912" h="34128">
                  <a:moveTo>
                    <a:pt x="26912" y="0"/>
                  </a:moveTo>
                  <a:lnTo>
                    <a:pt x="0" y="34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2" name="pl4002"/>
            <p:cNvSpPr/>
            <p:nvPr/>
          </p:nvSpPr>
          <p:spPr>
            <a:xfrm>
              <a:off x="4403772" y="2143063"/>
              <a:ext cx="26201" cy="34677"/>
            </a:xfrm>
            <a:custGeom>
              <a:avLst/>
              <a:pathLst>
                <a:path w="26201" h="34677">
                  <a:moveTo>
                    <a:pt x="26201" y="0"/>
                  </a:moveTo>
                  <a:lnTo>
                    <a:pt x="0" y="34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3" name="pl4003"/>
            <p:cNvSpPr/>
            <p:nvPr/>
          </p:nvSpPr>
          <p:spPr>
            <a:xfrm>
              <a:off x="4437966" y="2148490"/>
              <a:ext cx="33985" cy="44317"/>
            </a:xfrm>
            <a:custGeom>
              <a:avLst/>
              <a:pathLst>
                <a:path w="33985" h="44317">
                  <a:moveTo>
                    <a:pt x="33985" y="0"/>
                  </a:moveTo>
                  <a:lnTo>
                    <a:pt x="0" y="44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4" name="pl4004"/>
            <p:cNvSpPr/>
            <p:nvPr/>
          </p:nvSpPr>
          <p:spPr>
            <a:xfrm>
              <a:off x="4405189" y="2192807"/>
              <a:ext cx="32776" cy="45218"/>
            </a:xfrm>
            <a:custGeom>
              <a:avLst/>
              <a:pathLst>
                <a:path w="32776" h="45218">
                  <a:moveTo>
                    <a:pt x="32776" y="0"/>
                  </a:moveTo>
                  <a:lnTo>
                    <a:pt x="0" y="452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5" name="pl4005"/>
            <p:cNvSpPr/>
            <p:nvPr/>
          </p:nvSpPr>
          <p:spPr>
            <a:xfrm>
              <a:off x="4373646" y="2238025"/>
              <a:ext cx="31543" cy="46087"/>
            </a:xfrm>
            <a:custGeom>
              <a:avLst/>
              <a:pathLst>
                <a:path w="31543" h="46087">
                  <a:moveTo>
                    <a:pt x="31543" y="0"/>
                  </a:moveTo>
                  <a:lnTo>
                    <a:pt x="0" y="460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6" name="pl4006"/>
            <p:cNvSpPr/>
            <p:nvPr/>
          </p:nvSpPr>
          <p:spPr>
            <a:xfrm>
              <a:off x="4343358" y="2284113"/>
              <a:ext cx="30287" cy="46922"/>
            </a:xfrm>
            <a:custGeom>
              <a:avLst/>
              <a:pathLst>
                <a:path w="30287" h="46922">
                  <a:moveTo>
                    <a:pt x="30287" y="0"/>
                  </a:moveTo>
                  <a:lnTo>
                    <a:pt x="0" y="469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7" name="pl4007"/>
            <p:cNvSpPr/>
            <p:nvPr/>
          </p:nvSpPr>
          <p:spPr>
            <a:xfrm>
              <a:off x="4314349" y="2331035"/>
              <a:ext cx="29009" cy="47723"/>
            </a:xfrm>
            <a:custGeom>
              <a:avLst/>
              <a:pathLst>
                <a:path w="29009" h="47723">
                  <a:moveTo>
                    <a:pt x="29009" y="0"/>
                  </a:moveTo>
                  <a:lnTo>
                    <a:pt x="0" y="477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8" name="pl4008"/>
            <p:cNvSpPr/>
            <p:nvPr/>
          </p:nvSpPr>
          <p:spPr>
            <a:xfrm>
              <a:off x="4366818" y="2265901"/>
              <a:ext cx="29659" cy="44567"/>
            </a:xfrm>
            <a:custGeom>
              <a:avLst/>
              <a:pathLst>
                <a:path w="29659" h="44567">
                  <a:moveTo>
                    <a:pt x="29659" y="0"/>
                  </a:moveTo>
                  <a:lnTo>
                    <a:pt x="0" y="445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9" name="pl4009"/>
            <p:cNvSpPr/>
            <p:nvPr/>
          </p:nvSpPr>
          <p:spPr>
            <a:xfrm>
              <a:off x="4338327" y="2310469"/>
              <a:ext cx="28491" cy="45323"/>
            </a:xfrm>
            <a:custGeom>
              <a:avLst/>
              <a:pathLst>
                <a:path w="28491" h="45323">
                  <a:moveTo>
                    <a:pt x="28491" y="0"/>
                  </a:moveTo>
                  <a:lnTo>
                    <a:pt x="0" y="45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0" name="pl4010"/>
            <p:cNvSpPr/>
            <p:nvPr/>
          </p:nvSpPr>
          <p:spPr>
            <a:xfrm>
              <a:off x="4311023" y="2355792"/>
              <a:ext cx="27303" cy="46048"/>
            </a:xfrm>
            <a:custGeom>
              <a:avLst/>
              <a:pathLst>
                <a:path w="27303" h="46048">
                  <a:moveTo>
                    <a:pt x="27303" y="0"/>
                  </a:moveTo>
                  <a:lnTo>
                    <a:pt x="0" y="460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1" name="pl4011"/>
            <p:cNvSpPr/>
            <p:nvPr/>
          </p:nvSpPr>
          <p:spPr>
            <a:xfrm>
              <a:off x="4284926" y="2401841"/>
              <a:ext cx="26097" cy="46742"/>
            </a:xfrm>
            <a:custGeom>
              <a:avLst/>
              <a:pathLst>
                <a:path w="26097" h="46742">
                  <a:moveTo>
                    <a:pt x="26097" y="0"/>
                  </a:moveTo>
                  <a:lnTo>
                    <a:pt x="0" y="467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2" name="pl4012"/>
            <p:cNvSpPr/>
            <p:nvPr/>
          </p:nvSpPr>
          <p:spPr>
            <a:xfrm>
              <a:off x="4316975" y="2357311"/>
              <a:ext cx="23839" cy="40053"/>
            </a:xfrm>
            <a:custGeom>
              <a:avLst/>
              <a:pathLst>
                <a:path w="23839" h="40053">
                  <a:moveTo>
                    <a:pt x="23839" y="0"/>
                  </a:moveTo>
                  <a:lnTo>
                    <a:pt x="0" y="40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3" name="pl4013"/>
            <p:cNvSpPr/>
            <p:nvPr/>
          </p:nvSpPr>
          <p:spPr>
            <a:xfrm>
              <a:off x="4294050" y="2397365"/>
              <a:ext cx="22925" cy="40583"/>
            </a:xfrm>
            <a:custGeom>
              <a:avLst/>
              <a:pathLst>
                <a:path w="22925" h="40583">
                  <a:moveTo>
                    <a:pt x="22925" y="0"/>
                  </a:moveTo>
                  <a:lnTo>
                    <a:pt x="0" y="40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4" name="pl4014"/>
            <p:cNvSpPr/>
            <p:nvPr/>
          </p:nvSpPr>
          <p:spPr>
            <a:xfrm>
              <a:off x="4272050" y="2437948"/>
              <a:ext cx="21999" cy="41092"/>
            </a:xfrm>
            <a:custGeom>
              <a:avLst/>
              <a:pathLst>
                <a:path w="21999" h="41092">
                  <a:moveTo>
                    <a:pt x="21999" y="0"/>
                  </a:moveTo>
                  <a:lnTo>
                    <a:pt x="0" y="410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5" name="pl4015"/>
            <p:cNvSpPr/>
            <p:nvPr/>
          </p:nvSpPr>
          <p:spPr>
            <a:xfrm>
              <a:off x="4322474" y="2441963"/>
              <a:ext cx="26066" cy="47637"/>
            </a:xfrm>
            <a:custGeom>
              <a:avLst/>
              <a:pathLst>
                <a:path w="26066" h="47637">
                  <a:moveTo>
                    <a:pt x="26066" y="0"/>
                  </a:moveTo>
                  <a:lnTo>
                    <a:pt x="0" y="476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6" name="pl4016"/>
            <p:cNvSpPr/>
            <p:nvPr/>
          </p:nvSpPr>
          <p:spPr>
            <a:xfrm>
              <a:off x="4297707" y="2489600"/>
              <a:ext cx="24767" cy="48325"/>
            </a:xfrm>
            <a:custGeom>
              <a:avLst/>
              <a:pathLst>
                <a:path w="24767" h="48325">
                  <a:moveTo>
                    <a:pt x="24767" y="0"/>
                  </a:moveTo>
                  <a:lnTo>
                    <a:pt x="0" y="483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7" name="pl4017"/>
            <p:cNvSpPr/>
            <p:nvPr/>
          </p:nvSpPr>
          <p:spPr>
            <a:xfrm>
              <a:off x="4274256" y="2537925"/>
              <a:ext cx="23451" cy="48977"/>
            </a:xfrm>
            <a:custGeom>
              <a:avLst/>
              <a:pathLst>
                <a:path w="23451" h="48977">
                  <a:moveTo>
                    <a:pt x="23451" y="0"/>
                  </a:moveTo>
                  <a:lnTo>
                    <a:pt x="0" y="489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8" name="pl4018"/>
            <p:cNvSpPr/>
            <p:nvPr/>
          </p:nvSpPr>
          <p:spPr>
            <a:xfrm>
              <a:off x="4252138" y="2586903"/>
              <a:ext cx="22117" cy="49594"/>
            </a:xfrm>
            <a:custGeom>
              <a:avLst/>
              <a:pathLst>
                <a:path w="22117" h="49594">
                  <a:moveTo>
                    <a:pt x="22117" y="0"/>
                  </a:moveTo>
                  <a:lnTo>
                    <a:pt x="0" y="495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9" name="pl4019"/>
            <p:cNvSpPr/>
            <p:nvPr/>
          </p:nvSpPr>
          <p:spPr>
            <a:xfrm>
              <a:off x="4231371" y="2636497"/>
              <a:ext cx="20767" cy="50174"/>
            </a:xfrm>
            <a:custGeom>
              <a:avLst/>
              <a:pathLst>
                <a:path w="20767" h="50174">
                  <a:moveTo>
                    <a:pt x="20767" y="0"/>
                  </a:moveTo>
                  <a:lnTo>
                    <a:pt x="0" y="501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0" name="pl4020"/>
            <p:cNvSpPr/>
            <p:nvPr/>
          </p:nvSpPr>
          <p:spPr>
            <a:xfrm>
              <a:off x="4211969" y="2686672"/>
              <a:ext cx="19402" cy="50718"/>
            </a:xfrm>
            <a:custGeom>
              <a:avLst/>
              <a:pathLst>
                <a:path w="19402" h="50718">
                  <a:moveTo>
                    <a:pt x="19402" y="0"/>
                  </a:moveTo>
                  <a:lnTo>
                    <a:pt x="0" y="507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1" name="pl4021"/>
            <p:cNvSpPr/>
            <p:nvPr/>
          </p:nvSpPr>
          <p:spPr>
            <a:xfrm>
              <a:off x="4295965" y="2607084"/>
              <a:ext cx="21945" cy="49240"/>
            </a:xfrm>
            <a:custGeom>
              <a:avLst/>
              <a:pathLst>
                <a:path w="21945" h="49240">
                  <a:moveTo>
                    <a:pt x="21945" y="0"/>
                  </a:moveTo>
                  <a:lnTo>
                    <a:pt x="0" y="492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2" name="pl4022"/>
            <p:cNvSpPr/>
            <p:nvPr/>
          </p:nvSpPr>
          <p:spPr>
            <a:xfrm>
              <a:off x="4275382" y="2656324"/>
              <a:ext cx="20582" cy="49825"/>
            </a:xfrm>
            <a:custGeom>
              <a:avLst/>
              <a:pathLst>
                <a:path w="20582" h="49825">
                  <a:moveTo>
                    <a:pt x="20582" y="0"/>
                  </a:moveTo>
                  <a:lnTo>
                    <a:pt x="0" y="498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3" name="pl4023"/>
            <p:cNvSpPr/>
            <p:nvPr/>
          </p:nvSpPr>
          <p:spPr>
            <a:xfrm>
              <a:off x="4256179" y="2706150"/>
              <a:ext cx="19203" cy="50372"/>
            </a:xfrm>
            <a:custGeom>
              <a:avLst/>
              <a:pathLst>
                <a:path w="19203" h="50372">
                  <a:moveTo>
                    <a:pt x="19203" y="0"/>
                  </a:moveTo>
                  <a:lnTo>
                    <a:pt x="0" y="50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4" name="pl4024"/>
            <p:cNvSpPr/>
            <p:nvPr/>
          </p:nvSpPr>
          <p:spPr>
            <a:xfrm>
              <a:off x="4238369" y="2756522"/>
              <a:ext cx="17809" cy="50882"/>
            </a:xfrm>
            <a:custGeom>
              <a:avLst/>
              <a:pathLst>
                <a:path w="17809" h="50882">
                  <a:moveTo>
                    <a:pt x="17809" y="0"/>
                  </a:moveTo>
                  <a:lnTo>
                    <a:pt x="0" y="508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5" name="pl4025"/>
            <p:cNvSpPr/>
            <p:nvPr/>
          </p:nvSpPr>
          <p:spPr>
            <a:xfrm>
              <a:off x="4221967" y="2807405"/>
              <a:ext cx="16402" cy="51353"/>
            </a:xfrm>
            <a:custGeom>
              <a:avLst/>
              <a:pathLst>
                <a:path w="16402" h="51353">
                  <a:moveTo>
                    <a:pt x="16402" y="0"/>
                  </a:moveTo>
                  <a:lnTo>
                    <a:pt x="0" y="513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6" name="pl4026"/>
            <p:cNvSpPr/>
            <p:nvPr/>
          </p:nvSpPr>
          <p:spPr>
            <a:xfrm>
              <a:off x="4206983" y="2858758"/>
              <a:ext cx="14983" cy="51785"/>
            </a:xfrm>
            <a:custGeom>
              <a:avLst/>
              <a:pathLst>
                <a:path w="14983" h="51785">
                  <a:moveTo>
                    <a:pt x="14983" y="0"/>
                  </a:moveTo>
                  <a:lnTo>
                    <a:pt x="0" y="517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7" name="pl4027"/>
            <p:cNvSpPr/>
            <p:nvPr/>
          </p:nvSpPr>
          <p:spPr>
            <a:xfrm>
              <a:off x="4193431" y="2910543"/>
              <a:ext cx="13552" cy="52177"/>
            </a:xfrm>
            <a:custGeom>
              <a:avLst/>
              <a:pathLst>
                <a:path w="13552" h="52177">
                  <a:moveTo>
                    <a:pt x="13552" y="0"/>
                  </a:moveTo>
                  <a:lnTo>
                    <a:pt x="0" y="521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8" name="pl4028"/>
            <p:cNvSpPr/>
            <p:nvPr/>
          </p:nvSpPr>
          <p:spPr>
            <a:xfrm>
              <a:off x="4241494" y="2786236"/>
              <a:ext cx="17985" cy="53895"/>
            </a:xfrm>
            <a:custGeom>
              <a:avLst/>
              <a:pathLst>
                <a:path w="17985" h="53895">
                  <a:moveTo>
                    <a:pt x="17985" y="0"/>
                  </a:moveTo>
                  <a:lnTo>
                    <a:pt x="0" y="538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9" name="pl4029"/>
            <p:cNvSpPr/>
            <p:nvPr/>
          </p:nvSpPr>
          <p:spPr>
            <a:xfrm>
              <a:off x="4225089" y="2840131"/>
              <a:ext cx="16404" cy="54397"/>
            </a:xfrm>
            <a:custGeom>
              <a:avLst/>
              <a:pathLst>
                <a:path w="16404" h="54397">
                  <a:moveTo>
                    <a:pt x="16404" y="0"/>
                  </a:moveTo>
                  <a:lnTo>
                    <a:pt x="0" y="543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0" name="pl4030"/>
            <p:cNvSpPr/>
            <p:nvPr/>
          </p:nvSpPr>
          <p:spPr>
            <a:xfrm>
              <a:off x="4210281" y="2894529"/>
              <a:ext cx="14808" cy="54853"/>
            </a:xfrm>
            <a:custGeom>
              <a:avLst/>
              <a:pathLst>
                <a:path w="14808" h="54853">
                  <a:moveTo>
                    <a:pt x="14808" y="0"/>
                  </a:moveTo>
                  <a:lnTo>
                    <a:pt x="0" y="548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1" name="pl4031"/>
            <p:cNvSpPr/>
            <p:nvPr/>
          </p:nvSpPr>
          <p:spPr>
            <a:xfrm>
              <a:off x="4197080" y="2949383"/>
              <a:ext cx="13200" cy="55262"/>
            </a:xfrm>
            <a:custGeom>
              <a:avLst/>
              <a:pathLst>
                <a:path w="13200" h="55262">
                  <a:moveTo>
                    <a:pt x="13200" y="0"/>
                  </a:moveTo>
                  <a:lnTo>
                    <a:pt x="0" y="55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2" name="pl4032"/>
            <p:cNvSpPr/>
            <p:nvPr/>
          </p:nvSpPr>
          <p:spPr>
            <a:xfrm>
              <a:off x="4185499" y="3004645"/>
              <a:ext cx="11581" cy="55624"/>
            </a:xfrm>
            <a:custGeom>
              <a:avLst/>
              <a:pathLst>
                <a:path w="11581" h="55624">
                  <a:moveTo>
                    <a:pt x="11581" y="0"/>
                  </a:moveTo>
                  <a:lnTo>
                    <a:pt x="0" y="556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3" name="pl4033"/>
            <p:cNvSpPr/>
            <p:nvPr/>
          </p:nvSpPr>
          <p:spPr>
            <a:xfrm>
              <a:off x="4175546" y="3060270"/>
              <a:ext cx="9952" cy="55939"/>
            </a:xfrm>
            <a:custGeom>
              <a:avLst/>
              <a:pathLst>
                <a:path w="9952" h="55939">
                  <a:moveTo>
                    <a:pt x="9952" y="0"/>
                  </a:moveTo>
                  <a:lnTo>
                    <a:pt x="0" y="55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4" name="pl4034"/>
            <p:cNvSpPr/>
            <p:nvPr/>
          </p:nvSpPr>
          <p:spPr>
            <a:xfrm>
              <a:off x="4212591" y="2952975"/>
              <a:ext cx="11813" cy="49125"/>
            </a:xfrm>
            <a:custGeom>
              <a:avLst/>
              <a:pathLst>
                <a:path w="11813" h="49125">
                  <a:moveTo>
                    <a:pt x="11813" y="0"/>
                  </a:moveTo>
                  <a:lnTo>
                    <a:pt x="0" y="491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5" name="pl4035"/>
            <p:cNvSpPr/>
            <p:nvPr/>
          </p:nvSpPr>
          <p:spPr>
            <a:xfrm>
              <a:off x="4202067" y="3002101"/>
              <a:ext cx="10524" cy="49417"/>
            </a:xfrm>
            <a:custGeom>
              <a:avLst/>
              <a:pathLst>
                <a:path w="10524" h="49417">
                  <a:moveTo>
                    <a:pt x="10524" y="0"/>
                  </a:moveTo>
                  <a:lnTo>
                    <a:pt x="0" y="494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6" name="pl4036"/>
            <p:cNvSpPr/>
            <p:nvPr/>
          </p:nvSpPr>
          <p:spPr>
            <a:xfrm>
              <a:off x="4192839" y="3051519"/>
              <a:ext cx="9227" cy="49676"/>
            </a:xfrm>
            <a:custGeom>
              <a:avLst/>
              <a:pathLst>
                <a:path w="9227" h="49676">
                  <a:moveTo>
                    <a:pt x="9227" y="0"/>
                  </a:moveTo>
                  <a:lnTo>
                    <a:pt x="0" y="496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7" name="pl4037"/>
            <p:cNvSpPr/>
            <p:nvPr/>
          </p:nvSpPr>
          <p:spPr>
            <a:xfrm>
              <a:off x="4184914" y="3101195"/>
              <a:ext cx="7924" cy="49900"/>
            </a:xfrm>
            <a:custGeom>
              <a:avLst/>
              <a:pathLst>
                <a:path w="7924" h="49900">
                  <a:moveTo>
                    <a:pt x="7924" y="0"/>
                  </a:moveTo>
                  <a:lnTo>
                    <a:pt x="0" y="499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8" name="pl4038"/>
            <p:cNvSpPr/>
            <p:nvPr/>
          </p:nvSpPr>
          <p:spPr>
            <a:xfrm>
              <a:off x="4178298" y="3151096"/>
              <a:ext cx="6616" cy="50090"/>
            </a:xfrm>
            <a:custGeom>
              <a:avLst/>
              <a:pathLst>
                <a:path w="6616" h="50090">
                  <a:moveTo>
                    <a:pt x="6616" y="0"/>
                  </a:moveTo>
                  <a:lnTo>
                    <a:pt x="0" y="50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9" name="pl4039"/>
            <p:cNvSpPr/>
            <p:nvPr/>
          </p:nvSpPr>
          <p:spPr>
            <a:xfrm>
              <a:off x="4190309" y="3076593"/>
              <a:ext cx="8414" cy="48773"/>
            </a:xfrm>
            <a:custGeom>
              <a:avLst/>
              <a:pathLst>
                <a:path w="8414" h="48773">
                  <a:moveTo>
                    <a:pt x="8414" y="0"/>
                  </a:moveTo>
                  <a:lnTo>
                    <a:pt x="0" y="487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0" name="pl4040"/>
            <p:cNvSpPr/>
            <p:nvPr/>
          </p:nvSpPr>
          <p:spPr>
            <a:xfrm>
              <a:off x="4183148" y="3125367"/>
              <a:ext cx="7160" cy="48973"/>
            </a:xfrm>
            <a:custGeom>
              <a:avLst/>
              <a:pathLst>
                <a:path w="7160" h="48973">
                  <a:moveTo>
                    <a:pt x="7160" y="0"/>
                  </a:moveTo>
                  <a:lnTo>
                    <a:pt x="0" y="489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1" name="pl4041"/>
            <p:cNvSpPr/>
            <p:nvPr/>
          </p:nvSpPr>
          <p:spPr>
            <a:xfrm>
              <a:off x="4177246" y="3174340"/>
              <a:ext cx="5902" cy="49141"/>
            </a:xfrm>
            <a:custGeom>
              <a:avLst/>
              <a:pathLst>
                <a:path w="5902" h="49141">
                  <a:moveTo>
                    <a:pt x="5902" y="0"/>
                  </a:moveTo>
                  <a:lnTo>
                    <a:pt x="0" y="491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2" name="pl4042"/>
            <p:cNvSpPr/>
            <p:nvPr/>
          </p:nvSpPr>
          <p:spPr>
            <a:xfrm>
              <a:off x="4184753" y="3150463"/>
              <a:ext cx="6145" cy="45871"/>
            </a:xfrm>
            <a:custGeom>
              <a:avLst/>
              <a:pathLst>
                <a:path w="6145" h="45871">
                  <a:moveTo>
                    <a:pt x="6145" y="0"/>
                  </a:moveTo>
                  <a:lnTo>
                    <a:pt x="0" y="458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3" name="pl4043"/>
            <p:cNvSpPr/>
            <p:nvPr/>
          </p:nvSpPr>
          <p:spPr>
            <a:xfrm>
              <a:off x="4179712" y="3196335"/>
              <a:ext cx="5040" cy="46006"/>
            </a:xfrm>
            <a:custGeom>
              <a:avLst/>
              <a:pathLst>
                <a:path w="5040" h="46006">
                  <a:moveTo>
                    <a:pt x="5040" y="0"/>
                  </a:moveTo>
                  <a:lnTo>
                    <a:pt x="0" y="46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4" name="pl4044"/>
            <p:cNvSpPr/>
            <p:nvPr/>
          </p:nvSpPr>
          <p:spPr>
            <a:xfrm>
              <a:off x="4206486" y="3199681"/>
              <a:ext cx="5753" cy="53595"/>
            </a:xfrm>
            <a:custGeom>
              <a:avLst/>
              <a:pathLst>
                <a:path w="5753" h="53595">
                  <a:moveTo>
                    <a:pt x="5753" y="0"/>
                  </a:moveTo>
                  <a:lnTo>
                    <a:pt x="0" y="53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5" name="pl4045"/>
            <p:cNvSpPr/>
            <p:nvPr/>
          </p:nvSpPr>
          <p:spPr>
            <a:xfrm>
              <a:off x="4202257" y="3253276"/>
              <a:ext cx="4228" cy="53736"/>
            </a:xfrm>
            <a:custGeom>
              <a:avLst/>
              <a:pathLst>
                <a:path w="4228" h="53736">
                  <a:moveTo>
                    <a:pt x="4228" y="0"/>
                  </a:moveTo>
                  <a:lnTo>
                    <a:pt x="0" y="537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6" name="pl4046"/>
            <p:cNvSpPr/>
            <p:nvPr/>
          </p:nvSpPr>
          <p:spPr>
            <a:xfrm>
              <a:off x="4199556" y="3307013"/>
              <a:ext cx="2700" cy="53835"/>
            </a:xfrm>
            <a:custGeom>
              <a:avLst/>
              <a:pathLst>
                <a:path w="2700" h="53835">
                  <a:moveTo>
                    <a:pt x="2700" y="0"/>
                  </a:moveTo>
                  <a:lnTo>
                    <a:pt x="0" y="53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7" name="pl4047"/>
            <p:cNvSpPr/>
            <p:nvPr/>
          </p:nvSpPr>
          <p:spPr>
            <a:xfrm>
              <a:off x="4516637" y="1972434"/>
              <a:ext cx="6202" cy="6727"/>
            </a:xfrm>
            <a:custGeom>
              <a:avLst/>
              <a:pathLst>
                <a:path w="6202" h="6727">
                  <a:moveTo>
                    <a:pt x="6202" y="0"/>
                  </a:moveTo>
                  <a:lnTo>
                    <a:pt x="0" y="67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8" name="pl4048"/>
            <p:cNvSpPr/>
            <p:nvPr/>
          </p:nvSpPr>
          <p:spPr>
            <a:xfrm>
              <a:off x="4529072" y="1959059"/>
              <a:ext cx="6260" cy="6674"/>
            </a:xfrm>
            <a:custGeom>
              <a:avLst/>
              <a:pathLst>
                <a:path w="6260" h="6674">
                  <a:moveTo>
                    <a:pt x="6260" y="0"/>
                  </a:moveTo>
                  <a:lnTo>
                    <a:pt x="0" y="6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9" name="pl4049"/>
            <p:cNvSpPr/>
            <p:nvPr/>
          </p:nvSpPr>
          <p:spPr>
            <a:xfrm>
              <a:off x="4554282" y="1932630"/>
              <a:ext cx="6373" cy="6566"/>
            </a:xfrm>
            <a:custGeom>
              <a:avLst/>
              <a:pathLst>
                <a:path w="6373" h="6566">
                  <a:moveTo>
                    <a:pt x="6373" y="0"/>
                  </a:moveTo>
                  <a:lnTo>
                    <a:pt x="0" y="6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0" name="pl4050"/>
            <p:cNvSpPr/>
            <p:nvPr/>
          </p:nvSpPr>
          <p:spPr>
            <a:xfrm>
              <a:off x="4567057" y="1919579"/>
              <a:ext cx="6429" cy="6511"/>
            </a:xfrm>
            <a:custGeom>
              <a:avLst/>
              <a:pathLst>
                <a:path w="6429" h="6511">
                  <a:moveTo>
                    <a:pt x="6429" y="0"/>
                  </a:moveTo>
                  <a:lnTo>
                    <a:pt x="0" y="65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1" name="pl4051"/>
            <p:cNvSpPr/>
            <p:nvPr/>
          </p:nvSpPr>
          <p:spPr>
            <a:xfrm>
              <a:off x="4586427" y="1900209"/>
              <a:ext cx="6511" cy="6429"/>
            </a:xfrm>
            <a:custGeom>
              <a:avLst/>
              <a:pathLst>
                <a:path w="6511" h="6429">
                  <a:moveTo>
                    <a:pt x="6511" y="0"/>
                  </a:moveTo>
                  <a:lnTo>
                    <a:pt x="0" y="6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2" name="pl4052"/>
            <p:cNvSpPr/>
            <p:nvPr/>
          </p:nvSpPr>
          <p:spPr>
            <a:xfrm>
              <a:off x="4580973" y="1904457"/>
              <a:ext cx="9730" cy="9668"/>
            </a:xfrm>
            <a:custGeom>
              <a:avLst/>
              <a:pathLst>
                <a:path w="9730" h="9668">
                  <a:moveTo>
                    <a:pt x="9730" y="0"/>
                  </a:moveTo>
                  <a:lnTo>
                    <a:pt x="0" y="9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3" name="pl4053"/>
            <p:cNvSpPr/>
            <p:nvPr/>
          </p:nvSpPr>
          <p:spPr>
            <a:xfrm>
              <a:off x="4573379" y="1911351"/>
              <a:ext cx="14505" cy="14552"/>
            </a:xfrm>
            <a:custGeom>
              <a:avLst/>
              <a:pathLst>
                <a:path w="14505" h="14552">
                  <a:moveTo>
                    <a:pt x="14505" y="0"/>
                  </a:moveTo>
                  <a:lnTo>
                    <a:pt x="0" y="14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4" name="pl4054"/>
            <p:cNvSpPr/>
            <p:nvPr/>
          </p:nvSpPr>
          <p:spPr>
            <a:xfrm>
              <a:off x="4562694" y="1920668"/>
              <a:ext cx="19984" cy="20317"/>
            </a:xfrm>
            <a:custGeom>
              <a:avLst/>
              <a:pathLst>
                <a:path w="19984" h="20317">
                  <a:moveTo>
                    <a:pt x="19984" y="0"/>
                  </a:moveTo>
                  <a:lnTo>
                    <a:pt x="0" y="203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5" name="pl4055"/>
            <p:cNvSpPr/>
            <p:nvPr/>
          </p:nvSpPr>
          <p:spPr>
            <a:xfrm>
              <a:off x="4554251" y="1931815"/>
              <a:ext cx="19440" cy="20025"/>
            </a:xfrm>
            <a:custGeom>
              <a:avLst/>
              <a:pathLst>
                <a:path w="19440" h="20025">
                  <a:moveTo>
                    <a:pt x="19440" y="0"/>
                  </a:moveTo>
                  <a:lnTo>
                    <a:pt x="0" y="200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6" name="pl4056"/>
            <p:cNvSpPr/>
            <p:nvPr/>
          </p:nvSpPr>
          <p:spPr>
            <a:xfrm>
              <a:off x="4612638" y="1874773"/>
              <a:ext cx="6620" cy="6316"/>
            </a:xfrm>
            <a:custGeom>
              <a:avLst/>
              <a:pathLst>
                <a:path w="6620" h="6316">
                  <a:moveTo>
                    <a:pt x="6620" y="0"/>
                  </a:moveTo>
                  <a:lnTo>
                    <a:pt x="0" y="6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7" name="pl4057"/>
            <p:cNvSpPr/>
            <p:nvPr/>
          </p:nvSpPr>
          <p:spPr>
            <a:xfrm>
              <a:off x="4625906" y="1862224"/>
              <a:ext cx="6674" cy="6260"/>
            </a:xfrm>
            <a:custGeom>
              <a:avLst/>
              <a:pathLst>
                <a:path w="6674" h="6260">
                  <a:moveTo>
                    <a:pt x="6674" y="0"/>
                  </a:moveTo>
                  <a:lnTo>
                    <a:pt x="0" y="62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8" name="pl4058"/>
            <p:cNvSpPr/>
            <p:nvPr/>
          </p:nvSpPr>
          <p:spPr>
            <a:xfrm>
              <a:off x="4617957" y="1867476"/>
              <a:ext cx="13277" cy="12560"/>
            </a:xfrm>
            <a:custGeom>
              <a:avLst/>
              <a:pathLst>
                <a:path w="13277" h="12560">
                  <a:moveTo>
                    <a:pt x="13277" y="0"/>
                  </a:moveTo>
                  <a:lnTo>
                    <a:pt x="0" y="12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9" name="pl4059"/>
            <p:cNvSpPr/>
            <p:nvPr/>
          </p:nvSpPr>
          <p:spPr>
            <a:xfrm>
              <a:off x="4659544" y="1831354"/>
              <a:ext cx="6806" cy="6116"/>
            </a:xfrm>
            <a:custGeom>
              <a:avLst/>
              <a:pathLst>
                <a:path w="6806" h="6116">
                  <a:moveTo>
                    <a:pt x="6806" y="0"/>
                  </a:moveTo>
                  <a:lnTo>
                    <a:pt x="0" y="61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0" name="pl4060"/>
            <p:cNvSpPr/>
            <p:nvPr/>
          </p:nvSpPr>
          <p:spPr>
            <a:xfrm>
              <a:off x="4653745" y="1835492"/>
              <a:ext cx="10173" cy="9200"/>
            </a:xfrm>
            <a:custGeom>
              <a:avLst/>
              <a:pathLst>
                <a:path w="10173" h="9200">
                  <a:moveTo>
                    <a:pt x="10173" y="0"/>
                  </a:moveTo>
                  <a:lnTo>
                    <a:pt x="0" y="9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1" name="pl4061"/>
            <p:cNvSpPr/>
            <p:nvPr/>
          </p:nvSpPr>
          <p:spPr>
            <a:xfrm>
              <a:off x="4647981" y="1841165"/>
              <a:ext cx="11820" cy="10771"/>
            </a:xfrm>
            <a:custGeom>
              <a:avLst/>
              <a:pathLst>
                <a:path w="11820" h="10771">
                  <a:moveTo>
                    <a:pt x="11820" y="0"/>
                  </a:moveTo>
                  <a:lnTo>
                    <a:pt x="0" y="10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2" name="pl4062"/>
            <p:cNvSpPr/>
            <p:nvPr/>
          </p:nvSpPr>
          <p:spPr>
            <a:xfrm>
              <a:off x="4642252" y="1847617"/>
              <a:ext cx="12610" cy="11583"/>
            </a:xfrm>
            <a:custGeom>
              <a:avLst/>
              <a:pathLst>
                <a:path w="12610" h="11583">
                  <a:moveTo>
                    <a:pt x="12610" y="0"/>
                  </a:moveTo>
                  <a:lnTo>
                    <a:pt x="0" y="115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3" name="pl4063"/>
            <p:cNvSpPr/>
            <p:nvPr/>
          </p:nvSpPr>
          <p:spPr>
            <a:xfrm>
              <a:off x="4629590" y="1857689"/>
              <a:ext cx="22899" cy="21346"/>
            </a:xfrm>
            <a:custGeom>
              <a:avLst/>
              <a:pathLst>
                <a:path w="22899" h="21346">
                  <a:moveTo>
                    <a:pt x="22899" y="0"/>
                  </a:moveTo>
                  <a:lnTo>
                    <a:pt x="0" y="213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4" name="pl4064"/>
            <p:cNvSpPr/>
            <p:nvPr/>
          </p:nvSpPr>
          <p:spPr>
            <a:xfrm>
              <a:off x="4614147" y="1869387"/>
              <a:ext cx="27847" cy="26431"/>
            </a:xfrm>
            <a:custGeom>
              <a:avLst/>
              <a:pathLst>
                <a:path w="27847" h="26431">
                  <a:moveTo>
                    <a:pt x="27847" y="0"/>
                  </a:moveTo>
                  <a:lnTo>
                    <a:pt x="0" y="264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5" name="pl4065"/>
            <p:cNvSpPr/>
            <p:nvPr/>
          </p:nvSpPr>
          <p:spPr>
            <a:xfrm>
              <a:off x="4608633" y="1883597"/>
              <a:ext cx="20381" cy="19603"/>
            </a:xfrm>
            <a:custGeom>
              <a:avLst/>
              <a:pathLst>
                <a:path w="20381" h="19603">
                  <a:moveTo>
                    <a:pt x="20381" y="0"/>
                  </a:moveTo>
                  <a:lnTo>
                    <a:pt x="0" y="19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6" name="pl4066"/>
            <p:cNvSpPr/>
            <p:nvPr/>
          </p:nvSpPr>
          <p:spPr>
            <a:xfrm>
              <a:off x="4600938" y="1901768"/>
              <a:ext cx="25935" cy="25377"/>
            </a:xfrm>
            <a:custGeom>
              <a:avLst/>
              <a:pathLst>
                <a:path w="25935" h="25377">
                  <a:moveTo>
                    <a:pt x="25935" y="0"/>
                  </a:moveTo>
                  <a:lnTo>
                    <a:pt x="0" y="25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7" name="pl4067"/>
            <p:cNvSpPr/>
            <p:nvPr/>
          </p:nvSpPr>
          <p:spPr>
            <a:xfrm>
              <a:off x="4575441" y="1927145"/>
              <a:ext cx="25497" cy="25817"/>
            </a:xfrm>
            <a:custGeom>
              <a:avLst/>
              <a:pathLst>
                <a:path w="25497" h="25817">
                  <a:moveTo>
                    <a:pt x="25497" y="0"/>
                  </a:moveTo>
                  <a:lnTo>
                    <a:pt x="0" y="258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8" name="pl4068"/>
            <p:cNvSpPr/>
            <p:nvPr/>
          </p:nvSpPr>
          <p:spPr>
            <a:xfrm>
              <a:off x="4560639" y="1928178"/>
              <a:ext cx="41327" cy="42301"/>
            </a:xfrm>
            <a:custGeom>
              <a:avLst/>
              <a:pathLst>
                <a:path w="41327" h="42301">
                  <a:moveTo>
                    <a:pt x="41327" y="0"/>
                  </a:moveTo>
                  <a:lnTo>
                    <a:pt x="0" y="423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9" name="pl4069"/>
            <p:cNvSpPr/>
            <p:nvPr/>
          </p:nvSpPr>
          <p:spPr>
            <a:xfrm>
              <a:off x="4686925" y="1807181"/>
              <a:ext cx="6909" cy="5999"/>
            </a:xfrm>
            <a:custGeom>
              <a:avLst/>
              <a:pathLst>
                <a:path w="6909" h="5999">
                  <a:moveTo>
                    <a:pt x="6909" y="0"/>
                  </a:moveTo>
                  <a:lnTo>
                    <a:pt x="0" y="59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0" name="pl4070"/>
            <p:cNvSpPr/>
            <p:nvPr/>
          </p:nvSpPr>
          <p:spPr>
            <a:xfrm>
              <a:off x="4681004" y="1811277"/>
              <a:ext cx="10328" cy="9025"/>
            </a:xfrm>
            <a:custGeom>
              <a:avLst/>
              <a:pathLst>
                <a:path w="10328" h="9025">
                  <a:moveTo>
                    <a:pt x="10328" y="0"/>
                  </a:moveTo>
                  <a:lnTo>
                    <a:pt x="0" y="902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1" name="pl4071"/>
            <p:cNvSpPr/>
            <p:nvPr/>
          </p:nvSpPr>
          <p:spPr>
            <a:xfrm>
              <a:off x="4728765" y="1771810"/>
              <a:ext cx="7061" cy="5820"/>
            </a:xfrm>
            <a:custGeom>
              <a:avLst/>
              <a:pathLst>
                <a:path w="7061" h="5820">
                  <a:moveTo>
                    <a:pt x="7061" y="0"/>
                  </a:moveTo>
                  <a:lnTo>
                    <a:pt x="0" y="58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2" name="pl4072"/>
            <p:cNvSpPr/>
            <p:nvPr/>
          </p:nvSpPr>
          <p:spPr>
            <a:xfrm>
              <a:off x="4722663" y="1775841"/>
              <a:ext cx="10556" cy="8758"/>
            </a:xfrm>
            <a:custGeom>
              <a:avLst/>
              <a:pathLst>
                <a:path w="10556" h="8758">
                  <a:moveTo>
                    <a:pt x="10556" y="0"/>
                  </a:moveTo>
                  <a:lnTo>
                    <a:pt x="0" y="87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3" name="pl4073"/>
            <p:cNvSpPr/>
            <p:nvPr/>
          </p:nvSpPr>
          <p:spPr>
            <a:xfrm>
              <a:off x="4742913" y="1760260"/>
              <a:ext cx="7110" cy="5759"/>
            </a:xfrm>
            <a:custGeom>
              <a:avLst/>
              <a:pathLst>
                <a:path w="7110" h="5759">
                  <a:moveTo>
                    <a:pt x="7110" y="0"/>
                  </a:moveTo>
                  <a:lnTo>
                    <a:pt x="0" y="5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4" name="pl4074"/>
            <p:cNvSpPr/>
            <p:nvPr/>
          </p:nvSpPr>
          <p:spPr>
            <a:xfrm>
              <a:off x="4764318" y="1743163"/>
              <a:ext cx="7183" cy="5668"/>
            </a:xfrm>
            <a:custGeom>
              <a:avLst/>
              <a:pathLst>
                <a:path w="7183" h="5668">
                  <a:moveTo>
                    <a:pt x="7183" y="0"/>
                  </a:moveTo>
                  <a:lnTo>
                    <a:pt x="0" y="56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5" name="pl4075"/>
            <p:cNvSpPr/>
            <p:nvPr/>
          </p:nvSpPr>
          <p:spPr>
            <a:xfrm>
              <a:off x="4758069" y="1747138"/>
              <a:ext cx="10741" cy="8531"/>
            </a:xfrm>
            <a:custGeom>
              <a:avLst/>
              <a:pathLst>
                <a:path w="10741" h="8531">
                  <a:moveTo>
                    <a:pt x="10741" y="0"/>
                  </a:moveTo>
                  <a:lnTo>
                    <a:pt x="0" y="85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6" name="pl4076"/>
            <p:cNvSpPr/>
            <p:nvPr/>
          </p:nvSpPr>
          <p:spPr>
            <a:xfrm>
              <a:off x="4778710" y="1731919"/>
              <a:ext cx="7231" cy="5606"/>
            </a:xfrm>
            <a:custGeom>
              <a:avLst/>
              <a:pathLst>
                <a:path w="7231" h="5606">
                  <a:moveTo>
                    <a:pt x="7231" y="0"/>
                  </a:moveTo>
                  <a:lnTo>
                    <a:pt x="0" y="5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7" name="pl4077"/>
            <p:cNvSpPr/>
            <p:nvPr/>
          </p:nvSpPr>
          <p:spPr>
            <a:xfrm>
              <a:off x="4822457" y="1698932"/>
              <a:ext cx="7373" cy="5419"/>
            </a:xfrm>
            <a:custGeom>
              <a:avLst/>
              <a:pathLst>
                <a:path w="7373" h="5419">
                  <a:moveTo>
                    <a:pt x="7373" y="0"/>
                  </a:moveTo>
                  <a:lnTo>
                    <a:pt x="0" y="54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8" name="pl4078"/>
            <p:cNvSpPr/>
            <p:nvPr/>
          </p:nvSpPr>
          <p:spPr>
            <a:xfrm>
              <a:off x="4815978" y="1702812"/>
              <a:ext cx="11026" cy="8159"/>
            </a:xfrm>
            <a:custGeom>
              <a:avLst/>
              <a:pathLst>
                <a:path w="11026" h="8159">
                  <a:moveTo>
                    <a:pt x="11026" y="0"/>
                  </a:moveTo>
                  <a:lnTo>
                    <a:pt x="0" y="81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9" name="pl4079"/>
            <p:cNvSpPr/>
            <p:nvPr/>
          </p:nvSpPr>
          <p:spPr>
            <a:xfrm>
              <a:off x="4809532" y="1708054"/>
              <a:ext cx="12819" cy="9560"/>
            </a:xfrm>
            <a:custGeom>
              <a:avLst/>
              <a:pathLst>
                <a:path w="12819" h="9560">
                  <a:moveTo>
                    <a:pt x="12819" y="0"/>
                  </a:moveTo>
                  <a:lnTo>
                    <a:pt x="0" y="9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0" name="pl4080"/>
            <p:cNvSpPr/>
            <p:nvPr/>
          </p:nvSpPr>
          <p:spPr>
            <a:xfrm>
              <a:off x="4803119" y="1713991"/>
              <a:ext cx="13684" cy="10291"/>
            </a:xfrm>
            <a:custGeom>
              <a:avLst/>
              <a:pathLst>
                <a:path w="13684" h="10291">
                  <a:moveTo>
                    <a:pt x="13684" y="0"/>
                  </a:moveTo>
                  <a:lnTo>
                    <a:pt x="0" y="102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1" name="pl4081"/>
            <p:cNvSpPr/>
            <p:nvPr/>
          </p:nvSpPr>
          <p:spPr>
            <a:xfrm>
              <a:off x="4796740" y="1720288"/>
              <a:ext cx="14087" cy="10685"/>
            </a:xfrm>
            <a:custGeom>
              <a:avLst/>
              <a:pathLst>
                <a:path w="14087" h="10685">
                  <a:moveTo>
                    <a:pt x="14087" y="0"/>
                  </a:moveTo>
                  <a:lnTo>
                    <a:pt x="0" y="106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2" name="pl4082"/>
            <p:cNvSpPr/>
            <p:nvPr/>
          </p:nvSpPr>
          <p:spPr>
            <a:xfrm>
              <a:off x="4787681" y="1727938"/>
              <a:ext cx="17853" cy="13691"/>
            </a:xfrm>
            <a:custGeom>
              <a:avLst/>
              <a:pathLst>
                <a:path w="17853" h="13691">
                  <a:moveTo>
                    <a:pt x="17853" y="0"/>
                  </a:moveTo>
                  <a:lnTo>
                    <a:pt x="0" y="136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3" name="pl4083"/>
            <p:cNvSpPr/>
            <p:nvPr/>
          </p:nvSpPr>
          <p:spPr>
            <a:xfrm>
              <a:off x="4770684" y="1738230"/>
              <a:ext cx="28566" cy="22294"/>
            </a:xfrm>
            <a:custGeom>
              <a:avLst/>
              <a:pathLst>
                <a:path w="28566" h="22294">
                  <a:moveTo>
                    <a:pt x="28566" y="0"/>
                  </a:moveTo>
                  <a:lnTo>
                    <a:pt x="0" y="222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4" name="pl4084"/>
            <p:cNvSpPr/>
            <p:nvPr/>
          </p:nvSpPr>
          <p:spPr>
            <a:xfrm>
              <a:off x="4756555" y="1751614"/>
              <a:ext cx="30157" cy="23979"/>
            </a:xfrm>
            <a:custGeom>
              <a:avLst/>
              <a:pathLst>
                <a:path w="30157" h="23979">
                  <a:moveTo>
                    <a:pt x="30157" y="0"/>
                  </a:moveTo>
                  <a:lnTo>
                    <a:pt x="0" y="239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5" name="pl4085"/>
            <p:cNvSpPr/>
            <p:nvPr/>
          </p:nvSpPr>
          <p:spPr>
            <a:xfrm>
              <a:off x="4740032" y="1766958"/>
              <a:ext cx="34269" cy="27835"/>
            </a:xfrm>
            <a:custGeom>
              <a:avLst/>
              <a:pathLst>
                <a:path w="34269" h="27835">
                  <a:moveTo>
                    <a:pt x="34269" y="0"/>
                  </a:moveTo>
                  <a:lnTo>
                    <a:pt x="0" y="27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6" name="pl4086"/>
            <p:cNvSpPr/>
            <p:nvPr/>
          </p:nvSpPr>
          <p:spPr>
            <a:xfrm>
              <a:off x="4728801" y="1781917"/>
              <a:ext cx="29211" cy="24163"/>
            </a:xfrm>
            <a:custGeom>
              <a:avLst/>
              <a:pathLst>
                <a:path w="29211" h="24163">
                  <a:moveTo>
                    <a:pt x="29211" y="0"/>
                  </a:moveTo>
                  <a:lnTo>
                    <a:pt x="0" y="241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7" name="pl4087"/>
            <p:cNvSpPr/>
            <p:nvPr/>
          </p:nvSpPr>
          <p:spPr>
            <a:xfrm>
              <a:off x="4722830" y="1795057"/>
              <a:ext cx="21451" cy="17984"/>
            </a:xfrm>
            <a:custGeom>
              <a:avLst/>
              <a:pathLst>
                <a:path w="21451" h="17984">
                  <a:moveTo>
                    <a:pt x="21451" y="0"/>
                  </a:moveTo>
                  <a:lnTo>
                    <a:pt x="0" y="179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8" name="pl4088"/>
            <p:cNvSpPr/>
            <p:nvPr/>
          </p:nvSpPr>
          <p:spPr>
            <a:xfrm>
              <a:off x="4716893" y="1805130"/>
              <a:ext cx="17569" cy="14892"/>
            </a:xfrm>
            <a:custGeom>
              <a:avLst/>
              <a:pathLst>
                <a:path w="17569" h="14892">
                  <a:moveTo>
                    <a:pt x="17569" y="0"/>
                  </a:moveTo>
                  <a:lnTo>
                    <a:pt x="0" y="14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9" name="pl4089"/>
            <p:cNvSpPr/>
            <p:nvPr/>
          </p:nvSpPr>
          <p:spPr>
            <a:xfrm>
              <a:off x="4704381" y="1815888"/>
              <a:ext cx="24103" cy="20744"/>
            </a:xfrm>
            <a:custGeom>
              <a:avLst/>
              <a:pathLst>
                <a:path w="24103" h="20744">
                  <a:moveTo>
                    <a:pt x="24103" y="0"/>
                  </a:moveTo>
                  <a:lnTo>
                    <a:pt x="0" y="20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0" name="pl4090"/>
            <p:cNvSpPr/>
            <p:nvPr/>
          </p:nvSpPr>
          <p:spPr>
            <a:xfrm>
              <a:off x="4837227" y="1688187"/>
              <a:ext cx="7419" cy="5356"/>
            </a:xfrm>
            <a:custGeom>
              <a:avLst/>
              <a:pathLst>
                <a:path w="7419" h="5356">
                  <a:moveTo>
                    <a:pt x="7419" y="0"/>
                  </a:moveTo>
                  <a:lnTo>
                    <a:pt x="0" y="53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1" name="pl4091"/>
            <p:cNvSpPr/>
            <p:nvPr/>
          </p:nvSpPr>
          <p:spPr>
            <a:xfrm>
              <a:off x="4859552" y="1672308"/>
              <a:ext cx="7487" cy="5261"/>
            </a:xfrm>
            <a:custGeom>
              <a:avLst/>
              <a:pathLst>
                <a:path w="7487" h="5261">
                  <a:moveTo>
                    <a:pt x="7487" y="0"/>
                  </a:moveTo>
                  <a:lnTo>
                    <a:pt x="0" y="5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2" name="pl4092"/>
            <p:cNvSpPr/>
            <p:nvPr/>
          </p:nvSpPr>
          <p:spPr>
            <a:xfrm>
              <a:off x="4882081" y="1656717"/>
              <a:ext cx="7553" cy="5164"/>
            </a:xfrm>
            <a:custGeom>
              <a:avLst/>
              <a:pathLst>
                <a:path w="7553" h="5164">
                  <a:moveTo>
                    <a:pt x="7553" y="0"/>
                  </a:moveTo>
                  <a:lnTo>
                    <a:pt x="0" y="5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3" name="pl4093"/>
            <p:cNvSpPr/>
            <p:nvPr/>
          </p:nvSpPr>
          <p:spPr>
            <a:xfrm>
              <a:off x="4875379" y="1660498"/>
              <a:ext cx="11298" cy="7778"/>
            </a:xfrm>
            <a:custGeom>
              <a:avLst/>
              <a:pathLst>
                <a:path w="11298" h="7778">
                  <a:moveTo>
                    <a:pt x="11298" y="0"/>
                  </a:moveTo>
                  <a:lnTo>
                    <a:pt x="0" y="77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4" name="pl4094"/>
            <p:cNvSpPr/>
            <p:nvPr/>
          </p:nvSpPr>
          <p:spPr>
            <a:xfrm>
              <a:off x="4904808" y="1641417"/>
              <a:ext cx="7619" cy="5067"/>
            </a:xfrm>
            <a:custGeom>
              <a:avLst/>
              <a:pathLst>
                <a:path w="7619" h="5067">
                  <a:moveTo>
                    <a:pt x="7619" y="0"/>
                  </a:moveTo>
                  <a:lnTo>
                    <a:pt x="0" y="50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5" name="pl4095"/>
            <p:cNvSpPr/>
            <p:nvPr/>
          </p:nvSpPr>
          <p:spPr>
            <a:xfrm>
              <a:off x="4920069" y="1631379"/>
              <a:ext cx="7662" cy="5002"/>
            </a:xfrm>
            <a:custGeom>
              <a:avLst/>
              <a:pathLst>
                <a:path w="7662" h="5002">
                  <a:moveTo>
                    <a:pt x="7662" y="0"/>
                  </a:moveTo>
                  <a:lnTo>
                    <a:pt x="0" y="50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6" name="pl4096"/>
            <p:cNvSpPr/>
            <p:nvPr/>
          </p:nvSpPr>
          <p:spPr>
            <a:xfrm>
              <a:off x="4910230" y="1636317"/>
              <a:ext cx="15261" cy="10056"/>
            </a:xfrm>
            <a:custGeom>
              <a:avLst/>
              <a:pathLst>
                <a:path w="15261" h="10056">
                  <a:moveTo>
                    <a:pt x="15261" y="0"/>
                  </a:moveTo>
                  <a:lnTo>
                    <a:pt x="0" y="10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7" name="pl4097"/>
            <p:cNvSpPr/>
            <p:nvPr/>
          </p:nvSpPr>
          <p:spPr>
            <a:xfrm>
              <a:off x="4899655" y="1642546"/>
              <a:ext cx="18996" cy="12663"/>
            </a:xfrm>
            <a:custGeom>
              <a:avLst/>
              <a:pathLst>
                <a:path w="18996" h="12663">
                  <a:moveTo>
                    <a:pt x="18996" y="0"/>
                  </a:moveTo>
                  <a:lnTo>
                    <a:pt x="0" y="126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8" name="pl4098"/>
            <p:cNvSpPr/>
            <p:nvPr/>
          </p:nvSpPr>
          <p:spPr>
            <a:xfrm>
              <a:off x="4885154" y="1652490"/>
              <a:ext cx="26407" cy="17890"/>
            </a:xfrm>
            <a:custGeom>
              <a:avLst/>
              <a:pathLst>
                <a:path w="26407" h="17890">
                  <a:moveTo>
                    <a:pt x="26407" y="0"/>
                  </a:moveTo>
                  <a:lnTo>
                    <a:pt x="0" y="178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9" name="pl4099"/>
            <p:cNvSpPr/>
            <p:nvPr/>
          </p:nvSpPr>
          <p:spPr>
            <a:xfrm>
              <a:off x="4869996" y="1663799"/>
              <a:ext cx="29963" cy="20674"/>
            </a:xfrm>
            <a:custGeom>
              <a:avLst/>
              <a:pathLst>
                <a:path w="29963" h="20674">
                  <a:moveTo>
                    <a:pt x="29963" y="0"/>
                  </a:moveTo>
                  <a:lnTo>
                    <a:pt x="0" y="20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0" name="pl4100"/>
            <p:cNvSpPr/>
            <p:nvPr/>
          </p:nvSpPr>
          <p:spPr>
            <a:xfrm>
              <a:off x="4935415" y="1621473"/>
              <a:ext cx="7704" cy="4936"/>
            </a:xfrm>
            <a:custGeom>
              <a:avLst/>
              <a:pathLst>
                <a:path w="7704" h="4936">
                  <a:moveTo>
                    <a:pt x="7704" y="0"/>
                  </a:moveTo>
                  <a:lnTo>
                    <a:pt x="0" y="49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1" name="pl4101"/>
            <p:cNvSpPr/>
            <p:nvPr/>
          </p:nvSpPr>
          <p:spPr>
            <a:xfrm>
              <a:off x="4981956" y="1592546"/>
              <a:ext cx="7828" cy="4737"/>
            </a:xfrm>
            <a:custGeom>
              <a:avLst/>
              <a:pathLst>
                <a:path w="7828" h="4737">
                  <a:moveTo>
                    <a:pt x="7828" y="0"/>
                  </a:moveTo>
                  <a:lnTo>
                    <a:pt x="0" y="47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2" name="pl4102"/>
            <p:cNvSpPr/>
            <p:nvPr/>
          </p:nvSpPr>
          <p:spPr>
            <a:xfrm>
              <a:off x="5013392" y="1573930"/>
              <a:ext cx="7908" cy="4603"/>
            </a:xfrm>
            <a:custGeom>
              <a:avLst/>
              <a:pathLst>
                <a:path w="7908" h="4603">
                  <a:moveTo>
                    <a:pt x="7908" y="0"/>
                  </a:moveTo>
                  <a:lnTo>
                    <a:pt x="0" y="46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3" name="pl4103"/>
            <p:cNvSpPr/>
            <p:nvPr/>
          </p:nvSpPr>
          <p:spPr>
            <a:xfrm>
              <a:off x="5029228" y="1564824"/>
              <a:ext cx="7947" cy="4535"/>
            </a:xfrm>
            <a:custGeom>
              <a:avLst/>
              <a:pathLst>
                <a:path w="7947" h="4535">
                  <a:moveTo>
                    <a:pt x="7947" y="0"/>
                  </a:moveTo>
                  <a:lnTo>
                    <a:pt x="0" y="4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4" name="pl4104"/>
            <p:cNvSpPr/>
            <p:nvPr/>
          </p:nvSpPr>
          <p:spPr>
            <a:xfrm>
              <a:off x="5045143" y="1555855"/>
              <a:ext cx="7985" cy="4467"/>
            </a:xfrm>
            <a:custGeom>
              <a:avLst/>
              <a:pathLst>
                <a:path w="7985" h="4467">
                  <a:moveTo>
                    <a:pt x="7985" y="0"/>
                  </a:moveTo>
                  <a:lnTo>
                    <a:pt x="0" y="4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5" name="pl4105"/>
            <p:cNvSpPr/>
            <p:nvPr/>
          </p:nvSpPr>
          <p:spPr>
            <a:xfrm>
              <a:off x="5034644" y="1560628"/>
              <a:ext cx="15911" cy="8991"/>
            </a:xfrm>
            <a:custGeom>
              <a:avLst/>
              <a:pathLst>
                <a:path w="15911" h="8991">
                  <a:moveTo>
                    <a:pt x="15911" y="0"/>
                  </a:moveTo>
                  <a:lnTo>
                    <a:pt x="0" y="89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6" name="pl4106"/>
            <p:cNvSpPr/>
            <p:nvPr/>
          </p:nvSpPr>
          <p:spPr>
            <a:xfrm>
              <a:off x="5020276" y="1567645"/>
              <a:ext cx="23748" cy="13621"/>
            </a:xfrm>
            <a:custGeom>
              <a:avLst/>
              <a:pathLst>
                <a:path w="23748" h="13621">
                  <a:moveTo>
                    <a:pt x="23748" y="0"/>
                  </a:moveTo>
                  <a:lnTo>
                    <a:pt x="0" y="136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7" name="pl4107"/>
            <p:cNvSpPr/>
            <p:nvPr/>
          </p:nvSpPr>
          <p:spPr>
            <a:xfrm>
              <a:off x="5009209" y="1575681"/>
              <a:ext cx="23644" cy="13763"/>
            </a:xfrm>
            <a:custGeom>
              <a:avLst/>
              <a:pathLst>
                <a:path w="23644" h="13763">
                  <a:moveTo>
                    <a:pt x="23644" y="0"/>
                  </a:moveTo>
                  <a:lnTo>
                    <a:pt x="0" y="137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8" name="pl4108"/>
            <p:cNvSpPr/>
            <p:nvPr/>
          </p:nvSpPr>
          <p:spPr>
            <a:xfrm>
              <a:off x="5002113" y="1583785"/>
              <a:ext cx="19629" cy="11566"/>
            </a:xfrm>
            <a:custGeom>
              <a:avLst/>
              <a:pathLst>
                <a:path w="19629" h="11566">
                  <a:moveTo>
                    <a:pt x="19629" y="0"/>
                  </a:moveTo>
                  <a:lnTo>
                    <a:pt x="0" y="11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9" name="pl4109"/>
            <p:cNvSpPr/>
            <p:nvPr/>
          </p:nvSpPr>
          <p:spPr>
            <a:xfrm>
              <a:off x="5085261" y="1534029"/>
              <a:ext cx="8079" cy="4296"/>
            </a:xfrm>
            <a:custGeom>
              <a:avLst/>
              <a:pathLst>
                <a:path w="8079" h="4296">
                  <a:moveTo>
                    <a:pt x="8079" y="0"/>
                  </a:moveTo>
                  <a:lnTo>
                    <a:pt x="0" y="4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0" name="pl4110"/>
            <p:cNvSpPr/>
            <p:nvPr/>
          </p:nvSpPr>
          <p:spPr>
            <a:xfrm>
              <a:off x="5077892" y="1537460"/>
              <a:ext cx="12090" cy="6478"/>
            </a:xfrm>
            <a:custGeom>
              <a:avLst/>
              <a:pathLst>
                <a:path w="12090" h="6478">
                  <a:moveTo>
                    <a:pt x="12090" y="0"/>
                  </a:moveTo>
                  <a:lnTo>
                    <a:pt x="0" y="64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1" name="pl4111"/>
            <p:cNvSpPr/>
            <p:nvPr/>
          </p:nvSpPr>
          <p:spPr>
            <a:xfrm>
              <a:off x="5070553" y="1541974"/>
              <a:ext cx="14067" cy="7606"/>
            </a:xfrm>
            <a:custGeom>
              <a:avLst/>
              <a:pathLst>
                <a:path w="14067" h="7606">
                  <a:moveTo>
                    <a:pt x="14067" y="0"/>
                  </a:moveTo>
                  <a:lnTo>
                    <a:pt x="0" y="76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2" name="pl4112"/>
            <p:cNvSpPr/>
            <p:nvPr/>
          </p:nvSpPr>
          <p:spPr>
            <a:xfrm>
              <a:off x="5063244" y="1547046"/>
              <a:ext cx="15029" cy="8204"/>
            </a:xfrm>
            <a:custGeom>
              <a:avLst/>
              <a:pathLst>
                <a:path w="15029" h="8204">
                  <a:moveTo>
                    <a:pt x="15029" y="0"/>
                  </a:moveTo>
                  <a:lnTo>
                    <a:pt x="0" y="8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3" name="pl4113"/>
            <p:cNvSpPr/>
            <p:nvPr/>
          </p:nvSpPr>
          <p:spPr>
            <a:xfrm>
              <a:off x="5117688" y="1517189"/>
              <a:ext cx="8151" cy="4157"/>
            </a:xfrm>
            <a:custGeom>
              <a:avLst/>
              <a:pathLst>
                <a:path w="8151" h="4157">
                  <a:moveTo>
                    <a:pt x="8151" y="0"/>
                  </a:moveTo>
                  <a:lnTo>
                    <a:pt x="0" y="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4" name="pl4114"/>
            <p:cNvSpPr/>
            <p:nvPr/>
          </p:nvSpPr>
          <p:spPr>
            <a:xfrm>
              <a:off x="5134009" y="1508978"/>
              <a:ext cx="8186" cy="4088"/>
            </a:xfrm>
            <a:custGeom>
              <a:avLst/>
              <a:pathLst>
                <a:path w="8186" h="4088">
                  <a:moveTo>
                    <a:pt x="8186" y="0"/>
                  </a:moveTo>
                  <a:lnTo>
                    <a:pt x="0" y="40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5" name="pl4115"/>
            <p:cNvSpPr/>
            <p:nvPr/>
          </p:nvSpPr>
          <p:spPr>
            <a:xfrm>
              <a:off x="5123086" y="1513626"/>
              <a:ext cx="16316" cy="8234"/>
            </a:xfrm>
            <a:custGeom>
              <a:avLst/>
              <a:pathLst>
                <a:path w="16316" h="8234">
                  <a:moveTo>
                    <a:pt x="16316" y="0"/>
                  </a:moveTo>
                  <a:lnTo>
                    <a:pt x="0" y="82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6" name="pl4116"/>
            <p:cNvSpPr/>
            <p:nvPr/>
          </p:nvSpPr>
          <p:spPr>
            <a:xfrm>
              <a:off x="5111565" y="1519027"/>
              <a:ext cx="20326" cy="10395"/>
            </a:xfrm>
            <a:custGeom>
              <a:avLst/>
              <a:pathLst>
                <a:path w="20326" h="10395">
                  <a:moveTo>
                    <a:pt x="20326" y="0"/>
                  </a:moveTo>
                  <a:lnTo>
                    <a:pt x="0" y="103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7" name="pl4117"/>
            <p:cNvSpPr/>
            <p:nvPr/>
          </p:nvSpPr>
          <p:spPr>
            <a:xfrm>
              <a:off x="5104142" y="1525495"/>
              <a:ext cx="18236" cy="9436"/>
            </a:xfrm>
            <a:custGeom>
              <a:avLst/>
              <a:pathLst>
                <a:path w="18236" h="9436">
                  <a:moveTo>
                    <a:pt x="18236" y="0"/>
                  </a:moveTo>
                  <a:lnTo>
                    <a:pt x="0" y="9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8" name="pl4118"/>
            <p:cNvSpPr/>
            <p:nvPr/>
          </p:nvSpPr>
          <p:spPr>
            <a:xfrm>
              <a:off x="5074940" y="1536663"/>
              <a:ext cx="41657" cy="22145"/>
            </a:xfrm>
            <a:custGeom>
              <a:avLst/>
              <a:pathLst>
                <a:path w="41657" h="22145">
                  <a:moveTo>
                    <a:pt x="41657" y="0"/>
                  </a:moveTo>
                  <a:lnTo>
                    <a:pt x="0" y="22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9" name="pl4119"/>
            <p:cNvSpPr/>
            <p:nvPr/>
          </p:nvSpPr>
          <p:spPr>
            <a:xfrm>
              <a:off x="5060366" y="1557915"/>
              <a:ext cx="40813" cy="22274"/>
            </a:xfrm>
            <a:custGeom>
              <a:avLst/>
              <a:pathLst>
                <a:path w="40813" h="22274">
                  <a:moveTo>
                    <a:pt x="40813" y="0"/>
                  </a:moveTo>
                  <a:lnTo>
                    <a:pt x="0" y="22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0" name="pl4120"/>
            <p:cNvSpPr/>
            <p:nvPr/>
          </p:nvSpPr>
          <p:spPr>
            <a:xfrm>
              <a:off x="5020051" y="1580189"/>
              <a:ext cx="40315" cy="23164"/>
            </a:xfrm>
            <a:custGeom>
              <a:avLst/>
              <a:pathLst>
                <a:path w="40315" h="23164">
                  <a:moveTo>
                    <a:pt x="40315" y="0"/>
                  </a:moveTo>
                  <a:lnTo>
                    <a:pt x="0" y="231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1" name="pl4121"/>
            <p:cNvSpPr/>
            <p:nvPr/>
          </p:nvSpPr>
          <p:spPr>
            <a:xfrm>
              <a:off x="5030847" y="1582732"/>
              <a:ext cx="30943" cy="17674"/>
            </a:xfrm>
            <a:custGeom>
              <a:avLst/>
              <a:pathLst>
                <a:path w="30943" h="17674">
                  <a:moveTo>
                    <a:pt x="30943" y="0"/>
                  </a:moveTo>
                  <a:lnTo>
                    <a:pt x="0" y="176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2" name="pl4122"/>
            <p:cNvSpPr/>
            <p:nvPr/>
          </p:nvSpPr>
          <p:spPr>
            <a:xfrm>
              <a:off x="5000205" y="1600407"/>
              <a:ext cx="30641" cy="18193"/>
            </a:xfrm>
            <a:custGeom>
              <a:avLst/>
              <a:pathLst>
                <a:path w="30641" h="18193">
                  <a:moveTo>
                    <a:pt x="30641" y="0"/>
                  </a:moveTo>
                  <a:lnTo>
                    <a:pt x="0" y="181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3" name="pl4123"/>
            <p:cNvSpPr/>
            <p:nvPr/>
          </p:nvSpPr>
          <p:spPr>
            <a:xfrm>
              <a:off x="4989399" y="1601667"/>
              <a:ext cx="42181" cy="25228"/>
            </a:xfrm>
            <a:custGeom>
              <a:avLst/>
              <a:pathLst>
                <a:path w="42181" h="25228">
                  <a:moveTo>
                    <a:pt x="42181" y="0"/>
                  </a:moveTo>
                  <a:lnTo>
                    <a:pt x="0" y="252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4" name="pl4124"/>
            <p:cNvSpPr/>
            <p:nvPr/>
          </p:nvSpPr>
          <p:spPr>
            <a:xfrm>
              <a:off x="4982484" y="1615409"/>
              <a:ext cx="28679" cy="17463"/>
            </a:xfrm>
            <a:custGeom>
              <a:avLst/>
              <a:pathLst>
                <a:path w="28679" h="17463">
                  <a:moveTo>
                    <a:pt x="28679" y="0"/>
                  </a:moveTo>
                  <a:lnTo>
                    <a:pt x="0" y="174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5" name="pl4125"/>
            <p:cNvSpPr/>
            <p:nvPr/>
          </p:nvSpPr>
          <p:spPr>
            <a:xfrm>
              <a:off x="4975601" y="1625329"/>
              <a:ext cx="21946" cy="13548"/>
            </a:xfrm>
            <a:custGeom>
              <a:avLst/>
              <a:pathLst>
                <a:path w="21946" h="13548">
                  <a:moveTo>
                    <a:pt x="21946" y="0"/>
                  </a:moveTo>
                  <a:lnTo>
                    <a:pt x="0" y="13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6" name="pl4126"/>
            <p:cNvSpPr/>
            <p:nvPr/>
          </p:nvSpPr>
          <p:spPr>
            <a:xfrm>
              <a:off x="4968749" y="1633309"/>
              <a:ext cx="18570" cy="11597"/>
            </a:xfrm>
            <a:custGeom>
              <a:avLst/>
              <a:pathLst>
                <a:path w="18570" h="11597">
                  <a:moveTo>
                    <a:pt x="18570" y="0"/>
                  </a:moveTo>
                  <a:lnTo>
                    <a:pt x="0" y="115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7" name="pl4127"/>
            <p:cNvSpPr/>
            <p:nvPr/>
          </p:nvSpPr>
          <p:spPr>
            <a:xfrm>
              <a:off x="4958921" y="1641556"/>
              <a:ext cx="20641" cy="13057"/>
            </a:xfrm>
            <a:custGeom>
              <a:avLst/>
              <a:pathLst>
                <a:path w="20641" h="13057">
                  <a:moveTo>
                    <a:pt x="20641" y="0"/>
                  </a:moveTo>
                  <a:lnTo>
                    <a:pt x="0" y="130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8" name="pl4128"/>
            <p:cNvSpPr/>
            <p:nvPr/>
          </p:nvSpPr>
          <p:spPr>
            <a:xfrm>
              <a:off x="4941918" y="1660372"/>
              <a:ext cx="35096" cy="22695"/>
            </a:xfrm>
            <a:custGeom>
              <a:avLst/>
              <a:pathLst>
                <a:path w="35096" h="22695">
                  <a:moveTo>
                    <a:pt x="35096" y="0"/>
                  </a:moveTo>
                  <a:lnTo>
                    <a:pt x="0" y="22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9" name="pl4129"/>
            <p:cNvSpPr/>
            <p:nvPr/>
          </p:nvSpPr>
          <p:spPr>
            <a:xfrm>
              <a:off x="4907281" y="1683068"/>
              <a:ext cx="34636" cy="23392"/>
            </a:xfrm>
            <a:custGeom>
              <a:avLst/>
              <a:pathLst>
                <a:path w="34636" h="23392">
                  <a:moveTo>
                    <a:pt x="34636" y="0"/>
                  </a:moveTo>
                  <a:lnTo>
                    <a:pt x="0" y="233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0" name="pl4130"/>
            <p:cNvSpPr/>
            <p:nvPr/>
          </p:nvSpPr>
          <p:spPr>
            <a:xfrm>
              <a:off x="4912444" y="1684284"/>
              <a:ext cx="30277" cy="20393"/>
            </a:xfrm>
            <a:custGeom>
              <a:avLst/>
              <a:pathLst>
                <a:path w="30277" h="20393">
                  <a:moveTo>
                    <a:pt x="30277" y="0"/>
                  </a:moveTo>
                  <a:lnTo>
                    <a:pt x="0" y="203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1" name="pl4131"/>
            <p:cNvSpPr/>
            <p:nvPr/>
          </p:nvSpPr>
          <p:spPr>
            <a:xfrm>
              <a:off x="4882526" y="1704677"/>
              <a:ext cx="29917" cy="20918"/>
            </a:xfrm>
            <a:custGeom>
              <a:avLst/>
              <a:pathLst>
                <a:path w="29917" h="20918">
                  <a:moveTo>
                    <a:pt x="29917" y="0"/>
                  </a:moveTo>
                  <a:lnTo>
                    <a:pt x="0" y="209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2" name="pl4132"/>
            <p:cNvSpPr/>
            <p:nvPr/>
          </p:nvSpPr>
          <p:spPr>
            <a:xfrm>
              <a:off x="5158621" y="1496924"/>
              <a:ext cx="8238" cy="3982"/>
            </a:xfrm>
            <a:custGeom>
              <a:avLst/>
              <a:pathLst>
                <a:path w="8238" h="3982">
                  <a:moveTo>
                    <a:pt x="8238" y="0"/>
                  </a:moveTo>
                  <a:lnTo>
                    <a:pt x="0" y="39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3" name="pl4133"/>
            <p:cNvSpPr/>
            <p:nvPr/>
          </p:nvSpPr>
          <p:spPr>
            <a:xfrm>
              <a:off x="5151042" y="1500223"/>
              <a:ext cx="12330" cy="6009"/>
            </a:xfrm>
            <a:custGeom>
              <a:avLst/>
              <a:pathLst>
                <a:path w="12330" h="6009">
                  <a:moveTo>
                    <a:pt x="12330" y="0"/>
                  </a:moveTo>
                  <a:lnTo>
                    <a:pt x="0" y="60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4" name="pl4134"/>
            <p:cNvSpPr/>
            <p:nvPr/>
          </p:nvSpPr>
          <p:spPr>
            <a:xfrm>
              <a:off x="5183387" y="1485187"/>
              <a:ext cx="8288" cy="3877"/>
            </a:xfrm>
            <a:custGeom>
              <a:avLst/>
              <a:pathLst>
                <a:path w="8288" h="3877">
                  <a:moveTo>
                    <a:pt x="8288" y="0"/>
                  </a:moveTo>
                  <a:lnTo>
                    <a:pt x="0" y="3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5" name="pl4135"/>
            <p:cNvSpPr/>
            <p:nvPr/>
          </p:nvSpPr>
          <p:spPr>
            <a:xfrm>
              <a:off x="5208303" y="1473768"/>
              <a:ext cx="8337" cy="3770"/>
            </a:xfrm>
            <a:custGeom>
              <a:avLst/>
              <a:pathLst>
                <a:path w="8337" h="3770">
                  <a:moveTo>
                    <a:pt x="8337" y="0"/>
                  </a:moveTo>
                  <a:lnTo>
                    <a:pt x="0" y="37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6" name="pl4136"/>
            <p:cNvSpPr/>
            <p:nvPr/>
          </p:nvSpPr>
          <p:spPr>
            <a:xfrm>
              <a:off x="5200590" y="1476977"/>
              <a:ext cx="12480" cy="5692"/>
            </a:xfrm>
            <a:custGeom>
              <a:avLst/>
              <a:pathLst>
                <a:path w="12480" h="5692">
                  <a:moveTo>
                    <a:pt x="12480" y="0"/>
                  </a:moveTo>
                  <a:lnTo>
                    <a:pt x="0" y="56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7" name="pl4137"/>
            <p:cNvSpPr/>
            <p:nvPr/>
          </p:nvSpPr>
          <p:spPr>
            <a:xfrm>
              <a:off x="5189382" y="1482465"/>
              <a:ext cx="18653" cy="8616"/>
            </a:xfrm>
            <a:custGeom>
              <a:avLst/>
              <a:pathLst>
                <a:path w="18653" h="8616">
                  <a:moveTo>
                    <a:pt x="18653" y="0"/>
                  </a:moveTo>
                  <a:lnTo>
                    <a:pt x="0" y="86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8" name="pl4138"/>
            <p:cNvSpPr/>
            <p:nvPr/>
          </p:nvSpPr>
          <p:spPr>
            <a:xfrm>
              <a:off x="5177619" y="1488074"/>
              <a:ext cx="21690" cy="10167"/>
            </a:xfrm>
            <a:custGeom>
              <a:avLst/>
              <a:pathLst>
                <a:path w="21690" h="10167">
                  <a:moveTo>
                    <a:pt x="21690" y="0"/>
                  </a:moveTo>
                  <a:lnTo>
                    <a:pt x="0" y="101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9" name="pl4139"/>
            <p:cNvSpPr/>
            <p:nvPr/>
          </p:nvSpPr>
          <p:spPr>
            <a:xfrm>
              <a:off x="5161034" y="1497086"/>
              <a:ext cx="29271" cy="13992"/>
            </a:xfrm>
            <a:custGeom>
              <a:avLst/>
              <a:pathLst>
                <a:path w="29271" h="13992">
                  <a:moveTo>
                    <a:pt x="29271" y="0"/>
                  </a:moveTo>
                  <a:lnTo>
                    <a:pt x="0" y="139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0" name="pl4140"/>
            <p:cNvSpPr/>
            <p:nvPr/>
          </p:nvSpPr>
          <p:spPr>
            <a:xfrm>
              <a:off x="5250151" y="1455450"/>
              <a:ext cx="8416" cy="3591"/>
            </a:xfrm>
            <a:custGeom>
              <a:avLst/>
              <a:pathLst>
                <a:path w="8416" h="3591">
                  <a:moveTo>
                    <a:pt x="8416" y="0"/>
                  </a:moveTo>
                  <a:lnTo>
                    <a:pt x="0" y="35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1" name="pl4141"/>
            <p:cNvSpPr/>
            <p:nvPr/>
          </p:nvSpPr>
          <p:spPr>
            <a:xfrm>
              <a:off x="5242330" y="1458582"/>
              <a:ext cx="12598" cy="5424"/>
            </a:xfrm>
            <a:custGeom>
              <a:avLst/>
              <a:pathLst>
                <a:path w="12598" h="5424">
                  <a:moveTo>
                    <a:pt x="12598" y="0"/>
                  </a:moveTo>
                  <a:lnTo>
                    <a:pt x="0" y="54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2" name="pl4142"/>
            <p:cNvSpPr/>
            <p:nvPr/>
          </p:nvSpPr>
          <p:spPr>
            <a:xfrm>
              <a:off x="5275445" y="1444891"/>
              <a:ext cx="8461" cy="3483"/>
            </a:xfrm>
            <a:custGeom>
              <a:avLst/>
              <a:pathLst>
                <a:path w="8461" h="3483">
                  <a:moveTo>
                    <a:pt x="8461" y="0"/>
                  </a:moveTo>
                  <a:lnTo>
                    <a:pt x="0" y="3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3" name="pl4143"/>
            <p:cNvSpPr/>
            <p:nvPr/>
          </p:nvSpPr>
          <p:spPr>
            <a:xfrm>
              <a:off x="5267562" y="1447976"/>
              <a:ext cx="12667" cy="5262"/>
            </a:xfrm>
            <a:custGeom>
              <a:avLst/>
              <a:pathLst>
                <a:path w="12667" h="5262">
                  <a:moveTo>
                    <a:pt x="12667" y="0"/>
                  </a:moveTo>
                  <a:lnTo>
                    <a:pt x="0" y="52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4" name="pl4144"/>
            <p:cNvSpPr/>
            <p:nvPr/>
          </p:nvSpPr>
          <p:spPr>
            <a:xfrm>
              <a:off x="5250354" y="1454635"/>
              <a:ext cx="25214" cy="10665"/>
            </a:xfrm>
            <a:custGeom>
              <a:avLst/>
              <a:pathLst>
                <a:path w="25214" h="10665">
                  <a:moveTo>
                    <a:pt x="25214" y="0"/>
                  </a:moveTo>
                  <a:lnTo>
                    <a:pt x="0" y="106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5" name="pl4145"/>
            <p:cNvSpPr/>
            <p:nvPr/>
          </p:nvSpPr>
          <p:spPr>
            <a:xfrm>
              <a:off x="5236296" y="1461269"/>
              <a:ext cx="27216" cy="11735"/>
            </a:xfrm>
            <a:custGeom>
              <a:avLst/>
              <a:pathLst>
                <a:path w="27216" h="11735">
                  <a:moveTo>
                    <a:pt x="27216" y="0"/>
                  </a:moveTo>
                  <a:lnTo>
                    <a:pt x="0" y="117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6" name="pl4146"/>
            <p:cNvSpPr/>
            <p:nvPr/>
          </p:nvSpPr>
          <p:spPr>
            <a:xfrm>
              <a:off x="5228547" y="1468428"/>
              <a:ext cx="21914" cy="9595"/>
            </a:xfrm>
            <a:custGeom>
              <a:avLst/>
              <a:pathLst>
                <a:path w="21914" h="9595">
                  <a:moveTo>
                    <a:pt x="21914" y="0"/>
                  </a:moveTo>
                  <a:lnTo>
                    <a:pt x="0" y="95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7" name="pl4147"/>
            <p:cNvSpPr/>
            <p:nvPr/>
          </p:nvSpPr>
          <p:spPr>
            <a:xfrm>
              <a:off x="5300875" y="1434657"/>
              <a:ext cx="8505" cy="3375"/>
            </a:xfrm>
            <a:custGeom>
              <a:avLst/>
              <a:pathLst>
                <a:path w="8505" h="3375">
                  <a:moveTo>
                    <a:pt x="8505" y="0"/>
                  </a:moveTo>
                  <a:lnTo>
                    <a:pt x="0" y="33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8" name="pl4148"/>
            <p:cNvSpPr/>
            <p:nvPr/>
          </p:nvSpPr>
          <p:spPr>
            <a:xfrm>
              <a:off x="5292930" y="1437694"/>
              <a:ext cx="12733" cy="5100"/>
            </a:xfrm>
            <a:custGeom>
              <a:avLst/>
              <a:pathLst>
                <a:path w="12733" h="5100">
                  <a:moveTo>
                    <a:pt x="12733" y="0"/>
                  </a:moveTo>
                  <a:lnTo>
                    <a:pt x="0" y="51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9" name="pl4149"/>
            <p:cNvSpPr/>
            <p:nvPr/>
          </p:nvSpPr>
          <p:spPr>
            <a:xfrm>
              <a:off x="5317900" y="1428015"/>
              <a:ext cx="8534" cy="3302"/>
            </a:xfrm>
            <a:custGeom>
              <a:avLst/>
              <a:pathLst>
                <a:path w="8534" h="3302">
                  <a:moveTo>
                    <a:pt x="8534" y="0"/>
                  </a:moveTo>
                  <a:lnTo>
                    <a:pt x="0" y="33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0" name="pl4150"/>
            <p:cNvSpPr/>
            <p:nvPr/>
          </p:nvSpPr>
          <p:spPr>
            <a:xfrm>
              <a:off x="5334982" y="1421520"/>
              <a:ext cx="8561" cy="3229"/>
            </a:xfrm>
            <a:custGeom>
              <a:avLst/>
              <a:pathLst>
                <a:path w="8561" h="3229">
                  <a:moveTo>
                    <a:pt x="8561" y="0"/>
                  </a:moveTo>
                  <a:lnTo>
                    <a:pt x="0" y="3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1" name="pl4151"/>
            <p:cNvSpPr/>
            <p:nvPr/>
          </p:nvSpPr>
          <p:spPr>
            <a:xfrm>
              <a:off x="5352120" y="1415171"/>
              <a:ext cx="8589" cy="3156"/>
            </a:xfrm>
            <a:custGeom>
              <a:avLst/>
              <a:pathLst>
                <a:path w="8589" h="3156">
                  <a:moveTo>
                    <a:pt x="8589" y="0"/>
                  </a:moveTo>
                  <a:lnTo>
                    <a:pt x="0" y="31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2" name="pl4152"/>
            <p:cNvSpPr/>
            <p:nvPr/>
          </p:nvSpPr>
          <p:spPr>
            <a:xfrm>
              <a:off x="5340290" y="1419480"/>
              <a:ext cx="17128" cy="6377"/>
            </a:xfrm>
            <a:custGeom>
              <a:avLst/>
              <a:pathLst>
                <a:path w="17128" h="6377">
                  <a:moveTo>
                    <a:pt x="17128" y="0"/>
                  </a:moveTo>
                  <a:lnTo>
                    <a:pt x="0" y="63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3" name="pl4153"/>
            <p:cNvSpPr/>
            <p:nvPr/>
          </p:nvSpPr>
          <p:spPr>
            <a:xfrm>
              <a:off x="5324269" y="1425382"/>
              <a:ext cx="25595" cy="9716"/>
            </a:xfrm>
            <a:custGeom>
              <a:avLst/>
              <a:pathLst>
                <a:path w="25595" h="9716">
                  <a:moveTo>
                    <a:pt x="25595" y="0"/>
                  </a:moveTo>
                  <a:lnTo>
                    <a:pt x="0" y="9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4" name="pl4154"/>
            <p:cNvSpPr/>
            <p:nvPr/>
          </p:nvSpPr>
          <p:spPr>
            <a:xfrm>
              <a:off x="5302544" y="1434287"/>
              <a:ext cx="36059" cy="14064"/>
            </a:xfrm>
            <a:custGeom>
              <a:avLst/>
              <a:pathLst>
                <a:path w="36059" h="14064">
                  <a:moveTo>
                    <a:pt x="36059" y="0"/>
                  </a:moveTo>
                  <a:lnTo>
                    <a:pt x="0" y="140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5" name="pl4155"/>
            <p:cNvSpPr/>
            <p:nvPr/>
          </p:nvSpPr>
          <p:spPr>
            <a:xfrm>
              <a:off x="5284596" y="1452100"/>
              <a:ext cx="40182" cy="16147"/>
            </a:xfrm>
            <a:custGeom>
              <a:avLst/>
              <a:pathLst>
                <a:path w="40182" h="16147">
                  <a:moveTo>
                    <a:pt x="40182" y="0"/>
                  </a:moveTo>
                  <a:lnTo>
                    <a:pt x="0" y="161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6" name="pl4156"/>
            <p:cNvSpPr/>
            <p:nvPr/>
          </p:nvSpPr>
          <p:spPr>
            <a:xfrm>
              <a:off x="5244751" y="1468247"/>
              <a:ext cx="39844" cy="16963"/>
            </a:xfrm>
            <a:custGeom>
              <a:avLst/>
              <a:pathLst>
                <a:path w="39844" h="16963">
                  <a:moveTo>
                    <a:pt x="39844" y="0"/>
                  </a:moveTo>
                  <a:lnTo>
                    <a:pt x="0" y="169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7" name="pl4157"/>
            <p:cNvSpPr/>
            <p:nvPr/>
          </p:nvSpPr>
          <p:spPr>
            <a:xfrm>
              <a:off x="5386557" y="1402913"/>
              <a:ext cx="8641" cy="3009"/>
            </a:xfrm>
            <a:custGeom>
              <a:avLst/>
              <a:pathLst>
                <a:path w="8641" h="3009">
                  <a:moveTo>
                    <a:pt x="8641" y="0"/>
                  </a:moveTo>
                  <a:lnTo>
                    <a:pt x="0" y="30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8" name="pl4158"/>
            <p:cNvSpPr/>
            <p:nvPr/>
          </p:nvSpPr>
          <p:spPr>
            <a:xfrm>
              <a:off x="5378416" y="1405790"/>
              <a:ext cx="12939" cy="4552"/>
            </a:xfrm>
            <a:custGeom>
              <a:avLst/>
              <a:pathLst>
                <a:path w="12939" h="4552">
                  <a:moveTo>
                    <a:pt x="12939" y="0"/>
                  </a:moveTo>
                  <a:lnTo>
                    <a:pt x="0" y="45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9" name="pl4159"/>
            <p:cNvSpPr/>
            <p:nvPr/>
          </p:nvSpPr>
          <p:spPr>
            <a:xfrm>
              <a:off x="5412521" y="1394108"/>
              <a:ext cx="8679" cy="2898"/>
            </a:xfrm>
            <a:custGeom>
              <a:avLst/>
              <a:pathLst>
                <a:path w="8679" h="2898">
                  <a:moveTo>
                    <a:pt x="8679" y="0"/>
                  </a:moveTo>
                  <a:lnTo>
                    <a:pt x="0" y="2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0" name="pl4160"/>
            <p:cNvSpPr/>
            <p:nvPr/>
          </p:nvSpPr>
          <p:spPr>
            <a:xfrm>
              <a:off x="5404324" y="1396934"/>
              <a:ext cx="12996" cy="4386"/>
            </a:xfrm>
            <a:custGeom>
              <a:avLst/>
              <a:pathLst>
                <a:path w="12996" h="4386">
                  <a:moveTo>
                    <a:pt x="12996" y="0"/>
                  </a:moveTo>
                  <a:lnTo>
                    <a:pt x="0" y="43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1" name="pl4161"/>
            <p:cNvSpPr/>
            <p:nvPr/>
          </p:nvSpPr>
          <p:spPr>
            <a:xfrm>
              <a:off x="5438596" y="1385635"/>
              <a:ext cx="8716" cy="2786"/>
            </a:xfrm>
            <a:custGeom>
              <a:avLst/>
              <a:pathLst>
                <a:path w="8716" h="2786">
                  <a:moveTo>
                    <a:pt x="8716" y="0"/>
                  </a:moveTo>
                  <a:lnTo>
                    <a:pt x="0" y="27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2" name="pl4162"/>
            <p:cNvSpPr/>
            <p:nvPr/>
          </p:nvSpPr>
          <p:spPr>
            <a:xfrm>
              <a:off x="5430345" y="1388412"/>
              <a:ext cx="13051" cy="4219"/>
            </a:xfrm>
            <a:custGeom>
              <a:avLst/>
              <a:pathLst>
                <a:path w="13051" h="4219">
                  <a:moveTo>
                    <a:pt x="13051" y="0"/>
                  </a:moveTo>
                  <a:lnTo>
                    <a:pt x="0" y="42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3" name="pl4163"/>
            <p:cNvSpPr/>
            <p:nvPr/>
          </p:nvSpPr>
          <p:spPr>
            <a:xfrm>
              <a:off x="5412217" y="1394672"/>
              <a:ext cx="25995" cy="8587"/>
            </a:xfrm>
            <a:custGeom>
              <a:avLst/>
              <a:pathLst>
                <a:path w="25995" h="8587">
                  <a:moveTo>
                    <a:pt x="25995" y="0"/>
                  </a:moveTo>
                  <a:lnTo>
                    <a:pt x="0" y="85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4" name="pl4164"/>
            <p:cNvSpPr/>
            <p:nvPr/>
          </p:nvSpPr>
          <p:spPr>
            <a:xfrm>
              <a:off x="5482293" y="1372261"/>
              <a:ext cx="8773" cy="2600"/>
            </a:xfrm>
            <a:custGeom>
              <a:avLst/>
              <a:pathLst>
                <a:path w="8773" h="2600">
                  <a:moveTo>
                    <a:pt x="8773" y="0"/>
                  </a:moveTo>
                  <a:lnTo>
                    <a:pt x="0" y="26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5" name="pl4165"/>
            <p:cNvSpPr/>
            <p:nvPr/>
          </p:nvSpPr>
          <p:spPr>
            <a:xfrm>
              <a:off x="5473954" y="1374953"/>
              <a:ext cx="13138" cy="3939"/>
            </a:xfrm>
            <a:custGeom>
              <a:avLst/>
              <a:pathLst>
                <a:path w="13138" h="3939">
                  <a:moveTo>
                    <a:pt x="13138" y="0"/>
                  </a:moveTo>
                  <a:lnTo>
                    <a:pt x="0" y="3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6" name="pl4166"/>
            <p:cNvSpPr/>
            <p:nvPr/>
          </p:nvSpPr>
          <p:spPr>
            <a:xfrm>
              <a:off x="5465638" y="1378309"/>
              <a:ext cx="15300" cy="4650"/>
            </a:xfrm>
            <a:custGeom>
              <a:avLst/>
              <a:pathLst>
                <a:path w="15300" h="4650">
                  <a:moveTo>
                    <a:pt x="15300" y="0"/>
                  </a:moveTo>
                  <a:lnTo>
                    <a:pt x="0" y="4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7" name="pl4167"/>
            <p:cNvSpPr/>
            <p:nvPr/>
          </p:nvSpPr>
          <p:spPr>
            <a:xfrm>
              <a:off x="5508647" y="1364685"/>
              <a:ext cx="8806" cy="2487"/>
            </a:xfrm>
            <a:custGeom>
              <a:avLst/>
              <a:pathLst>
                <a:path w="8806" h="2487">
                  <a:moveTo>
                    <a:pt x="8806" y="0"/>
                  </a:moveTo>
                  <a:lnTo>
                    <a:pt x="0" y="24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8" name="pl4168"/>
            <p:cNvSpPr/>
            <p:nvPr/>
          </p:nvSpPr>
          <p:spPr>
            <a:xfrm>
              <a:off x="5500257" y="1367327"/>
              <a:ext cx="13188" cy="3771"/>
            </a:xfrm>
            <a:custGeom>
              <a:avLst/>
              <a:pathLst>
                <a:path w="13188" h="3771">
                  <a:moveTo>
                    <a:pt x="13188" y="0"/>
                  </a:moveTo>
                  <a:lnTo>
                    <a:pt x="0" y="3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9" name="pl4169"/>
            <p:cNvSpPr/>
            <p:nvPr/>
          </p:nvSpPr>
          <p:spPr>
            <a:xfrm>
              <a:off x="5526270" y="1359823"/>
              <a:ext cx="8827" cy="2412"/>
            </a:xfrm>
            <a:custGeom>
              <a:avLst/>
              <a:pathLst>
                <a:path w="8827" h="2412">
                  <a:moveTo>
                    <a:pt x="8827" y="0"/>
                  </a:moveTo>
                  <a:lnTo>
                    <a:pt x="0" y="24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0" name="pl4170"/>
            <p:cNvSpPr/>
            <p:nvPr/>
          </p:nvSpPr>
          <p:spPr>
            <a:xfrm>
              <a:off x="5552782" y="1352812"/>
              <a:ext cx="8857" cy="2299"/>
            </a:xfrm>
            <a:custGeom>
              <a:avLst/>
              <a:pathLst>
                <a:path w="8857" h="2299">
                  <a:moveTo>
                    <a:pt x="8857" y="0"/>
                  </a:moveTo>
                  <a:lnTo>
                    <a:pt x="0" y="22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1" name="pl4171"/>
            <p:cNvSpPr/>
            <p:nvPr/>
          </p:nvSpPr>
          <p:spPr>
            <a:xfrm>
              <a:off x="5544310" y="1355367"/>
              <a:ext cx="13265" cy="3488"/>
            </a:xfrm>
            <a:custGeom>
              <a:avLst/>
              <a:pathLst>
                <a:path w="13265" h="3488">
                  <a:moveTo>
                    <a:pt x="13265" y="0"/>
                  </a:moveTo>
                  <a:lnTo>
                    <a:pt x="0" y="34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2" name="pl4172"/>
            <p:cNvSpPr/>
            <p:nvPr/>
          </p:nvSpPr>
          <p:spPr>
            <a:xfrm>
              <a:off x="5531835" y="1359920"/>
              <a:ext cx="19846" cy="5321"/>
            </a:xfrm>
            <a:custGeom>
              <a:avLst/>
              <a:pathLst>
                <a:path w="19846" h="5321">
                  <a:moveTo>
                    <a:pt x="19846" y="0"/>
                  </a:moveTo>
                  <a:lnTo>
                    <a:pt x="0" y="53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3" name="pl4173"/>
            <p:cNvSpPr/>
            <p:nvPr/>
          </p:nvSpPr>
          <p:spPr>
            <a:xfrm>
              <a:off x="5508851" y="1366780"/>
              <a:ext cx="34032" cy="9427"/>
            </a:xfrm>
            <a:custGeom>
              <a:avLst/>
              <a:pathLst>
                <a:path w="34032" h="9427">
                  <a:moveTo>
                    <a:pt x="34032" y="0"/>
                  </a:moveTo>
                  <a:lnTo>
                    <a:pt x="0" y="9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4" name="pl4174"/>
            <p:cNvSpPr/>
            <p:nvPr/>
          </p:nvSpPr>
          <p:spPr>
            <a:xfrm>
              <a:off x="5476675" y="1377041"/>
              <a:ext cx="50729" cy="14733"/>
            </a:xfrm>
            <a:custGeom>
              <a:avLst/>
              <a:pathLst>
                <a:path w="50729" h="14733">
                  <a:moveTo>
                    <a:pt x="50729" y="0"/>
                  </a:moveTo>
                  <a:lnTo>
                    <a:pt x="0" y="147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5" name="pl4175"/>
            <p:cNvSpPr/>
            <p:nvPr/>
          </p:nvSpPr>
          <p:spPr>
            <a:xfrm>
              <a:off x="5570506" y="1348327"/>
              <a:ext cx="8876" cy="2223"/>
            </a:xfrm>
            <a:custGeom>
              <a:avLst/>
              <a:pathLst>
                <a:path w="8876" h="2223">
                  <a:moveTo>
                    <a:pt x="8876" y="0"/>
                  </a:moveTo>
                  <a:lnTo>
                    <a:pt x="0" y="22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6" name="pl4176"/>
            <p:cNvSpPr/>
            <p:nvPr/>
          </p:nvSpPr>
          <p:spPr>
            <a:xfrm>
              <a:off x="5597164" y="1341884"/>
              <a:ext cx="8904" cy="2109"/>
            </a:xfrm>
            <a:custGeom>
              <a:avLst/>
              <a:pathLst>
                <a:path w="8904" h="2109">
                  <a:moveTo>
                    <a:pt x="8904" y="0"/>
                  </a:moveTo>
                  <a:lnTo>
                    <a:pt x="0" y="21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7" name="pl4177"/>
            <p:cNvSpPr/>
            <p:nvPr/>
          </p:nvSpPr>
          <p:spPr>
            <a:xfrm>
              <a:off x="5588614" y="1344352"/>
              <a:ext cx="13337" cy="3204"/>
            </a:xfrm>
            <a:custGeom>
              <a:avLst/>
              <a:pathLst>
                <a:path w="13337" h="3204">
                  <a:moveTo>
                    <a:pt x="13337" y="0"/>
                  </a:moveTo>
                  <a:lnTo>
                    <a:pt x="0" y="32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8" name="pl4178"/>
            <p:cNvSpPr/>
            <p:nvPr/>
          </p:nvSpPr>
          <p:spPr>
            <a:xfrm>
              <a:off x="5576005" y="1348778"/>
              <a:ext cx="19955" cy="4896"/>
            </a:xfrm>
            <a:custGeom>
              <a:avLst/>
              <a:pathLst>
                <a:path w="19955" h="4896">
                  <a:moveTo>
                    <a:pt x="19955" y="0"/>
                  </a:moveTo>
                  <a:lnTo>
                    <a:pt x="0" y="48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9" name="pl4179"/>
            <p:cNvSpPr/>
            <p:nvPr/>
          </p:nvSpPr>
          <p:spPr>
            <a:xfrm>
              <a:off x="5623903" y="1335784"/>
              <a:ext cx="8930" cy="1995"/>
            </a:xfrm>
            <a:custGeom>
              <a:avLst/>
              <a:pathLst>
                <a:path w="8930" h="1995">
                  <a:moveTo>
                    <a:pt x="8930" y="0"/>
                  </a:moveTo>
                  <a:lnTo>
                    <a:pt x="0" y="1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0" name="pl4180"/>
            <p:cNvSpPr/>
            <p:nvPr/>
          </p:nvSpPr>
          <p:spPr>
            <a:xfrm>
              <a:off x="5641773" y="1331907"/>
              <a:ext cx="8947" cy="1919"/>
            </a:xfrm>
            <a:custGeom>
              <a:avLst/>
              <a:pathLst>
                <a:path w="8947" h="1919">
                  <a:moveTo>
                    <a:pt x="8947" y="0"/>
                  </a:moveTo>
                  <a:lnTo>
                    <a:pt x="0" y="19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1" name="pl4181"/>
            <p:cNvSpPr/>
            <p:nvPr/>
          </p:nvSpPr>
          <p:spPr>
            <a:xfrm>
              <a:off x="5629003" y="1335712"/>
              <a:ext cx="17853" cy="3909"/>
            </a:xfrm>
            <a:custGeom>
              <a:avLst/>
              <a:pathLst>
                <a:path w="17853" h="3909">
                  <a:moveTo>
                    <a:pt x="17853" y="0"/>
                  </a:moveTo>
                  <a:lnTo>
                    <a:pt x="0" y="39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2" name="pl4182"/>
            <p:cNvSpPr/>
            <p:nvPr/>
          </p:nvSpPr>
          <p:spPr>
            <a:xfrm>
              <a:off x="5615962" y="1339071"/>
              <a:ext cx="22275" cy="5002"/>
            </a:xfrm>
            <a:custGeom>
              <a:avLst/>
              <a:pathLst>
                <a:path w="22275" h="5002">
                  <a:moveTo>
                    <a:pt x="22275" y="0"/>
                  </a:moveTo>
                  <a:lnTo>
                    <a:pt x="0" y="50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3" name="pl4183"/>
            <p:cNvSpPr/>
            <p:nvPr/>
          </p:nvSpPr>
          <p:spPr>
            <a:xfrm>
              <a:off x="5659675" y="1328184"/>
              <a:ext cx="8963" cy="1842"/>
            </a:xfrm>
            <a:custGeom>
              <a:avLst/>
              <a:pathLst>
                <a:path w="8963" h="1842">
                  <a:moveTo>
                    <a:pt x="8963" y="0"/>
                  </a:moveTo>
                  <a:lnTo>
                    <a:pt x="0" y="18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4" name="pl4184"/>
            <p:cNvSpPr/>
            <p:nvPr/>
          </p:nvSpPr>
          <p:spPr>
            <a:xfrm>
              <a:off x="5695575" y="1321196"/>
              <a:ext cx="8993" cy="1689"/>
            </a:xfrm>
            <a:custGeom>
              <a:avLst/>
              <a:pathLst>
                <a:path w="8993" h="1689">
                  <a:moveTo>
                    <a:pt x="8993" y="0"/>
                  </a:moveTo>
                  <a:lnTo>
                    <a:pt x="0" y="16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5" name="pl4185"/>
            <p:cNvSpPr/>
            <p:nvPr/>
          </p:nvSpPr>
          <p:spPr>
            <a:xfrm>
              <a:off x="5686867" y="1323468"/>
              <a:ext cx="13472" cy="2575"/>
            </a:xfrm>
            <a:custGeom>
              <a:avLst/>
              <a:pathLst>
                <a:path w="13472" h="2575">
                  <a:moveTo>
                    <a:pt x="13472" y="0"/>
                  </a:moveTo>
                  <a:lnTo>
                    <a:pt x="0" y="25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6" name="pl4186"/>
            <p:cNvSpPr/>
            <p:nvPr/>
          </p:nvSpPr>
          <p:spPr>
            <a:xfrm>
              <a:off x="5678179" y="1326177"/>
              <a:ext cx="15696" cy="3061"/>
            </a:xfrm>
            <a:custGeom>
              <a:avLst/>
              <a:pathLst>
                <a:path w="15696" h="3061">
                  <a:moveTo>
                    <a:pt x="15696" y="0"/>
                  </a:moveTo>
                  <a:lnTo>
                    <a:pt x="0" y="30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7" name="pl4187"/>
            <p:cNvSpPr/>
            <p:nvPr/>
          </p:nvSpPr>
          <p:spPr>
            <a:xfrm>
              <a:off x="5665330" y="1330554"/>
              <a:ext cx="21251" cy="4256"/>
            </a:xfrm>
            <a:custGeom>
              <a:avLst/>
              <a:pathLst>
                <a:path w="21251" h="4256">
                  <a:moveTo>
                    <a:pt x="21251" y="0"/>
                  </a:moveTo>
                  <a:lnTo>
                    <a:pt x="0" y="42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8" name="pl4188"/>
            <p:cNvSpPr/>
            <p:nvPr/>
          </p:nvSpPr>
          <p:spPr>
            <a:xfrm>
              <a:off x="5629009" y="1339800"/>
              <a:ext cx="48372" cy="10274"/>
            </a:xfrm>
            <a:custGeom>
              <a:avLst/>
              <a:pathLst>
                <a:path w="48372" h="10274">
                  <a:moveTo>
                    <a:pt x="48372" y="0"/>
                  </a:moveTo>
                  <a:lnTo>
                    <a:pt x="0" y="10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9" name="pl4189"/>
            <p:cNvSpPr/>
            <p:nvPr/>
          </p:nvSpPr>
          <p:spPr>
            <a:xfrm>
              <a:off x="5622180" y="1351925"/>
              <a:ext cx="32499" cy="7169"/>
            </a:xfrm>
            <a:custGeom>
              <a:avLst/>
              <a:pathLst>
                <a:path w="32499" h="7169">
                  <a:moveTo>
                    <a:pt x="32499" y="0"/>
                  </a:moveTo>
                  <a:lnTo>
                    <a:pt x="0" y="71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0" name="pl4190"/>
            <p:cNvSpPr/>
            <p:nvPr/>
          </p:nvSpPr>
          <p:spPr>
            <a:xfrm>
              <a:off x="5589798" y="1359094"/>
              <a:ext cx="32382" cy="7677"/>
            </a:xfrm>
            <a:custGeom>
              <a:avLst/>
              <a:pathLst>
                <a:path w="32382" h="7677">
                  <a:moveTo>
                    <a:pt x="32382" y="0"/>
                  </a:moveTo>
                  <a:lnTo>
                    <a:pt x="0" y="76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1" name="pl4191"/>
            <p:cNvSpPr/>
            <p:nvPr/>
          </p:nvSpPr>
          <p:spPr>
            <a:xfrm>
              <a:off x="5567069" y="1376142"/>
              <a:ext cx="59012" cy="14402"/>
            </a:xfrm>
            <a:custGeom>
              <a:avLst/>
              <a:pathLst>
                <a:path w="59012" h="14402">
                  <a:moveTo>
                    <a:pt x="59012" y="0"/>
                  </a:moveTo>
                  <a:lnTo>
                    <a:pt x="0" y="14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2" name="pl4192"/>
            <p:cNvSpPr/>
            <p:nvPr/>
          </p:nvSpPr>
          <p:spPr>
            <a:xfrm>
              <a:off x="5508497" y="1390545"/>
              <a:ext cx="58572" cy="16098"/>
            </a:xfrm>
            <a:custGeom>
              <a:avLst/>
              <a:pathLst>
                <a:path w="58572" h="16098">
                  <a:moveTo>
                    <a:pt x="58572" y="0"/>
                  </a:moveTo>
                  <a:lnTo>
                    <a:pt x="0" y="160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3" name="pl4193"/>
            <p:cNvSpPr/>
            <p:nvPr/>
          </p:nvSpPr>
          <p:spPr>
            <a:xfrm>
              <a:off x="5517434" y="1391956"/>
              <a:ext cx="50001" cy="13629"/>
            </a:xfrm>
            <a:custGeom>
              <a:avLst/>
              <a:pathLst>
                <a:path w="50001" h="13629">
                  <a:moveTo>
                    <a:pt x="50001" y="0"/>
                  </a:moveTo>
                  <a:lnTo>
                    <a:pt x="0" y="13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4" name="pl4194"/>
            <p:cNvSpPr/>
            <p:nvPr/>
          </p:nvSpPr>
          <p:spPr>
            <a:xfrm>
              <a:off x="5467784" y="1405585"/>
              <a:ext cx="49650" cy="14856"/>
            </a:xfrm>
            <a:custGeom>
              <a:avLst/>
              <a:pathLst>
                <a:path w="49650" h="14856">
                  <a:moveTo>
                    <a:pt x="49650" y="0"/>
                  </a:moveTo>
                  <a:lnTo>
                    <a:pt x="0" y="148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5" name="pl4195"/>
            <p:cNvSpPr/>
            <p:nvPr/>
          </p:nvSpPr>
          <p:spPr>
            <a:xfrm>
              <a:off x="5479021" y="1413993"/>
              <a:ext cx="40817" cy="12117"/>
            </a:xfrm>
            <a:custGeom>
              <a:avLst/>
              <a:pathLst>
                <a:path w="40817" h="12117">
                  <a:moveTo>
                    <a:pt x="40817" y="0"/>
                  </a:moveTo>
                  <a:lnTo>
                    <a:pt x="0" y="121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6" name="pl4196"/>
            <p:cNvSpPr/>
            <p:nvPr/>
          </p:nvSpPr>
          <p:spPr>
            <a:xfrm>
              <a:off x="5438458" y="1426111"/>
              <a:ext cx="40562" cy="12944"/>
            </a:xfrm>
            <a:custGeom>
              <a:avLst/>
              <a:pathLst>
                <a:path w="40562" h="12944">
                  <a:moveTo>
                    <a:pt x="40562" y="0"/>
                  </a:moveTo>
                  <a:lnTo>
                    <a:pt x="0" y="129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7" name="pl4197"/>
            <p:cNvSpPr/>
            <p:nvPr/>
          </p:nvSpPr>
          <p:spPr>
            <a:xfrm>
              <a:off x="5722577" y="1316359"/>
              <a:ext cx="9014" cy="1574"/>
            </a:xfrm>
            <a:custGeom>
              <a:avLst/>
              <a:pathLst>
                <a:path w="9014" h="1574">
                  <a:moveTo>
                    <a:pt x="9014" y="0"/>
                  </a:moveTo>
                  <a:lnTo>
                    <a:pt x="0" y="15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8" name="pl4198"/>
            <p:cNvSpPr/>
            <p:nvPr/>
          </p:nvSpPr>
          <p:spPr>
            <a:xfrm>
              <a:off x="5749640" y="1311868"/>
              <a:ext cx="9033" cy="1458"/>
            </a:xfrm>
            <a:custGeom>
              <a:avLst/>
              <a:pathLst>
                <a:path w="9033" h="1458">
                  <a:moveTo>
                    <a:pt x="9033" y="0"/>
                  </a:moveTo>
                  <a:lnTo>
                    <a:pt x="0" y="14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9" name="pl4199"/>
            <p:cNvSpPr/>
            <p:nvPr/>
          </p:nvSpPr>
          <p:spPr>
            <a:xfrm>
              <a:off x="5740854" y="1314031"/>
              <a:ext cx="13534" cy="2229"/>
            </a:xfrm>
            <a:custGeom>
              <a:avLst/>
              <a:pathLst>
                <a:path w="13534" h="2229">
                  <a:moveTo>
                    <a:pt x="13534" y="0"/>
                  </a:moveTo>
                  <a:lnTo>
                    <a:pt x="0" y="2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0" name="pl4200"/>
            <p:cNvSpPr/>
            <p:nvPr/>
          </p:nvSpPr>
          <p:spPr>
            <a:xfrm>
              <a:off x="5727835" y="1318011"/>
              <a:ext cx="20257" cy="3437"/>
            </a:xfrm>
            <a:custGeom>
              <a:avLst/>
              <a:pathLst>
                <a:path w="20257" h="3437">
                  <a:moveTo>
                    <a:pt x="20257" y="0"/>
                  </a:moveTo>
                  <a:lnTo>
                    <a:pt x="0" y="34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1" name="pl4201"/>
            <p:cNvSpPr/>
            <p:nvPr/>
          </p:nvSpPr>
          <p:spPr>
            <a:xfrm>
              <a:off x="5714609" y="1321142"/>
              <a:ext cx="23595" cy="4139"/>
            </a:xfrm>
            <a:custGeom>
              <a:avLst/>
              <a:pathLst>
                <a:path w="23595" h="4139">
                  <a:moveTo>
                    <a:pt x="23595" y="0"/>
                  </a:moveTo>
                  <a:lnTo>
                    <a:pt x="0" y="41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2" name="pl4202"/>
            <p:cNvSpPr/>
            <p:nvPr/>
          </p:nvSpPr>
          <p:spPr>
            <a:xfrm>
              <a:off x="5776759" y="1307724"/>
              <a:ext cx="9051" cy="1342"/>
            </a:xfrm>
            <a:custGeom>
              <a:avLst/>
              <a:pathLst>
                <a:path w="9051" h="1342">
                  <a:moveTo>
                    <a:pt x="9051" y="0"/>
                  </a:moveTo>
                  <a:lnTo>
                    <a:pt x="0" y="13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3" name="pl4203"/>
            <p:cNvSpPr/>
            <p:nvPr/>
          </p:nvSpPr>
          <p:spPr>
            <a:xfrm>
              <a:off x="5767936" y="1309832"/>
              <a:ext cx="13561" cy="2056"/>
            </a:xfrm>
            <a:custGeom>
              <a:avLst/>
              <a:pathLst>
                <a:path w="13561" h="2056">
                  <a:moveTo>
                    <a:pt x="13561" y="0"/>
                  </a:moveTo>
                  <a:lnTo>
                    <a:pt x="0" y="20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4" name="pl4204"/>
            <p:cNvSpPr/>
            <p:nvPr/>
          </p:nvSpPr>
          <p:spPr>
            <a:xfrm>
              <a:off x="5794868" y="1305154"/>
              <a:ext cx="9062" cy="1265"/>
            </a:xfrm>
            <a:custGeom>
              <a:avLst/>
              <a:pathLst>
                <a:path w="9062" h="1265">
                  <a:moveTo>
                    <a:pt x="9062" y="0"/>
                  </a:moveTo>
                  <a:lnTo>
                    <a:pt x="0" y="12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5" name="pl4205"/>
            <p:cNvSpPr/>
            <p:nvPr/>
          </p:nvSpPr>
          <p:spPr>
            <a:xfrm>
              <a:off x="5822073" y="1301590"/>
              <a:ext cx="9078" cy="1149"/>
            </a:xfrm>
            <a:custGeom>
              <a:avLst/>
              <a:pathLst>
                <a:path w="9078" h="1149">
                  <a:moveTo>
                    <a:pt x="9078" y="0"/>
                  </a:moveTo>
                  <a:lnTo>
                    <a:pt x="0" y="11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6" name="pl4206"/>
            <p:cNvSpPr/>
            <p:nvPr/>
          </p:nvSpPr>
          <p:spPr>
            <a:xfrm>
              <a:off x="5813192" y="1303606"/>
              <a:ext cx="13602" cy="1766"/>
            </a:xfrm>
            <a:custGeom>
              <a:avLst/>
              <a:pathLst>
                <a:path w="13602" h="1766">
                  <a:moveTo>
                    <a:pt x="13602" y="0"/>
                  </a:moveTo>
                  <a:lnTo>
                    <a:pt x="0" y="17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7" name="pl4207"/>
            <p:cNvSpPr/>
            <p:nvPr/>
          </p:nvSpPr>
          <p:spPr>
            <a:xfrm>
              <a:off x="5800004" y="1307369"/>
              <a:ext cx="20363" cy="2743"/>
            </a:xfrm>
            <a:custGeom>
              <a:avLst/>
              <a:pathLst>
                <a:path w="20363" h="2743">
                  <a:moveTo>
                    <a:pt x="20363" y="0"/>
                  </a:moveTo>
                  <a:lnTo>
                    <a:pt x="0" y="27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8" name="pl4208"/>
            <p:cNvSpPr/>
            <p:nvPr/>
          </p:nvSpPr>
          <p:spPr>
            <a:xfrm>
              <a:off x="5775808" y="1313049"/>
              <a:ext cx="34957" cy="5004"/>
            </a:xfrm>
            <a:custGeom>
              <a:avLst/>
              <a:pathLst>
                <a:path w="34957" h="5004">
                  <a:moveTo>
                    <a:pt x="34957" y="0"/>
                  </a:moveTo>
                  <a:lnTo>
                    <a:pt x="0" y="50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9" name="pl4209"/>
            <p:cNvSpPr/>
            <p:nvPr/>
          </p:nvSpPr>
          <p:spPr>
            <a:xfrm>
              <a:off x="5761424" y="1324135"/>
              <a:ext cx="33091" cy="5003"/>
            </a:xfrm>
            <a:custGeom>
              <a:avLst/>
              <a:pathLst>
                <a:path w="33091" h="5003">
                  <a:moveTo>
                    <a:pt x="33091" y="0"/>
                  </a:moveTo>
                  <a:lnTo>
                    <a:pt x="0" y="50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0" name="pl4210"/>
            <p:cNvSpPr/>
            <p:nvPr/>
          </p:nvSpPr>
          <p:spPr>
            <a:xfrm>
              <a:off x="5728415" y="1329139"/>
              <a:ext cx="33008" cy="5523"/>
            </a:xfrm>
            <a:custGeom>
              <a:avLst/>
              <a:pathLst>
                <a:path w="33008" h="5523">
                  <a:moveTo>
                    <a:pt x="33008" y="0"/>
                  </a:moveTo>
                  <a:lnTo>
                    <a:pt x="0" y="5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1" name="pl4211"/>
            <p:cNvSpPr/>
            <p:nvPr/>
          </p:nvSpPr>
          <p:spPr>
            <a:xfrm>
              <a:off x="5840234" y="1299408"/>
              <a:ext cx="9087" cy="1071"/>
            </a:xfrm>
            <a:custGeom>
              <a:avLst/>
              <a:pathLst>
                <a:path w="9087" h="1071">
                  <a:moveTo>
                    <a:pt x="9087" y="0"/>
                  </a:moveTo>
                  <a:lnTo>
                    <a:pt x="0" y="1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2" name="pl4212"/>
            <p:cNvSpPr/>
            <p:nvPr/>
          </p:nvSpPr>
          <p:spPr>
            <a:xfrm>
              <a:off x="5867511" y="1296426"/>
              <a:ext cx="9100" cy="955"/>
            </a:xfrm>
            <a:custGeom>
              <a:avLst/>
              <a:pathLst>
                <a:path w="9100" h="955">
                  <a:moveTo>
                    <a:pt x="9100" y="0"/>
                  </a:moveTo>
                  <a:lnTo>
                    <a:pt x="0" y="95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3" name="pl4213"/>
            <p:cNvSpPr/>
            <p:nvPr/>
          </p:nvSpPr>
          <p:spPr>
            <a:xfrm>
              <a:off x="5858576" y="1298348"/>
              <a:ext cx="13637" cy="1475"/>
            </a:xfrm>
            <a:custGeom>
              <a:avLst/>
              <a:pathLst>
                <a:path w="13637" h="1475">
                  <a:moveTo>
                    <a:pt x="13637" y="0"/>
                  </a:moveTo>
                  <a:lnTo>
                    <a:pt x="0" y="14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4" name="pl4214"/>
            <p:cNvSpPr/>
            <p:nvPr/>
          </p:nvSpPr>
          <p:spPr>
            <a:xfrm>
              <a:off x="5845290" y="1301973"/>
              <a:ext cx="20417" cy="2308"/>
            </a:xfrm>
            <a:custGeom>
              <a:avLst/>
              <a:pathLst>
                <a:path w="20417" h="2308">
                  <a:moveTo>
                    <a:pt x="20417" y="0"/>
                  </a:moveTo>
                  <a:lnTo>
                    <a:pt x="0" y="23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5" name="pl4215"/>
            <p:cNvSpPr/>
            <p:nvPr/>
          </p:nvSpPr>
          <p:spPr>
            <a:xfrm>
              <a:off x="5885717" y="1294632"/>
              <a:ext cx="9108" cy="877"/>
            </a:xfrm>
            <a:custGeom>
              <a:avLst/>
              <a:pathLst>
                <a:path w="9108" h="877">
                  <a:moveTo>
                    <a:pt x="9108" y="0"/>
                  </a:moveTo>
                  <a:lnTo>
                    <a:pt x="0" y="87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6" name="pl4216"/>
            <p:cNvSpPr/>
            <p:nvPr/>
          </p:nvSpPr>
          <p:spPr>
            <a:xfrm>
              <a:off x="5903938" y="1292994"/>
              <a:ext cx="9115" cy="799"/>
            </a:xfrm>
            <a:custGeom>
              <a:avLst/>
              <a:pathLst>
                <a:path w="9115" h="799">
                  <a:moveTo>
                    <a:pt x="9115" y="0"/>
                  </a:moveTo>
                  <a:lnTo>
                    <a:pt x="0" y="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7" name="pl4217"/>
            <p:cNvSpPr/>
            <p:nvPr/>
          </p:nvSpPr>
          <p:spPr>
            <a:xfrm>
              <a:off x="5922172" y="1291511"/>
              <a:ext cx="9122" cy="721"/>
            </a:xfrm>
            <a:custGeom>
              <a:avLst/>
              <a:pathLst>
                <a:path w="9122" h="721">
                  <a:moveTo>
                    <a:pt x="9122" y="0"/>
                  </a:moveTo>
                  <a:lnTo>
                    <a:pt x="0" y="7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8" name="pl4218"/>
            <p:cNvSpPr/>
            <p:nvPr/>
          </p:nvSpPr>
          <p:spPr>
            <a:xfrm>
              <a:off x="5908750" y="1294773"/>
              <a:ext cx="18213" cy="1519"/>
            </a:xfrm>
            <a:custGeom>
              <a:avLst/>
              <a:pathLst>
                <a:path w="18213" h="1519">
                  <a:moveTo>
                    <a:pt x="18213" y="0"/>
                  </a:moveTo>
                  <a:lnTo>
                    <a:pt x="0" y="15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9" name="pl4219"/>
            <p:cNvSpPr/>
            <p:nvPr/>
          </p:nvSpPr>
          <p:spPr>
            <a:xfrm>
              <a:off x="5890830" y="1298418"/>
              <a:ext cx="27267" cy="2450"/>
            </a:xfrm>
            <a:custGeom>
              <a:avLst/>
              <a:pathLst>
                <a:path w="27267" h="2450">
                  <a:moveTo>
                    <a:pt x="27267" y="0"/>
                  </a:moveTo>
                  <a:lnTo>
                    <a:pt x="0" y="24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0" name="pl4220"/>
            <p:cNvSpPr/>
            <p:nvPr/>
          </p:nvSpPr>
          <p:spPr>
            <a:xfrm>
              <a:off x="5856478" y="1306857"/>
              <a:ext cx="48633" cy="4934"/>
            </a:xfrm>
            <a:custGeom>
              <a:avLst/>
              <a:pathLst>
                <a:path w="48633" h="4934">
                  <a:moveTo>
                    <a:pt x="48633" y="0"/>
                  </a:moveTo>
                  <a:lnTo>
                    <a:pt x="0" y="49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1" name="pl4221"/>
            <p:cNvSpPr/>
            <p:nvPr/>
          </p:nvSpPr>
          <p:spPr>
            <a:xfrm>
              <a:off x="5958679" y="1289013"/>
              <a:ext cx="9133" cy="566"/>
            </a:xfrm>
            <a:custGeom>
              <a:avLst/>
              <a:pathLst>
                <a:path w="9133" h="566">
                  <a:moveTo>
                    <a:pt x="9133" y="0"/>
                  </a:moveTo>
                  <a:lnTo>
                    <a:pt x="0" y="5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2" name="pl4222"/>
            <p:cNvSpPr/>
            <p:nvPr/>
          </p:nvSpPr>
          <p:spPr>
            <a:xfrm>
              <a:off x="5949648" y="1290746"/>
              <a:ext cx="13687" cy="892"/>
            </a:xfrm>
            <a:custGeom>
              <a:avLst/>
              <a:pathLst>
                <a:path w="13687" h="892">
                  <a:moveTo>
                    <a:pt x="13687" y="0"/>
                  </a:moveTo>
                  <a:lnTo>
                    <a:pt x="0" y="8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3" name="pl4223"/>
            <p:cNvSpPr/>
            <p:nvPr/>
          </p:nvSpPr>
          <p:spPr>
            <a:xfrm>
              <a:off x="5940631" y="1292636"/>
              <a:ext cx="15954" cy="1099"/>
            </a:xfrm>
            <a:custGeom>
              <a:avLst/>
              <a:pathLst>
                <a:path w="15954" h="1099">
                  <a:moveTo>
                    <a:pt x="15954" y="0"/>
                  </a:moveTo>
                  <a:lnTo>
                    <a:pt x="0" y="10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4" name="pl4224"/>
            <p:cNvSpPr/>
            <p:nvPr/>
          </p:nvSpPr>
          <p:spPr>
            <a:xfrm>
              <a:off x="6004367" y="1286768"/>
              <a:ext cx="9143" cy="370"/>
            </a:xfrm>
            <a:custGeom>
              <a:avLst/>
              <a:pathLst>
                <a:path w="9143" h="370">
                  <a:moveTo>
                    <a:pt x="9143" y="0"/>
                  </a:moveTo>
                  <a:lnTo>
                    <a:pt x="0" y="3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5" name="pl4225"/>
            <p:cNvSpPr/>
            <p:nvPr/>
          </p:nvSpPr>
          <p:spPr>
            <a:xfrm>
              <a:off x="5995294" y="1288405"/>
              <a:ext cx="13703" cy="599"/>
            </a:xfrm>
            <a:custGeom>
              <a:avLst/>
              <a:pathLst>
                <a:path w="13703" h="599">
                  <a:moveTo>
                    <a:pt x="13703" y="0"/>
                  </a:moveTo>
                  <a:lnTo>
                    <a:pt x="0" y="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6" name="pl4226"/>
            <p:cNvSpPr/>
            <p:nvPr/>
          </p:nvSpPr>
          <p:spPr>
            <a:xfrm>
              <a:off x="5986235" y="1290150"/>
              <a:ext cx="15974" cy="759"/>
            </a:xfrm>
            <a:custGeom>
              <a:avLst/>
              <a:pathLst>
                <a:path w="15974" h="759">
                  <a:moveTo>
                    <a:pt x="15974" y="0"/>
                  </a:moveTo>
                  <a:lnTo>
                    <a:pt x="0" y="7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7" name="pl4227"/>
            <p:cNvSpPr/>
            <p:nvPr/>
          </p:nvSpPr>
          <p:spPr>
            <a:xfrm>
              <a:off x="5977190" y="1291971"/>
              <a:ext cx="17100" cy="881"/>
            </a:xfrm>
            <a:custGeom>
              <a:avLst/>
              <a:pathLst>
                <a:path w="17100" h="881">
                  <a:moveTo>
                    <a:pt x="17100" y="0"/>
                  </a:moveTo>
                  <a:lnTo>
                    <a:pt x="0" y="8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8" name="pl4228"/>
            <p:cNvSpPr/>
            <p:nvPr/>
          </p:nvSpPr>
          <p:spPr>
            <a:xfrm>
              <a:off x="6022655" y="1286144"/>
              <a:ext cx="9146" cy="292"/>
            </a:xfrm>
            <a:custGeom>
              <a:avLst/>
              <a:pathLst>
                <a:path w="9146" h="292">
                  <a:moveTo>
                    <a:pt x="9146" y="0"/>
                  </a:moveTo>
                  <a:lnTo>
                    <a:pt x="0" y="29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9" name="pl4229"/>
            <p:cNvSpPr/>
            <p:nvPr/>
          </p:nvSpPr>
          <p:spPr>
            <a:xfrm>
              <a:off x="6077546" y="1285206"/>
              <a:ext cx="9150" cy="58"/>
            </a:xfrm>
            <a:custGeom>
              <a:avLst/>
              <a:pathLst>
                <a:path w="9150" h="58">
                  <a:moveTo>
                    <a:pt x="9150" y="0"/>
                  </a:moveTo>
                  <a:lnTo>
                    <a:pt x="0" y="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0" name="pl4230"/>
            <p:cNvSpPr/>
            <p:nvPr/>
          </p:nvSpPr>
          <p:spPr>
            <a:xfrm>
              <a:off x="6068414" y="1286688"/>
              <a:ext cx="13716" cy="131"/>
            </a:xfrm>
            <a:custGeom>
              <a:avLst/>
              <a:pathLst>
                <a:path w="13716" h="131">
                  <a:moveTo>
                    <a:pt x="13716" y="0"/>
                  </a:moveTo>
                  <a:lnTo>
                    <a:pt x="0" y="13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1" name="pl4231"/>
            <p:cNvSpPr/>
            <p:nvPr/>
          </p:nvSpPr>
          <p:spPr>
            <a:xfrm>
              <a:off x="6059295" y="1288200"/>
              <a:ext cx="15990" cy="213"/>
            </a:xfrm>
            <a:custGeom>
              <a:avLst/>
              <a:pathLst>
                <a:path w="15990" h="213">
                  <a:moveTo>
                    <a:pt x="15990" y="0"/>
                  </a:moveTo>
                  <a:lnTo>
                    <a:pt x="0" y="2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2" name="pl4232"/>
            <p:cNvSpPr/>
            <p:nvPr/>
          </p:nvSpPr>
          <p:spPr>
            <a:xfrm>
              <a:off x="6050190" y="1289749"/>
              <a:ext cx="17120" cy="296"/>
            </a:xfrm>
            <a:custGeom>
              <a:avLst/>
              <a:pathLst>
                <a:path w="17120" h="296">
                  <a:moveTo>
                    <a:pt x="17120" y="0"/>
                  </a:moveTo>
                  <a:lnTo>
                    <a:pt x="0" y="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3" name="pl4233"/>
            <p:cNvSpPr/>
            <p:nvPr/>
          </p:nvSpPr>
          <p:spPr>
            <a:xfrm>
              <a:off x="6041098" y="1291338"/>
              <a:ext cx="17677" cy="379"/>
            </a:xfrm>
            <a:custGeom>
              <a:avLst/>
              <a:pathLst>
                <a:path w="17677" h="379">
                  <a:moveTo>
                    <a:pt x="17677" y="0"/>
                  </a:moveTo>
                  <a:lnTo>
                    <a:pt x="0" y="3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4" name="pl4234"/>
            <p:cNvSpPr/>
            <p:nvPr/>
          </p:nvSpPr>
          <p:spPr>
            <a:xfrm>
              <a:off x="6027508" y="1294423"/>
              <a:ext cx="22490" cy="601"/>
            </a:xfrm>
            <a:custGeom>
              <a:avLst/>
              <a:pathLst>
                <a:path w="22490" h="601">
                  <a:moveTo>
                    <a:pt x="22490" y="0"/>
                  </a:moveTo>
                  <a:lnTo>
                    <a:pt x="0" y="6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5" name="pl4235"/>
            <p:cNvSpPr/>
            <p:nvPr/>
          </p:nvSpPr>
          <p:spPr>
            <a:xfrm>
              <a:off x="5986339" y="1301979"/>
              <a:ext cx="52607" cy="2058"/>
            </a:xfrm>
            <a:custGeom>
              <a:avLst/>
              <a:pathLst>
                <a:path w="52607" h="2058">
                  <a:moveTo>
                    <a:pt x="52607" y="0"/>
                  </a:moveTo>
                  <a:lnTo>
                    <a:pt x="0" y="20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6" name="pl4236"/>
            <p:cNvSpPr/>
            <p:nvPr/>
          </p:nvSpPr>
          <p:spPr>
            <a:xfrm>
              <a:off x="5949910" y="1308671"/>
              <a:ext cx="62954" cy="3401"/>
            </a:xfrm>
            <a:custGeom>
              <a:avLst/>
              <a:pathLst>
                <a:path w="62954" h="3401">
                  <a:moveTo>
                    <a:pt x="62954" y="0"/>
                  </a:moveTo>
                  <a:lnTo>
                    <a:pt x="0" y="34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7" name="pl4237"/>
            <p:cNvSpPr/>
            <p:nvPr/>
          </p:nvSpPr>
          <p:spPr>
            <a:xfrm>
              <a:off x="5932715" y="1326145"/>
              <a:ext cx="49524" cy="3261"/>
            </a:xfrm>
            <a:custGeom>
              <a:avLst/>
              <a:pathLst>
                <a:path w="49524" h="3261">
                  <a:moveTo>
                    <a:pt x="49524" y="0"/>
                  </a:moveTo>
                  <a:lnTo>
                    <a:pt x="0" y="32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8" name="pl4238"/>
            <p:cNvSpPr/>
            <p:nvPr/>
          </p:nvSpPr>
          <p:spPr>
            <a:xfrm>
              <a:off x="5883281" y="1329406"/>
              <a:ext cx="49433" cy="4427"/>
            </a:xfrm>
            <a:custGeom>
              <a:avLst/>
              <a:pathLst>
                <a:path w="49433" h="4427">
                  <a:moveTo>
                    <a:pt x="49433" y="0"/>
                  </a:moveTo>
                  <a:lnTo>
                    <a:pt x="0" y="44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9" name="pl4239"/>
            <p:cNvSpPr/>
            <p:nvPr/>
          </p:nvSpPr>
          <p:spPr>
            <a:xfrm>
              <a:off x="5878642" y="1349749"/>
              <a:ext cx="55653" cy="5075"/>
            </a:xfrm>
            <a:custGeom>
              <a:avLst/>
              <a:pathLst>
                <a:path w="55653" h="5075">
                  <a:moveTo>
                    <a:pt x="55653" y="0"/>
                  </a:moveTo>
                  <a:lnTo>
                    <a:pt x="0" y="507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0" name="pl4240"/>
            <p:cNvSpPr/>
            <p:nvPr/>
          </p:nvSpPr>
          <p:spPr>
            <a:xfrm>
              <a:off x="5823144" y="1354824"/>
              <a:ext cx="55497" cy="6564"/>
            </a:xfrm>
            <a:custGeom>
              <a:avLst/>
              <a:pathLst>
                <a:path w="55497" h="6564">
                  <a:moveTo>
                    <a:pt x="55497" y="0"/>
                  </a:moveTo>
                  <a:lnTo>
                    <a:pt x="0" y="65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1" name="pl4241"/>
            <p:cNvSpPr/>
            <p:nvPr/>
          </p:nvSpPr>
          <p:spPr>
            <a:xfrm>
              <a:off x="5767842" y="1361388"/>
              <a:ext cx="55302" cy="8049"/>
            </a:xfrm>
            <a:custGeom>
              <a:avLst/>
              <a:pathLst>
                <a:path w="55302" h="8049">
                  <a:moveTo>
                    <a:pt x="55302" y="0"/>
                  </a:moveTo>
                  <a:lnTo>
                    <a:pt x="0" y="80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2" name="pl4242"/>
            <p:cNvSpPr/>
            <p:nvPr/>
          </p:nvSpPr>
          <p:spPr>
            <a:xfrm>
              <a:off x="5804702" y="1408575"/>
              <a:ext cx="52160" cy="6854"/>
            </a:xfrm>
            <a:custGeom>
              <a:avLst/>
              <a:pathLst>
                <a:path w="52160" h="6854">
                  <a:moveTo>
                    <a:pt x="52160" y="0"/>
                  </a:moveTo>
                  <a:lnTo>
                    <a:pt x="0" y="68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3" name="pl4243"/>
            <p:cNvSpPr/>
            <p:nvPr/>
          </p:nvSpPr>
          <p:spPr>
            <a:xfrm>
              <a:off x="5752736" y="1415430"/>
              <a:ext cx="51966" cy="8201"/>
            </a:xfrm>
            <a:custGeom>
              <a:avLst/>
              <a:pathLst>
                <a:path w="51966" h="8201">
                  <a:moveTo>
                    <a:pt x="51966" y="0"/>
                  </a:moveTo>
                  <a:lnTo>
                    <a:pt x="0" y="82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4" name="pl4244"/>
            <p:cNvSpPr/>
            <p:nvPr/>
          </p:nvSpPr>
          <p:spPr>
            <a:xfrm>
              <a:off x="5700999" y="1423631"/>
              <a:ext cx="51736" cy="9542"/>
            </a:xfrm>
            <a:custGeom>
              <a:avLst/>
              <a:pathLst>
                <a:path w="51736" h="9542">
                  <a:moveTo>
                    <a:pt x="51736" y="0"/>
                  </a:moveTo>
                  <a:lnTo>
                    <a:pt x="0" y="95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5" name="pl4245"/>
            <p:cNvSpPr/>
            <p:nvPr/>
          </p:nvSpPr>
          <p:spPr>
            <a:xfrm>
              <a:off x="5649527" y="1433173"/>
              <a:ext cx="51472" cy="10876"/>
            </a:xfrm>
            <a:custGeom>
              <a:avLst/>
              <a:pathLst>
                <a:path w="51472" h="10876">
                  <a:moveTo>
                    <a:pt x="51472" y="0"/>
                  </a:moveTo>
                  <a:lnTo>
                    <a:pt x="0" y="10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6" name="pl4246"/>
            <p:cNvSpPr/>
            <p:nvPr/>
          </p:nvSpPr>
          <p:spPr>
            <a:xfrm>
              <a:off x="5598353" y="1444050"/>
              <a:ext cx="51174" cy="12203"/>
            </a:xfrm>
            <a:custGeom>
              <a:avLst/>
              <a:pathLst>
                <a:path w="51174" h="12203">
                  <a:moveTo>
                    <a:pt x="51174" y="0"/>
                  </a:moveTo>
                  <a:lnTo>
                    <a:pt x="0" y="122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7" name="pl4247"/>
            <p:cNvSpPr/>
            <p:nvPr/>
          </p:nvSpPr>
          <p:spPr>
            <a:xfrm>
              <a:off x="5547511" y="1456254"/>
              <a:ext cx="50841" cy="13522"/>
            </a:xfrm>
            <a:custGeom>
              <a:avLst/>
              <a:pathLst>
                <a:path w="50841" h="13522">
                  <a:moveTo>
                    <a:pt x="50841" y="0"/>
                  </a:moveTo>
                  <a:lnTo>
                    <a:pt x="0" y="135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8" name="pl4248"/>
            <p:cNvSpPr/>
            <p:nvPr/>
          </p:nvSpPr>
          <p:spPr>
            <a:xfrm>
              <a:off x="5497036" y="1469776"/>
              <a:ext cx="50474" cy="14832"/>
            </a:xfrm>
            <a:custGeom>
              <a:avLst/>
              <a:pathLst>
                <a:path w="50474" h="14832">
                  <a:moveTo>
                    <a:pt x="50474" y="0"/>
                  </a:moveTo>
                  <a:lnTo>
                    <a:pt x="0" y="1483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9" name="pl4249"/>
            <p:cNvSpPr/>
            <p:nvPr/>
          </p:nvSpPr>
          <p:spPr>
            <a:xfrm>
              <a:off x="5624624" y="1442723"/>
              <a:ext cx="51508" cy="11585"/>
            </a:xfrm>
            <a:custGeom>
              <a:avLst/>
              <a:pathLst>
                <a:path w="51508" h="11585">
                  <a:moveTo>
                    <a:pt x="51508" y="0"/>
                  </a:moveTo>
                  <a:lnTo>
                    <a:pt x="0" y="115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0" name="pl4250"/>
            <p:cNvSpPr/>
            <p:nvPr/>
          </p:nvSpPr>
          <p:spPr>
            <a:xfrm>
              <a:off x="5573434" y="1454309"/>
              <a:ext cx="51189" cy="12921"/>
            </a:xfrm>
            <a:custGeom>
              <a:avLst/>
              <a:pathLst>
                <a:path w="51189" h="12921">
                  <a:moveTo>
                    <a:pt x="51189" y="0"/>
                  </a:moveTo>
                  <a:lnTo>
                    <a:pt x="0" y="129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1" name="pl4251"/>
            <p:cNvSpPr/>
            <p:nvPr/>
          </p:nvSpPr>
          <p:spPr>
            <a:xfrm>
              <a:off x="5522598" y="1467230"/>
              <a:ext cx="50836" cy="14247"/>
            </a:xfrm>
            <a:custGeom>
              <a:avLst/>
              <a:pathLst>
                <a:path w="50836" h="14247">
                  <a:moveTo>
                    <a:pt x="50836" y="0"/>
                  </a:moveTo>
                  <a:lnTo>
                    <a:pt x="0" y="14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2" name="pl4252"/>
            <p:cNvSpPr/>
            <p:nvPr/>
          </p:nvSpPr>
          <p:spPr>
            <a:xfrm>
              <a:off x="5472150" y="1481478"/>
              <a:ext cx="50448" cy="15565"/>
            </a:xfrm>
            <a:custGeom>
              <a:avLst/>
              <a:pathLst>
                <a:path w="50448" h="15565">
                  <a:moveTo>
                    <a:pt x="50448" y="0"/>
                  </a:moveTo>
                  <a:lnTo>
                    <a:pt x="0" y="155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3" name="pl4253"/>
            <p:cNvSpPr/>
            <p:nvPr/>
          </p:nvSpPr>
          <p:spPr>
            <a:xfrm>
              <a:off x="5422123" y="1497043"/>
              <a:ext cx="50026" cy="16871"/>
            </a:xfrm>
            <a:custGeom>
              <a:avLst/>
              <a:pathLst>
                <a:path w="50026" h="16871">
                  <a:moveTo>
                    <a:pt x="50026" y="0"/>
                  </a:moveTo>
                  <a:lnTo>
                    <a:pt x="0" y="168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4" name="pl4254"/>
            <p:cNvSpPr/>
            <p:nvPr/>
          </p:nvSpPr>
          <p:spPr>
            <a:xfrm>
              <a:off x="5501330" y="1475592"/>
              <a:ext cx="47033" cy="13797"/>
            </a:xfrm>
            <a:custGeom>
              <a:avLst/>
              <a:pathLst>
                <a:path w="47033" h="13797">
                  <a:moveTo>
                    <a:pt x="47033" y="0"/>
                  </a:moveTo>
                  <a:lnTo>
                    <a:pt x="0" y="137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5" name="pl4255"/>
            <p:cNvSpPr/>
            <p:nvPr/>
          </p:nvSpPr>
          <p:spPr>
            <a:xfrm>
              <a:off x="5454643" y="1489389"/>
              <a:ext cx="46686" cy="14929"/>
            </a:xfrm>
            <a:custGeom>
              <a:avLst/>
              <a:pathLst>
                <a:path w="46686" h="14929">
                  <a:moveTo>
                    <a:pt x="46686" y="0"/>
                  </a:moveTo>
                  <a:lnTo>
                    <a:pt x="0" y="149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6" name="pl4256"/>
            <p:cNvSpPr/>
            <p:nvPr/>
          </p:nvSpPr>
          <p:spPr>
            <a:xfrm>
              <a:off x="5408331" y="1504318"/>
              <a:ext cx="46312" cy="16053"/>
            </a:xfrm>
            <a:custGeom>
              <a:avLst/>
              <a:pathLst>
                <a:path w="46312" h="16053">
                  <a:moveTo>
                    <a:pt x="46312" y="0"/>
                  </a:moveTo>
                  <a:lnTo>
                    <a:pt x="0" y="160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7" name="pl4257"/>
            <p:cNvSpPr/>
            <p:nvPr/>
          </p:nvSpPr>
          <p:spPr>
            <a:xfrm>
              <a:off x="5433049" y="1520311"/>
              <a:ext cx="52438" cy="17569"/>
            </a:xfrm>
            <a:custGeom>
              <a:avLst/>
              <a:pathLst>
                <a:path w="52438" h="17569">
                  <a:moveTo>
                    <a:pt x="52438" y="0"/>
                  </a:moveTo>
                  <a:lnTo>
                    <a:pt x="0" y="175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8" name="pl4258"/>
            <p:cNvSpPr/>
            <p:nvPr/>
          </p:nvSpPr>
          <p:spPr>
            <a:xfrm>
              <a:off x="5381116" y="1537881"/>
              <a:ext cx="51933" cy="19010"/>
            </a:xfrm>
            <a:custGeom>
              <a:avLst/>
              <a:pathLst>
                <a:path w="51933" h="19010">
                  <a:moveTo>
                    <a:pt x="51933" y="0"/>
                  </a:moveTo>
                  <a:lnTo>
                    <a:pt x="0" y="190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9" name="pl4259"/>
            <p:cNvSpPr/>
            <p:nvPr/>
          </p:nvSpPr>
          <p:spPr>
            <a:xfrm>
              <a:off x="5329727" y="1556891"/>
              <a:ext cx="51388" cy="20436"/>
            </a:xfrm>
            <a:custGeom>
              <a:avLst/>
              <a:pathLst>
                <a:path w="51388" h="20436">
                  <a:moveTo>
                    <a:pt x="51388" y="0"/>
                  </a:moveTo>
                  <a:lnTo>
                    <a:pt x="0" y="204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0" name="pl4260"/>
            <p:cNvSpPr/>
            <p:nvPr/>
          </p:nvSpPr>
          <p:spPr>
            <a:xfrm>
              <a:off x="5367313" y="1559524"/>
              <a:ext cx="44212" cy="16782"/>
            </a:xfrm>
            <a:custGeom>
              <a:avLst/>
              <a:pathLst>
                <a:path w="44212" h="16782">
                  <a:moveTo>
                    <a:pt x="44212" y="0"/>
                  </a:moveTo>
                  <a:lnTo>
                    <a:pt x="0" y="167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1" name="pl4261"/>
            <p:cNvSpPr/>
            <p:nvPr/>
          </p:nvSpPr>
          <p:spPr>
            <a:xfrm>
              <a:off x="5323512" y="1576306"/>
              <a:ext cx="43801" cy="17827"/>
            </a:xfrm>
            <a:custGeom>
              <a:avLst/>
              <a:pathLst>
                <a:path w="43801" h="17827">
                  <a:moveTo>
                    <a:pt x="43801" y="0"/>
                  </a:moveTo>
                  <a:lnTo>
                    <a:pt x="0" y="178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2" name="pl4262"/>
            <p:cNvSpPr/>
            <p:nvPr/>
          </p:nvSpPr>
          <p:spPr>
            <a:xfrm>
              <a:off x="5280147" y="1594133"/>
              <a:ext cx="43365" cy="18862"/>
            </a:xfrm>
            <a:custGeom>
              <a:avLst/>
              <a:pathLst>
                <a:path w="43365" h="18862">
                  <a:moveTo>
                    <a:pt x="43365" y="0"/>
                  </a:moveTo>
                  <a:lnTo>
                    <a:pt x="0" y="188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3" name="pl4263"/>
            <p:cNvSpPr/>
            <p:nvPr/>
          </p:nvSpPr>
          <p:spPr>
            <a:xfrm>
              <a:off x="5237241" y="1612996"/>
              <a:ext cx="42905" cy="19887"/>
            </a:xfrm>
            <a:custGeom>
              <a:avLst/>
              <a:pathLst>
                <a:path w="42905" h="19887">
                  <a:moveTo>
                    <a:pt x="42905" y="0"/>
                  </a:moveTo>
                  <a:lnTo>
                    <a:pt x="0" y="198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4" name="pl4264"/>
            <p:cNvSpPr/>
            <p:nvPr/>
          </p:nvSpPr>
          <p:spPr>
            <a:xfrm>
              <a:off x="5293574" y="1645177"/>
              <a:ext cx="51423" cy="22528"/>
            </a:xfrm>
            <a:custGeom>
              <a:avLst/>
              <a:pathLst>
                <a:path w="51423" h="22528">
                  <a:moveTo>
                    <a:pt x="51423" y="0"/>
                  </a:moveTo>
                  <a:lnTo>
                    <a:pt x="0" y="225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5" name="pl4265"/>
            <p:cNvSpPr/>
            <p:nvPr/>
          </p:nvSpPr>
          <p:spPr>
            <a:xfrm>
              <a:off x="5242826" y="1667705"/>
              <a:ext cx="50748" cy="24010"/>
            </a:xfrm>
            <a:custGeom>
              <a:avLst/>
              <a:pathLst>
                <a:path w="50748" h="24010">
                  <a:moveTo>
                    <a:pt x="50748" y="0"/>
                  </a:moveTo>
                  <a:lnTo>
                    <a:pt x="0" y="240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6" name="pl4266"/>
            <p:cNvSpPr/>
            <p:nvPr/>
          </p:nvSpPr>
          <p:spPr>
            <a:xfrm>
              <a:off x="5192795" y="1691716"/>
              <a:ext cx="50030" cy="25472"/>
            </a:xfrm>
            <a:custGeom>
              <a:avLst/>
              <a:pathLst>
                <a:path w="50030" h="25472">
                  <a:moveTo>
                    <a:pt x="50030" y="0"/>
                  </a:moveTo>
                  <a:lnTo>
                    <a:pt x="0" y="25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7" name="pl4267"/>
            <p:cNvSpPr/>
            <p:nvPr/>
          </p:nvSpPr>
          <p:spPr>
            <a:xfrm>
              <a:off x="5143525" y="1717188"/>
              <a:ext cx="49270" cy="26912"/>
            </a:xfrm>
            <a:custGeom>
              <a:avLst/>
              <a:pathLst>
                <a:path w="49270" h="26912">
                  <a:moveTo>
                    <a:pt x="49270" y="0"/>
                  </a:moveTo>
                  <a:lnTo>
                    <a:pt x="0" y="26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8" name="pl4268"/>
            <p:cNvSpPr/>
            <p:nvPr/>
          </p:nvSpPr>
          <p:spPr>
            <a:xfrm>
              <a:off x="5095056" y="1744101"/>
              <a:ext cx="48469" cy="28330"/>
            </a:xfrm>
            <a:custGeom>
              <a:avLst/>
              <a:pathLst>
                <a:path w="48469" h="28330">
                  <a:moveTo>
                    <a:pt x="48469" y="0"/>
                  </a:moveTo>
                  <a:lnTo>
                    <a:pt x="0" y="28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9" name="pl4269"/>
            <p:cNvSpPr/>
            <p:nvPr/>
          </p:nvSpPr>
          <p:spPr>
            <a:xfrm>
              <a:off x="5047428" y="1772432"/>
              <a:ext cx="47627" cy="29724"/>
            </a:xfrm>
            <a:custGeom>
              <a:avLst/>
              <a:pathLst>
                <a:path w="47627" h="29724">
                  <a:moveTo>
                    <a:pt x="47627" y="0"/>
                  </a:moveTo>
                  <a:lnTo>
                    <a:pt x="0" y="2972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0" name="pl4270"/>
            <p:cNvSpPr/>
            <p:nvPr/>
          </p:nvSpPr>
          <p:spPr>
            <a:xfrm>
              <a:off x="5000683" y="1802157"/>
              <a:ext cx="46744" cy="31093"/>
            </a:xfrm>
            <a:custGeom>
              <a:avLst/>
              <a:pathLst>
                <a:path w="46744" h="31093">
                  <a:moveTo>
                    <a:pt x="46744" y="0"/>
                  </a:moveTo>
                  <a:lnTo>
                    <a:pt x="0" y="310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1" name="pl4271"/>
            <p:cNvSpPr/>
            <p:nvPr/>
          </p:nvSpPr>
          <p:spPr>
            <a:xfrm>
              <a:off x="5127224" y="1733024"/>
              <a:ext cx="42235" cy="23762"/>
            </a:xfrm>
            <a:custGeom>
              <a:avLst/>
              <a:pathLst>
                <a:path w="42235" h="23762">
                  <a:moveTo>
                    <a:pt x="42235" y="0"/>
                  </a:moveTo>
                  <a:lnTo>
                    <a:pt x="0" y="237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2" name="pl4272"/>
            <p:cNvSpPr/>
            <p:nvPr/>
          </p:nvSpPr>
          <p:spPr>
            <a:xfrm>
              <a:off x="5085598" y="1756787"/>
              <a:ext cx="41626" cy="24814"/>
            </a:xfrm>
            <a:custGeom>
              <a:avLst/>
              <a:pathLst>
                <a:path w="41626" h="24814">
                  <a:moveTo>
                    <a:pt x="41626" y="0"/>
                  </a:moveTo>
                  <a:lnTo>
                    <a:pt x="0" y="248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3" name="pl4273"/>
            <p:cNvSpPr/>
            <p:nvPr/>
          </p:nvSpPr>
          <p:spPr>
            <a:xfrm>
              <a:off x="5044607" y="1781601"/>
              <a:ext cx="40991" cy="25850"/>
            </a:xfrm>
            <a:custGeom>
              <a:avLst/>
              <a:pathLst>
                <a:path w="40991" h="25850">
                  <a:moveTo>
                    <a:pt x="40991" y="0"/>
                  </a:moveTo>
                  <a:lnTo>
                    <a:pt x="0" y="258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4" name="pl4274"/>
            <p:cNvSpPr/>
            <p:nvPr/>
          </p:nvSpPr>
          <p:spPr>
            <a:xfrm>
              <a:off x="5004277" y="1807451"/>
              <a:ext cx="40329" cy="26869"/>
            </a:xfrm>
            <a:custGeom>
              <a:avLst/>
              <a:pathLst>
                <a:path w="40329" h="26869">
                  <a:moveTo>
                    <a:pt x="40329" y="0"/>
                  </a:moveTo>
                  <a:lnTo>
                    <a:pt x="0" y="268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5" name="pl4275"/>
            <p:cNvSpPr/>
            <p:nvPr/>
          </p:nvSpPr>
          <p:spPr>
            <a:xfrm>
              <a:off x="4964633" y="1834321"/>
              <a:ext cx="39643" cy="27872"/>
            </a:xfrm>
            <a:custGeom>
              <a:avLst/>
              <a:pathLst>
                <a:path w="39643" h="27872">
                  <a:moveTo>
                    <a:pt x="39643" y="0"/>
                  </a:moveTo>
                  <a:lnTo>
                    <a:pt x="0" y="278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6" name="pl4276"/>
            <p:cNvSpPr/>
            <p:nvPr/>
          </p:nvSpPr>
          <p:spPr>
            <a:xfrm>
              <a:off x="5034989" y="1821518"/>
              <a:ext cx="47134" cy="30709"/>
            </a:xfrm>
            <a:custGeom>
              <a:avLst/>
              <a:pathLst>
                <a:path w="47134" h="30709">
                  <a:moveTo>
                    <a:pt x="47134" y="0"/>
                  </a:moveTo>
                  <a:lnTo>
                    <a:pt x="0" y="307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7" name="pl4277"/>
            <p:cNvSpPr/>
            <p:nvPr/>
          </p:nvSpPr>
          <p:spPr>
            <a:xfrm>
              <a:off x="4988784" y="1852227"/>
              <a:ext cx="46205" cy="32090"/>
            </a:xfrm>
            <a:custGeom>
              <a:avLst/>
              <a:pathLst>
                <a:path w="46205" h="32090">
                  <a:moveTo>
                    <a:pt x="46205" y="0"/>
                  </a:moveTo>
                  <a:lnTo>
                    <a:pt x="0" y="32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8" name="pl4278"/>
            <p:cNvSpPr/>
            <p:nvPr/>
          </p:nvSpPr>
          <p:spPr>
            <a:xfrm>
              <a:off x="4943548" y="1884317"/>
              <a:ext cx="45235" cy="33444"/>
            </a:xfrm>
            <a:custGeom>
              <a:avLst/>
              <a:pathLst>
                <a:path w="45235" h="33444">
                  <a:moveTo>
                    <a:pt x="45235" y="0"/>
                  </a:moveTo>
                  <a:lnTo>
                    <a:pt x="0" y="334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9" name="pl4279"/>
            <p:cNvSpPr/>
            <p:nvPr/>
          </p:nvSpPr>
          <p:spPr>
            <a:xfrm>
              <a:off x="4899323" y="1917761"/>
              <a:ext cx="44225" cy="34768"/>
            </a:xfrm>
            <a:custGeom>
              <a:avLst/>
              <a:pathLst>
                <a:path w="44225" h="34768">
                  <a:moveTo>
                    <a:pt x="44225" y="0"/>
                  </a:moveTo>
                  <a:lnTo>
                    <a:pt x="0" y="347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0" name="pl4280"/>
            <p:cNvSpPr/>
            <p:nvPr/>
          </p:nvSpPr>
          <p:spPr>
            <a:xfrm>
              <a:off x="4856146" y="1952530"/>
              <a:ext cx="43177" cy="36062"/>
            </a:xfrm>
            <a:custGeom>
              <a:avLst/>
              <a:pathLst>
                <a:path w="43177" h="36062">
                  <a:moveTo>
                    <a:pt x="43177" y="0"/>
                  </a:moveTo>
                  <a:lnTo>
                    <a:pt x="0" y="360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1" name="pl4281"/>
            <p:cNvSpPr/>
            <p:nvPr/>
          </p:nvSpPr>
          <p:spPr>
            <a:xfrm>
              <a:off x="4922114" y="1902044"/>
              <a:ext cx="44794" cy="34157"/>
            </a:xfrm>
            <a:custGeom>
              <a:avLst/>
              <a:pathLst>
                <a:path w="44794" h="34157">
                  <a:moveTo>
                    <a:pt x="44794" y="0"/>
                  </a:moveTo>
                  <a:lnTo>
                    <a:pt x="0" y="3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2" name="pl4282"/>
            <p:cNvSpPr/>
            <p:nvPr/>
          </p:nvSpPr>
          <p:spPr>
            <a:xfrm>
              <a:off x="4878353" y="1936201"/>
              <a:ext cx="43761" cy="35470"/>
            </a:xfrm>
            <a:custGeom>
              <a:avLst/>
              <a:pathLst>
                <a:path w="43761" h="35470">
                  <a:moveTo>
                    <a:pt x="43761" y="0"/>
                  </a:moveTo>
                  <a:lnTo>
                    <a:pt x="0" y="354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3" name="pl4283"/>
            <p:cNvSpPr/>
            <p:nvPr/>
          </p:nvSpPr>
          <p:spPr>
            <a:xfrm>
              <a:off x="4835662" y="1971672"/>
              <a:ext cx="42690" cy="36753"/>
            </a:xfrm>
            <a:custGeom>
              <a:avLst/>
              <a:pathLst>
                <a:path w="42690" h="36753">
                  <a:moveTo>
                    <a:pt x="42690" y="0"/>
                  </a:moveTo>
                  <a:lnTo>
                    <a:pt x="0" y="3675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4" name="pl4284"/>
            <p:cNvSpPr/>
            <p:nvPr/>
          </p:nvSpPr>
          <p:spPr>
            <a:xfrm>
              <a:off x="4876866" y="1976418"/>
              <a:ext cx="41589" cy="34720"/>
            </a:xfrm>
            <a:custGeom>
              <a:avLst/>
              <a:pathLst>
                <a:path w="41589" h="34720">
                  <a:moveTo>
                    <a:pt x="41589" y="0"/>
                  </a:moveTo>
                  <a:lnTo>
                    <a:pt x="0" y="347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5" name="pl4285"/>
            <p:cNvSpPr/>
            <p:nvPr/>
          </p:nvSpPr>
          <p:spPr>
            <a:xfrm>
              <a:off x="4836300" y="2011139"/>
              <a:ext cx="40566" cy="35911"/>
            </a:xfrm>
            <a:custGeom>
              <a:avLst/>
              <a:pathLst>
                <a:path w="40566" h="35911">
                  <a:moveTo>
                    <a:pt x="40566" y="0"/>
                  </a:moveTo>
                  <a:lnTo>
                    <a:pt x="0" y="359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6" name="pl4286"/>
            <p:cNvSpPr/>
            <p:nvPr/>
          </p:nvSpPr>
          <p:spPr>
            <a:xfrm>
              <a:off x="4796791" y="2047050"/>
              <a:ext cx="39508" cy="37071"/>
            </a:xfrm>
            <a:custGeom>
              <a:avLst/>
              <a:pathLst>
                <a:path w="39508" h="37071">
                  <a:moveTo>
                    <a:pt x="39508" y="0"/>
                  </a:moveTo>
                  <a:lnTo>
                    <a:pt x="0" y="370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7" name="pl4287"/>
            <p:cNvSpPr/>
            <p:nvPr/>
          </p:nvSpPr>
          <p:spPr>
            <a:xfrm>
              <a:off x="4758373" y="2084121"/>
              <a:ext cx="38418" cy="38200"/>
            </a:xfrm>
            <a:custGeom>
              <a:avLst/>
              <a:pathLst>
                <a:path w="38418" h="38200">
                  <a:moveTo>
                    <a:pt x="38418" y="0"/>
                  </a:moveTo>
                  <a:lnTo>
                    <a:pt x="0" y="382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8" name="pl4288"/>
            <p:cNvSpPr/>
            <p:nvPr/>
          </p:nvSpPr>
          <p:spPr>
            <a:xfrm>
              <a:off x="4802675" y="2049204"/>
              <a:ext cx="35588" cy="33297"/>
            </a:xfrm>
            <a:custGeom>
              <a:avLst/>
              <a:pathLst>
                <a:path w="35588" h="33297">
                  <a:moveTo>
                    <a:pt x="35588" y="0"/>
                  </a:moveTo>
                  <a:lnTo>
                    <a:pt x="0" y="332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9" name="pl4289"/>
            <p:cNvSpPr/>
            <p:nvPr/>
          </p:nvSpPr>
          <p:spPr>
            <a:xfrm>
              <a:off x="4767967" y="2082501"/>
              <a:ext cx="34707" cy="34214"/>
            </a:xfrm>
            <a:custGeom>
              <a:avLst/>
              <a:pathLst>
                <a:path w="34707" h="34214">
                  <a:moveTo>
                    <a:pt x="34707" y="0"/>
                  </a:moveTo>
                  <a:lnTo>
                    <a:pt x="0" y="34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0" name="pl4290"/>
            <p:cNvSpPr/>
            <p:nvPr/>
          </p:nvSpPr>
          <p:spPr>
            <a:xfrm>
              <a:off x="4734165" y="2116716"/>
              <a:ext cx="33802" cy="35109"/>
            </a:xfrm>
            <a:custGeom>
              <a:avLst/>
              <a:pathLst>
                <a:path w="33802" h="35109">
                  <a:moveTo>
                    <a:pt x="33802" y="0"/>
                  </a:moveTo>
                  <a:lnTo>
                    <a:pt x="0" y="351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1" name="pl4291"/>
            <p:cNvSpPr/>
            <p:nvPr/>
          </p:nvSpPr>
          <p:spPr>
            <a:xfrm>
              <a:off x="4755974" y="2101571"/>
              <a:ext cx="31281" cy="31581"/>
            </a:xfrm>
            <a:custGeom>
              <a:avLst/>
              <a:pathLst>
                <a:path w="31281" h="31581">
                  <a:moveTo>
                    <a:pt x="31281" y="0"/>
                  </a:moveTo>
                  <a:lnTo>
                    <a:pt x="0" y="31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2" name="pl4292"/>
            <p:cNvSpPr/>
            <p:nvPr/>
          </p:nvSpPr>
          <p:spPr>
            <a:xfrm>
              <a:off x="4725454" y="2133153"/>
              <a:ext cx="30519" cy="32318"/>
            </a:xfrm>
            <a:custGeom>
              <a:avLst/>
              <a:pathLst>
                <a:path w="30519" h="32318">
                  <a:moveTo>
                    <a:pt x="30519" y="0"/>
                  </a:moveTo>
                  <a:lnTo>
                    <a:pt x="0" y="323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3" name="pl4293"/>
            <p:cNvSpPr/>
            <p:nvPr/>
          </p:nvSpPr>
          <p:spPr>
            <a:xfrm>
              <a:off x="4903315" y="2306406"/>
              <a:ext cx="31797" cy="33838"/>
            </a:xfrm>
            <a:custGeom>
              <a:avLst/>
              <a:pathLst>
                <a:path w="31797" h="33838">
                  <a:moveTo>
                    <a:pt x="31797" y="0"/>
                  </a:moveTo>
                  <a:lnTo>
                    <a:pt x="0" y="33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4" name="pl4294"/>
            <p:cNvSpPr/>
            <p:nvPr/>
          </p:nvSpPr>
          <p:spPr>
            <a:xfrm>
              <a:off x="4872503" y="2340244"/>
              <a:ext cx="30811" cy="34738"/>
            </a:xfrm>
            <a:custGeom>
              <a:avLst/>
              <a:pathLst>
                <a:path w="30811" h="34738">
                  <a:moveTo>
                    <a:pt x="30811" y="0"/>
                  </a:moveTo>
                  <a:lnTo>
                    <a:pt x="0" y="347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5" name="pl4295"/>
            <p:cNvSpPr/>
            <p:nvPr/>
          </p:nvSpPr>
          <p:spPr>
            <a:xfrm>
              <a:off x="4842703" y="2374983"/>
              <a:ext cx="29800" cy="35610"/>
            </a:xfrm>
            <a:custGeom>
              <a:avLst/>
              <a:pathLst>
                <a:path w="29800" h="35610">
                  <a:moveTo>
                    <a:pt x="29800" y="0"/>
                  </a:moveTo>
                  <a:lnTo>
                    <a:pt x="0" y="356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6" name="pl4296"/>
            <p:cNvSpPr/>
            <p:nvPr/>
          </p:nvSpPr>
          <p:spPr>
            <a:xfrm>
              <a:off x="4813939" y="2410593"/>
              <a:ext cx="28763" cy="36452"/>
            </a:xfrm>
            <a:custGeom>
              <a:avLst/>
              <a:pathLst>
                <a:path w="28763" h="36452">
                  <a:moveTo>
                    <a:pt x="28763" y="0"/>
                  </a:moveTo>
                  <a:lnTo>
                    <a:pt x="0" y="364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7" name="pl4297"/>
            <p:cNvSpPr/>
            <p:nvPr/>
          </p:nvSpPr>
          <p:spPr>
            <a:xfrm>
              <a:off x="4786236" y="2447045"/>
              <a:ext cx="27703" cy="37264"/>
            </a:xfrm>
            <a:custGeom>
              <a:avLst/>
              <a:pathLst>
                <a:path w="27703" h="37264">
                  <a:moveTo>
                    <a:pt x="27703" y="0"/>
                  </a:moveTo>
                  <a:lnTo>
                    <a:pt x="0" y="372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8" name="pl4298"/>
            <p:cNvSpPr/>
            <p:nvPr/>
          </p:nvSpPr>
          <p:spPr>
            <a:xfrm>
              <a:off x="4759615" y="2484309"/>
              <a:ext cx="26620" cy="38045"/>
            </a:xfrm>
            <a:custGeom>
              <a:avLst/>
              <a:pathLst>
                <a:path w="26620" h="38045">
                  <a:moveTo>
                    <a:pt x="26620" y="0"/>
                  </a:moveTo>
                  <a:lnTo>
                    <a:pt x="0" y="380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9" name="pl4299"/>
            <p:cNvSpPr/>
            <p:nvPr/>
          </p:nvSpPr>
          <p:spPr>
            <a:xfrm>
              <a:off x="4734099" y="2522355"/>
              <a:ext cx="25516" cy="38795"/>
            </a:xfrm>
            <a:custGeom>
              <a:avLst/>
              <a:pathLst>
                <a:path w="25516" h="38795">
                  <a:moveTo>
                    <a:pt x="25516" y="0"/>
                  </a:moveTo>
                  <a:lnTo>
                    <a:pt x="0" y="387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0" name="pl4300"/>
            <p:cNvSpPr/>
            <p:nvPr/>
          </p:nvSpPr>
          <p:spPr>
            <a:xfrm>
              <a:off x="4709709" y="2561150"/>
              <a:ext cx="24390" cy="39512"/>
            </a:xfrm>
            <a:custGeom>
              <a:avLst/>
              <a:pathLst>
                <a:path w="24390" h="39512">
                  <a:moveTo>
                    <a:pt x="24390" y="0"/>
                  </a:moveTo>
                  <a:lnTo>
                    <a:pt x="0" y="395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1" name="pl4301"/>
            <p:cNvSpPr/>
            <p:nvPr/>
          </p:nvSpPr>
          <p:spPr>
            <a:xfrm>
              <a:off x="4686465" y="2600663"/>
              <a:ext cx="23243" cy="40197"/>
            </a:xfrm>
            <a:custGeom>
              <a:avLst/>
              <a:pathLst>
                <a:path w="23243" h="40197">
                  <a:moveTo>
                    <a:pt x="23243" y="0"/>
                  </a:moveTo>
                  <a:lnTo>
                    <a:pt x="0" y="401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2" name="pl4302"/>
            <p:cNvSpPr/>
            <p:nvPr/>
          </p:nvSpPr>
          <p:spPr>
            <a:xfrm>
              <a:off x="4664386" y="2640861"/>
              <a:ext cx="22078" cy="40849"/>
            </a:xfrm>
            <a:custGeom>
              <a:avLst/>
              <a:pathLst>
                <a:path w="22078" h="40849">
                  <a:moveTo>
                    <a:pt x="22078" y="0"/>
                  </a:moveTo>
                  <a:lnTo>
                    <a:pt x="0" y="4084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3" name="pl4303"/>
            <p:cNvSpPr/>
            <p:nvPr/>
          </p:nvSpPr>
          <p:spPr>
            <a:xfrm>
              <a:off x="4643492" y="2681710"/>
              <a:ext cx="20894" cy="41467"/>
            </a:xfrm>
            <a:custGeom>
              <a:avLst/>
              <a:pathLst>
                <a:path w="20894" h="41467">
                  <a:moveTo>
                    <a:pt x="20894" y="0"/>
                  </a:moveTo>
                  <a:lnTo>
                    <a:pt x="0" y="41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4" name="pl4304"/>
            <p:cNvSpPr/>
            <p:nvPr/>
          </p:nvSpPr>
          <p:spPr>
            <a:xfrm>
              <a:off x="4623798" y="2723177"/>
              <a:ext cx="19693" cy="42050"/>
            </a:xfrm>
            <a:custGeom>
              <a:avLst/>
              <a:pathLst>
                <a:path w="19693" h="42050">
                  <a:moveTo>
                    <a:pt x="19693" y="0"/>
                  </a:moveTo>
                  <a:lnTo>
                    <a:pt x="0" y="420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5" name="pl4305"/>
            <p:cNvSpPr/>
            <p:nvPr/>
          </p:nvSpPr>
          <p:spPr>
            <a:xfrm>
              <a:off x="4605321" y="2765228"/>
              <a:ext cx="18476" cy="42599"/>
            </a:xfrm>
            <a:custGeom>
              <a:avLst/>
              <a:pathLst>
                <a:path w="18476" h="42599">
                  <a:moveTo>
                    <a:pt x="18476" y="0"/>
                  </a:moveTo>
                  <a:lnTo>
                    <a:pt x="0" y="42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6" name="pl4306"/>
            <p:cNvSpPr/>
            <p:nvPr/>
          </p:nvSpPr>
          <p:spPr>
            <a:xfrm>
              <a:off x="4588077" y="2807828"/>
              <a:ext cx="17244" cy="43113"/>
            </a:xfrm>
            <a:custGeom>
              <a:avLst/>
              <a:pathLst>
                <a:path w="17244" h="43113">
                  <a:moveTo>
                    <a:pt x="17244" y="0"/>
                  </a:moveTo>
                  <a:lnTo>
                    <a:pt x="0" y="431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7" name="pl4307"/>
            <p:cNvSpPr/>
            <p:nvPr/>
          </p:nvSpPr>
          <p:spPr>
            <a:xfrm>
              <a:off x="4572080" y="2850942"/>
              <a:ext cx="15997" cy="43591"/>
            </a:xfrm>
            <a:custGeom>
              <a:avLst/>
              <a:pathLst>
                <a:path w="15997" h="43591">
                  <a:moveTo>
                    <a:pt x="15997" y="0"/>
                  </a:moveTo>
                  <a:lnTo>
                    <a:pt x="0" y="4359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8" name="pl4308"/>
            <p:cNvSpPr/>
            <p:nvPr/>
          </p:nvSpPr>
          <p:spPr>
            <a:xfrm>
              <a:off x="4557342" y="2894533"/>
              <a:ext cx="14737" cy="44033"/>
            </a:xfrm>
            <a:custGeom>
              <a:avLst/>
              <a:pathLst>
                <a:path w="14737" h="44033">
                  <a:moveTo>
                    <a:pt x="14737" y="0"/>
                  </a:moveTo>
                  <a:lnTo>
                    <a:pt x="0" y="440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9" name="pl4309"/>
            <p:cNvSpPr/>
            <p:nvPr/>
          </p:nvSpPr>
          <p:spPr>
            <a:xfrm>
              <a:off x="4543877" y="2938566"/>
              <a:ext cx="13465" cy="44438"/>
            </a:xfrm>
            <a:custGeom>
              <a:avLst/>
              <a:pathLst>
                <a:path w="13465" h="44438">
                  <a:moveTo>
                    <a:pt x="13465" y="0"/>
                  </a:moveTo>
                  <a:lnTo>
                    <a:pt x="0" y="444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0" name="pl4310"/>
            <p:cNvSpPr/>
            <p:nvPr/>
          </p:nvSpPr>
          <p:spPr>
            <a:xfrm>
              <a:off x="4531695" y="2983005"/>
              <a:ext cx="12181" cy="44807"/>
            </a:xfrm>
            <a:custGeom>
              <a:avLst/>
              <a:pathLst>
                <a:path w="12181" h="44807">
                  <a:moveTo>
                    <a:pt x="12181" y="0"/>
                  </a:moveTo>
                  <a:lnTo>
                    <a:pt x="0" y="44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1" name="pl4311"/>
            <p:cNvSpPr/>
            <p:nvPr/>
          </p:nvSpPr>
          <p:spPr>
            <a:xfrm>
              <a:off x="4520807" y="3027813"/>
              <a:ext cx="10888" cy="45139"/>
            </a:xfrm>
            <a:custGeom>
              <a:avLst/>
              <a:pathLst>
                <a:path w="10888" h="45139">
                  <a:moveTo>
                    <a:pt x="10888" y="0"/>
                  </a:moveTo>
                  <a:lnTo>
                    <a:pt x="0" y="451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2" name="pl4312"/>
            <p:cNvSpPr/>
            <p:nvPr/>
          </p:nvSpPr>
          <p:spPr>
            <a:xfrm>
              <a:off x="4511221" y="3072953"/>
              <a:ext cx="9586" cy="45433"/>
            </a:xfrm>
            <a:custGeom>
              <a:avLst/>
              <a:pathLst>
                <a:path w="9586" h="45433">
                  <a:moveTo>
                    <a:pt x="9586" y="0"/>
                  </a:moveTo>
                  <a:lnTo>
                    <a:pt x="0" y="454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3" name="pl4313"/>
            <p:cNvSpPr/>
            <p:nvPr/>
          </p:nvSpPr>
          <p:spPr>
            <a:xfrm>
              <a:off x="4502945" y="3118386"/>
              <a:ext cx="8275" cy="45690"/>
            </a:xfrm>
            <a:custGeom>
              <a:avLst/>
              <a:pathLst>
                <a:path w="8275" h="45690">
                  <a:moveTo>
                    <a:pt x="8275" y="0"/>
                  </a:moveTo>
                  <a:lnTo>
                    <a:pt x="0" y="456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4" name="pl4314"/>
            <p:cNvSpPr/>
            <p:nvPr/>
          </p:nvSpPr>
          <p:spPr>
            <a:xfrm>
              <a:off x="4495986" y="3164077"/>
              <a:ext cx="6958" cy="45909"/>
            </a:xfrm>
            <a:custGeom>
              <a:avLst/>
              <a:pathLst>
                <a:path w="6958" h="45909">
                  <a:moveTo>
                    <a:pt x="6958" y="0"/>
                  </a:moveTo>
                  <a:lnTo>
                    <a:pt x="0" y="459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5" name="pl4315"/>
            <p:cNvSpPr/>
            <p:nvPr/>
          </p:nvSpPr>
          <p:spPr>
            <a:xfrm>
              <a:off x="4490350" y="3209987"/>
              <a:ext cx="5635" cy="46090"/>
            </a:xfrm>
            <a:custGeom>
              <a:avLst/>
              <a:pathLst>
                <a:path w="5635" h="46090">
                  <a:moveTo>
                    <a:pt x="5635" y="0"/>
                  </a:moveTo>
                  <a:lnTo>
                    <a:pt x="0" y="460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6" name="pl4316"/>
            <p:cNvSpPr/>
            <p:nvPr/>
          </p:nvSpPr>
          <p:spPr>
            <a:xfrm>
              <a:off x="4486042" y="3256078"/>
              <a:ext cx="4308" cy="46233"/>
            </a:xfrm>
            <a:custGeom>
              <a:avLst/>
              <a:pathLst>
                <a:path w="4308" h="46233">
                  <a:moveTo>
                    <a:pt x="4308" y="0"/>
                  </a:moveTo>
                  <a:lnTo>
                    <a:pt x="0" y="4623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7" name="pl4317"/>
            <p:cNvSpPr/>
            <p:nvPr/>
          </p:nvSpPr>
          <p:spPr>
            <a:xfrm>
              <a:off x="4607365" y="2766426"/>
              <a:ext cx="19089" cy="44076"/>
            </a:xfrm>
            <a:custGeom>
              <a:avLst/>
              <a:pathLst>
                <a:path w="19089" h="44076">
                  <a:moveTo>
                    <a:pt x="19089" y="0"/>
                  </a:moveTo>
                  <a:lnTo>
                    <a:pt x="0" y="440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8" name="pl4318"/>
            <p:cNvSpPr/>
            <p:nvPr/>
          </p:nvSpPr>
          <p:spPr>
            <a:xfrm>
              <a:off x="4589597" y="2810503"/>
              <a:ext cx="17768" cy="44626"/>
            </a:xfrm>
            <a:custGeom>
              <a:avLst/>
              <a:pathLst>
                <a:path w="17768" h="44626">
                  <a:moveTo>
                    <a:pt x="17768" y="0"/>
                  </a:moveTo>
                  <a:lnTo>
                    <a:pt x="0" y="446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9" name="pl4319"/>
            <p:cNvSpPr/>
            <p:nvPr/>
          </p:nvSpPr>
          <p:spPr>
            <a:xfrm>
              <a:off x="4573166" y="2855130"/>
              <a:ext cx="16430" cy="45135"/>
            </a:xfrm>
            <a:custGeom>
              <a:avLst/>
              <a:pathLst>
                <a:path w="16430" h="45135">
                  <a:moveTo>
                    <a:pt x="16430" y="0"/>
                  </a:moveTo>
                  <a:lnTo>
                    <a:pt x="0" y="451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0" name="pl4320"/>
            <p:cNvSpPr/>
            <p:nvPr/>
          </p:nvSpPr>
          <p:spPr>
            <a:xfrm>
              <a:off x="4558088" y="2900265"/>
              <a:ext cx="15078" cy="45605"/>
            </a:xfrm>
            <a:custGeom>
              <a:avLst/>
              <a:pathLst>
                <a:path w="15078" h="45605">
                  <a:moveTo>
                    <a:pt x="15078" y="0"/>
                  </a:moveTo>
                  <a:lnTo>
                    <a:pt x="0" y="4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1" name="pl4321"/>
            <p:cNvSpPr/>
            <p:nvPr/>
          </p:nvSpPr>
          <p:spPr>
            <a:xfrm>
              <a:off x="4544375" y="2945871"/>
              <a:ext cx="13712" cy="46034"/>
            </a:xfrm>
            <a:custGeom>
              <a:avLst/>
              <a:pathLst>
                <a:path w="13712" h="46034">
                  <a:moveTo>
                    <a:pt x="13712" y="0"/>
                  </a:moveTo>
                  <a:lnTo>
                    <a:pt x="0" y="460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2" name="pl4322"/>
            <p:cNvSpPr/>
            <p:nvPr/>
          </p:nvSpPr>
          <p:spPr>
            <a:xfrm>
              <a:off x="4532040" y="2991905"/>
              <a:ext cx="12335" cy="46422"/>
            </a:xfrm>
            <a:custGeom>
              <a:avLst/>
              <a:pathLst>
                <a:path w="12335" h="46422">
                  <a:moveTo>
                    <a:pt x="12335" y="0"/>
                  </a:moveTo>
                  <a:lnTo>
                    <a:pt x="0" y="464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3" name="pl4323"/>
            <p:cNvSpPr/>
            <p:nvPr/>
          </p:nvSpPr>
          <p:spPr>
            <a:xfrm>
              <a:off x="4521094" y="3038328"/>
              <a:ext cx="10946" cy="46769"/>
            </a:xfrm>
            <a:custGeom>
              <a:avLst/>
              <a:pathLst>
                <a:path w="10946" h="46769">
                  <a:moveTo>
                    <a:pt x="10946" y="0"/>
                  </a:moveTo>
                  <a:lnTo>
                    <a:pt x="0" y="4676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4" name="pl4324"/>
            <p:cNvSpPr/>
            <p:nvPr/>
          </p:nvSpPr>
          <p:spPr>
            <a:xfrm>
              <a:off x="4511546" y="3085097"/>
              <a:ext cx="9547" cy="47074"/>
            </a:xfrm>
            <a:custGeom>
              <a:avLst/>
              <a:pathLst>
                <a:path w="9547" h="47074">
                  <a:moveTo>
                    <a:pt x="9547" y="0"/>
                  </a:moveTo>
                  <a:lnTo>
                    <a:pt x="0" y="470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5" name="pl4325"/>
            <p:cNvSpPr/>
            <p:nvPr/>
          </p:nvSpPr>
          <p:spPr>
            <a:xfrm>
              <a:off x="4503405" y="3132172"/>
              <a:ext cx="8140" cy="47338"/>
            </a:xfrm>
            <a:custGeom>
              <a:avLst/>
              <a:pathLst>
                <a:path w="8140" h="47338">
                  <a:moveTo>
                    <a:pt x="8140" y="0"/>
                  </a:moveTo>
                  <a:lnTo>
                    <a:pt x="0" y="47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6" name="pl4326"/>
            <p:cNvSpPr/>
            <p:nvPr/>
          </p:nvSpPr>
          <p:spPr>
            <a:xfrm>
              <a:off x="4496678" y="3179510"/>
              <a:ext cx="6726" cy="47560"/>
            </a:xfrm>
            <a:custGeom>
              <a:avLst/>
              <a:pathLst>
                <a:path w="6726" h="47560">
                  <a:moveTo>
                    <a:pt x="6726" y="0"/>
                  </a:moveTo>
                  <a:lnTo>
                    <a:pt x="0" y="475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7" name="pl4327"/>
            <p:cNvSpPr/>
            <p:nvPr/>
          </p:nvSpPr>
          <p:spPr>
            <a:xfrm>
              <a:off x="4491371" y="3227071"/>
              <a:ext cx="5306" cy="47739"/>
            </a:xfrm>
            <a:custGeom>
              <a:avLst/>
              <a:pathLst>
                <a:path w="5306" h="47739">
                  <a:moveTo>
                    <a:pt x="5306" y="0"/>
                  </a:moveTo>
                  <a:lnTo>
                    <a:pt x="0" y="477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8" name="pl4328"/>
            <p:cNvSpPr/>
            <p:nvPr/>
          </p:nvSpPr>
          <p:spPr>
            <a:xfrm>
              <a:off x="4487489" y="3274810"/>
              <a:ext cx="3881" cy="47876"/>
            </a:xfrm>
            <a:custGeom>
              <a:avLst/>
              <a:pathLst>
                <a:path w="3881" h="47876">
                  <a:moveTo>
                    <a:pt x="3881" y="0"/>
                  </a:moveTo>
                  <a:lnTo>
                    <a:pt x="0" y="478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9" name="pl4329"/>
            <p:cNvSpPr/>
            <p:nvPr/>
          </p:nvSpPr>
          <p:spPr>
            <a:xfrm>
              <a:off x="4485036" y="3322686"/>
              <a:ext cx="2453" cy="47970"/>
            </a:xfrm>
            <a:custGeom>
              <a:avLst/>
              <a:pathLst>
                <a:path w="2453" h="47970">
                  <a:moveTo>
                    <a:pt x="2453" y="0"/>
                  </a:moveTo>
                  <a:lnTo>
                    <a:pt x="0" y="479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0" name="pl4330"/>
            <p:cNvSpPr/>
            <p:nvPr/>
          </p:nvSpPr>
          <p:spPr>
            <a:xfrm>
              <a:off x="4484013" y="3370657"/>
              <a:ext cx="1023" cy="48022"/>
            </a:xfrm>
            <a:custGeom>
              <a:avLst/>
              <a:pathLst>
                <a:path w="1023" h="48022">
                  <a:moveTo>
                    <a:pt x="1023" y="0"/>
                  </a:moveTo>
                  <a:lnTo>
                    <a:pt x="0" y="4802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1" name="pl4331"/>
            <p:cNvSpPr/>
            <p:nvPr/>
          </p:nvSpPr>
          <p:spPr>
            <a:xfrm>
              <a:off x="6104998" y="1285206"/>
              <a:ext cx="9150" cy="58"/>
            </a:xfrm>
            <a:custGeom>
              <a:avLst/>
              <a:pathLst>
                <a:path w="9150" h="58">
                  <a:moveTo>
                    <a:pt x="9150" y="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2" name="pl4332"/>
            <p:cNvSpPr/>
            <p:nvPr/>
          </p:nvSpPr>
          <p:spPr>
            <a:xfrm>
              <a:off x="6095847" y="1286644"/>
              <a:ext cx="13716" cy="43"/>
            </a:xfrm>
            <a:custGeom>
              <a:avLst/>
              <a:pathLst>
                <a:path w="13716" h="43">
                  <a:moveTo>
                    <a:pt x="13716" y="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3" name="pl4333"/>
            <p:cNvSpPr/>
            <p:nvPr/>
          </p:nvSpPr>
          <p:spPr>
            <a:xfrm>
              <a:off x="6159893" y="1286144"/>
              <a:ext cx="9146" cy="292"/>
            </a:xfrm>
            <a:custGeom>
              <a:avLst/>
              <a:pathLst>
                <a:path w="9146" h="292">
                  <a:moveTo>
                    <a:pt x="9146" y="2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4" name="pl4334"/>
            <p:cNvSpPr/>
            <p:nvPr/>
          </p:nvSpPr>
          <p:spPr>
            <a:xfrm>
              <a:off x="6150709" y="1287347"/>
              <a:ext cx="13711" cy="395"/>
            </a:xfrm>
            <a:custGeom>
              <a:avLst/>
              <a:pathLst>
                <a:path w="13711" h="395">
                  <a:moveTo>
                    <a:pt x="13711" y="3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5" name="pl4335"/>
            <p:cNvSpPr/>
            <p:nvPr/>
          </p:nvSpPr>
          <p:spPr>
            <a:xfrm>
              <a:off x="6141535" y="1288589"/>
              <a:ext cx="15987" cy="400"/>
            </a:xfrm>
            <a:custGeom>
              <a:avLst/>
              <a:pathLst>
                <a:path w="15987" h="400">
                  <a:moveTo>
                    <a:pt x="15987" y="4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6" name="pl4336"/>
            <p:cNvSpPr/>
            <p:nvPr/>
          </p:nvSpPr>
          <p:spPr>
            <a:xfrm>
              <a:off x="6196469" y="1287549"/>
              <a:ext cx="9139" cy="449"/>
            </a:xfrm>
            <a:custGeom>
              <a:avLst/>
              <a:pathLst>
                <a:path w="9139" h="449">
                  <a:moveTo>
                    <a:pt x="9139" y="4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7" name="pl4337"/>
            <p:cNvSpPr/>
            <p:nvPr/>
          </p:nvSpPr>
          <p:spPr>
            <a:xfrm>
              <a:off x="6187265" y="1288595"/>
              <a:ext cx="13702" cy="629"/>
            </a:xfrm>
            <a:custGeom>
              <a:avLst/>
              <a:pathLst>
                <a:path w="13702" h="629">
                  <a:moveTo>
                    <a:pt x="13702" y="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8" name="pl4338"/>
            <p:cNvSpPr/>
            <p:nvPr/>
          </p:nvSpPr>
          <p:spPr>
            <a:xfrm>
              <a:off x="6233015" y="1289579"/>
              <a:ext cx="9130" cy="604"/>
            </a:xfrm>
            <a:custGeom>
              <a:avLst/>
              <a:pathLst>
                <a:path w="9130" h="604">
                  <a:moveTo>
                    <a:pt x="9130" y="6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9" name="pl4339"/>
            <p:cNvSpPr/>
            <p:nvPr/>
          </p:nvSpPr>
          <p:spPr>
            <a:xfrm>
              <a:off x="6223795" y="1290468"/>
              <a:ext cx="13689" cy="863"/>
            </a:xfrm>
            <a:custGeom>
              <a:avLst/>
              <a:pathLst>
                <a:path w="13689" h="863">
                  <a:moveTo>
                    <a:pt x="13689" y="8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0" name="pl4340"/>
            <p:cNvSpPr/>
            <p:nvPr/>
          </p:nvSpPr>
          <p:spPr>
            <a:xfrm>
              <a:off x="6214585" y="1291397"/>
              <a:ext cx="15964" cy="946"/>
            </a:xfrm>
            <a:custGeom>
              <a:avLst/>
              <a:pathLst>
                <a:path w="15964" h="946">
                  <a:moveTo>
                    <a:pt x="15964" y="9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1" name="pl4341"/>
            <p:cNvSpPr/>
            <p:nvPr/>
          </p:nvSpPr>
          <p:spPr>
            <a:xfrm>
              <a:off x="6193849" y="1294722"/>
              <a:ext cx="28459" cy="1497"/>
            </a:xfrm>
            <a:custGeom>
              <a:avLst/>
              <a:pathLst>
                <a:path w="28459" h="1497">
                  <a:moveTo>
                    <a:pt x="28459" y="14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2" name="pl4342"/>
            <p:cNvSpPr/>
            <p:nvPr/>
          </p:nvSpPr>
          <p:spPr>
            <a:xfrm>
              <a:off x="6177848" y="1295506"/>
              <a:ext cx="30156" cy="1372"/>
            </a:xfrm>
            <a:custGeom>
              <a:avLst/>
              <a:pathLst>
                <a:path w="30156" h="1372">
                  <a:moveTo>
                    <a:pt x="30156" y="13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3" name="pl4343"/>
            <p:cNvSpPr/>
            <p:nvPr/>
          </p:nvSpPr>
          <p:spPr>
            <a:xfrm>
              <a:off x="6269522" y="1292233"/>
              <a:ext cx="9119" cy="760"/>
            </a:xfrm>
            <a:custGeom>
              <a:avLst/>
              <a:pathLst>
                <a:path w="9119" h="760">
                  <a:moveTo>
                    <a:pt x="9119" y="7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4" name="pl4344"/>
            <p:cNvSpPr/>
            <p:nvPr/>
          </p:nvSpPr>
          <p:spPr>
            <a:xfrm>
              <a:off x="6324183" y="1297381"/>
              <a:ext cx="9096" cy="994"/>
            </a:xfrm>
            <a:custGeom>
              <a:avLst/>
              <a:pathLst>
                <a:path w="9096" h="994">
                  <a:moveTo>
                    <a:pt x="9096" y="9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5" name="pl4345"/>
            <p:cNvSpPr/>
            <p:nvPr/>
          </p:nvSpPr>
          <p:spPr>
            <a:xfrm>
              <a:off x="6314933" y="1297876"/>
              <a:ext cx="13640" cy="1446"/>
            </a:xfrm>
            <a:custGeom>
              <a:avLst/>
              <a:pathLst>
                <a:path w="13640" h="1446">
                  <a:moveTo>
                    <a:pt x="13640" y="1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6" name="pl4346"/>
            <p:cNvSpPr/>
            <p:nvPr/>
          </p:nvSpPr>
          <p:spPr>
            <a:xfrm>
              <a:off x="6305692" y="1298410"/>
              <a:ext cx="15909" cy="1626"/>
            </a:xfrm>
            <a:custGeom>
              <a:avLst/>
              <a:pathLst>
                <a:path w="15909" h="1626">
                  <a:moveTo>
                    <a:pt x="15909" y="1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7" name="pl4347"/>
            <p:cNvSpPr/>
            <p:nvPr/>
          </p:nvSpPr>
          <p:spPr>
            <a:xfrm>
              <a:off x="6296459" y="1298985"/>
              <a:ext cx="17040" cy="1673"/>
            </a:xfrm>
            <a:custGeom>
              <a:avLst/>
              <a:pathLst>
                <a:path w="17040" h="1673">
                  <a:moveTo>
                    <a:pt x="17040" y="1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8" name="pl4348"/>
            <p:cNvSpPr/>
            <p:nvPr/>
          </p:nvSpPr>
          <p:spPr>
            <a:xfrm>
              <a:off x="6287235" y="1299600"/>
              <a:ext cx="17603" cy="1655"/>
            </a:xfrm>
            <a:custGeom>
              <a:avLst/>
              <a:pathLst>
                <a:path w="17603" h="1655">
                  <a:moveTo>
                    <a:pt x="17603" y="16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9" name="pl4349"/>
            <p:cNvSpPr/>
            <p:nvPr/>
          </p:nvSpPr>
          <p:spPr>
            <a:xfrm>
              <a:off x="6273355" y="1301323"/>
              <a:ext cx="22410" cy="1988"/>
            </a:xfrm>
            <a:custGeom>
              <a:avLst/>
              <a:pathLst>
                <a:path w="22410" h="1988">
                  <a:moveTo>
                    <a:pt x="22410" y="19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0" name="pl4350"/>
            <p:cNvSpPr/>
            <p:nvPr/>
          </p:nvSpPr>
          <p:spPr>
            <a:xfrm>
              <a:off x="6259616" y="1301683"/>
              <a:ext cx="24817" cy="2056"/>
            </a:xfrm>
            <a:custGeom>
              <a:avLst/>
              <a:pathLst>
                <a:path w="24817" h="2056">
                  <a:moveTo>
                    <a:pt x="24817" y="20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1" name="pl4351"/>
            <p:cNvSpPr/>
            <p:nvPr/>
          </p:nvSpPr>
          <p:spPr>
            <a:xfrm>
              <a:off x="6250429" y="1302457"/>
              <a:ext cx="21478" cy="1670"/>
            </a:xfrm>
            <a:custGeom>
              <a:avLst/>
              <a:pathLst>
                <a:path w="21478" h="1670">
                  <a:moveTo>
                    <a:pt x="21478" y="16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2" name="pl4352"/>
            <p:cNvSpPr/>
            <p:nvPr/>
          </p:nvSpPr>
          <p:spPr>
            <a:xfrm>
              <a:off x="6226283" y="1312520"/>
              <a:ext cx="33983" cy="2368"/>
            </a:xfrm>
            <a:custGeom>
              <a:avLst/>
              <a:pathLst>
                <a:path w="33983" h="2368">
                  <a:moveTo>
                    <a:pt x="33983" y="23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3" name="pl4353"/>
            <p:cNvSpPr/>
            <p:nvPr/>
          </p:nvSpPr>
          <p:spPr>
            <a:xfrm>
              <a:off x="6192266" y="1310698"/>
              <a:ext cx="34016" cy="1822"/>
            </a:xfrm>
            <a:custGeom>
              <a:avLst/>
              <a:pathLst>
                <a:path w="34016" h="1822">
                  <a:moveTo>
                    <a:pt x="34016" y="1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4" name="pl4354"/>
            <p:cNvSpPr/>
            <p:nvPr/>
          </p:nvSpPr>
          <p:spPr>
            <a:xfrm>
              <a:off x="6187413" y="1316318"/>
              <a:ext cx="38511" cy="2021"/>
            </a:xfrm>
            <a:custGeom>
              <a:avLst/>
              <a:pathLst>
                <a:path w="38511" h="2021">
                  <a:moveTo>
                    <a:pt x="38511" y="2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5" name="pl4355"/>
            <p:cNvSpPr/>
            <p:nvPr/>
          </p:nvSpPr>
          <p:spPr>
            <a:xfrm>
              <a:off x="6148872" y="1314999"/>
              <a:ext cx="38541" cy="1318"/>
            </a:xfrm>
            <a:custGeom>
              <a:avLst/>
              <a:pathLst>
                <a:path w="38541" h="1318">
                  <a:moveTo>
                    <a:pt x="38541" y="13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6" name="pl4356"/>
            <p:cNvSpPr/>
            <p:nvPr/>
          </p:nvSpPr>
          <p:spPr>
            <a:xfrm>
              <a:off x="6131926" y="1316100"/>
              <a:ext cx="55424" cy="1673"/>
            </a:xfrm>
            <a:custGeom>
              <a:avLst/>
              <a:pathLst>
                <a:path w="55424" h="1673">
                  <a:moveTo>
                    <a:pt x="55424" y="16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7" name="pl4357"/>
            <p:cNvSpPr/>
            <p:nvPr/>
          </p:nvSpPr>
          <p:spPr>
            <a:xfrm>
              <a:off x="6122888" y="1317422"/>
              <a:ext cx="36711" cy="789"/>
            </a:xfrm>
            <a:custGeom>
              <a:avLst/>
              <a:pathLst>
                <a:path w="36711" h="789">
                  <a:moveTo>
                    <a:pt x="36711" y="7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8" name="pl4358"/>
            <p:cNvSpPr/>
            <p:nvPr/>
          </p:nvSpPr>
          <p:spPr>
            <a:xfrm>
              <a:off x="6102594" y="1321632"/>
              <a:ext cx="38558" cy="476"/>
            </a:xfrm>
            <a:custGeom>
              <a:avLst/>
              <a:pathLst>
                <a:path w="38558" h="476">
                  <a:moveTo>
                    <a:pt x="38558" y="4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9" name="pl4359"/>
            <p:cNvSpPr/>
            <p:nvPr/>
          </p:nvSpPr>
          <p:spPr>
            <a:xfrm>
              <a:off x="6378695" y="1303928"/>
              <a:ext cx="9068" cy="1226"/>
            </a:xfrm>
            <a:custGeom>
              <a:avLst/>
              <a:pathLst>
                <a:path w="9068" h="1226">
                  <a:moveTo>
                    <a:pt x="9068" y="12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0" name="pl4360"/>
            <p:cNvSpPr/>
            <p:nvPr/>
          </p:nvSpPr>
          <p:spPr>
            <a:xfrm>
              <a:off x="6369435" y="1304185"/>
              <a:ext cx="13598" cy="1795"/>
            </a:xfrm>
            <a:custGeom>
              <a:avLst/>
              <a:pathLst>
                <a:path w="13598" h="1795">
                  <a:moveTo>
                    <a:pt x="13598" y="17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1" name="pl4361"/>
            <p:cNvSpPr/>
            <p:nvPr/>
          </p:nvSpPr>
          <p:spPr>
            <a:xfrm>
              <a:off x="6360183" y="1304483"/>
              <a:ext cx="15862" cy="2033"/>
            </a:xfrm>
            <a:custGeom>
              <a:avLst/>
              <a:pathLst>
                <a:path w="15862" h="2033">
                  <a:moveTo>
                    <a:pt x="15862" y="20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2" name="pl4362"/>
            <p:cNvSpPr/>
            <p:nvPr/>
          </p:nvSpPr>
          <p:spPr>
            <a:xfrm>
              <a:off x="6414935" y="1309066"/>
              <a:ext cx="9045" cy="1381"/>
            </a:xfrm>
            <a:custGeom>
              <a:avLst/>
              <a:pathLst>
                <a:path w="9045" h="1381">
                  <a:moveTo>
                    <a:pt x="9045" y="1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3" name="pl4363"/>
            <p:cNvSpPr/>
            <p:nvPr/>
          </p:nvSpPr>
          <p:spPr>
            <a:xfrm>
              <a:off x="6405672" y="1309166"/>
              <a:ext cx="13566" cy="2027"/>
            </a:xfrm>
            <a:custGeom>
              <a:avLst/>
              <a:pathLst>
                <a:path w="13566" h="2027">
                  <a:moveTo>
                    <a:pt x="13566" y="20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4" name="pl4364"/>
            <p:cNvSpPr/>
            <p:nvPr/>
          </p:nvSpPr>
          <p:spPr>
            <a:xfrm>
              <a:off x="6396417" y="1309305"/>
              <a:ext cx="15825" cy="2304"/>
            </a:xfrm>
            <a:custGeom>
              <a:avLst/>
              <a:pathLst>
                <a:path w="15825" h="2304">
                  <a:moveTo>
                    <a:pt x="15825" y="2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5" name="pl4365"/>
            <p:cNvSpPr/>
            <p:nvPr/>
          </p:nvSpPr>
          <p:spPr>
            <a:xfrm>
              <a:off x="6433021" y="1311868"/>
              <a:ext cx="9033" cy="1458"/>
            </a:xfrm>
            <a:custGeom>
              <a:avLst/>
              <a:pathLst>
                <a:path w="9033" h="1458">
                  <a:moveTo>
                    <a:pt x="9033" y="14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6" name="pl4366"/>
            <p:cNvSpPr/>
            <p:nvPr/>
          </p:nvSpPr>
          <p:spPr>
            <a:xfrm>
              <a:off x="6460103" y="1316359"/>
              <a:ext cx="9014" cy="1574"/>
            </a:xfrm>
            <a:custGeom>
              <a:avLst/>
              <a:pathLst>
                <a:path w="9014" h="1574">
                  <a:moveTo>
                    <a:pt x="9014" y="15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7" name="pl4367"/>
            <p:cNvSpPr/>
            <p:nvPr/>
          </p:nvSpPr>
          <p:spPr>
            <a:xfrm>
              <a:off x="6478125" y="1319545"/>
              <a:ext cx="9000" cy="1650"/>
            </a:xfrm>
            <a:custGeom>
              <a:avLst/>
              <a:pathLst>
                <a:path w="9000" h="1650">
                  <a:moveTo>
                    <a:pt x="9000" y="16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8" name="pl4368"/>
            <p:cNvSpPr/>
            <p:nvPr/>
          </p:nvSpPr>
          <p:spPr>
            <a:xfrm>
              <a:off x="6464110" y="1320012"/>
              <a:ext cx="17990" cy="3220"/>
            </a:xfrm>
            <a:custGeom>
              <a:avLst/>
              <a:pathLst>
                <a:path w="17990" h="3220">
                  <a:moveTo>
                    <a:pt x="17990" y="32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9" name="pl4369"/>
            <p:cNvSpPr/>
            <p:nvPr/>
          </p:nvSpPr>
          <p:spPr>
            <a:xfrm>
              <a:off x="6450358" y="1319135"/>
              <a:ext cx="22494" cy="3903"/>
            </a:xfrm>
            <a:custGeom>
              <a:avLst/>
              <a:pathLst>
                <a:path w="22494" h="3903">
                  <a:moveTo>
                    <a:pt x="22494" y="3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0" name="pl4370"/>
            <p:cNvSpPr/>
            <p:nvPr/>
          </p:nvSpPr>
          <p:spPr>
            <a:xfrm>
              <a:off x="6436377" y="1319786"/>
              <a:ext cx="24734" cy="4142"/>
            </a:xfrm>
            <a:custGeom>
              <a:avLst/>
              <a:pathLst>
                <a:path w="24734" h="4142">
                  <a:moveTo>
                    <a:pt x="24734" y="41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1" name="pl4371"/>
            <p:cNvSpPr/>
            <p:nvPr/>
          </p:nvSpPr>
          <p:spPr>
            <a:xfrm>
              <a:off x="6402861" y="1320538"/>
              <a:ext cx="44926" cy="7032"/>
            </a:xfrm>
            <a:custGeom>
              <a:avLst/>
              <a:pathLst>
                <a:path w="44926" h="7032">
                  <a:moveTo>
                    <a:pt x="44926" y="7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2" name="pl4372"/>
            <p:cNvSpPr/>
            <p:nvPr/>
          </p:nvSpPr>
          <p:spPr>
            <a:xfrm>
              <a:off x="6366077" y="1321386"/>
              <a:ext cx="58364" cy="8307"/>
            </a:xfrm>
            <a:custGeom>
              <a:avLst/>
              <a:pathLst>
                <a:path w="58364" h="8307">
                  <a:moveTo>
                    <a:pt x="58364" y="8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3" name="pl4373"/>
            <p:cNvSpPr/>
            <p:nvPr/>
          </p:nvSpPr>
          <p:spPr>
            <a:xfrm>
              <a:off x="6349027" y="1320738"/>
              <a:ext cx="46055" cy="6042"/>
            </a:xfrm>
            <a:custGeom>
              <a:avLst/>
              <a:pathLst>
                <a:path w="46055" h="6042">
                  <a:moveTo>
                    <a:pt x="46055" y="60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4" name="pl4374"/>
            <p:cNvSpPr/>
            <p:nvPr/>
          </p:nvSpPr>
          <p:spPr>
            <a:xfrm>
              <a:off x="6339858" y="1321124"/>
              <a:ext cx="32023" cy="3954"/>
            </a:xfrm>
            <a:custGeom>
              <a:avLst/>
              <a:pathLst>
                <a:path w="32023" h="3954">
                  <a:moveTo>
                    <a:pt x="32023" y="39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5" name="pl4375"/>
            <p:cNvSpPr/>
            <p:nvPr/>
          </p:nvSpPr>
          <p:spPr>
            <a:xfrm>
              <a:off x="6496119" y="1322886"/>
              <a:ext cx="8986" cy="1727"/>
            </a:xfrm>
            <a:custGeom>
              <a:avLst/>
              <a:pathLst>
                <a:path w="8986" h="1727">
                  <a:moveTo>
                    <a:pt x="8986" y="17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6" name="pl4376"/>
            <p:cNvSpPr/>
            <p:nvPr/>
          </p:nvSpPr>
          <p:spPr>
            <a:xfrm>
              <a:off x="6514084" y="1326379"/>
              <a:ext cx="8971" cy="1804"/>
            </a:xfrm>
            <a:custGeom>
              <a:avLst/>
              <a:pathLst>
                <a:path w="8971" h="1804">
                  <a:moveTo>
                    <a:pt x="8971" y="1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7" name="pl4377"/>
            <p:cNvSpPr/>
            <p:nvPr/>
          </p:nvSpPr>
          <p:spPr>
            <a:xfrm>
              <a:off x="6540974" y="1331907"/>
              <a:ext cx="8947" cy="1919"/>
            </a:xfrm>
            <a:custGeom>
              <a:avLst/>
              <a:pathLst>
                <a:path w="8947" h="1919">
                  <a:moveTo>
                    <a:pt x="8947" y="19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8" name="pl4378"/>
            <p:cNvSpPr/>
            <p:nvPr/>
          </p:nvSpPr>
          <p:spPr>
            <a:xfrm>
              <a:off x="6531722" y="1331453"/>
              <a:ext cx="13420" cy="2833"/>
            </a:xfrm>
            <a:custGeom>
              <a:avLst/>
              <a:pathLst>
                <a:path w="13420" h="2833">
                  <a:moveTo>
                    <a:pt x="13420" y="2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9" name="pl4379"/>
            <p:cNvSpPr/>
            <p:nvPr/>
          </p:nvSpPr>
          <p:spPr>
            <a:xfrm>
              <a:off x="6585626" y="1341884"/>
              <a:ext cx="8904" cy="2109"/>
            </a:xfrm>
            <a:custGeom>
              <a:avLst/>
              <a:pathLst>
                <a:path w="8904" h="2109">
                  <a:moveTo>
                    <a:pt x="8904" y="21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0" name="pl4380"/>
            <p:cNvSpPr/>
            <p:nvPr/>
          </p:nvSpPr>
          <p:spPr>
            <a:xfrm>
              <a:off x="6576386" y="1341233"/>
              <a:ext cx="13357" cy="3119"/>
            </a:xfrm>
            <a:custGeom>
              <a:avLst/>
              <a:pathLst>
                <a:path w="13357" h="3119">
                  <a:moveTo>
                    <a:pt x="13357" y="3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1" name="pl4381"/>
            <p:cNvSpPr/>
            <p:nvPr/>
          </p:nvSpPr>
          <p:spPr>
            <a:xfrm>
              <a:off x="6567149" y="1340622"/>
              <a:ext cx="15586" cy="3578"/>
            </a:xfrm>
            <a:custGeom>
              <a:avLst/>
              <a:pathLst>
                <a:path w="15586" h="3578">
                  <a:moveTo>
                    <a:pt x="15586" y="35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2" name="pl4382"/>
            <p:cNvSpPr/>
            <p:nvPr/>
          </p:nvSpPr>
          <p:spPr>
            <a:xfrm>
              <a:off x="6557916" y="1340053"/>
              <a:ext cx="16703" cy="3764"/>
            </a:xfrm>
            <a:custGeom>
              <a:avLst/>
              <a:pathLst>
                <a:path w="16703" h="3764">
                  <a:moveTo>
                    <a:pt x="16703" y="37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3" name="pl4383"/>
            <p:cNvSpPr/>
            <p:nvPr/>
          </p:nvSpPr>
          <p:spPr>
            <a:xfrm>
              <a:off x="6536930" y="1339989"/>
              <a:ext cx="28380" cy="6194"/>
            </a:xfrm>
            <a:custGeom>
              <a:avLst/>
              <a:pathLst>
                <a:path w="28380" h="6194">
                  <a:moveTo>
                    <a:pt x="28380" y="61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4" name="pl4384"/>
            <p:cNvSpPr/>
            <p:nvPr/>
          </p:nvSpPr>
          <p:spPr>
            <a:xfrm>
              <a:off x="6516272" y="1338707"/>
              <a:ext cx="34237" cy="7178"/>
            </a:xfrm>
            <a:custGeom>
              <a:avLst/>
              <a:pathLst>
                <a:path w="34237" h="7178">
                  <a:moveTo>
                    <a:pt x="34237" y="7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5" name="pl4385"/>
            <p:cNvSpPr/>
            <p:nvPr/>
          </p:nvSpPr>
          <p:spPr>
            <a:xfrm>
              <a:off x="6497862" y="1338056"/>
              <a:ext cx="34945" cy="7022"/>
            </a:xfrm>
            <a:custGeom>
              <a:avLst/>
              <a:pathLst>
                <a:path w="34945" h="7022">
                  <a:moveTo>
                    <a:pt x="34945" y="70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6" name="pl4386"/>
            <p:cNvSpPr/>
            <p:nvPr/>
          </p:nvSpPr>
          <p:spPr>
            <a:xfrm>
              <a:off x="6612312" y="1348327"/>
              <a:ext cx="8876" cy="2223"/>
            </a:xfrm>
            <a:custGeom>
              <a:avLst/>
              <a:pathLst>
                <a:path w="8876" h="2223">
                  <a:moveTo>
                    <a:pt x="8876" y="22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7" name="pl4387"/>
            <p:cNvSpPr/>
            <p:nvPr/>
          </p:nvSpPr>
          <p:spPr>
            <a:xfrm>
              <a:off x="6603081" y="1347557"/>
              <a:ext cx="13316" cy="3290"/>
            </a:xfrm>
            <a:custGeom>
              <a:avLst/>
              <a:pathLst>
                <a:path w="13316" h="3290">
                  <a:moveTo>
                    <a:pt x="13316" y="32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8" name="pl4388"/>
            <p:cNvSpPr/>
            <p:nvPr/>
          </p:nvSpPr>
          <p:spPr>
            <a:xfrm>
              <a:off x="6638912" y="1355111"/>
              <a:ext cx="8847" cy="2336"/>
            </a:xfrm>
            <a:custGeom>
              <a:avLst/>
              <a:pathLst>
                <a:path w="8847" h="2336">
                  <a:moveTo>
                    <a:pt x="8847" y="23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9" name="pl4389"/>
            <p:cNvSpPr/>
            <p:nvPr/>
          </p:nvSpPr>
          <p:spPr>
            <a:xfrm>
              <a:off x="6665424" y="1362235"/>
              <a:ext cx="8816" cy="2450"/>
            </a:xfrm>
            <a:custGeom>
              <a:avLst/>
              <a:pathLst>
                <a:path w="8816" h="2450">
                  <a:moveTo>
                    <a:pt x="8816" y="2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0" name="pl4390"/>
            <p:cNvSpPr/>
            <p:nvPr/>
          </p:nvSpPr>
          <p:spPr>
            <a:xfrm>
              <a:off x="6656216" y="1361229"/>
              <a:ext cx="13227" cy="3630"/>
            </a:xfrm>
            <a:custGeom>
              <a:avLst/>
              <a:pathLst>
                <a:path w="13227" h="3630">
                  <a:moveTo>
                    <a:pt x="13227" y="3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1" name="pl4391"/>
            <p:cNvSpPr/>
            <p:nvPr/>
          </p:nvSpPr>
          <p:spPr>
            <a:xfrm>
              <a:off x="6642221" y="1360502"/>
              <a:ext cx="19840" cy="5342"/>
            </a:xfrm>
            <a:custGeom>
              <a:avLst/>
              <a:pathLst>
                <a:path w="19840" h="5342">
                  <a:moveTo>
                    <a:pt x="19840" y="53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2" name="pl4392"/>
            <p:cNvSpPr/>
            <p:nvPr/>
          </p:nvSpPr>
          <p:spPr>
            <a:xfrm>
              <a:off x="6691843" y="1369698"/>
              <a:ext cx="8784" cy="2562"/>
            </a:xfrm>
            <a:custGeom>
              <a:avLst/>
              <a:pathLst>
                <a:path w="8784" h="2562">
                  <a:moveTo>
                    <a:pt x="8784" y="25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3" name="pl4393"/>
            <p:cNvSpPr/>
            <p:nvPr/>
          </p:nvSpPr>
          <p:spPr>
            <a:xfrm>
              <a:off x="6682648" y="1368574"/>
              <a:ext cx="13180" cy="3799"/>
            </a:xfrm>
            <a:custGeom>
              <a:avLst/>
              <a:pathLst>
                <a:path w="13180" h="3799">
                  <a:moveTo>
                    <a:pt x="13180" y="37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4" name="pl4394"/>
            <p:cNvSpPr/>
            <p:nvPr/>
          </p:nvSpPr>
          <p:spPr>
            <a:xfrm>
              <a:off x="6726914" y="1380173"/>
              <a:ext cx="8739" cy="2712"/>
            </a:xfrm>
            <a:custGeom>
              <a:avLst/>
              <a:pathLst>
                <a:path w="8739" h="2712">
                  <a:moveTo>
                    <a:pt x="8739" y="27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5" name="pl4395"/>
            <p:cNvSpPr/>
            <p:nvPr/>
          </p:nvSpPr>
          <p:spPr>
            <a:xfrm>
              <a:off x="6717740" y="1378893"/>
              <a:ext cx="13113" cy="4023"/>
            </a:xfrm>
            <a:custGeom>
              <a:avLst/>
              <a:pathLst>
                <a:path w="13113" h="4023">
                  <a:moveTo>
                    <a:pt x="13113" y="40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6" name="pl4396"/>
            <p:cNvSpPr/>
            <p:nvPr/>
          </p:nvSpPr>
          <p:spPr>
            <a:xfrm>
              <a:off x="6708567" y="1377654"/>
              <a:ext cx="15305" cy="4634"/>
            </a:xfrm>
            <a:custGeom>
              <a:avLst/>
              <a:pathLst>
                <a:path w="15305" h="4634">
                  <a:moveTo>
                    <a:pt x="15305" y="46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7" name="pl4397"/>
            <p:cNvSpPr/>
            <p:nvPr/>
          </p:nvSpPr>
          <p:spPr>
            <a:xfrm>
              <a:off x="6687626" y="1376065"/>
              <a:ext cx="27330" cy="8076"/>
            </a:xfrm>
            <a:custGeom>
              <a:avLst/>
              <a:pathLst>
                <a:path w="27330" h="8076">
                  <a:moveTo>
                    <a:pt x="27330" y="80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8" name="pl4398"/>
            <p:cNvSpPr/>
            <p:nvPr/>
          </p:nvSpPr>
          <p:spPr>
            <a:xfrm>
              <a:off x="6649495" y="1373000"/>
              <a:ext cx="49745" cy="14045"/>
            </a:xfrm>
            <a:custGeom>
              <a:avLst/>
              <a:pathLst>
                <a:path w="49745" h="14045">
                  <a:moveTo>
                    <a:pt x="49745" y="140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9" name="pl4399"/>
            <p:cNvSpPr/>
            <p:nvPr/>
          </p:nvSpPr>
          <p:spPr>
            <a:xfrm>
              <a:off x="6626060" y="1368337"/>
              <a:ext cx="47953" cy="12937"/>
            </a:xfrm>
            <a:custGeom>
              <a:avLst/>
              <a:pathLst>
                <a:path w="47953" h="12937">
                  <a:moveTo>
                    <a:pt x="47953" y="129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0" name="pl4400"/>
            <p:cNvSpPr/>
            <p:nvPr/>
          </p:nvSpPr>
          <p:spPr>
            <a:xfrm>
              <a:off x="6605197" y="1367585"/>
              <a:ext cx="43739" cy="11302"/>
            </a:xfrm>
            <a:custGeom>
              <a:avLst/>
              <a:pathLst>
                <a:path w="43739" h="11302">
                  <a:moveTo>
                    <a:pt x="43739" y="113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1" name="pl4401"/>
            <p:cNvSpPr/>
            <p:nvPr/>
          </p:nvSpPr>
          <p:spPr>
            <a:xfrm>
              <a:off x="6753098" y="1388422"/>
              <a:ext cx="8704" cy="2824"/>
            </a:xfrm>
            <a:custGeom>
              <a:avLst/>
              <a:pathLst>
                <a:path w="8704" h="2824">
                  <a:moveTo>
                    <a:pt x="8704" y="28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2" name="pl4402"/>
            <p:cNvSpPr/>
            <p:nvPr/>
          </p:nvSpPr>
          <p:spPr>
            <a:xfrm>
              <a:off x="6787841" y="1399941"/>
              <a:ext cx="8654" cy="2972"/>
            </a:xfrm>
            <a:custGeom>
              <a:avLst/>
              <a:pathLst>
                <a:path w="8654" h="2972">
                  <a:moveTo>
                    <a:pt x="8654" y="2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3" name="pl4403"/>
            <p:cNvSpPr/>
            <p:nvPr/>
          </p:nvSpPr>
          <p:spPr>
            <a:xfrm>
              <a:off x="6778709" y="1398387"/>
              <a:ext cx="12987" cy="4413"/>
            </a:xfrm>
            <a:custGeom>
              <a:avLst/>
              <a:pathLst>
                <a:path w="12987" h="4413">
                  <a:moveTo>
                    <a:pt x="12987" y="44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4" name="pl4404"/>
            <p:cNvSpPr/>
            <p:nvPr/>
          </p:nvSpPr>
          <p:spPr>
            <a:xfrm>
              <a:off x="6769577" y="1396874"/>
              <a:ext cx="15160" cy="5089"/>
            </a:xfrm>
            <a:custGeom>
              <a:avLst/>
              <a:pathLst>
                <a:path w="15160" h="5089">
                  <a:moveTo>
                    <a:pt x="15160" y="50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5" name="pl4405"/>
            <p:cNvSpPr/>
            <p:nvPr/>
          </p:nvSpPr>
          <p:spPr>
            <a:xfrm>
              <a:off x="6755652" y="1395375"/>
              <a:ext cx="20581" cy="6793"/>
            </a:xfrm>
            <a:custGeom>
              <a:avLst/>
              <a:pathLst>
                <a:path w="20581" h="6793">
                  <a:moveTo>
                    <a:pt x="20581" y="67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6" name="pl4406"/>
            <p:cNvSpPr/>
            <p:nvPr/>
          </p:nvSpPr>
          <p:spPr>
            <a:xfrm>
              <a:off x="6839574" y="1418327"/>
              <a:ext cx="8575" cy="3192"/>
            </a:xfrm>
            <a:custGeom>
              <a:avLst/>
              <a:pathLst>
                <a:path w="8575" h="3192">
                  <a:moveTo>
                    <a:pt x="8575" y="3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7" name="pl4407"/>
            <p:cNvSpPr/>
            <p:nvPr/>
          </p:nvSpPr>
          <p:spPr>
            <a:xfrm>
              <a:off x="6830485" y="1416540"/>
              <a:ext cx="12870" cy="4744"/>
            </a:xfrm>
            <a:custGeom>
              <a:avLst/>
              <a:pathLst>
                <a:path w="12870" h="4744">
                  <a:moveTo>
                    <a:pt x="12870" y="47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8" name="pl4408"/>
            <p:cNvSpPr/>
            <p:nvPr/>
          </p:nvSpPr>
          <p:spPr>
            <a:xfrm>
              <a:off x="6821394" y="1414793"/>
              <a:ext cx="15025" cy="5475"/>
            </a:xfrm>
            <a:custGeom>
              <a:avLst/>
              <a:pathLst>
                <a:path w="15025" h="5475">
                  <a:moveTo>
                    <a:pt x="15025" y="54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9" name="pl4409"/>
            <p:cNvSpPr/>
            <p:nvPr/>
          </p:nvSpPr>
          <p:spPr>
            <a:xfrm>
              <a:off x="6812302" y="1413088"/>
              <a:ext cx="16110" cy="5798"/>
            </a:xfrm>
            <a:custGeom>
              <a:avLst/>
              <a:pathLst>
                <a:path w="16110" h="5798">
                  <a:moveTo>
                    <a:pt x="16110" y="57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0" name="pl4410"/>
            <p:cNvSpPr/>
            <p:nvPr/>
          </p:nvSpPr>
          <p:spPr>
            <a:xfrm>
              <a:off x="6856712" y="1424749"/>
              <a:ext cx="8548" cy="3265"/>
            </a:xfrm>
            <a:custGeom>
              <a:avLst/>
              <a:pathLst>
                <a:path w="8548" h="3265">
                  <a:moveTo>
                    <a:pt x="8548" y="3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1" name="pl4411"/>
            <p:cNvSpPr/>
            <p:nvPr/>
          </p:nvSpPr>
          <p:spPr>
            <a:xfrm>
              <a:off x="6882314" y="1434657"/>
              <a:ext cx="8505" cy="3375"/>
            </a:xfrm>
            <a:custGeom>
              <a:avLst/>
              <a:pathLst>
                <a:path w="8505" h="3375">
                  <a:moveTo>
                    <a:pt x="8505" y="33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2" name="pl4412"/>
            <p:cNvSpPr/>
            <p:nvPr/>
          </p:nvSpPr>
          <p:spPr>
            <a:xfrm>
              <a:off x="6873265" y="1432676"/>
              <a:ext cx="12765" cy="5018"/>
            </a:xfrm>
            <a:custGeom>
              <a:avLst/>
              <a:pathLst>
                <a:path w="12765" h="5018">
                  <a:moveTo>
                    <a:pt x="12765" y="50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3" name="pl4413"/>
            <p:cNvSpPr/>
            <p:nvPr/>
          </p:nvSpPr>
          <p:spPr>
            <a:xfrm>
              <a:off x="6859427" y="1430462"/>
              <a:ext cx="19158" cy="7425"/>
            </a:xfrm>
            <a:custGeom>
              <a:avLst/>
              <a:pathLst>
                <a:path w="19158" h="7425">
                  <a:moveTo>
                    <a:pt x="19158" y="74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4" name="pl4414"/>
            <p:cNvSpPr/>
            <p:nvPr/>
          </p:nvSpPr>
          <p:spPr>
            <a:xfrm>
              <a:off x="6817896" y="1422828"/>
              <a:ext cx="48486" cy="18118"/>
            </a:xfrm>
            <a:custGeom>
              <a:avLst/>
              <a:pathLst>
                <a:path w="48486" h="18118">
                  <a:moveTo>
                    <a:pt x="48486" y="181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5" name="pl4415"/>
            <p:cNvSpPr/>
            <p:nvPr/>
          </p:nvSpPr>
          <p:spPr>
            <a:xfrm>
              <a:off x="6800798" y="1418300"/>
              <a:ext cx="40885" cy="14804"/>
            </a:xfrm>
            <a:custGeom>
              <a:avLst/>
              <a:pathLst>
                <a:path w="40885" h="14804">
                  <a:moveTo>
                    <a:pt x="40885" y="148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6" name="pl4416"/>
            <p:cNvSpPr/>
            <p:nvPr/>
          </p:nvSpPr>
          <p:spPr>
            <a:xfrm>
              <a:off x="6760927" y="1413969"/>
              <a:ext cx="57374" cy="19851"/>
            </a:xfrm>
            <a:custGeom>
              <a:avLst/>
              <a:pathLst>
                <a:path w="57374" h="19851">
                  <a:moveTo>
                    <a:pt x="57374" y="19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7" name="pl4417"/>
            <p:cNvSpPr/>
            <p:nvPr/>
          </p:nvSpPr>
          <p:spPr>
            <a:xfrm>
              <a:off x="6737328" y="1407861"/>
              <a:ext cx="51881" cy="17205"/>
            </a:xfrm>
            <a:custGeom>
              <a:avLst/>
              <a:pathLst>
                <a:path w="51881" h="17205">
                  <a:moveTo>
                    <a:pt x="51881" y="172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8" name="pl4418"/>
            <p:cNvSpPr/>
            <p:nvPr/>
          </p:nvSpPr>
          <p:spPr>
            <a:xfrm>
              <a:off x="6711136" y="1424113"/>
              <a:ext cx="44847" cy="14316"/>
            </a:xfrm>
            <a:custGeom>
              <a:avLst/>
              <a:pathLst>
                <a:path w="44847" h="14316">
                  <a:moveTo>
                    <a:pt x="44847" y="14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9" name="pl4419"/>
            <p:cNvSpPr/>
            <p:nvPr/>
          </p:nvSpPr>
          <p:spPr>
            <a:xfrm>
              <a:off x="6665978" y="1410807"/>
              <a:ext cx="45157" cy="13305"/>
            </a:xfrm>
            <a:custGeom>
              <a:avLst/>
              <a:pathLst>
                <a:path w="45157" h="13305">
                  <a:moveTo>
                    <a:pt x="45157" y="133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0" name="pl4420"/>
            <p:cNvSpPr/>
            <p:nvPr/>
          </p:nvSpPr>
          <p:spPr>
            <a:xfrm>
              <a:off x="6620533" y="1398518"/>
              <a:ext cx="45444" cy="12288"/>
            </a:xfrm>
            <a:custGeom>
              <a:avLst/>
              <a:pathLst>
                <a:path w="45444" h="12288">
                  <a:moveTo>
                    <a:pt x="45444" y="12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1" name="pl4421"/>
            <p:cNvSpPr/>
            <p:nvPr/>
          </p:nvSpPr>
          <p:spPr>
            <a:xfrm>
              <a:off x="6899311" y="1441443"/>
              <a:ext cx="8476" cy="3447"/>
            </a:xfrm>
            <a:custGeom>
              <a:avLst/>
              <a:pathLst>
                <a:path w="8476" h="3447">
                  <a:moveTo>
                    <a:pt x="8476" y="34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2" name="pl4422"/>
            <p:cNvSpPr/>
            <p:nvPr/>
          </p:nvSpPr>
          <p:spPr>
            <a:xfrm>
              <a:off x="6916249" y="1448375"/>
              <a:ext cx="8446" cy="3519"/>
            </a:xfrm>
            <a:custGeom>
              <a:avLst/>
              <a:pathLst>
                <a:path w="8446" h="3519">
                  <a:moveTo>
                    <a:pt x="8446" y="3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3" name="pl4423"/>
            <p:cNvSpPr/>
            <p:nvPr/>
          </p:nvSpPr>
          <p:spPr>
            <a:xfrm>
              <a:off x="6902453" y="1445862"/>
              <a:ext cx="16900" cy="6958"/>
            </a:xfrm>
            <a:custGeom>
              <a:avLst/>
              <a:pathLst>
                <a:path w="16900" h="6958">
                  <a:moveTo>
                    <a:pt x="16900" y="6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4" name="pl4424"/>
            <p:cNvSpPr/>
            <p:nvPr/>
          </p:nvSpPr>
          <p:spPr>
            <a:xfrm>
              <a:off x="6941544" y="1459042"/>
              <a:ext cx="8400" cy="3627"/>
            </a:xfrm>
            <a:custGeom>
              <a:avLst/>
              <a:pathLst>
                <a:path w="8400" h="3627">
                  <a:moveTo>
                    <a:pt x="8400" y="36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5" name="pl4425"/>
            <p:cNvSpPr/>
            <p:nvPr/>
          </p:nvSpPr>
          <p:spPr>
            <a:xfrm>
              <a:off x="6958330" y="1466334"/>
              <a:ext cx="8369" cy="3699"/>
            </a:xfrm>
            <a:custGeom>
              <a:avLst/>
              <a:pathLst>
                <a:path w="8369" h="3699">
                  <a:moveTo>
                    <a:pt x="8369" y="36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6" name="pl4426"/>
            <p:cNvSpPr/>
            <p:nvPr/>
          </p:nvSpPr>
          <p:spPr>
            <a:xfrm>
              <a:off x="6983391" y="1477539"/>
              <a:ext cx="8321" cy="3806"/>
            </a:xfrm>
            <a:custGeom>
              <a:avLst/>
              <a:pathLst>
                <a:path w="8321" h="3806">
                  <a:moveTo>
                    <a:pt x="8321" y="38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7" name="pl4427"/>
            <p:cNvSpPr/>
            <p:nvPr/>
          </p:nvSpPr>
          <p:spPr>
            <a:xfrm>
              <a:off x="6974456" y="1475097"/>
              <a:ext cx="12492" cy="5665"/>
            </a:xfrm>
            <a:custGeom>
              <a:avLst/>
              <a:pathLst>
                <a:path w="12492" h="5665">
                  <a:moveTo>
                    <a:pt x="12492" y="56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8" name="pl4428"/>
            <p:cNvSpPr/>
            <p:nvPr/>
          </p:nvSpPr>
          <p:spPr>
            <a:xfrm>
              <a:off x="6960749" y="1472178"/>
              <a:ext cx="18753" cy="8396"/>
            </a:xfrm>
            <a:custGeom>
              <a:avLst/>
              <a:pathLst>
                <a:path w="18753" h="8396">
                  <a:moveTo>
                    <a:pt x="18753" y="8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9" name="pl4429"/>
            <p:cNvSpPr/>
            <p:nvPr/>
          </p:nvSpPr>
          <p:spPr>
            <a:xfrm>
              <a:off x="7008307" y="1489064"/>
              <a:ext cx="8272" cy="3912"/>
            </a:xfrm>
            <a:custGeom>
              <a:avLst/>
              <a:pathLst>
                <a:path w="8272" h="3912">
                  <a:moveTo>
                    <a:pt x="8272" y="39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0" name="pl4430"/>
            <p:cNvSpPr/>
            <p:nvPr/>
          </p:nvSpPr>
          <p:spPr>
            <a:xfrm>
              <a:off x="6999404" y="1486508"/>
              <a:ext cx="12418" cy="5824"/>
            </a:xfrm>
            <a:custGeom>
              <a:avLst/>
              <a:pathLst>
                <a:path w="12418" h="5824">
                  <a:moveTo>
                    <a:pt x="12418" y="58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1" name="pl4431"/>
            <p:cNvSpPr/>
            <p:nvPr/>
          </p:nvSpPr>
          <p:spPr>
            <a:xfrm>
              <a:off x="7033073" y="1500907"/>
              <a:ext cx="8221" cy="4018"/>
            </a:xfrm>
            <a:custGeom>
              <a:avLst/>
              <a:pathLst>
                <a:path w="8221" h="4018">
                  <a:moveTo>
                    <a:pt x="8221" y="40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2" name="pl4432"/>
            <p:cNvSpPr/>
            <p:nvPr/>
          </p:nvSpPr>
          <p:spPr>
            <a:xfrm>
              <a:off x="7024203" y="1498237"/>
              <a:ext cx="12342" cy="5983"/>
            </a:xfrm>
            <a:custGeom>
              <a:avLst/>
              <a:pathLst>
                <a:path w="12342" h="5983">
                  <a:moveTo>
                    <a:pt x="12342" y="59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3" name="pl4433"/>
            <p:cNvSpPr/>
            <p:nvPr/>
          </p:nvSpPr>
          <p:spPr>
            <a:xfrm>
              <a:off x="7003761" y="1493369"/>
              <a:ext cx="24711" cy="11784"/>
            </a:xfrm>
            <a:custGeom>
              <a:avLst/>
              <a:pathLst>
                <a:path w="24711" h="11784">
                  <a:moveTo>
                    <a:pt x="24711" y="117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4" name="pl4434"/>
            <p:cNvSpPr/>
            <p:nvPr/>
          </p:nvSpPr>
          <p:spPr>
            <a:xfrm>
              <a:off x="6966563" y="1484335"/>
              <a:ext cx="46436" cy="21464"/>
            </a:xfrm>
            <a:custGeom>
              <a:avLst/>
              <a:pathLst>
                <a:path w="46436" h="21464">
                  <a:moveTo>
                    <a:pt x="46436" y="21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5" name="pl4435"/>
            <p:cNvSpPr/>
            <p:nvPr/>
          </p:nvSpPr>
          <p:spPr>
            <a:xfrm>
              <a:off x="6939390" y="1475569"/>
              <a:ext cx="49231" cy="22003"/>
            </a:xfrm>
            <a:custGeom>
              <a:avLst/>
              <a:pathLst>
                <a:path w="49231" h="22003">
                  <a:moveTo>
                    <a:pt x="49231" y="220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6" name="pl4436"/>
            <p:cNvSpPr/>
            <p:nvPr/>
          </p:nvSpPr>
          <p:spPr>
            <a:xfrm>
              <a:off x="6926297" y="1471550"/>
              <a:ext cx="37184" cy="16195"/>
            </a:xfrm>
            <a:custGeom>
              <a:avLst/>
              <a:pathLst>
                <a:path w="37184" h="16195">
                  <a:moveTo>
                    <a:pt x="37184" y="161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7" name="pl4437"/>
            <p:cNvSpPr/>
            <p:nvPr/>
          </p:nvSpPr>
          <p:spPr>
            <a:xfrm>
              <a:off x="6903142" y="1468190"/>
              <a:ext cx="39457" cy="16713"/>
            </a:xfrm>
            <a:custGeom>
              <a:avLst/>
              <a:pathLst>
                <a:path w="39457" h="16713">
                  <a:moveTo>
                    <a:pt x="39457" y="167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8" name="pl4438"/>
            <p:cNvSpPr/>
            <p:nvPr/>
          </p:nvSpPr>
          <p:spPr>
            <a:xfrm>
              <a:off x="7049499" y="1508978"/>
              <a:ext cx="8186" cy="4088"/>
            </a:xfrm>
            <a:custGeom>
              <a:avLst/>
              <a:pathLst>
                <a:path w="8186" h="4088">
                  <a:moveTo>
                    <a:pt x="8186" y="40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9" name="pl4439"/>
            <p:cNvSpPr/>
            <p:nvPr/>
          </p:nvSpPr>
          <p:spPr>
            <a:xfrm>
              <a:off x="7074007" y="1521347"/>
              <a:ext cx="8133" cy="4192"/>
            </a:xfrm>
            <a:custGeom>
              <a:avLst/>
              <a:pathLst>
                <a:path w="8133" h="4192">
                  <a:moveTo>
                    <a:pt x="8133" y="41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0" name="pl4440"/>
            <p:cNvSpPr/>
            <p:nvPr/>
          </p:nvSpPr>
          <p:spPr>
            <a:xfrm>
              <a:off x="7090256" y="1529767"/>
              <a:ext cx="8097" cy="4261"/>
            </a:xfrm>
            <a:custGeom>
              <a:avLst/>
              <a:pathLst>
                <a:path w="8097" h="4261">
                  <a:moveTo>
                    <a:pt x="8097" y="42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1" name="pl4441"/>
            <p:cNvSpPr/>
            <p:nvPr/>
          </p:nvSpPr>
          <p:spPr>
            <a:xfrm>
              <a:off x="7076740" y="1526030"/>
              <a:ext cx="16209" cy="8443"/>
            </a:xfrm>
            <a:custGeom>
              <a:avLst/>
              <a:pathLst>
                <a:path w="16209" h="8443">
                  <a:moveTo>
                    <a:pt x="16209" y="84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2" name="pl4442"/>
            <p:cNvSpPr/>
            <p:nvPr/>
          </p:nvSpPr>
          <p:spPr>
            <a:xfrm>
              <a:off x="7063877" y="1521088"/>
              <a:ext cx="20304" cy="10438"/>
            </a:xfrm>
            <a:custGeom>
              <a:avLst/>
              <a:pathLst>
                <a:path w="20304" h="10438">
                  <a:moveTo>
                    <a:pt x="20304" y="10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3" name="pl4443"/>
            <p:cNvSpPr/>
            <p:nvPr/>
          </p:nvSpPr>
          <p:spPr>
            <a:xfrm>
              <a:off x="7050339" y="1517537"/>
              <a:ext cx="22371" cy="11335"/>
            </a:xfrm>
            <a:custGeom>
              <a:avLst/>
              <a:pathLst>
                <a:path w="22371" h="11335">
                  <a:moveTo>
                    <a:pt x="22371" y="113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4" name="pl4444"/>
            <p:cNvSpPr/>
            <p:nvPr/>
          </p:nvSpPr>
          <p:spPr>
            <a:xfrm>
              <a:off x="7106433" y="1538325"/>
              <a:ext cx="8061" cy="4330"/>
            </a:xfrm>
            <a:custGeom>
              <a:avLst/>
              <a:pathLst>
                <a:path w="8061" h="4330">
                  <a:moveTo>
                    <a:pt x="8061" y="43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5" name="pl4445"/>
            <p:cNvSpPr/>
            <p:nvPr/>
          </p:nvSpPr>
          <p:spPr>
            <a:xfrm>
              <a:off x="7122537" y="1547021"/>
              <a:ext cx="8023" cy="4399"/>
            </a:xfrm>
            <a:custGeom>
              <a:avLst/>
              <a:pathLst>
                <a:path w="8023" h="4399">
                  <a:moveTo>
                    <a:pt x="8023" y="439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6" name="pl4446"/>
            <p:cNvSpPr/>
            <p:nvPr/>
          </p:nvSpPr>
          <p:spPr>
            <a:xfrm>
              <a:off x="7154518" y="1564824"/>
              <a:ext cx="7947" cy="4535"/>
            </a:xfrm>
            <a:custGeom>
              <a:avLst/>
              <a:pathLst>
                <a:path w="7947" h="4535">
                  <a:moveTo>
                    <a:pt x="7947" y="45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7" name="pl4447"/>
            <p:cNvSpPr/>
            <p:nvPr/>
          </p:nvSpPr>
          <p:spPr>
            <a:xfrm>
              <a:off x="7145837" y="1561593"/>
              <a:ext cx="11934" cy="6761"/>
            </a:xfrm>
            <a:custGeom>
              <a:avLst/>
              <a:pathLst>
                <a:path w="11934" h="6761">
                  <a:moveTo>
                    <a:pt x="11934" y="67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8" name="pl4448"/>
            <p:cNvSpPr/>
            <p:nvPr/>
          </p:nvSpPr>
          <p:spPr>
            <a:xfrm>
              <a:off x="7137148" y="1558401"/>
              <a:ext cx="13943" cy="7830"/>
            </a:xfrm>
            <a:custGeom>
              <a:avLst/>
              <a:pathLst>
                <a:path w="13943" h="7830">
                  <a:moveTo>
                    <a:pt x="13943" y="78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9" name="pl4449"/>
            <p:cNvSpPr/>
            <p:nvPr/>
          </p:nvSpPr>
          <p:spPr>
            <a:xfrm>
              <a:off x="7123749" y="1554328"/>
              <a:ext cx="18951" cy="10516"/>
            </a:xfrm>
            <a:custGeom>
              <a:avLst/>
              <a:pathLst>
                <a:path w="18951" h="10516">
                  <a:moveTo>
                    <a:pt x="18951" y="105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0" name="pl4450"/>
            <p:cNvSpPr/>
            <p:nvPr/>
          </p:nvSpPr>
          <p:spPr>
            <a:xfrm>
              <a:off x="7106328" y="1548189"/>
              <a:ext cx="25495" cy="13921"/>
            </a:xfrm>
            <a:custGeom>
              <a:avLst/>
              <a:pathLst>
                <a:path w="25495" h="13921">
                  <a:moveTo>
                    <a:pt x="25495" y="13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1" name="pl4451"/>
            <p:cNvSpPr/>
            <p:nvPr/>
          </p:nvSpPr>
          <p:spPr>
            <a:xfrm>
              <a:off x="7178303" y="1578534"/>
              <a:ext cx="7888" cy="4637"/>
            </a:xfrm>
            <a:custGeom>
              <a:avLst/>
              <a:pathLst>
                <a:path w="7888" h="4637">
                  <a:moveTo>
                    <a:pt x="7888" y="46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2" name="pl4452"/>
            <p:cNvSpPr/>
            <p:nvPr/>
          </p:nvSpPr>
          <p:spPr>
            <a:xfrm>
              <a:off x="7169664" y="1575191"/>
              <a:ext cx="11847" cy="6913"/>
            </a:xfrm>
            <a:custGeom>
              <a:avLst/>
              <a:pathLst>
                <a:path w="11847" h="6913">
                  <a:moveTo>
                    <a:pt x="11847" y="69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3" name="pl4453"/>
            <p:cNvSpPr/>
            <p:nvPr/>
          </p:nvSpPr>
          <p:spPr>
            <a:xfrm>
              <a:off x="7209738" y="1597284"/>
              <a:ext cx="7808" cy="4771"/>
            </a:xfrm>
            <a:custGeom>
              <a:avLst/>
              <a:pathLst>
                <a:path w="7808" h="4771">
                  <a:moveTo>
                    <a:pt x="7808" y="47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4" name="pl4454"/>
            <p:cNvSpPr/>
            <p:nvPr/>
          </p:nvSpPr>
          <p:spPr>
            <a:xfrm>
              <a:off x="7225334" y="1606860"/>
              <a:ext cx="7767" cy="4837"/>
            </a:xfrm>
            <a:custGeom>
              <a:avLst/>
              <a:pathLst>
                <a:path w="7767" h="4837">
                  <a:moveTo>
                    <a:pt x="7767" y="48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5" name="pl4455"/>
            <p:cNvSpPr/>
            <p:nvPr/>
          </p:nvSpPr>
          <p:spPr>
            <a:xfrm>
              <a:off x="7240848" y="1616569"/>
              <a:ext cx="7725" cy="4903"/>
            </a:xfrm>
            <a:custGeom>
              <a:avLst/>
              <a:pathLst>
                <a:path w="7725" h="4903">
                  <a:moveTo>
                    <a:pt x="7725" y="4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6" name="pl4456"/>
            <p:cNvSpPr/>
            <p:nvPr/>
          </p:nvSpPr>
          <p:spPr>
            <a:xfrm>
              <a:off x="7227680" y="1611749"/>
              <a:ext cx="15472" cy="9728"/>
            </a:xfrm>
            <a:custGeom>
              <a:avLst/>
              <a:pathLst>
                <a:path w="15472" h="9728">
                  <a:moveTo>
                    <a:pt x="15472" y="9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7" name="pl4457"/>
            <p:cNvSpPr/>
            <p:nvPr/>
          </p:nvSpPr>
          <p:spPr>
            <a:xfrm>
              <a:off x="7210605" y="1604640"/>
              <a:ext cx="23269" cy="14424"/>
            </a:xfrm>
            <a:custGeom>
              <a:avLst/>
              <a:pathLst>
                <a:path w="23269" h="14424">
                  <a:moveTo>
                    <a:pt x="23269" y="144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8" name="pl4458"/>
            <p:cNvSpPr/>
            <p:nvPr/>
          </p:nvSpPr>
          <p:spPr>
            <a:xfrm>
              <a:off x="7198150" y="1598788"/>
              <a:ext cx="23345" cy="14265"/>
            </a:xfrm>
            <a:custGeom>
              <a:avLst/>
              <a:pathLst>
                <a:path w="23345" h="14265">
                  <a:moveTo>
                    <a:pt x="23345" y="14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9" name="pl4459"/>
            <p:cNvSpPr/>
            <p:nvPr/>
          </p:nvSpPr>
          <p:spPr>
            <a:xfrm>
              <a:off x="7189581" y="1595352"/>
              <a:ext cx="19504" cy="11775"/>
            </a:xfrm>
            <a:custGeom>
              <a:avLst/>
              <a:pathLst>
                <a:path w="19504" h="11775">
                  <a:moveTo>
                    <a:pt x="19504" y="117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0" name="pl4460"/>
            <p:cNvSpPr/>
            <p:nvPr/>
          </p:nvSpPr>
          <p:spPr>
            <a:xfrm>
              <a:off x="7169717" y="1588708"/>
              <a:ext cx="27372" cy="16247"/>
            </a:xfrm>
            <a:custGeom>
              <a:avLst/>
              <a:pathLst>
                <a:path w="27372" h="16247">
                  <a:moveTo>
                    <a:pt x="27372" y="16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1" name="pl4461"/>
            <p:cNvSpPr/>
            <p:nvPr/>
          </p:nvSpPr>
          <p:spPr>
            <a:xfrm>
              <a:off x="7144618" y="1587696"/>
              <a:ext cx="32864" cy="19111"/>
            </a:xfrm>
            <a:custGeom>
              <a:avLst/>
              <a:pathLst>
                <a:path w="32864" h="19111">
                  <a:moveTo>
                    <a:pt x="32864" y="19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2" name="pl4462"/>
            <p:cNvSpPr/>
            <p:nvPr/>
          </p:nvSpPr>
          <p:spPr>
            <a:xfrm>
              <a:off x="7111416" y="1569177"/>
              <a:ext cx="33201" cy="18518"/>
            </a:xfrm>
            <a:custGeom>
              <a:avLst/>
              <a:pathLst>
                <a:path w="33201" h="18518">
                  <a:moveTo>
                    <a:pt x="33201" y="185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3" name="pl4463"/>
            <p:cNvSpPr/>
            <p:nvPr/>
          </p:nvSpPr>
          <p:spPr>
            <a:xfrm>
              <a:off x="7094594" y="1571665"/>
              <a:ext cx="44974" cy="24895"/>
            </a:xfrm>
            <a:custGeom>
              <a:avLst/>
              <a:pathLst>
                <a:path w="44974" h="24895">
                  <a:moveTo>
                    <a:pt x="44974" y="248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4" name="pl4464"/>
            <p:cNvSpPr/>
            <p:nvPr/>
          </p:nvSpPr>
          <p:spPr>
            <a:xfrm>
              <a:off x="7049025" y="1547872"/>
              <a:ext cx="45568" cy="23792"/>
            </a:xfrm>
            <a:custGeom>
              <a:avLst/>
              <a:pathLst>
                <a:path w="45568" h="23792">
                  <a:moveTo>
                    <a:pt x="45568" y="23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5" name="pl4465"/>
            <p:cNvSpPr/>
            <p:nvPr/>
          </p:nvSpPr>
          <p:spPr>
            <a:xfrm>
              <a:off x="7263963" y="1631379"/>
              <a:ext cx="7662" cy="5002"/>
            </a:xfrm>
            <a:custGeom>
              <a:avLst/>
              <a:pathLst>
                <a:path w="7662" h="5002">
                  <a:moveTo>
                    <a:pt x="7662" y="50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6" name="pl4466"/>
            <p:cNvSpPr/>
            <p:nvPr/>
          </p:nvSpPr>
          <p:spPr>
            <a:xfrm>
              <a:off x="7279266" y="1641417"/>
              <a:ext cx="7619" cy="5067"/>
            </a:xfrm>
            <a:custGeom>
              <a:avLst/>
              <a:pathLst>
                <a:path w="7619" h="5067">
                  <a:moveTo>
                    <a:pt x="7619" y="50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7" name="pl4467"/>
            <p:cNvSpPr/>
            <p:nvPr/>
          </p:nvSpPr>
          <p:spPr>
            <a:xfrm>
              <a:off x="7317145" y="1667079"/>
              <a:ext cx="7509" cy="5229"/>
            </a:xfrm>
            <a:custGeom>
              <a:avLst/>
              <a:pathLst>
                <a:path w="7509" h="5229">
                  <a:moveTo>
                    <a:pt x="7509" y="52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8" name="pl4468"/>
            <p:cNvSpPr/>
            <p:nvPr/>
          </p:nvSpPr>
          <p:spPr>
            <a:xfrm>
              <a:off x="7308788" y="1663083"/>
              <a:ext cx="11281" cy="7802"/>
            </a:xfrm>
            <a:custGeom>
              <a:avLst/>
              <a:pathLst>
                <a:path w="11281" h="7802">
                  <a:moveTo>
                    <a:pt x="11281" y="7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9" name="pl4469"/>
            <p:cNvSpPr/>
            <p:nvPr/>
          </p:nvSpPr>
          <p:spPr>
            <a:xfrm>
              <a:off x="7300419" y="1659127"/>
              <a:ext cx="13186" cy="9047"/>
            </a:xfrm>
            <a:custGeom>
              <a:avLst/>
              <a:pathLst>
                <a:path w="13186" h="9047">
                  <a:moveTo>
                    <a:pt x="13186" y="90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0" name="pl4470"/>
            <p:cNvSpPr/>
            <p:nvPr/>
          </p:nvSpPr>
          <p:spPr>
            <a:xfrm>
              <a:off x="7292039" y="1655209"/>
              <a:ext cx="14157" cy="9630"/>
            </a:xfrm>
            <a:custGeom>
              <a:avLst/>
              <a:pathLst>
                <a:path w="14157" h="9630">
                  <a:moveTo>
                    <a:pt x="14157" y="96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1" name="pl4471"/>
            <p:cNvSpPr/>
            <p:nvPr/>
          </p:nvSpPr>
          <p:spPr>
            <a:xfrm>
              <a:off x="7279043" y="1650014"/>
              <a:ext cx="18444" cy="12406"/>
            </a:xfrm>
            <a:custGeom>
              <a:avLst/>
              <a:pathLst>
                <a:path w="18444" h="12406">
                  <a:moveTo>
                    <a:pt x="18444" y="12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2" name="pl4472"/>
            <p:cNvSpPr/>
            <p:nvPr/>
          </p:nvSpPr>
          <p:spPr>
            <a:xfrm>
              <a:off x="7262220" y="1642419"/>
              <a:ext cx="24435" cy="16193"/>
            </a:xfrm>
            <a:custGeom>
              <a:avLst/>
              <a:pathLst>
                <a:path w="24435" h="16193">
                  <a:moveTo>
                    <a:pt x="24435" y="161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3" name="pl4473"/>
            <p:cNvSpPr/>
            <p:nvPr/>
          </p:nvSpPr>
          <p:spPr>
            <a:xfrm>
              <a:off x="7332142" y="1677569"/>
              <a:ext cx="7464" cy="5293"/>
            </a:xfrm>
            <a:custGeom>
              <a:avLst/>
              <a:pathLst>
                <a:path w="7464" h="5293">
                  <a:moveTo>
                    <a:pt x="7464" y="52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4" name="pl4474"/>
            <p:cNvSpPr/>
            <p:nvPr/>
          </p:nvSpPr>
          <p:spPr>
            <a:xfrm>
              <a:off x="7347048" y="1688187"/>
              <a:ext cx="7419" cy="5356"/>
            </a:xfrm>
            <a:custGeom>
              <a:avLst/>
              <a:pathLst>
                <a:path w="7419" h="5356">
                  <a:moveTo>
                    <a:pt x="7419" y="5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5" name="pl4475"/>
            <p:cNvSpPr/>
            <p:nvPr/>
          </p:nvSpPr>
          <p:spPr>
            <a:xfrm>
              <a:off x="7334191" y="1682589"/>
              <a:ext cx="14863" cy="10635"/>
            </a:xfrm>
            <a:custGeom>
              <a:avLst/>
              <a:pathLst>
                <a:path w="14863" h="10635">
                  <a:moveTo>
                    <a:pt x="14863" y="106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6" name="pl4476"/>
            <p:cNvSpPr/>
            <p:nvPr/>
          </p:nvSpPr>
          <p:spPr>
            <a:xfrm>
              <a:off x="7361864" y="1698932"/>
              <a:ext cx="7373" cy="5419"/>
            </a:xfrm>
            <a:custGeom>
              <a:avLst/>
              <a:pathLst>
                <a:path w="7373" h="5419">
                  <a:moveTo>
                    <a:pt x="7373" y="54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7" name="pl4477"/>
            <p:cNvSpPr/>
            <p:nvPr/>
          </p:nvSpPr>
          <p:spPr>
            <a:xfrm>
              <a:off x="7391217" y="1720798"/>
              <a:ext cx="7279" cy="5544"/>
            </a:xfrm>
            <a:custGeom>
              <a:avLst/>
              <a:pathLst>
                <a:path w="7279" h="5544">
                  <a:moveTo>
                    <a:pt x="7279" y="55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8" name="pl4478"/>
            <p:cNvSpPr/>
            <p:nvPr/>
          </p:nvSpPr>
          <p:spPr>
            <a:xfrm>
              <a:off x="7383038" y="1716450"/>
              <a:ext cx="10938" cy="8276"/>
            </a:xfrm>
            <a:custGeom>
              <a:avLst/>
              <a:pathLst>
                <a:path w="10938" h="8276">
                  <a:moveTo>
                    <a:pt x="10938" y="82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9" name="pl4479"/>
            <p:cNvSpPr/>
            <p:nvPr/>
          </p:nvSpPr>
          <p:spPr>
            <a:xfrm>
              <a:off x="7374846" y="1712140"/>
              <a:ext cx="12788" cy="9601"/>
            </a:xfrm>
            <a:custGeom>
              <a:avLst/>
              <a:pathLst>
                <a:path w="12788" h="9601">
                  <a:moveTo>
                    <a:pt x="12788" y="96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0" name="pl4480"/>
            <p:cNvSpPr/>
            <p:nvPr/>
          </p:nvSpPr>
          <p:spPr>
            <a:xfrm>
              <a:off x="7362101" y="1706335"/>
              <a:ext cx="17398" cy="12925"/>
            </a:xfrm>
            <a:custGeom>
              <a:avLst/>
              <a:pathLst>
                <a:path w="17398" h="12925">
                  <a:moveTo>
                    <a:pt x="17398" y="129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1" name="pl4481"/>
            <p:cNvSpPr/>
            <p:nvPr/>
          </p:nvSpPr>
          <p:spPr>
            <a:xfrm>
              <a:off x="7336546" y="1695002"/>
              <a:ext cx="30793" cy="22452"/>
            </a:xfrm>
            <a:custGeom>
              <a:avLst/>
              <a:pathLst>
                <a:path w="30793" h="22452">
                  <a:moveTo>
                    <a:pt x="30793" y="224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2" name="pl4482"/>
            <p:cNvSpPr/>
            <p:nvPr/>
          </p:nvSpPr>
          <p:spPr>
            <a:xfrm>
              <a:off x="7305643" y="1689254"/>
              <a:ext cx="38622" cy="27503"/>
            </a:xfrm>
            <a:custGeom>
              <a:avLst/>
              <a:pathLst>
                <a:path w="38622" h="27503">
                  <a:moveTo>
                    <a:pt x="38622" y="275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3" name="pl4483"/>
            <p:cNvSpPr/>
            <p:nvPr/>
          </p:nvSpPr>
          <p:spPr>
            <a:xfrm>
              <a:off x="7266415" y="1662622"/>
              <a:ext cx="39228" cy="26632"/>
            </a:xfrm>
            <a:custGeom>
              <a:avLst/>
              <a:pathLst>
                <a:path w="39228" h="26632">
                  <a:moveTo>
                    <a:pt x="39228" y="266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4" name="pl4484"/>
            <p:cNvSpPr/>
            <p:nvPr/>
          </p:nvSpPr>
          <p:spPr>
            <a:xfrm>
              <a:off x="7273632" y="1669179"/>
              <a:ext cx="31178" cy="21271"/>
            </a:xfrm>
            <a:custGeom>
              <a:avLst/>
              <a:pathLst>
                <a:path w="31178" h="21271">
                  <a:moveTo>
                    <a:pt x="31178" y="21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5" name="pl4485"/>
            <p:cNvSpPr/>
            <p:nvPr/>
          </p:nvSpPr>
          <p:spPr>
            <a:xfrm>
              <a:off x="7242079" y="1648467"/>
              <a:ext cx="31552" cy="20712"/>
            </a:xfrm>
            <a:custGeom>
              <a:avLst/>
              <a:pathLst>
                <a:path w="31552" h="20712">
                  <a:moveTo>
                    <a:pt x="31552" y="207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6" name="pl4486"/>
            <p:cNvSpPr/>
            <p:nvPr/>
          </p:nvSpPr>
          <p:spPr>
            <a:xfrm>
              <a:off x="7405752" y="1731919"/>
              <a:ext cx="7231" cy="5606"/>
            </a:xfrm>
            <a:custGeom>
              <a:avLst/>
              <a:pathLst>
                <a:path w="7231" h="5606">
                  <a:moveTo>
                    <a:pt x="7231" y="56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7" name="pl4487"/>
            <p:cNvSpPr/>
            <p:nvPr/>
          </p:nvSpPr>
          <p:spPr>
            <a:xfrm>
              <a:off x="7420192" y="1743163"/>
              <a:ext cx="7183" cy="5668"/>
            </a:xfrm>
            <a:custGeom>
              <a:avLst/>
              <a:pathLst>
                <a:path w="7183" h="5668">
                  <a:moveTo>
                    <a:pt x="7183" y="566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8" name="pl4488"/>
            <p:cNvSpPr/>
            <p:nvPr/>
          </p:nvSpPr>
          <p:spPr>
            <a:xfrm>
              <a:off x="7434536" y="1754530"/>
              <a:ext cx="7135" cy="5729"/>
            </a:xfrm>
            <a:custGeom>
              <a:avLst/>
              <a:pathLst>
                <a:path w="7135" h="5729">
                  <a:moveTo>
                    <a:pt x="7135" y="57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9" name="pl4489"/>
            <p:cNvSpPr/>
            <p:nvPr/>
          </p:nvSpPr>
          <p:spPr>
            <a:xfrm>
              <a:off x="7421982" y="1748282"/>
              <a:ext cx="14299" cy="11382"/>
            </a:xfrm>
            <a:custGeom>
              <a:avLst/>
              <a:pathLst>
                <a:path w="14299" h="11382">
                  <a:moveTo>
                    <a:pt x="14299" y="11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0" name="pl4490"/>
            <p:cNvSpPr/>
            <p:nvPr/>
          </p:nvSpPr>
          <p:spPr>
            <a:xfrm>
              <a:off x="7462929" y="1777630"/>
              <a:ext cx="7036" cy="5850"/>
            </a:xfrm>
            <a:custGeom>
              <a:avLst/>
              <a:pathLst>
                <a:path w="7036" h="5850">
                  <a:moveTo>
                    <a:pt x="7036" y="58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1" name="pl4491"/>
            <p:cNvSpPr/>
            <p:nvPr/>
          </p:nvSpPr>
          <p:spPr>
            <a:xfrm>
              <a:off x="7454943" y="1772936"/>
              <a:ext cx="10575" cy="8735"/>
            </a:xfrm>
            <a:custGeom>
              <a:avLst/>
              <a:pathLst>
                <a:path w="10575" h="8735">
                  <a:moveTo>
                    <a:pt x="10575" y="8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2" name="pl4492"/>
            <p:cNvSpPr/>
            <p:nvPr/>
          </p:nvSpPr>
          <p:spPr>
            <a:xfrm>
              <a:off x="7446942" y="1768281"/>
              <a:ext cx="12367" cy="10138"/>
            </a:xfrm>
            <a:custGeom>
              <a:avLst/>
              <a:pathLst>
                <a:path w="12367" h="10138">
                  <a:moveTo>
                    <a:pt x="12367" y="101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3" name="pl4493"/>
            <p:cNvSpPr/>
            <p:nvPr/>
          </p:nvSpPr>
          <p:spPr>
            <a:xfrm>
              <a:off x="7425513" y="1758519"/>
              <a:ext cx="23926" cy="19327"/>
            </a:xfrm>
            <a:custGeom>
              <a:avLst/>
              <a:pathLst>
                <a:path w="23926" h="19327">
                  <a:moveTo>
                    <a:pt x="23926" y="193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4" name="pl4494"/>
            <p:cNvSpPr/>
            <p:nvPr/>
          </p:nvSpPr>
          <p:spPr>
            <a:xfrm>
              <a:off x="7476976" y="1789361"/>
              <a:ext cx="6986" cy="5910"/>
            </a:xfrm>
            <a:custGeom>
              <a:avLst/>
              <a:pathLst>
                <a:path w="6986" h="5910">
                  <a:moveTo>
                    <a:pt x="6986" y="59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5" name="pl4495"/>
            <p:cNvSpPr/>
            <p:nvPr/>
          </p:nvSpPr>
          <p:spPr>
            <a:xfrm>
              <a:off x="7504769" y="1813180"/>
              <a:ext cx="6884" cy="6028"/>
            </a:xfrm>
            <a:custGeom>
              <a:avLst/>
              <a:pathLst>
                <a:path w="6884" h="6028">
                  <a:moveTo>
                    <a:pt x="6884" y="60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6" name="pl4496"/>
            <p:cNvSpPr/>
            <p:nvPr/>
          </p:nvSpPr>
          <p:spPr>
            <a:xfrm>
              <a:off x="7525344" y="1831354"/>
              <a:ext cx="6806" cy="6116"/>
            </a:xfrm>
            <a:custGeom>
              <a:avLst/>
              <a:pathLst>
                <a:path w="6806" h="6116">
                  <a:moveTo>
                    <a:pt x="6806" y="61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7" name="pl4497"/>
            <p:cNvSpPr/>
            <p:nvPr/>
          </p:nvSpPr>
          <p:spPr>
            <a:xfrm>
              <a:off x="7517544" y="1826357"/>
              <a:ext cx="10232" cy="9135"/>
            </a:xfrm>
            <a:custGeom>
              <a:avLst/>
              <a:pathLst>
                <a:path w="10232" h="9135">
                  <a:moveTo>
                    <a:pt x="10232" y="91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8" name="pl4498"/>
            <p:cNvSpPr/>
            <p:nvPr/>
          </p:nvSpPr>
          <p:spPr>
            <a:xfrm>
              <a:off x="7505334" y="1819480"/>
              <a:ext cx="15392" cy="13610"/>
            </a:xfrm>
            <a:custGeom>
              <a:avLst/>
              <a:pathLst>
                <a:path w="15392" h="13610">
                  <a:moveTo>
                    <a:pt x="15392" y="136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9" name="pl4499"/>
            <p:cNvSpPr/>
            <p:nvPr/>
          </p:nvSpPr>
          <p:spPr>
            <a:xfrm>
              <a:off x="7494047" y="1811591"/>
              <a:ext cx="18034" cy="15767"/>
            </a:xfrm>
            <a:custGeom>
              <a:avLst/>
              <a:pathLst>
                <a:path w="18034" h="15767">
                  <a:moveTo>
                    <a:pt x="18034" y="157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0" name="pl4500"/>
            <p:cNvSpPr/>
            <p:nvPr/>
          </p:nvSpPr>
          <p:spPr>
            <a:xfrm>
              <a:off x="7486182" y="1806744"/>
              <a:ext cx="15945" cy="13802"/>
            </a:xfrm>
            <a:custGeom>
              <a:avLst/>
              <a:pathLst>
                <a:path w="15945" h="13802">
                  <a:moveTo>
                    <a:pt x="15945" y="13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1" name="pl4501"/>
            <p:cNvSpPr/>
            <p:nvPr/>
          </p:nvSpPr>
          <p:spPr>
            <a:xfrm>
              <a:off x="7473884" y="1800101"/>
              <a:ext cx="18379" cy="15728"/>
            </a:xfrm>
            <a:custGeom>
              <a:avLst/>
              <a:pathLst>
                <a:path w="18379" h="15728">
                  <a:moveTo>
                    <a:pt x="18379" y="15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2" name="pl4502"/>
            <p:cNvSpPr/>
            <p:nvPr/>
          </p:nvSpPr>
          <p:spPr>
            <a:xfrm>
              <a:off x="7552412" y="1855992"/>
              <a:ext cx="6701" cy="6231"/>
            </a:xfrm>
            <a:custGeom>
              <a:avLst/>
              <a:pathLst>
                <a:path w="6701" h="6231">
                  <a:moveTo>
                    <a:pt x="6701" y="62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3" name="pl4503"/>
            <p:cNvSpPr/>
            <p:nvPr/>
          </p:nvSpPr>
          <p:spPr>
            <a:xfrm>
              <a:off x="7544699" y="1850863"/>
              <a:ext cx="10074" cy="9308"/>
            </a:xfrm>
            <a:custGeom>
              <a:avLst/>
              <a:pathLst>
                <a:path w="10074" h="9308">
                  <a:moveTo>
                    <a:pt x="10074" y="930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4" name="pl4504"/>
            <p:cNvSpPr/>
            <p:nvPr/>
          </p:nvSpPr>
          <p:spPr>
            <a:xfrm>
              <a:off x="7572435" y="1874773"/>
              <a:ext cx="6620" cy="6316"/>
            </a:xfrm>
            <a:custGeom>
              <a:avLst/>
              <a:pathLst>
                <a:path w="6620" h="6316">
                  <a:moveTo>
                    <a:pt x="6620" y="63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5" name="pl4505"/>
            <p:cNvSpPr/>
            <p:nvPr/>
          </p:nvSpPr>
          <p:spPr>
            <a:xfrm>
              <a:off x="7564788" y="1869545"/>
              <a:ext cx="9954" cy="9437"/>
            </a:xfrm>
            <a:custGeom>
              <a:avLst/>
              <a:pathLst>
                <a:path w="9954" h="9437">
                  <a:moveTo>
                    <a:pt x="9954" y="94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6" name="pl4506"/>
            <p:cNvSpPr/>
            <p:nvPr/>
          </p:nvSpPr>
          <p:spPr>
            <a:xfrm>
              <a:off x="7598755" y="1900209"/>
              <a:ext cx="6511" cy="6429"/>
            </a:xfrm>
            <a:custGeom>
              <a:avLst/>
              <a:pathLst>
                <a:path w="6511" h="6429">
                  <a:moveTo>
                    <a:pt x="6511" y="64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7" name="pl4507"/>
            <p:cNvSpPr/>
            <p:nvPr/>
          </p:nvSpPr>
          <p:spPr>
            <a:xfrm>
              <a:off x="7591199" y="1894852"/>
              <a:ext cx="9791" cy="9605"/>
            </a:xfrm>
            <a:custGeom>
              <a:avLst/>
              <a:pathLst>
                <a:path w="9791" h="9605">
                  <a:moveTo>
                    <a:pt x="9791" y="96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8" name="pl4508"/>
            <p:cNvSpPr/>
            <p:nvPr/>
          </p:nvSpPr>
          <p:spPr>
            <a:xfrm>
              <a:off x="7583624" y="1889531"/>
              <a:ext cx="11457" cy="11156"/>
            </a:xfrm>
            <a:custGeom>
              <a:avLst/>
              <a:pathLst>
                <a:path w="11457" h="11156">
                  <a:moveTo>
                    <a:pt x="11457" y="111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9" name="pl4509"/>
            <p:cNvSpPr/>
            <p:nvPr/>
          </p:nvSpPr>
          <p:spPr>
            <a:xfrm>
              <a:off x="7565763" y="1878486"/>
              <a:ext cx="20550" cy="19744"/>
            </a:xfrm>
            <a:custGeom>
              <a:avLst/>
              <a:pathLst>
                <a:path w="20550" h="19744">
                  <a:moveTo>
                    <a:pt x="20550" y="197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0" name="pl4510"/>
            <p:cNvSpPr/>
            <p:nvPr/>
          </p:nvSpPr>
          <p:spPr>
            <a:xfrm>
              <a:off x="7542821" y="1863002"/>
              <a:ext cx="30221" cy="28474"/>
            </a:xfrm>
            <a:custGeom>
              <a:avLst/>
              <a:pathLst>
                <a:path w="30221" h="28474">
                  <a:moveTo>
                    <a:pt x="30221" y="284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1" name="pl4511"/>
            <p:cNvSpPr/>
            <p:nvPr/>
          </p:nvSpPr>
          <p:spPr>
            <a:xfrm>
              <a:off x="7530102" y="1853315"/>
              <a:ext cx="26899" cy="24911"/>
            </a:xfrm>
            <a:custGeom>
              <a:avLst/>
              <a:pathLst>
                <a:path w="26899" h="24911">
                  <a:moveTo>
                    <a:pt x="26899" y="249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2" name="pl4512"/>
            <p:cNvSpPr/>
            <p:nvPr/>
          </p:nvSpPr>
          <p:spPr>
            <a:xfrm>
              <a:off x="7503953" y="1847424"/>
              <a:ext cx="30739" cy="27912"/>
            </a:xfrm>
            <a:custGeom>
              <a:avLst/>
              <a:pathLst>
                <a:path w="30739" h="27912">
                  <a:moveTo>
                    <a:pt x="30739" y="279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3" name="pl4513"/>
            <p:cNvSpPr/>
            <p:nvPr/>
          </p:nvSpPr>
          <p:spPr>
            <a:xfrm>
              <a:off x="7472673" y="1820119"/>
              <a:ext cx="31280" cy="27304"/>
            </a:xfrm>
            <a:custGeom>
              <a:avLst/>
              <a:pathLst>
                <a:path w="31280" h="27304">
                  <a:moveTo>
                    <a:pt x="31280" y="27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4" name="pl4514"/>
            <p:cNvSpPr/>
            <p:nvPr/>
          </p:nvSpPr>
          <p:spPr>
            <a:xfrm>
              <a:off x="7458089" y="1823011"/>
              <a:ext cx="38111" cy="33120"/>
            </a:xfrm>
            <a:custGeom>
              <a:avLst/>
              <a:pathLst>
                <a:path w="38111" h="33120">
                  <a:moveTo>
                    <a:pt x="38111" y="331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5" name="pl4515"/>
            <p:cNvSpPr/>
            <p:nvPr/>
          </p:nvSpPr>
          <p:spPr>
            <a:xfrm>
              <a:off x="7419195" y="1790814"/>
              <a:ext cx="38894" cy="32197"/>
            </a:xfrm>
            <a:custGeom>
              <a:avLst/>
              <a:pathLst>
                <a:path w="38894" h="32197">
                  <a:moveTo>
                    <a:pt x="38894" y="321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6" name="pl4516"/>
            <p:cNvSpPr/>
            <p:nvPr/>
          </p:nvSpPr>
          <p:spPr>
            <a:xfrm>
              <a:off x="7420607" y="1795706"/>
              <a:ext cx="35597" cy="29527"/>
            </a:xfrm>
            <a:custGeom>
              <a:avLst/>
              <a:pathLst>
                <a:path w="35597" h="29527">
                  <a:moveTo>
                    <a:pt x="35597" y="295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7" name="pl4517"/>
            <p:cNvSpPr/>
            <p:nvPr/>
          </p:nvSpPr>
          <p:spPr>
            <a:xfrm>
              <a:off x="7384369" y="1766969"/>
              <a:ext cx="36237" cy="28737"/>
            </a:xfrm>
            <a:custGeom>
              <a:avLst/>
              <a:pathLst>
                <a:path w="36237" h="28737">
                  <a:moveTo>
                    <a:pt x="36237" y="2873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8" name="pl4518"/>
            <p:cNvSpPr/>
            <p:nvPr/>
          </p:nvSpPr>
          <p:spPr>
            <a:xfrm>
              <a:off x="7364993" y="1788829"/>
              <a:ext cx="37252" cy="29514"/>
            </a:xfrm>
            <a:custGeom>
              <a:avLst/>
              <a:pathLst>
                <a:path w="37252" h="29514">
                  <a:moveTo>
                    <a:pt x="37252" y="295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9" name="pl4519"/>
            <p:cNvSpPr/>
            <p:nvPr/>
          </p:nvSpPr>
          <p:spPr>
            <a:xfrm>
              <a:off x="7327073" y="1760176"/>
              <a:ext cx="37919" cy="28653"/>
            </a:xfrm>
            <a:custGeom>
              <a:avLst/>
              <a:pathLst>
                <a:path w="37919" h="28653">
                  <a:moveTo>
                    <a:pt x="37919" y="286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0" name="pl4520"/>
            <p:cNvSpPr/>
            <p:nvPr/>
          </p:nvSpPr>
          <p:spPr>
            <a:xfrm>
              <a:off x="7288507" y="1732400"/>
              <a:ext cx="38566" cy="27776"/>
            </a:xfrm>
            <a:custGeom>
              <a:avLst/>
              <a:pathLst>
                <a:path w="38566" h="27776">
                  <a:moveTo>
                    <a:pt x="38566" y="277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1" name="pl4521"/>
            <p:cNvSpPr/>
            <p:nvPr/>
          </p:nvSpPr>
          <p:spPr>
            <a:xfrm>
              <a:off x="7249315" y="1705514"/>
              <a:ext cx="39192" cy="26885"/>
            </a:xfrm>
            <a:custGeom>
              <a:avLst/>
              <a:pathLst>
                <a:path w="39192" h="26885">
                  <a:moveTo>
                    <a:pt x="39192" y="26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2" name="pl4522"/>
            <p:cNvSpPr/>
            <p:nvPr/>
          </p:nvSpPr>
          <p:spPr>
            <a:xfrm>
              <a:off x="7257480" y="1756945"/>
              <a:ext cx="47096" cy="33723"/>
            </a:xfrm>
            <a:custGeom>
              <a:avLst/>
              <a:pathLst>
                <a:path w="47096" h="33723">
                  <a:moveTo>
                    <a:pt x="47096" y="337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3" name="pl4523"/>
            <p:cNvSpPr/>
            <p:nvPr/>
          </p:nvSpPr>
          <p:spPr>
            <a:xfrm>
              <a:off x="7209443" y="1724575"/>
              <a:ext cx="48037" cy="32369"/>
            </a:xfrm>
            <a:custGeom>
              <a:avLst/>
              <a:pathLst>
                <a:path w="48037" h="32369">
                  <a:moveTo>
                    <a:pt x="48037" y="32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4" name="pl4524"/>
            <p:cNvSpPr/>
            <p:nvPr/>
          </p:nvSpPr>
          <p:spPr>
            <a:xfrm>
              <a:off x="7160505" y="1693585"/>
              <a:ext cx="48938" cy="30989"/>
            </a:xfrm>
            <a:custGeom>
              <a:avLst/>
              <a:pathLst>
                <a:path w="48938" h="30989">
                  <a:moveTo>
                    <a:pt x="48938" y="3098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5" name="pl4525"/>
            <p:cNvSpPr/>
            <p:nvPr/>
          </p:nvSpPr>
          <p:spPr>
            <a:xfrm>
              <a:off x="7110705" y="1664000"/>
              <a:ext cx="49800" cy="29585"/>
            </a:xfrm>
            <a:custGeom>
              <a:avLst/>
              <a:pathLst>
                <a:path w="49800" h="29585">
                  <a:moveTo>
                    <a:pt x="49800" y="295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6" name="pl4526"/>
            <p:cNvSpPr/>
            <p:nvPr/>
          </p:nvSpPr>
          <p:spPr>
            <a:xfrm>
              <a:off x="7060083" y="1635843"/>
              <a:ext cx="50621" cy="28156"/>
            </a:xfrm>
            <a:custGeom>
              <a:avLst/>
              <a:pathLst>
                <a:path w="50621" h="28156">
                  <a:moveTo>
                    <a:pt x="50621" y="281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7" name="pl4527"/>
            <p:cNvSpPr/>
            <p:nvPr/>
          </p:nvSpPr>
          <p:spPr>
            <a:xfrm>
              <a:off x="7611752" y="1913095"/>
              <a:ext cx="6456" cy="6484"/>
            </a:xfrm>
            <a:custGeom>
              <a:avLst/>
              <a:pathLst>
                <a:path w="6456" h="6484">
                  <a:moveTo>
                    <a:pt x="6456" y="6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8" name="pl4528"/>
            <p:cNvSpPr/>
            <p:nvPr/>
          </p:nvSpPr>
          <p:spPr>
            <a:xfrm>
              <a:off x="7637412" y="1939197"/>
              <a:ext cx="6345" cy="6593"/>
            </a:xfrm>
            <a:custGeom>
              <a:avLst/>
              <a:pathLst>
                <a:path w="6345" h="6593">
                  <a:moveTo>
                    <a:pt x="6345" y="65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9" name="pl4529"/>
            <p:cNvSpPr/>
            <p:nvPr/>
          </p:nvSpPr>
          <p:spPr>
            <a:xfrm>
              <a:off x="7656362" y="1959059"/>
              <a:ext cx="6260" cy="6674"/>
            </a:xfrm>
            <a:custGeom>
              <a:avLst/>
              <a:pathLst>
                <a:path w="6260" h="6674">
                  <a:moveTo>
                    <a:pt x="6260" y="66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0" name="pl4530"/>
            <p:cNvSpPr/>
            <p:nvPr/>
          </p:nvSpPr>
          <p:spPr>
            <a:xfrm>
              <a:off x="7649017" y="1953415"/>
              <a:ext cx="9415" cy="9974"/>
            </a:xfrm>
            <a:custGeom>
              <a:avLst/>
              <a:pathLst>
                <a:path w="9415" h="9974">
                  <a:moveTo>
                    <a:pt x="9415" y="99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1" name="pl4531"/>
            <p:cNvSpPr/>
            <p:nvPr/>
          </p:nvSpPr>
          <p:spPr>
            <a:xfrm>
              <a:off x="7637438" y="1945522"/>
              <a:ext cx="14176" cy="14873"/>
            </a:xfrm>
            <a:custGeom>
              <a:avLst/>
              <a:pathLst>
                <a:path w="14176" h="14873">
                  <a:moveTo>
                    <a:pt x="14176" y="148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2" name="pl4532"/>
            <p:cNvSpPr/>
            <p:nvPr/>
          </p:nvSpPr>
          <p:spPr>
            <a:xfrm>
              <a:off x="7626864" y="1936699"/>
              <a:ext cx="16624" cy="17247"/>
            </a:xfrm>
            <a:custGeom>
              <a:avLst/>
              <a:pathLst>
                <a:path w="16624" h="17247">
                  <a:moveTo>
                    <a:pt x="16624" y="172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3" name="pl4533"/>
            <p:cNvSpPr/>
            <p:nvPr/>
          </p:nvSpPr>
          <p:spPr>
            <a:xfrm>
              <a:off x="7619441" y="1931200"/>
              <a:ext cx="14710" cy="15111"/>
            </a:xfrm>
            <a:custGeom>
              <a:avLst/>
              <a:pathLst>
                <a:path w="14710" h="15111">
                  <a:moveTo>
                    <a:pt x="14710" y="151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4" name="pl4534"/>
            <p:cNvSpPr/>
            <p:nvPr/>
          </p:nvSpPr>
          <p:spPr>
            <a:xfrm>
              <a:off x="7607755" y="1923532"/>
              <a:ext cx="16971" cy="17238"/>
            </a:xfrm>
            <a:custGeom>
              <a:avLst/>
              <a:pathLst>
                <a:path w="16971" h="17238">
                  <a:moveTo>
                    <a:pt x="16971" y="17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5" name="pl4535"/>
            <p:cNvSpPr/>
            <p:nvPr/>
          </p:nvSpPr>
          <p:spPr>
            <a:xfrm>
              <a:off x="7675057" y="1979162"/>
              <a:ext cx="6174" cy="6753"/>
            </a:xfrm>
            <a:custGeom>
              <a:avLst/>
              <a:pathLst>
                <a:path w="6174" h="6753">
                  <a:moveTo>
                    <a:pt x="6174" y="67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6" name="pl4536"/>
            <p:cNvSpPr/>
            <p:nvPr/>
          </p:nvSpPr>
          <p:spPr>
            <a:xfrm>
              <a:off x="7711667" y="2020078"/>
              <a:ext cx="5999" cy="6909"/>
            </a:xfrm>
            <a:custGeom>
              <a:avLst/>
              <a:pathLst>
                <a:path w="5999" h="6909">
                  <a:moveTo>
                    <a:pt x="5999" y="69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7" name="pl4537"/>
            <p:cNvSpPr/>
            <p:nvPr/>
          </p:nvSpPr>
          <p:spPr>
            <a:xfrm>
              <a:off x="7704544" y="2014156"/>
              <a:ext cx="9025" cy="10328"/>
            </a:xfrm>
            <a:custGeom>
              <a:avLst/>
              <a:pathLst>
                <a:path w="9025" h="10328">
                  <a:moveTo>
                    <a:pt x="9025" y="103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8" name="pl4538"/>
            <p:cNvSpPr/>
            <p:nvPr/>
          </p:nvSpPr>
          <p:spPr>
            <a:xfrm>
              <a:off x="7735486" y="2047870"/>
              <a:ext cx="5880" cy="7011"/>
            </a:xfrm>
            <a:custGeom>
              <a:avLst/>
              <a:pathLst>
                <a:path w="5880" h="7011">
                  <a:moveTo>
                    <a:pt x="5880" y="70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9" name="pl4539"/>
            <p:cNvSpPr/>
            <p:nvPr/>
          </p:nvSpPr>
          <p:spPr>
            <a:xfrm>
              <a:off x="7728465" y="2041828"/>
              <a:ext cx="8848" cy="10481"/>
            </a:xfrm>
            <a:custGeom>
              <a:avLst/>
              <a:pathLst>
                <a:path w="8848" h="10481">
                  <a:moveTo>
                    <a:pt x="8848" y="104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0" name="pl4540"/>
            <p:cNvSpPr/>
            <p:nvPr/>
          </p:nvSpPr>
          <p:spPr>
            <a:xfrm>
              <a:off x="7721422" y="2035820"/>
              <a:ext cx="10361" cy="12181"/>
            </a:xfrm>
            <a:custGeom>
              <a:avLst/>
              <a:pathLst>
                <a:path w="10361" h="12181">
                  <a:moveTo>
                    <a:pt x="10361" y="121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1" name="pl4541"/>
            <p:cNvSpPr/>
            <p:nvPr/>
          </p:nvSpPr>
          <p:spPr>
            <a:xfrm>
              <a:off x="7704675" y="2023149"/>
              <a:ext cx="18608" cy="21584"/>
            </a:xfrm>
            <a:custGeom>
              <a:avLst/>
              <a:pathLst>
                <a:path w="18608" h="21584">
                  <a:moveTo>
                    <a:pt x="18608" y="215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2" name="pl4542"/>
            <p:cNvSpPr/>
            <p:nvPr/>
          </p:nvSpPr>
          <p:spPr>
            <a:xfrm>
              <a:off x="7693039" y="2012138"/>
              <a:ext cx="19873" cy="22724"/>
            </a:xfrm>
            <a:custGeom>
              <a:avLst/>
              <a:pathLst>
                <a:path w="19873" h="22724">
                  <a:moveTo>
                    <a:pt x="19873" y="227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3" name="pl4543"/>
            <p:cNvSpPr/>
            <p:nvPr/>
          </p:nvSpPr>
          <p:spPr>
            <a:xfrm>
              <a:off x="7685890" y="2006305"/>
              <a:ext cx="16028" cy="18119"/>
            </a:xfrm>
            <a:custGeom>
              <a:avLst/>
              <a:pathLst>
                <a:path w="16028" h="18119">
                  <a:moveTo>
                    <a:pt x="16028" y="18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4" name="pl4544"/>
            <p:cNvSpPr/>
            <p:nvPr/>
          </p:nvSpPr>
          <p:spPr>
            <a:xfrm>
              <a:off x="7678721" y="2000507"/>
              <a:ext cx="14117" cy="15800"/>
            </a:xfrm>
            <a:custGeom>
              <a:avLst/>
              <a:pathLst>
                <a:path w="14117" h="15800">
                  <a:moveTo>
                    <a:pt x="14117" y="158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5" name="pl4545"/>
            <p:cNvSpPr/>
            <p:nvPr/>
          </p:nvSpPr>
          <p:spPr>
            <a:xfrm>
              <a:off x="7667391" y="1992369"/>
              <a:ext cx="16234" cy="17963"/>
            </a:xfrm>
            <a:custGeom>
              <a:avLst/>
              <a:pathLst>
                <a:path w="16234" h="17963">
                  <a:moveTo>
                    <a:pt x="16234" y="179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6" name="pl4546"/>
            <p:cNvSpPr/>
            <p:nvPr/>
          </p:nvSpPr>
          <p:spPr>
            <a:xfrm>
              <a:off x="7657091" y="1983326"/>
              <a:ext cx="17361" cy="18978"/>
            </a:xfrm>
            <a:custGeom>
              <a:avLst/>
              <a:pathLst>
                <a:path w="17361" h="18978">
                  <a:moveTo>
                    <a:pt x="17361" y="189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7" name="pl4547"/>
            <p:cNvSpPr/>
            <p:nvPr/>
          </p:nvSpPr>
          <p:spPr>
            <a:xfrm>
              <a:off x="7629701" y="1973286"/>
              <a:ext cx="26422" cy="28356"/>
            </a:xfrm>
            <a:custGeom>
              <a:avLst/>
              <a:pathLst>
                <a:path w="26422" h="28356">
                  <a:moveTo>
                    <a:pt x="26422" y="28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8" name="pl4548"/>
            <p:cNvSpPr/>
            <p:nvPr/>
          </p:nvSpPr>
          <p:spPr>
            <a:xfrm>
              <a:off x="7602764" y="1945419"/>
              <a:ext cx="26937" cy="27867"/>
            </a:xfrm>
            <a:custGeom>
              <a:avLst/>
              <a:pathLst>
                <a:path w="26937" h="27867">
                  <a:moveTo>
                    <a:pt x="26937" y="278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9" name="pl4549"/>
            <p:cNvSpPr/>
            <p:nvPr/>
          </p:nvSpPr>
          <p:spPr>
            <a:xfrm>
              <a:off x="7753037" y="2068979"/>
              <a:ext cx="5790" cy="7086"/>
            </a:xfrm>
            <a:custGeom>
              <a:avLst/>
              <a:pathLst>
                <a:path w="5790" h="7086">
                  <a:moveTo>
                    <a:pt x="5790" y="70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0" name="pl4550"/>
            <p:cNvSpPr/>
            <p:nvPr/>
          </p:nvSpPr>
          <p:spPr>
            <a:xfrm>
              <a:off x="7770316" y="2090311"/>
              <a:ext cx="5698" cy="7159"/>
            </a:xfrm>
            <a:custGeom>
              <a:avLst/>
              <a:pathLst>
                <a:path w="5698" h="7159">
                  <a:moveTo>
                    <a:pt x="5698" y="71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1" name="pl4551"/>
            <p:cNvSpPr/>
            <p:nvPr/>
          </p:nvSpPr>
          <p:spPr>
            <a:xfrm>
              <a:off x="7763452" y="2084091"/>
              <a:ext cx="8576" cy="10704"/>
            </a:xfrm>
            <a:custGeom>
              <a:avLst/>
              <a:pathLst>
                <a:path w="8576" h="10704">
                  <a:moveTo>
                    <a:pt x="8576" y="107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2" name="pl4552"/>
            <p:cNvSpPr/>
            <p:nvPr/>
          </p:nvSpPr>
          <p:spPr>
            <a:xfrm>
              <a:off x="7752550" y="2075285"/>
              <a:ext cx="12924" cy="15973"/>
            </a:xfrm>
            <a:custGeom>
              <a:avLst/>
              <a:pathLst>
                <a:path w="12924" h="15973">
                  <a:moveTo>
                    <a:pt x="12924" y="159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3" name="pl4553"/>
            <p:cNvSpPr/>
            <p:nvPr/>
          </p:nvSpPr>
          <p:spPr>
            <a:xfrm>
              <a:off x="7742726" y="2065635"/>
              <a:ext cx="15172" cy="18538"/>
            </a:xfrm>
            <a:custGeom>
              <a:avLst/>
              <a:pathLst>
                <a:path w="15172" h="18538">
                  <a:moveTo>
                    <a:pt x="15172" y="185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4" name="pl4554"/>
            <p:cNvSpPr/>
            <p:nvPr/>
          </p:nvSpPr>
          <p:spPr>
            <a:xfrm>
              <a:off x="7804048" y="2133630"/>
              <a:ext cx="5513" cy="7303"/>
            </a:xfrm>
            <a:custGeom>
              <a:avLst/>
              <a:pathLst>
                <a:path w="5513" h="7303">
                  <a:moveTo>
                    <a:pt x="5513" y="73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5" name="pl4555"/>
            <p:cNvSpPr/>
            <p:nvPr/>
          </p:nvSpPr>
          <p:spPr>
            <a:xfrm>
              <a:off x="7825915" y="2162983"/>
              <a:ext cx="5388" cy="7396"/>
            </a:xfrm>
            <a:custGeom>
              <a:avLst/>
              <a:pathLst>
                <a:path w="5388" h="7396">
                  <a:moveTo>
                    <a:pt x="5388" y="7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6" name="pl4556"/>
            <p:cNvSpPr/>
            <p:nvPr/>
          </p:nvSpPr>
          <p:spPr>
            <a:xfrm>
              <a:off x="7819323" y="2156475"/>
              <a:ext cx="8112" cy="11060"/>
            </a:xfrm>
            <a:custGeom>
              <a:avLst/>
              <a:pathLst>
                <a:path w="8112" h="11060">
                  <a:moveTo>
                    <a:pt x="8112" y="110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7" name="pl4557"/>
            <p:cNvSpPr/>
            <p:nvPr/>
          </p:nvSpPr>
          <p:spPr>
            <a:xfrm>
              <a:off x="7841985" y="2185240"/>
              <a:ext cx="5293" cy="7464"/>
            </a:xfrm>
            <a:custGeom>
              <a:avLst/>
              <a:pathLst>
                <a:path w="5293" h="7464">
                  <a:moveTo>
                    <a:pt x="5293" y="74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8" name="pl4558"/>
            <p:cNvSpPr/>
            <p:nvPr/>
          </p:nvSpPr>
          <p:spPr>
            <a:xfrm>
              <a:off x="7835476" y="2178649"/>
              <a:ext cx="7969" cy="11163"/>
            </a:xfrm>
            <a:custGeom>
              <a:avLst/>
              <a:pathLst>
                <a:path w="7969" h="11163">
                  <a:moveTo>
                    <a:pt x="7969" y="111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9" name="pl4559"/>
            <p:cNvSpPr/>
            <p:nvPr/>
          </p:nvSpPr>
          <p:spPr>
            <a:xfrm>
              <a:off x="7819862" y="2164585"/>
              <a:ext cx="16049" cy="22179"/>
            </a:xfrm>
            <a:custGeom>
              <a:avLst/>
              <a:pathLst>
                <a:path w="16049" h="22179">
                  <a:moveTo>
                    <a:pt x="16049" y="221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0" name="pl4560"/>
            <p:cNvSpPr/>
            <p:nvPr/>
          </p:nvSpPr>
          <p:spPr>
            <a:xfrm>
              <a:off x="7809201" y="2152613"/>
              <a:ext cx="17541" cy="23890"/>
            </a:xfrm>
            <a:custGeom>
              <a:avLst/>
              <a:pathLst>
                <a:path w="17541" h="23890">
                  <a:moveTo>
                    <a:pt x="17541" y="238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1" name="pl4561"/>
            <p:cNvSpPr/>
            <p:nvPr/>
          </p:nvSpPr>
          <p:spPr>
            <a:xfrm>
              <a:off x="7798667" y="2143425"/>
              <a:ext cx="16996" cy="22827"/>
            </a:xfrm>
            <a:custGeom>
              <a:avLst/>
              <a:pathLst>
                <a:path w="16996" h="22827">
                  <a:moveTo>
                    <a:pt x="16996" y="228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2" name="pl4562"/>
            <p:cNvSpPr/>
            <p:nvPr/>
          </p:nvSpPr>
          <p:spPr>
            <a:xfrm>
              <a:off x="7789244" y="2133435"/>
              <a:ext cx="16790" cy="22246"/>
            </a:xfrm>
            <a:custGeom>
              <a:avLst/>
              <a:pathLst>
                <a:path w="16790" h="22246">
                  <a:moveTo>
                    <a:pt x="16790" y="222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3" name="pl4563"/>
            <p:cNvSpPr/>
            <p:nvPr/>
          </p:nvSpPr>
          <p:spPr>
            <a:xfrm>
              <a:off x="7857768" y="2207702"/>
              <a:ext cx="5197" cy="7531"/>
            </a:xfrm>
            <a:custGeom>
              <a:avLst/>
              <a:pathLst>
                <a:path w="5197" h="7531">
                  <a:moveTo>
                    <a:pt x="5197" y="75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4" name="pl4564"/>
            <p:cNvSpPr/>
            <p:nvPr/>
          </p:nvSpPr>
          <p:spPr>
            <a:xfrm>
              <a:off x="7851345" y="2201027"/>
              <a:ext cx="7826" cy="11265"/>
            </a:xfrm>
            <a:custGeom>
              <a:avLst/>
              <a:pathLst>
                <a:path w="7826" h="11265">
                  <a:moveTo>
                    <a:pt x="7826" y="11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5" name="pl4565"/>
            <p:cNvSpPr/>
            <p:nvPr/>
          </p:nvSpPr>
          <p:spPr>
            <a:xfrm>
              <a:off x="7873262" y="2230363"/>
              <a:ext cx="5100" cy="7597"/>
            </a:xfrm>
            <a:custGeom>
              <a:avLst/>
              <a:pathLst>
                <a:path w="5100" h="7597">
                  <a:moveTo>
                    <a:pt x="5100" y="75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6" name="pl4566"/>
            <p:cNvSpPr/>
            <p:nvPr/>
          </p:nvSpPr>
          <p:spPr>
            <a:xfrm>
              <a:off x="7888465" y="2253221"/>
              <a:ext cx="5002" cy="7662"/>
            </a:xfrm>
            <a:custGeom>
              <a:avLst/>
              <a:pathLst>
                <a:path w="5002" h="7662">
                  <a:moveTo>
                    <a:pt x="5002" y="7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7" name="pl4567"/>
            <p:cNvSpPr/>
            <p:nvPr/>
          </p:nvSpPr>
          <p:spPr>
            <a:xfrm>
              <a:off x="7882215" y="2246385"/>
              <a:ext cx="7535" cy="11461"/>
            </a:xfrm>
            <a:custGeom>
              <a:avLst/>
              <a:pathLst>
                <a:path w="7535" h="11461">
                  <a:moveTo>
                    <a:pt x="7535" y="114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8" name="pl4568"/>
            <p:cNvSpPr/>
            <p:nvPr/>
          </p:nvSpPr>
          <p:spPr>
            <a:xfrm>
              <a:off x="7903374" y="2276272"/>
              <a:ext cx="4903" cy="7725"/>
            </a:xfrm>
            <a:custGeom>
              <a:avLst/>
              <a:pathLst>
                <a:path w="4903" h="7725">
                  <a:moveTo>
                    <a:pt x="4903" y="77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9" name="pl4569"/>
            <p:cNvSpPr/>
            <p:nvPr/>
          </p:nvSpPr>
          <p:spPr>
            <a:xfrm>
              <a:off x="7897212" y="2269356"/>
              <a:ext cx="7387" cy="11557"/>
            </a:xfrm>
            <a:custGeom>
              <a:avLst/>
              <a:pathLst>
                <a:path w="7387" h="11557">
                  <a:moveTo>
                    <a:pt x="7387" y="115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0" name="pl4570"/>
            <p:cNvSpPr/>
            <p:nvPr/>
          </p:nvSpPr>
          <p:spPr>
            <a:xfrm>
              <a:off x="7882338" y="2254511"/>
              <a:ext cx="14892" cy="22972"/>
            </a:xfrm>
            <a:custGeom>
              <a:avLst/>
              <a:pathLst>
                <a:path w="14892" h="22972">
                  <a:moveTo>
                    <a:pt x="14892" y="22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1" name="pl4571"/>
            <p:cNvSpPr/>
            <p:nvPr/>
          </p:nvSpPr>
          <p:spPr>
            <a:xfrm>
              <a:off x="7868556" y="2239033"/>
              <a:ext cx="18819" cy="28526"/>
            </a:xfrm>
            <a:custGeom>
              <a:avLst/>
              <a:pathLst>
                <a:path w="18819" h="28526">
                  <a:moveTo>
                    <a:pt x="18819" y="285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2" name="pl4572"/>
            <p:cNvSpPr/>
            <p:nvPr/>
          </p:nvSpPr>
          <p:spPr>
            <a:xfrm>
              <a:off x="7859696" y="2228527"/>
              <a:ext cx="17110" cy="25533"/>
            </a:xfrm>
            <a:custGeom>
              <a:avLst/>
              <a:pathLst>
                <a:path w="17110" h="25533">
                  <a:moveTo>
                    <a:pt x="17110" y="255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3" name="pl4573"/>
            <p:cNvSpPr/>
            <p:nvPr/>
          </p:nvSpPr>
          <p:spPr>
            <a:xfrm>
              <a:off x="7844495" y="2214137"/>
              <a:ext cx="20170" cy="29559"/>
            </a:xfrm>
            <a:custGeom>
              <a:avLst/>
              <a:pathLst>
                <a:path w="20170" h="29559">
                  <a:moveTo>
                    <a:pt x="20170" y="295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4" name="pl4574"/>
            <p:cNvSpPr/>
            <p:nvPr/>
          </p:nvSpPr>
          <p:spPr>
            <a:xfrm>
              <a:off x="7813650" y="2195726"/>
              <a:ext cx="28954" cy="41363"/>
            </a:xfrm>
            <a:custGeom>
              <a:avLst/>
              <a:pathLst>
                <a:path w="28954" h="41363">
                  <a:moveTo>
                    <a:pt x="28954" y="413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5" name="pl4575"/>
            <p:cNvSpPr/>
            <p:nvPr/>
          </p:nvSpPr>
          <p:spPr>
            <a:xfrm>
              <a:off x="7783716" y="2155066"/>
              <a:ext cx="29933" cy="40660"/>
            </a:xfrm>
            <a:custGeom>
              <a:avLst/>
              <a:pathLst>
                <a:path w="29933" h="40660">
                  <a:moveTo>
                    <a:pt x="29933" y="406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6" name="pl4576"/>
            <p:cNvSpPr/>
            <p:nvPr/>
          </p:nvSpPr>
          <p:spPr>
            <a:xfrm>
              <a:off x="7790838" y="2166996"/>
              <a:ext cx="21628" cy="29580"/>
            </a:xfrm>
            <a:custGeom>
              <a:avLst/>
              <a:pathLst>
                <a:path w="21628" h="29580">
                  <a:moveTo>
                    <a:pt x="21628" y="295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7" name="pl4577"/>
            <p:cNvSpPr/>
            <p:nvPr/>
          </p:nvSpPr>
          <p:spPr>
            <a:xfrm>
              <a:off x="7768700" y="2137795"/>
              <a:ext cx="22137" cy="29201"/>
            </a:xfrm>
            <a:custGeom>
              <a:avLst/>
              <a:pathLst>
                <a:path w="22137" h="29201">
                  <a:moveTo>
                    <a:pt x="22137" y="292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8" name="pl4578"/>
            <p:cNvSpPr/>
            <p:nvPr/>
          </p:nvSpPr>
          <p:spPr>
            <a:xfrm>
              <a:off x="7762023" y="2131561"/>
              <a:ext cx="27645" cy="36304"/>
            </a:xfrm>
            <a:custGeom>
              <a:avLst/>
              <a:pathLst>
                <a:path w="27645" h="36304">
                  <a:moveTo>
                    <a:pt x="27645" y="363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9" name="pl4579"/>
            <p:cNvSpPr/>
            <p:nvPr/>
          </p:nvSpPr>
          <p:spPr>
            <a:xfrm>
              <a:off x="7755324" y="2125361"/>
              <a:ext cx="19460" cy="25160"/>
            </a:xfrm>
            <a:custGeom>
              <a:avLst/>
              <a:pathLst>
                <a:path w="19460" h="25160">
                  <a:moveTo>
                    <a:pt x="19460" y="25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0" name="pl4580"/>
            <p:cNvSpPr/>
            <p:nvPr/>
          </p:nvSpPr>
          <p:spPr>
            <a:xfrm>
              <a:off x="7722143" y="2097959"/>
              <a:ext cx="36041" cy="45295"/>
            </a:xfrm>
            <a:custGeom>
              <a:avLst/>
              <a:pathLst>
                <a:path w="36041" h="45295">
                  <a:moveTo>
                    <a:pt x="36041" y="452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1" name="pl4581"/>
            <p:cNvSpPr/>
            <p:nvPr/>
          </p:nvSpPr>
          <p:spPr>
            <a:xfrm>
              <a:off x="7917987" y="2299512"/>
              <a:ext cx="4804" cy="7788"/>
            </a:xfrm>
            <a:custGeom>
              <a:avLst/>
              <a:pathLst>
                <a:path w="4804" h="7788">
                  <a:moveTo>
                    <a:pt x="4804" y="7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2" name="pl4582"/>
            <p:cNvSpPr/>
            <p:nvPr/>
          </p:nvSpPr>
          <p:spPr>
            <a:xfrm>
              <a:off x="7927562" y="2315109"/>
              <a:ext cx="4737" cy="7828"/>
            </a:xfrm>
            <a:custGeom>
              <a:avLst/>
              <a:pathLst>
                <a:path w="4737" h="7828">
                  <a:moveTo>
                    <a:pt x="4737" y="78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3" name="pl4583"/>
            <p:cNvSpPr/>
            <p:nvPr/>
          </p:nvSpPr>
          <p:spPr>
            <a:xfrm>
              <a:off x="7941676" y="2338655"/>
              <a:ext cx="4637" cy="7888"/>
            </a:xfrm>
            <a:custGeom>
              <a:avLst/>
              <a:pathLst>
                <a:path w="4637" h="7888">
                  <a:moveTo>
                    <a:pt x="4637" y="78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4" name="pl4584"/>
            <p:cNvSpPr/>
            <p:nvPr/>
          </p:nvSpPr>
          <p:spPr>
            <a:xfrm>
              <a:off x="7935753" y="2331533"/>
              <a:ext cx="6988" cy="11802"/>
            </a:xfrm>
            <a:custGeom>
              <a:avLst/>
              <a:pathLst>
                <a:path w="6988" h="11802">
                  <a:moveTo>
                    <a:pt x="6988" y="11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5" name="pl4585"/>
            <p:cNvSpPr/>
            <p:nvPr/>
          </p:nvSpPr>
          <p:spPr>
            <a:xfrm>
              <a:off x="7926195" y="2321284"/>
              <a:ext cx="10553" cy="17629"/>
            </a:xfrm>
            <a:custGeom>
              <a:avLst/>
              <a:pathLst>
                <a:path w="10553" h="17629">
                  <a:moveTo>
                    <a:pt x="10553" y="176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6" name="pl4586"/>
            <p:cNvSpPr/>
            <p:nvPr/>
          </p:nvSpPr>
          <p:spPr>
            <a:xfrm>
              <a:off x="7964524" y="2378295"/>
              <a:ext cx="4467" cy="7985"/>
            </a:xfrm>
            <a:custGeom>
              <a:avLst/>
              <a:pathLst>
                <a:path w="4467" h="7985">
                  <a:moveTo>
                    <a:pt x="4467" y="7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7" name="pl4587"/>
            <p:cNvSpPr/>
            <p:nvPr/>
          </p:nvSpPr>
          <p:spPr>
            <a:xfrm>
              <a:off x="7958755" y="2371048"/>
              <a:ext cx="6735" cy="11949"/>
            </a:xfrm>
            <a:custGeom>
              <a:avLst/>
              <a:pathLst>
                <a:path w="6735" h="11949">
                  <a:moveTo>
                    <a:pt x="6735" y="119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8" name="pl4588"/>
            <p:cNvSpPr/>
            <p:nvPr/>
          </p:nvSpPr>
          <p:spPr>
            <a:xfrm>
              <a:off x="7952958" y="2363831"/>
              <a:ext cx="7904" cy="13901"/>
            </a:xfrm>
            <a:custGeom>
              <a:avLst/>
              <a:pathLst>
                <a:path w="7904" h="13901">
                  <a:moveTo>
                    <a:pt x="7904" y="139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9" name="pl4589"/>
            <p:cNvSpPr/>
            <p:nvPr/>
          </p:nvSpPr>
          <p:spPr>
            <a:xfrm>
              <a:off x="7947133" y="2356644"/>
              <a:ext cx="8523" cy="14850"/>
            </a:xfrm>
            <a:custGeom>
              <a:avLst/>
              <a:pathLst>
                <a:path w="8523" h="14850">
                  <a:moveTo>
                    <a:pt x="8523" y="148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0" name="pl4590"/>
            <p:cNvSpPr/>
            <p:nvPr/>
          </p:nvSpPr>
          <p:spPr>
            <a:xfrm>
              <a:off x="7925241" y="2333829"/>
              <a:ext cx="19848" cy="33858"/>
            </a:xfrm>
            <a:custGeom>
              <a:avLst/>
              <a:pathLst>
                <a:path w="19848" h="33858">
                  <a:moveTo>
                    <a:pt x="19848" y="33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1" name="pl4591"/>
            <p:cNvSpPr/>
            <p:nvPr/>
          </p:nvSpPr>
          <p:spPr>
            <a:xfrm>
              <a:off x="7907990" y="2311056"/>
              <a:ext cx="24739" cy="41131"/>
            </a:xfrm>
            <a:custGeom>
              <a:avLst/>
              <a:pathLst>
                <a:path w="24739" h="41131">
                  <a:moveTo>
                    <a:pt x="24739" y="41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2" name="pl4592"/>
            <p:cNvSpPr/>
            <p:nvPr/>
          </p:nvSpPr>
          <p:spPr>
            <a:xfrm>
              <a:off x="7899559" y="2300249"/>
              <a:ext cx="19666" cy="32053"/>
            </a:xfrm>
            <a:custGeom>
              <a:avLst/>
              <a:pathLst>
                <a:path w="19666" h="32053">
                  <a:moveTo>
                    <a:pt x="19666" y="3205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3" name="pl4593"/>
            <p:cNvSpPr/>
            <p:nvPr/>
          </p:nvSpPr>
          <p:spPr>
            <a:xfrm>
              <a:off x="7977825" y="2402310"/>
              <a:ext cx="4365" cy="8042"/>
            </a:xfrm>
            <a:custGeom>
              <a:avLst/>
              <a:pathLst>
                <a:path w="4365" h="8042">
                  <a:moveTo>
                    <a:pt x="4365" y="80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4" name="pl4594"/>
            <p:cNvSpPr/>
            <p:nvPr/>
          </p:nvSpPr>
          <p:spPr>
            <a:xfrm>
              <a:off x="7995080" y="2434590"/>
              <a:ext cx="4227" cy="8115"/>
            </a:xfrm>
            <a:custGeom>
              <a:avLst/>
              <a:pathLst>
                <a:path w="4227" h="8115">
                  <a:moveTo>
                    <a:pt x="4227" y="81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5" name="pl4595"/>
            <p:cNvSpPr/>
            <p:nvPr/>
          </p:nvSpPr>
          <p:spPr>
            <a:xfrm>
              <a:off x="7989529" y="2427174"/>
              <a:ext cx="6375" cy="12145"/>
            </a:xfrm>
            <a:custGeom>
              <a:avLst/>
              <a:pathLst>
                <a:path w="6375" h="12145">
                  <a:moveTo>
                    <a:pt x="6375" y="121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6" name="pl4596"/>
            <p:cNvSpPr/>
            <p:nvPr/>
          </p:nvSpPr>
          <p:spPr>
            <a:xfrm>
              <a:off x="7983951" y="2419787"/>
              <a:ext cx="7485" cy="14131"/>
            </a:xfrm>
            <a:custGeom>
              <a:avLst/>
              <a:pathLst>
                <a:path w="7485" h="14131">
                  <a:moveTo>
                    <a:pt x="7485" y="1413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7" name="pl4597"/>
            <p:cNvSpPr/>
            <p:nvPr/>
          </p:nvSpPr>
          <p:spPr>
            <a:xfrm>
              <a:off x="7974889" y="2409109"/>
              <a:ext cx="10242" cy="19101"/>
            </a:xfrm>
            <a:custGeom>
              <a:avLst/>
              <a:pathLst>
                <a:path w="10242" h="19101">
                  <a:moveTo>
                    <a:pt x="10242" y="191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8" name="pl4598"/>
            <p:cNvSpPr/>
            <p:nvPr/>
          </p:nvSpPr>
          <p:spPr>
            <a:xfrm>
              <a:off x="8011780" y="2467161"/>
              <a:ext cx="4088" cy="8186"/>
            </a:xfrm>
            <a:custGeom>
              <a:avLst/>
              <a:pathLst>
                <a:path w="4088" h="8186">
                  <a:moveTo>
                    <a:pt x="4088" y="8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9" name="pl4599"/>
            <p:cNvSpPr/>
            <p:nvPr/>
          </p:nvSpPr>
          <p:spPr>
            <a:xfrm>
              <a:off x="8006358" y="2459651"/>
              <a:ext cx="6167" cy="12252"/>
            </a:xfrm>
            <a:custGeom>
              <a:avLst/>
              <a:pathLst>
                <a:path w="6167" h="12252">
                  <a:moveTo>
                    <a:pt x="6167" y="122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0" name="pl4600"/>
            <p:cNvSpPr/>
            <p:nvPr/>
          </p:nvSpPr>
          <p:spPr>
            <a:xfrm>
              <a:off x="8000906" y="2452170"/>
              <a:ext cx="7243" cy="14257"/>
            </a:xfrm>
            <a:custGeom>
              <a:avLst/>
              <a:pathLst>
                <a:path w="7243" h="14257">
                  <a:moveTo>
                    <a:pt x="7243" y="142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1" name="pl4601"/>
            <p:cNvSpPr/>
            <p:nvPr/>
          </p:nvSpPr>
          <p:spPr>
            <a:xfrm>
              <a:off x="8019922" y="2483552"/>
              <a:ext cx="4018" cy="8221"/>
            </a:xfrm>
            <a:custGeom>
              <a:avLst/>
              <a:pathLst>
                <a:path w="4018" h="8221">
                  <a:moveTo>
                    <a:pt x="4018" y="82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2" name="pl4602"/>
            <p:cNvSpPr/>
            <p:nvPr/>
          </p:nvSpPr>
          <p:spPr>
            <a:xfrm>
              <a:off x="8035783" y="2516540"/>
              <a:ext cx="3877" cy="8288"/>
            </a:xfrm>
            <a:custGeom>
              <a:avLst/>
              <a:pathLst>
                <a:path w="3877" h="8288">
                  <a:moveTo>
                    <a:pt x="3877" y="82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3" name="pl4603"/>
            <p:cNvSpPr/>
            <p:nvPr/>
          </p:nvSpPr>
          <p:spPr>
            <a:xfrm>
              <a:off x="8030554" y="2508893"/>
              <a:ext cx="5851" cy="12406"/>
            </a:xfrm>
            <a:custGeom>
              <a:avLst/>
              <a:pathLst>
                <a:path w="5851" h="12406">
                  <a:moveTo>
                    <a:pt x="5851" y="124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4" name="pl4604"/>
            <p:cNvSpPr/>
            <p:nvPr/>
          </p:nvSpPr>
          <p:spPr>
            <a:xfrm>
              <a:off x="8025296" y="2501275"/>
              <a:ext cx="6876" cy="14438"/>
            </a:xfrm>
            <a:custGeom>
              <a:avLst/>
              <a:pathLst>
                <a:path w="6876" h="14438">
                  <a:moveTo>
                    <a:pt x="6876" y="14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5" name="pl4605"/>
            <p:cNvSpPr/>
            <p:nvPr/>
          </p:nvSpPr>
          <p:spPr>
            <a:xfrm>
              <a:off x="8016698" y="2490220"/>
              <a:ext cx="9418" cy="19520"/>
            </a:xfrm>
            <a:custGeom>
              <a:avLst/>
              <a:pathLst>
                <a:path w="9418" h="19520">
                  <a:moveTo>
                    <a:pt x="9418" y="1952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6" name="pl4606"/>
            <p:cNvSpPr/>
            <p:nvPr/>
          </p:nvSpPr>
          <p:spPr>
            <a:xfrm>
              <a:off x="8054814" y="2558147"/>
              <a:ext cx="3699" cy="8369"/>
            </a:xfrm>
            <a:custGeom>
              <a:avLst/>
              <a:pathLst>
                <a:path w="3699" h="8369">
                  <a:moveTo>
                    <a:pt x="3699" y="83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7" name="pl4607"/>
            <p:cNvSpPr/>
            <p:nvPr/>
          </p:nvSpPr>
          <p:spPr>
            <a:xfrm>
              <a:off x="8049749" y="2550391"/>
              <a:ext cx="5585" cy="12528"/>
            </a:xfrm>
            <a:custGeom>
              <a:avLst/>
              <a:pathLst>
                <a:path w="5585" h="12528">
                  <a:moveTo>
                    <a:pt x="5585" y="125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8" name="pl4608"/>
            <p:cNvSpPr/>
            <p:nvPr/>
          </p:nvSpPr>
          <p:spPr>
            <a:xfrm>
              <a:off x="8044655" y="2542662"/>
              <a:ext cx="6566" cy="14581"/>
            </a:xfrm>
            <a:custGeom>
              <a:avLst/>
              <a:pathLst>
                <a:path w="6566" h="14581">
                  <a:moveTo>
                    <a:pt x="6566" y="14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9" name="pl4609"/>
            <p:cNvSpPr/>
            <p:nvPr/>
          </p:nvSpPr>
          <p:spPr>
            <a:xfrm>
              <a:off x="8039530" y="2534961"/>
              <a:ext cx="7093" cy="15584"/>
            </a:xfrm>
            <a:custGeom>
              <a:avLst/>
              <a:pathLst>
                <a:path w="7093" h="15584">
                  <a:moveTo>
                    <a:pt x="7093" y="155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0" name="pl4610"/>
            <p:cNvSpPr/>
            <p:nvPr/>
          </p:nvSpPr>
          <p:spPr>
            <a:xfrm>
              <a:off x="8072952" y="2600151"/>
              <a:ext cx="3519" cy="8446"/>
            </a:xfrm>
            <a:custGeom>
              <a:avLst/>
              <a:pathLst>
                <a:path w="3519" h="8446">
                  <a:moveTo>
                    <a:pt x="3519" y="84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1" name="pl4611"/>
            <p:cNvSpPr/>
            <p:nvPr/>
          </p:nvSpPr>
          <p:spPr>
            <a:xfrm>
              <a:off x="8068055" y="2592289"/>
              <a:ext cx="5316" cy="12644"/>
            </a:xfrm>
            <a:custGeom>
              <a:avLst/>
              <a:pathLst>
                <a:path w="5316" h="12644">
                  <a:moveTo>
                    <a:pt x="5316" y="12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2" name="pl4612"/>
            <p:cNvSpPr/>
            <p:nvPr/>
          </p:nvSpPr>
          <p:spPr>
            <a:xfrm>
              <a:off x="8063126" y="2584453"/>
              <a:ext cx="6253" cy="14718"/>
            </a:xfrm>
            <a:custGeom>
              <a:avLst/>
              <a:pathLst>
                <a:path w="6253" h="14718">
                  <a:moveTo>
                    <a:pt x="6253" y="147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3" name="pl4613"/>
            <p:cNvSpPr/>
            <p:nvPr/>
          </p:nvSpPr>
          <p:spPr>
            <a:xfrm>
              <a:off x="8058166" y="2576644"/>
              <a:ext cx="6758" cy="15732"/>
            </a:xfrm>
            <a:custGeom>
              <a:avLst/>
              <a:pathLst>
                <a:path w="6758" h="15732">
                  <a:moveTo>
                    <a:pt x="6758" y="157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4" name="pl4614"/>
            <p:cNvSpPr/>
            <p:nvPr/>
          </p:nvSpPr>
          <p:spPr>
            <a:xfrm>
              <a:off x="8036459" y="2545765"/>
              <a:ext cx="18406" cy="41615"/>
            </a:xfrm>
            <a:custGeom>
              <a:avLst/>
              <a:pathLst>
                <a:path w="18406" h="41615">
                  <a:moveTo>
                    <a:pt x="18406" y="416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5" name="pl4615"/>
            <p:cNvSpPr/>
            <p:nvPr/>
          </p:nvSpPr>
          <p:spPr>
            <a:xfrm>
              <a:off x="8023305" y="2538059"/>
              <a:ext cx="14472" cy="32001"/>
            </a:xfrm>
            <a:custGeom>
              <a:avLst/>
              <a:pathLst>
                <a:path w="14472" h="32001">
                  <a:moveTo>
                    <a:pt x="14472" y="320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6" name="pl4616"/>
            <p:cNvSpPr/>
            <p:nvPr/>
          </p:nvSpPr>
          <p:spPr>
            <a:xfrm>
              <a:off x="8008305" y="2506302"/>
              <a:ext cx="14999" cy="31757"/>
            </a:xfrm>
            <a:custGeom>
              <a:avLst/>
              <a:pathLst>
                <a:path w="14999" h="31757">
                  <a:moveTo>
                    <a:pt x="14999" y="317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7" name="pl4617"/>
            <p:cNvSpPr/>
            <p:nvPr/>
          </p:nvSpPr>
          <p:spPr>
            <a:xfrm>
              <a:off x="8001210" y="2505021"/>
              <a:ext cx="16803" cy="35484"/>
            </a:xfrm>
            <a:custGeom>
              <a:avLst/>
              <a:pathLst>
                <a:path w="16803" h="35484">
                  <a:moveTo>
                    <a:pt x="16803" y="354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8" name="pl4618"/>
            <p:cNvSpPr/>
            <p:nvPr/>
          </p:nvSpPr>
          <p:spPr>
            <a:xfrm>
              <a:off x="7983752" y="2469854"/>
              <a:ext cx="17458" cy="35166"/>
            </a:xfrm>
            <a:custGeom>
              <a:avLst/>
              <a:pathLst>
                <a:path w="17458" h="35166">
                  <a:moveTo>
                    <a:pt x="17458" y="351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9" name="pl4619"/>
            <p:cNvSpPr/>
            <p:nvPr/>
          </p:nvSpPr>
          <p:spPr>
            <a:xfrm>
              <a:off x="7974233" y="2470430"/>
              <a:ext cx="19109" cy="38405"/>
            </a:xfrm>
            <a:custGeom>
              <a:avLst/>
              <a:pathLst>
                <a:path w="19109" h="38405">
                  <a:moveTo>
                    <a:pt x="19109" y="384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0" name="pl4620"/>
            <p:cNvSpPr/>
            <p:nvPr/>
          </p:nvSpPr>
          <p:spPr>
            <a:xfrm>
              <a:off x="7954346" y="2432421"/>
              <a:ext cx="19886" cy="38009"/>
            </a:xfrm>
            <a:custGeom>
              <a:avLst/>
              <a:pathLst>
                <a:path w="19886" h="38009">
                  <a:moveTo>
                    <a:pt x="19886" y="38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1" name="pl4621"/>
            <p:cNvSpPr/>
            <p:nvPr/>
          </p:nvSpPr>
          <p:spPr>
            <a:xfrm>
              <a:off x="7957461" y="2441357"/>
              <a:ext cx="15473" cy="29735"/>
            </a:xfrm>
            <a:custGeom>
              <a:avLst/>
              <a:pathLst>
                <a:path w="15473" h="29735">
                  <a:moveTo>
                    <a:pt x="15473" y="297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2" name="pl4622"/>
            <p:cNvSpPr/>
            <p:nvPr/>
          </p:nvSpPr>
          <p:spPr>
            <a:xfrm>
              <a:off x="7941516" y="2411871"/>
              <a:ext cx="15944" cy="29485"/>
            </a:xfrm>
            <a:custGeom>
              <a:avLst/>
              <a:pathLst>
                <a:path w="15944" h="29485">
                  <a:moveTo>
                    <a:pt x="15944" y="294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3" name="pl4623"/>
            <p:cNvSpPr/>
            <p:nvPr/>
          </p:nvSpPr>
          <p:spPr>
            <a:xfrm>
              <a:off x="8083403" y="2625536"/>
              <a:ext cx="3411" cy="8491"/>
            </a:xfrm>
            <a:custGeom>
              <a:avLst/>
              <a:pathLst>
                <a:path w="3411" h="8491">
                  <a:moveTo>
                    <a:pt x="3411" y="84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4" name="pl4624"/>
            <p:cNvSpPr/>
            <p:nvPr/>
          </p:nvSpPr>
          <p:spPr>
            <a:xfrm>
              <a:off x="8090190" y="2642533"/>
              <a:ext cx="3338" cy="8519"/>
            </a:xfrm>
            <a:custGeom>
              <a:avLst/>
              <a:pathLst>
                <a:path w="3338" h="8519">
                  <a:moveTo>
                    <a:pt x="3338" y="85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5" name="pl4625"/>
            <p:cNvSpPr/>
            <p:nvPr/>
          </p:nvSpPr>
          <p:spPr>
            <a:xfrm>
              <a:off x="8103327" y="2676697"/>
              <a:ext cx="3192" cy="8575"/>
            </a:xfrm>
            <a:custGeom>
              <a:avLst/>
              <a:pathLst>
                <a:path w="3192" h="8575">
                  <a:moveTo>
                    <a:pt x="3192" y="85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6" name="pl4626"/>
            <p:cNvSpPr/>
            <p:nvPr/>
          </p:nvSpPr>
          <p:spPr>
            <a:xfrm>
              <a:off x="8098735" y="2668652"/>
              <a:ext cx="4827" cy="12839"/>
            </a:xfrm>
            <a:custGeom>
              <a:avLst/>
              <a:pathLst>
                <a:path w="4827" h="12839">
                  <a:moveTo>
                    <a:pt x="4827" y="128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7" name="pl4627"/>
            <p:cNvSpPr/>
            <p:nvPr/>
          </p:nvSpPr>
          <p:spPr>
            <a:xfrm>
              <a:off x="8094111" y="2660633"/>
              <a:ext cx="5683" cy="14947"/>
            </a:xfrm>
            <a:custGeom>
              <a:avLst/>
              <a:pathLst>
                <a:path w="5683" h="14947">
                  <a:moveTo>
                    <a:pt x="5683" y="1494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8" name="pl4628"/>
            <p:cNvSpPr/>
            <p:nvPr/>
          </p:nvSpPr>
          <p:spPr>
            <a:xfrm>
              <a:off x="8086436" y="2648918"/>
              <a:ext cx="7805" cy="20219"/>
            </a:xfrm>
            <a:custGeom>
              <a:avLst/>
              <a:pathLst>
                <a:path w="7805" h="20219">
                  <a:moveTo>
                    <a:pt x="7805" y="202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9" name="pl4629"/>
            <p:cNvSpPr/>
            <p:nvPr/>
          </p:nvSpPr>
          <p:spPr>
            <a:xfrm>
              <a:off x="8077000" y="2633040"/>
              <a:ext cx="10645" cy="27027"/>
            </a:xfrm>
            <a:custGeom>
              <a:avLst/>
              <a:pathLst>
                <a:path w="10645" h="27027">
                  <a:moveTo>
                    <a:pt x="10645" y="2702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0" name="pl4630"/>
            <p:cNvSpPr/>
            <p:nvPr/>
          </p:nvSpPr>
          <p:spPr>
            <a:xfrm>
              <a:off x="8112795" y="2702464"/>
              <a:ext cx="3082" cy="8615"/>
            </a:xfrm>
            <a:custGeom>
              <a:avLst/>
              <a:pathLst>
                <a:path w="3082" h="8615">
                  <a:moveTo>
                    <a:pt x="3082" y="86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1" name="pl4631"/>
            <p:cNvSpPr/>
            <p:nvPr/>
          </p:nvSpPr>
          <p:spPr>
            <a:xfrm>
              <a:off x="8108307" y="2694362"/>
              <a:ext cx="4662" cy="12900"/>
            </a:xfrm>
            <a:custGeom>
              <a:avLst/>
              <a:pathLst>
                <a:path w="4662" h="12900">
                  <a:moveTo>
                    <a:pt x="4662" y="1290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2" name="pl4632"/>
            <p:cNvSpPr/>
            <p:nvPr/>
          </p:nvSpPr>
          <p:spPr>
            <a:xfrm>
              <a:off x="8118924" y="2719709"/>
              <a:ext cx="3009" cy="8641"/>
            </a:xfrm>
            <a:custGeom>
              <a:avLst/>
              <a:pathLst>
                <a:path w="3009" h="8641">
                  <a:moveTo>
                    <a:pt x="3009" y="86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3" name="pl4633"/>
            <p:cNvSpPr/>
            <p:nvPr/>
          </p:nvSpPr>
          <p:spPr>
            <a:xfrm>
              <a:off x="8127841" y="2745673"/>
              <a:ext cx="2898" cy="8679"/>
            </a:xfrm>
            <a:custGeom>
              <a:avLst/>
              <a:pathLst>
                <a:path w="2898" h="8679">
                  <a:moveTo>
                    <a:pt x="2898" y="867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4" name="pl4634"/>
            <p:cNvSpPr/>
            <p:nvPr/>
          </p:nvSpPr>
          <p:spPr>
            <a:xfrm>
              <a:off x="8123526" y="2737476"/>
              <a:ext cx="4386" cy="12996"/>
            </a:xfrm>
            <a:custGeom>
              <a:avLst/>
              <a:pathLst>
                <a:path w="4386" h="12996">
                  <a:moveTo>
                    <a:pt x="4386" y="129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5" name="pl4635"/>
            <p:cNvSpPr/>
            <p:nvPr/>
          </p:nvSpPr>
          <p:spPr>
            <a:xfrm>
              <a:off x="8116304" y="2725466"/>
              <a:ext cx="6663" cy="19436"/>
            </a:xfrm>
            <a:custGeom>
              <a:avLst/>
              <a:pathLst>
                <a:path w="6663" h="19436">
                  <a:moveTo>
                    <a:pt x="6663" y="1943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6" name="pl4636"/>
            <p:cNvSpPr/>
            <p:nvPr/>
          </p:nvSpPr>
          <p:spPr>
            <a:xfrm>
              <a:off x="8103795" y="2703285"/>
              <a:ext cx="11728" cy="33309"/>
            </a:xfrm>
            <a:custGeom>
              <a:avLst/>
              <a:pathLst>
                <a:path w="11728" h="33309">
                  <a:moveTo>
                    <a:pt x="11728" y="333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7" name="pl4637"/>
            <p:cNvSpPr/>
            <p:nvPr/>
          </p:nvSpPr>
          <p:spPr>
            <a:xfrm>
              <a:off x="8085461" y="2687173"/>
              <a:ext cx="13270" cy="36614"/>
            </a:xfrm>
            <a:custGeom>
              <a:avLst/>
              <a:pathLst>
                <a:path w="13270" h="36614">
                  <a:moveTo>
                    <a:pt x="13270" y="366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8" name="pl4638"/>
            <p:cNvSpPr/>
            <p:nvPr/>
          </p:nvSpPr>
          <p:spPr>
            <a:xfrm>
              <a:off x="8071521" y="2650808"/>
              <a:ext cx="13939" cy="36364"/>
            </a:xfrm>
            <a:custGeom>
              <a:avLst/>
              <a:pathLst>
                <a:path w="13939" h="36364">
                  <a:moveTo>
                    <a:pt x="13939" y="363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9" name="pl4639"/>
            <p:cNvSpPr/>
            <p:nvPr/>
          </p:nvSpPr>
          <p:spPr>
            <a:xfrm>
              <a:off x="8072155" y="2656415"/>
              <a:ext cx="11939" cy="31267"/>
            </a:xfrm>
            <a:custGeom>
              <a:avLst/>
              <a:pathLst>
                <a:path w="11939" h="31267">
                  <a:moveTo>
                    <a:pt x="11939" y="312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0" name="pl4640"/>
            <p:cNvSpPr/>
            <p:nvPr/>
          </p:nvSpPr>
          <p:spPr>
            <a:xfrm>
              <a:off x="8059724" y="2625339"/>
              <a:ext cx="12431" cy="31075"/>
            </a:xfrm>
            <a:custGeom>
              <a:avLst/>
              <a:pathLst>
                <a:path w="12431" h="31075">
                  <a:moveTo>
                    <a:pt x="12431" y="310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1" name="pl4641"/>
            <p:cNvSpPr/>
            <p:nvPr/>
          </p:nvSpPr>
          <p:spPr>
            <a:xfrm>
              <a:off x="8144673" y="2797932"/>
              <a:ext cx="2675" cy="8751"/>
            </a:xfrm>
            <a:custGeom>
              <a:avLst/>
              <a:pathLst>
                <a:path w="2675" h="8751">
                  <a:moveTo>
                    <a:pt x="2675" y="87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2" name="pl4642"/>
            <p:cNvSpPr/>
            <p:nvPr/>
          </p:nvSpPr>
          <p:spPr>
            <a:xfrm>
              <a:off x="8140570" y="2789628"/>
              <a:ext cx="4051" cy="13104"/>
            </a:xfrm>
            <a:custGeom>
              <a:avLst/>
              <a:pathLst>
                <a:path w="4051" h="13104">
                  <a:moveTo>
                    <a:pt x="4051" y="131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3" name="pl4643"/>
            <p:cNvSpPr/>
            <p:nvPr/>
          </p:nvSpPr>
          <p:spPr>
            <a:xfrm>
              <a:off x="8136433" y="2781347"/>
              <a:ext cx="4780" cy="15260"/>
            </a:xfrm>
            <a:custGeom>
              <a:avLst/>
              <a:pathLst>
                <a:path w="4780" h="15260">
                  <a:moveTo>
                    <a:pt x="4780" y="152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4" name="pl4644"/>
            <p:cNvSpPr/>
            <p:nvPr/>
          </p:nvSpPr>
          <p:spPr>
            <a:xfrm>
              <a:off x="8132263" y="2773089"/>
              <a:ext cx="5184" cy="16319"/>
            </a:xfrm>
            <a:custGeom>
              <a:avLst/>
              <a:pathLst>
                <a:path w="5184" h="16319">
                  <a:moveTo>
                    <a:pt x="5184" y="163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5" name="pl4645"/>
            <p:cNvSpPr/>
            <p:nvPr/>
          </p:nvSpPr>
          <p:spPr>
            <a:xfrm>
              <a:off x="8128059" y="2764856"/>
              <a:ext cx="5423" cy="16829"/>
            </a:xfrm>
            <a:custGeom>
              <a:avLst/>
              <a:pathLst>
                <a:path w="5423" h="16829">
                  <a:moveTo>
                    <a:pt x="5423" y="168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6" name="pl4646"/>
            <p:cNvSpPr/>
            <p:nvPr/>
          </p:nvSpPr>
          <p:spPr>
            <a:xfrm>
              <a:off x="8149986" y="2815446"/>
              <a:ext cx="2600" cy="8773"/>
            </a:xfrm>
            <a:custGeom>
              <a:avLst/>
              <a:pathLst>
                <a:path w="2600" h="8773">
                  <a:moveTo>
                    <a:pt x="2600" y="877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7" name="pl4647"/>
            <p:cNvSpPr/>
            <p:nvPr/>
          </p:nvSpPr>
          <p:spPr>
            <a:xfrm>
              <a:off x="8157674" y="2841800"/>
              <a:ext cx="2487" cy="8806"/>
            </a:xfrm>
            <a:custGeom>
              <a:avLst/>
              <a:pathLst>
                <a:path w="2487" h="8806">
                  <a:moveTo>
                    <a:pt x="2487" y="88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8" name="pl4648"/>
            <p:cNvSpPr/>
            <p:nvPr/>
          </p:nvSpPr>
          <p:spPr>
            <a:xfrm>
              <a:off x="8153749" y="2833409"/>
              <a:ext cx="3771" cy="13188"/>
            </a:xfrm>
            <a:custGeom>
              <a:avLst/>
              <a:pathLst>
                <a:path w="3771" h="13188">
                  <a:moveTo>
                    <a:pt x="3771" y="131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9" name="pl4649"/>
            <p:cNvSpPr/>
            <p:nvPr/>
          </p:nvSpPr>
          <p:spPr>
            <a:xfrm>
              <a:off x="8169736" y="2885934"/>
              <a:ext cx="2299" cy="8857"/>
            </a:xfrm>
            <a:custGeom>
              <a:avLst/>
              <a:pathLst>
                <a:path w="2299" h="8857">
                  <a:moveTo>
                    <a:pt x="2299" y="88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0" name="pl4650"/>
            <p:cNvSpPr/>
            <p:nvPr/>
          </p:nvSpPr>
          <p:spPr>
            <a:xfrm>
              <a:off x="8165990" y="2877462"/>
              <a:ext cx="3488" cy="13265"/>
            </a:xfrm>
            <a:custGeom>
              <a:avLst/>
              <a:pathLst>
                <a:path w="3488" h="13265">
                  <a:moveTo>
                    <a:pt x="3488" y="1326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1" name="pl4651"/>
            <p:cNvSpPr/>
            <p:nvPr/>
          </p:nvSpPr>
          <p:spPr>
            <a:xfrm>
              <a:off x="8162211" y="2869012"/>
              <a:ext cx="4125" cy="15450"/>
            </a:xfrm>
            <a:custGeom>
              <a:avLst/>
              <a:pathLst>
                <a:path w="4125" h="15450">
                  <a:moveTo>
                    <a:pt x="4125" y="154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2" name="pl4652"/>
            <p:cNvSpPr/>
            <p:nvPr/>
          </p:nvSpPr>
          <p:spPr>
            <a:xfrm>
              <a:off x="8158397" y="2860584"/>
              <a:ext cx="4483" cy="16525"/>
            </a:xfrm>
            <a:custGeom>
              <a:avLst/>
              <a:pathLst>
                <a:path w="4483" h="16525">
                  <a:moveTo>
                    <a:pt x="4483" y="165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3" name="pl4653"/>
            <p:cNvSpPr/>
            <p:nvPr/>
          </p:nvSpPr>
          <p:spPr>
            <a:xfrm>
              <a:off x="8148639" y="2842004"/>
              <a:ext cx="7796" cy="27983"/>
            </a:xfrm>
            <a:custGeom>
              <a:avLst/>
              <a:pathLst>
                <a:path w="7796" h="27983">
                  <a:moveTo>
                    <a:pt x="7796" y="279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4" name="pl4654"/>
            <p:cNvSpPr/>
            <p:nvPr/>
          </p:nvSpPr>
          <p:spPr>
            <a:xfrm>
              <a:off x="8176520" y="2912535"/>
              <a:ext cx="2185" cy="8885"/>
            </a:xfrm>
            <a:custGeom>
              <a:avLst/>
              <a:pathLst>
                <a:path w="2185" h="8885">
                  <a:moveTo>
                    <a:pt x="2185" y="88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5" name="pl4655"/>
            <p:cNvSpPr/>
            <p:nvPr/>
          </p:nvSpPr>
          <p:spPr>
            <a:xfrm>
              <a:off x="8180853" y="2930316"/>
              <a:ext cx="2109" cy="8904"/>
            </a:xfrm>
            <a:custGeom>
              <a:avLst/>
              <a:pathLst>
                <a:path w="2109" h="8904">
                  <a:moveTo>
                    <a:pt x="2109" y="8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6" name="pl4656"/>
            <p:cNvSpPr/>
            <p:nvPr/>
          </p:nvSpPr>
          <p:spPr>
            <a:xfrm>
              <a:off x="8185034" y="2948134"/>
              <a:ext cx="2033" cy="8921"/>
            </a:xfrm>
            <a:custGeom>
              <a:avLst/>
              <a:pathLst>
                <a:path w="2033" h="8921">
                  <a:moveTo>
                    <a:pt x="2033" y="89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7" name="pl4657"/>
            <p:cNvSpPr/>
            <p:nvPr/>
          </p:nvSpPr>
          <p:spPr>
            <a:xfrm>
              <a:off x="8179076" y="2935439"/>
              <a:ext cx="4137" cy="17802"/>
            </a:xfrm>
            <a:custGeom>
              <a:avLst/>
              <a:pathLst>
                <a:path w="4137" h="17802">
                  <a:moveTo>
                    <a:pt x="4137" y="178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8" name="pl4658"/>
            <p:cNvSpPr/>
            <p:nvPr/>
          </p:nvSpPr>
          <p:spPr>
            <a:xfrm>
              <a:off x="8171956" y="2918369"/>
              <a:ext cx="6368" cy="26626"/>
            </a:xfrm>
            <a:custGeom>
              <a:avLst/>
              <a:pathLst>
                <a:path w="6368" h="26626">
                  <a:moveTo>
                    <a:pt x="6368" y="2662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9" name="pl4659"/>
            <p:cNvSpPr/>
            <p:nvPr/>
          </p:nvSpPr>
          <p:spPr>
            <a:xfrm>
              <a:off x="8167231" y="2905444"/>
              <a:ext cx="6534" cy="26567"/>
            </a:xfrm>
            <a:custGeom>
              <a:avLst/>
              <a:pathLst>
                <a:path w="6534" h="26567">
                  <a:moveTo>
                    <a:pt x="6534" y="265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0" name="pl4660"/>
            <p:cNvSpPr/>
            <p:nvPr/>
          </p:nvSpPr>
          <p:spPr>
            <a:xfrm>
              <a:off x="8189063" y="2965986"/>
              <a:ext cx="1957" cy="8939"/>
            </a:xfrm>
            <a:custGeom>
              <a:avLst/>
              <a:pathLst>
                <a:path w="1957" h="8939">
                  <a:moveTo>
                    <a:pt x="1957" y="89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1" name="pl4661"/>
            <p:cNvSpPr/>
            <p:nvPr/>
          </p:nvSpPr>
          <p:spPr>
            <a:xfrm>
              <a:off x="8192939" y="2983872"/>
              <a:ext cx="1880" cy="8955"/>
            </a:xfrm>
            <a:custGeom>
              <a:avLst/>
              <a:pathLst>
                <a:path w="1880" h="8955">
                  <a:moveTo>
                    <a:pt x="1880" y="89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2" name="pl4662"/>
            <p:cNvSpPr/>
            <p:nvPr/>
          </p:nvSpPr>
          <p:spPr>
            <a:xfrm>
              <a:off x="8196663" y="3001791"/>
              <a:ext cx="1804" cy="8971"/>
            </a:xfrm>
            <a:custGeom>
              <a:avLst/>
              <a:pathLst>
                <a:path w="1804" h="8971">
                  <a:moveTo>
                    <a:pt x="1804" y="89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3" name="pl4663"/>
            <p:cNvSpPr/>
            <p:nvPr/>
          </p:nvSpPr>
          <p:spPr>
            <a:xfrm>
              <a:off x="8200233" y="3019741"/>
              <a:ext cx="1727" cy="8986"/>
            </a:xfrm>
            <a:custGeom>
              <a:avLst/>
              <a:pathLst>
                <a:path w="1727" h="8986">
                  <a:moveTo>
                    <a:pt x="1727" y="89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4" name="pl4664"/>
            <p:cNvSpPr/>
            <p:nvPr/>
          </p:nvSpPr>
          <p:spPr>
            <a:xfrm>
              <a:off x="8205301" y="3046721"/>
              <a:ext cx="1612" cy="9007"/>
            </a:xfrm>
            <a:custGeom>
              <a:avLst/>
              <a:pathLst>
                <a:path w="1612" h="9007">
                  <a:moveTo>
                    <a:pt x="1612" y="90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5" name="pl4665"/>
            <p:cNvSpPr/>
            <p:nvPr/>
          </p:nvSpPr>
          <p:spPr>
            <a:xfrm>
              <a:off x="8202217" y="3037987"/>
              <a:ext cx="2460" cy="13494"/>
            </a:xfrm>
            <a:custGeom>
              <a:avLst/>
              <a:pathLst>
                <a:path w="2460" h="13494">
                  <a:moveTo>
                    <a:pt x="2460" y="13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6" name="pl4666"/>
            <p:cNvSpPr/>
            <p:nvPr/>
          </p:nvSpPr>
          <p:spPr>
            <a:xfrm>
              <a:off x="8208488" y="3064743"/>
              <a:ext cx="1535" cy="9021"/>
            </a:xfrm>
            <a:custGeom>
              <a:avLst/>
              <a:pathLst>
                <a:path w="1535" h="9021">
                  <a:moveTo>
                    <a:pt x="1535" y="90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7" name="pl4667"/>
            <p:cNvSpPr/>
            <p:nvPr/>
          </p:nvSpPr>
          <p:spPr>
            <a:xfrm>
              <a:off x="8212979" y="3091826"/>
              <a:ext cx="1419" cy="9039"/>
            </a:xfrm>
            <a:custGeom>
              <a:avLst/>
              <a:pathLst>
                <a:path w="1419" h="9039">
                  <a:moveTo>
                    <a:pt x="1419" y="90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8" name="pl4668"/>
            <p:cNvSpPr/>
            <p:nvPr/>
          </p:nvSpPr>
          <p:spPr>
            <a:xfrm>
              <a:off x="8210082" y="3083027"/>
              <a:ext cx="2171" cy="13543"/>
            </a:xfrm>
            <a:custGeom>
              <a:avLst/>
              <a:pathLst>
                <a:path w="2171" h="13543">
                  <a:moveTo>
                    <a:pt x="2171" y="135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9" name="pl4669"/>
            <p:cNvSpPr/>
            <p:nvPr/>
          </p:nvSpPr>
          <p:spPr>
            <a:xfrm>
              <a:off x="8204950" y="3069987"/>
              <a:ext cx="3350" cy="20272"/>
            </a:xfrm>
            <a:custGeom>
              <a:avLst/>
              <a:pathLst>
                <a:path w="3350" h="20272">
                  <a:moveTo>
                    <a:pt x="3350" y="202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0" name="pl4670"/>
            <p:cNvSpPr/>
            <p:nvPr/>
          </p:nvSpPr>
          <p:spPr>
            <a:xfrm>
              <a:off x="8196290" y="3046039"/>
              <a:ext cx="6046" cy="34792"/>
            </a:xfrm>
            <a:custGeom>
              <a:avLst/>
              <a:pathLst>
                <a:path w="6046" h="34792">
                  <a:moveTo>
                    <a:pt x="6046" y="34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1" name="pl4671"/>
            <p:cNvSpPr/>
            <p:nvPr/>
          </p:nvSpPr>
          <p:spPr>
            <a:xfrm>
              <a:off x="8189653" y="3026435"/>
              <a:ext cx="6860" cy="37487"/>
            </a:xfrm>
            <a:custGeom>
              <a:avLst/>
              <a:pathLst>
                <a:path w="6860" h="37487">
                  <a:moveTo>
                    <a:pt x="6860" y="3748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2" name="pl4672"/>
            <p:cNvSpPr/>
            <p:nvPr/>
          </p:nvSpPr>
          <p:spPr>
            <a:xfrm>
              <a:off x="8183282" y="3009150"/>
              <a:ext cx="7017" cy="36538"/>
            </a:xfrm>
            <a:custGeom>
              <a:avLst/>
              <a:pathLst>
                <a:path w="7017" h="36538">
                  <a:moveTo>
                    <a:pt x="7017" y="365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3" name="pl4673"/>
            <p:cNvSpPr/>
            <p:nvPr/>
          </p:nvSpPr>
          <p:spPr>
            <a:xfrm>
              <a:off x="8176769" y="2991944"/>
              <a:ext cx="7238" cy="36009"/>
            </a:xfrm>
            <a:custGeom>
              <a:avLst/>
              <a:pathLst>
                <a:path w="7238" h="36009">
                  <a:moveTo>
                    <a:pt x="7238" y="360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4" name="pl4674"/>
            <p:cNvSpPr/>
            <p:nvPr/>
          </p:nvSpPr>
          <p:spPr>
            <a:xfrm>
              <a:off x="8170115" y="2974819"/>
              <a:ext cx="7493" cy="35688"/>
            </a:xfrm>
            <a:custGeom>
              <a:avLst/>
              <a:pathLst>
                <a:path w="7493" h="35688">
                  <a:moveTo>
                    <a:pt x="7493" y="356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5" name="pl4675"/>
            <p:cNvSpPr/>
            <p:nvPr/>
          </p:nvSpPr>
          <p:spPr>
            <a:xfrm>
              <a:off x="8156227" y="2959446"/>
              <a:ext cx="7727" cy="35297"/>
            </a:xfrm>
            <a:custGeom>
              <a:avLst/>
              <a:pathLst>
                <a:path w="7727" h="35297">
                  <a:moveTo>
                    <a:pt x="7727" y="352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6" name="pl4676"/>
            <p:cNvSpPr/>
            <p:nvPr/>
          </p:nvSpPr>
          <p:spPr>
            <a:xfrm>
              <a:off x="8147898" y="2924286"/>
              <a:ext cx="8329" cy="35159"/>
            </a:xfrm>
            <a:custGeom>
              <a:avLst/>
              <a:pathLst>
                <a:path w="8329" h="35159">
                  <a:moveTo>
                    <a:pt x="8329" y="351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7" name="pl4677"/>
            <p:cNvSpPr/>
            <p:nvPr/>
          </p:nvSpPr>
          <p:spPr>
            <a:xfrm>
              <a:off x="8133155" y="2913361"/>
              <a:ext cx="11704" cy="48675"/>
            </a:xfrm>
            <a:custGeom>
              <a:avLst/>
              <a:pathLst>
                <a:path w="11704" h="48675">
                  <a:moveTo>
                    <a:pt x="11704" y="486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8" name="pl4678"/>
            <p:cNvSpPr/>
            <p:nvPr/>
          </p:nvSpPr>
          <p:spPr>
            <a:xfrm>
              <a:off x="8120294" y="2864978"/>
              <a:ext cx="12860" cy="48382"/>
            </a:xfrm>
            <a:custGeom>
              <a:avLst/>
              <a:pathLst>
                <a:path w="12860" h="48382">
                  <a:moveTo>
                    <a:pt x="12860" y="483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9" name="pl4679"/>
            <p:cNvSpPr/>
            <p:nvPr/>
          </p:nvSpPr>
          <p:spPr>
            <a:xfrm>
              <a:off x="8218427" y="3128021"/>
              <a:ext cx="1265" cy="9062"/>
            </a:xfrm>
            <a:custGeom>
              <a:avLst/>
              <a:pathLst>
                <a:path w="1265" h="9062">
                  <a:moveTo>
                    <a:pt x="1265" y="90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0" name="pl4680"/>
            <p:cNvSpPr/>
            <p:nvPr/>
          </p:nvSpPr>
          <p:spPr>
            <a:xfrm>
              <a:off x="8215681" y="3119174"/>
              <a:ext cx="1940" cy="13578"/>
            </a:xfrm>
            <a:custGeom>
              <a:avLst/>
              <a:pathLst>
                <a:path w="1940" h="13578">
                  <a:moveTo>
                    <a:pt x="1940" y="135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1" name="pl4681"/>
            <p:cNvSpPr/>
            <p:nvPr/>
          </p:nvSpPr>
          <p:spPr>
            <a:xfrm>
              <a:off x="8212898" y="3110345"/>
              <a:ext cx="2321" cy="15822"/>
            </a:xfrm>
            <a:custGeom>
              <a:avLst/>
              <a:pathLst>
                <a:path w="2321" h="15822">
                  <a:moveTo>
                    <a:pt x="2321" y="1582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2" name="pl4682"/>
            <p:cNvSpPr/>
            <p:nvPr/>
          </p:nvSpPr>
          <p:spPr>
            <a:xfrm>
              <a:off x="8223256" y="3164304"/>
              <a:ext cx="1110" cy="9083"/>
            </a:xfrm>
            <a:custGeom>
              <a:avLst/>
              <a:pathLst>
                <a:path w="1110" h="9083">
                  <a:moveTo>
                    <a:pt x="1110" y="908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3" name="pl4683"/>
            <p:cNvSpPr/>
            <p:nvPr/>
          </p:nvSpPr>
          <p:spPr>
            <a:xfrm>
              <a:off x="8220662" y="3155411"/>
              <a:ext cx="1708" cy="13610"/>
            </a:xfrm>
            <a:custGeom>
              <a:avLst/>
              <a:pathLst>
                <a:path w="1708" h="13610">
                  <a:moveTo>
                    <a:pt x="1708" y="136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4" name="pl4684"/>
            <p:cNvSpPr/>
            <p:nvPr/>
          </p:nvSpPr>
          <p:spPr>
            <a:xfrm>
              <a:off x="8218030" y="3146536"/>
              <a:ext cx="2050" cy="15860"/>
            </a:xfrm>
            <a:custGeom>
              <a:avLst/>
              <a:pathLst>
                <a:path w="2050" h="15860">
                  <a:moveTo>
                    <a:pt x="2050" y="158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5" name="pl4685"/>
            <p:cNvSpPr/>
            <p:nvPr/>
          </p:nvSpPr>
          <p:spPr>
            <a:xfrm>
              <a:off x="8226471" y="3191567"/>
              <a:ext cx="994" cy="9096"/>
            </a:xfrm>
            <a:custGeom>
              <a:avLst/>
              <a:pathLst>
                <a:path w="994" h="9096">
                  <a:moveTo>
                    <a:pt x="994" y="90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6" name="pl4686"/>
            <p:cNvSpPr/>
            <p:nvPr/>
          </p:nvSpPr>
          <p:spPr>
            <a:xfrm>
              <a:off x="8228421" y="3209764"/>
              <a:ext cx="916" cy="9104"/>
            </a:xfrm>
            <a:custGeom>
              <a:avLst/>
              <a:pathLst>
                <a:path w="916" h="9104">
                  <a:moveTo>
                    <a:pt x="916" y="91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7" name="pl4687"/>
            <p:cNvSpPr/>
            <p:nvPr/>
          </p:nvSpPr>
          <p:spPr>
            <a:xfrm>
              <a:off x="8224076" y="3196431"/>
              <a:ext cx="1907" cy="18176"/>
            </a:xfrm>
            <a:custGeom>
              <a:avLst/>
              <a:pathLst>
                <a:path w="1907" h="18176">
                  <a:moveTo>
                    <a:pt x="1907" y="181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8" name="pl4688"/>
            <p:cNvSpPr/>
            <p:nvPr/>
          </p:nvSpPr>
          <p:spPr>
            <a:xfrm>
              <a:off x="8221095" y="3182977"/>
              <a:ext cx="2504" cy="22692"/>
            </a:xfrm>
            <a:custGeom>
              <a:avLst/>
              <a:pathLst>
                <a:path w="2504" h="22692">
                  <a:moveTo>
                    <a:pt x="2504" y="226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9" name="pl4689"/>
            <p:cNvSpPr/>
            <p:nvPr/>
          </p:nvSpPr>
          <p:spPr>
            <a:xfrm>
              <a:off x="8211843" y="3155399"/>
              <a:ext cx="4740" cy="39560"/>
            </a:xfrm>
            <a:custGeom>
              <a:avLst/>
              <a:pathLst>
                <a:path w="4740" h="39560">
                  <a:moveTo>
                    <a:pt x="4740" y="395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0" name="pl4690"/>
            <p:cNvSpPr/>
            <p:nvPr/>
          </p:nvSpPr>
          <p:spPr>
            <a:xfrm>
              <a:off x="8201096" y="3120159"/>
              <a:ext cx="7421" cy="55703"/>
            </a:xfrm>
            <a:custGeom>
              <a:avLst/>
              <a:pathLst>
                <a:path w="7421" h="55703">
                  <a:moveTo>
                    <a:pt x="7421" y="55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1" name="pl4691"/>
            <p:cNvSpPr/>
            <p:nvPr/>
          </p:nvSpPr>
          <p:spPr>
            <a:xfrm>
              <a:off x="8230214" y="3227978"/>
              <a:ext cx="838" cy="9112"/>
            </a:xfrm>
            <a:custGeom>
              <a:avLst/>
              <a:pathLst>
                <a:path w="838" h="9112">
                  <a:moveTo>
                    <a:pt x="838" y="911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2" name="pl4692"/>
            <p:cNvSpPr/>
            <p:nvPr/>
          </p:nvSpPr>
          <p:spPr>
            <a:xfrm>
              <a:off x="8231853" y="3246206"/>
              <a:ext cx="760" cy="9119"/>
            </a:xfrm>
            <a:custGeom>
              <a:avLst/>
              <a:pathLst>
                <a:path w="760" h="9119">
                  <a:moveTo>
                    <a:pt x="760" y="91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3" name="pl4693"/>
            <p:cNvSpPr/>
            <p:nvPr/>
          </p:nvSpPr>
          <p:spPr>
            <a:xfrm>
              <a:off x="8233335" y="3264447"/>
              <a:ext cx="682" cy="9125"/>
            </a:xfrm>
            <a:custGeom>
              <a:avLst/>
              <a:pathLst>
                <a:path w="682" h="9125">
                  <a:moveTo>
                    <a:pt x="682" y="91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4" name="pl4694"/>
            <p:cNvSpPr/>
            <p:nvPr/>
          </p:nvSpPr>
          <p:spPr>
            <a:xfrm>
              <a:off x="8229333" y="3251007"/>
              <a:ext cx="1441" cy="18219"/>
            </a:xfrm>
            <a:custGeom>
              <a:avLst/>
              <a:pathLst>
                <a:path w="1441" h="18219">
                  <a:moveTo>
                    <a:pt x="1441" y="182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5" name="pl4695"/>
            <p:cNvSpPr/>
            <p:nvPr/>
          </p:nvSpPr>
          <p:spPr>
            <a:xfrm>
              <a:off x="8224834" y="3233068"/>
              <a:ext cx="2334" cy="27277"/>
            </a:xfrm>
            <a:custGeom>
              <a:avLst/>
              <a:pathLst>
                <a:path w="2334" h="27277">
                  <a:moveTo>
                    <a:pt x="2334" y="272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6" name="pl4696"/>
            <p:cNvSpPr/>
            <p:nvPr/>
          </p:nvSpPr>
          <p:spPr>
            <a:xfrm>
              <a:off x="8235833" y="3300965"/>
              <a:ext cx="527" cy="9135"/>
            </a:xfrm>
            <a:custGeom>
              <a:avLst/>
              <a:pathLst>
                <a:path w="527" h="9135">
                  <a:moveTo>
                    <a:pt x="527" y="913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7" name="pl4697"/>
            <p:cNvSpPr/>
            <p:nvPr/>
          </p:nvSpPr>
          <p:spPr>
            <a:xfrm>
              <a:off x="8233813" y="3291925"/>
              <a:ext cx="833" cy="13691"/>
            </a:xfrm>
            <a:custGeom>
              <a:avLst/>
              <a:pathLst>
                <a:path w="833" h="13691">
                  <a:moveTo>
                    <a:pt x="833" y="136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8" name="pl4698"/>
            <p:cNvSpPr/>
            <p:nvPr/>
          </p:nvSpPr>
          <p:spPr>
            <a:xfrm>
              <a:off x="8231754" y="3282899"/>
              <a:ext cx="1031" cy="15958"/>
            </a:xfrm>
            <a:custGeom>
              <a:avLst/>
              <a:pathLst>
                <a:path w="1031" h="15958">
                  <a:moveTo>
                    <a:pt x="1031" y="159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9" name="pl4699"/>
            <p:cNvSpPr/>
            <p:nvPr/>
          </p:nvSpPr>
          <p:spPr>
            <a:xfrm>
              <a:off x="8237707" y="3337519"/>
              <a:ext cx="370" cy="9143"/>
            </a:xfrm>
            <a:custGeom>
              <a:avLst/>
              <a:pathLst>
                <a:path w="370" h="9143">
                  <a:moveTo>
                    <a:pt x="370" y="91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0" name="pl4700"/>
            <p:cNvSpPr/>
            <p:nvPr/>
          </p:nvSpPr>
          <p:spPr>
            <a:xfrm>
              <a:off x="8235842" y="3328446"/>
              <a:ext cx="599" cy="13703"/>
            </a:xfrm>
            <a:custGeom>
              <a:avLst/>
              <a:pathLst>
                <a:path w="599" h="13703">
                  <a:moveTo>
                    <a:pt x="599" y="137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1" name="pl4701"/>
            <p:cNvSpPr/>
            <p:nvPr/>
          </p:nvSpPr>
          <p:spPr>
            <a:xfrm>
              <a:off x="8233937" y="3319387"/>
              <a:ext cx="759" cy="15974"/>
            </a:xfrm>
            <a:custGeom>
              <a:avLst/>
              <a:pathLst>
                <a:path w="759" h="15974">
                  <a:moveTo>
                    <a:pt x="759" y="159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2" name="pl4702"/>
            <p:cNvSpPr/>
            <p:nvPr/>
          </p:nvSpPr>
          <p:spPr>
            <a:xfrm>
              <a:off x="8226468" y="3291254"/>
              <a:ext cx="2041" cy="36396"/>
            </a:xfrm>
            <a:custGeom>
              <a:avLst/>
              <a:pathLst>
                <a:path w="2041" h="36396">
                  <a:moveTo>
                    <a:pt x="2041" y="3639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3" name="pl4703"/>
            <p:cNvSpPr/>
            <p:nvPr/>
          </p:nvSpPr>
          <p:spPr>
            <a:xfrm>
              <a:off x="8238410" y="3355807"/>
              <a:ext cx="292" cy="9146"/>
            </a:xfrm>
            <a:custGeom>
              <a:avLst/>
              <a:pathLst>
                <a:path w="292" h="9146">
                  <a:moveTo>
                    <a:pt x="292" y="9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4" name="pl4704"/>
            <p:cNvSpPr/>
            <p:nvPr/>
          </p:nvSpPr>
          <p:spPr>
            <a:xfrm>
              <a:off x="8238957" y="3374101"/>
              <a:ext cx="214" cy="9148"/>
            </a:xfrm>
            <a:custGeom>
              <a:avLst/>
              <a:pathLst>
                <a:path w="214" h="9148">
                  <a:moveTo>
                    <a:pt x="214" y="91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5" name="pl4705"/>
            <p:cNvSpPr/>
            <p:nvPr/>
          </p:nvSpPr>
          <p:spPr>
            <a:xfrm>
              <a:off x="8239348" y="3392398"/>
              <a:ext cx="136" cy="9149"/>
            </a:xfrm>
            <a:custGeom>
              <a:avLst/>
              <a:pathLst>
                <a:path w="136" h="9149">
                  <a:moveTo>
                    <a:pt x="136" y="91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6" name="pl4706"/>
            <p:cNvSpPr/>
            <p:nvPr/>
          </p:nvSpPr>
          <p:spPr>
            <a:xfrm>
              <a:off x="8239640" y="3419849"/>
              <a:ext cx="19" cy="9150"/>
            </a:xfrm>
            <a:custGeom>
              <a:avLst/>
              <a:pathLst>
                <a:path w="19" h="9150">
                  <a:moveTo>
                    <a:pt x="19" y="91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7" name="pl4707"/>
            <p:cNvSpPr/>
            <p:nvPr/>
          </p:nvSpPr>
          <p:spPr>
            <a:xfrm>
              <a:off x="8238125" y="3410711"/>
              <a:ext cx="73" cy="13716"/>
            </a:xfrm>
            <a:custGeom>
              <a:avLst/>
              <a:pathLst>
                <a:path w="73" h="13716">
                  <a:moveTo>
                    <a:pt x="73" y="137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8" name="pl4708"/>
            <p:cNvSpPr/>
            <p:nvPr/>
          </p:nvSpPr>
          <p:spPr>
            <a:xfrm>
              <a:off x="8235049" y="3397038"/>
              <a:ext cx="208" cy="20546"/>
            </a:xfrm>
            <a:custGeom>
              <a:avLst/>
              <a:pathLst>
                <a:path w="208" h="20546">
                  <a:moveTo>
                    <a:pt x="208" y="20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9" name="pl4709"/>
            <p:cNvSpPr/>
            <p:nvPr/>
          </p:nvSpPr>
          <p:spPr>
            <a:xfrm>
              <a:off x="8231784" y="3378846"/>
              <a:ext cx="478" cy="28494"/>
            </a:xfrm>
            <a:custGeom>
              <a:avLst/>
              <a:pathLst>
                <a:path w="478" h="28494">
                  <a:moveTo>
                    <a:pt x="478" y="2849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0" name="pl4710"/>
            <p:cNvSpPr/>
            <p:nvPr/>
          </p:nvSpPr>
          <p:spPr>
            <a:xfrm>
              <a:off x="8228365" y="3360707"/>
              <a:ext cx="791" cy="32434"/>
            </a:xfrm>
            <a:custGeom>
              <a:avLst/>
              <a:pathLst>
                <a:path w="791" h="32434">
                  <a:moveTo>
                    <a:pt x="791" y="3243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1" name="pl4711"/>
            <p:cNvSpPr/>
            <p:nvPr/>
          </p:nvSpPr>
          <p:spPr>
            <a:xfrm>
              <a:off x="8216083" y="3343684"/>
              <a:ext cx="1083" cy="33523"/>
            </a:xfrm>
            <a:custGeom>
              <a:avLst/>
              <a:pathLst>
                <a:path w="1083" h="33523">
                  <a:moveTo>
                    <a:pt x="1083" y="335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2" name="pl4712"/>
            <p:cNvSpPr/>
            <p:nvPr/>
          </p:nvSpPr>
          <p:spPr>
            <a:xfrm>
              <a:off x="8214470" y="3310182"/>
              <a:ext cx="1613" cy="33501"/>
            </a:xfrm>
            <a:custGeom>
              <a:avLst/>
              <a:pathLst>
                <a:path w="1613" h="33501">
                  <a:moveTo>
                    <a:pt x="1613" y="3350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3" name="pl4713"/>
            <p:cNvSpPr/>
            <p:nvPr/>
          </p:nvSpPr>
          <p:spPr>
            <a:xfrm>
              <a:off x="8204890" y="3296392"/>
              <a:ext cx="2456" cy="47643"/>
            </a:xfrm>
            <a:custGeom>
              <a:avLst/>
              <a:pathLst>
                <a:path w="2456" h="47643">
                  <a:moveTo>
                    <a:pt x="2456" y="476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4" name="pl4714"/>
            <p:cNvSpPr/>
            <p:nvPr/>
          </p:nvSpPr>
          <p:spPr>
            <a:xfrm>
              <a:off x="8201359" y="3248815"/>
              <a:ext cx="3530" cy="47576"/>
            </a:xfrm>
            <a:custGeom>
              <a:avLst/>
              <a:pathLst>
                <a:path w="3530" h="47576">
                  <a:moveTo>
                    <a:pt x="3530" y="4757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5" name="pl4715"/>
            <p:cNvSpPr/>
            <p:nvPr/>
          </p:nvSpPr>
          <p:spPr>
            <a:xfrm>
              <a:off x="8182367" y="3249086"/>
              <a:ext cx="3614" cy="48495"/>
            </a:xfrm>
            <a:custGeom>
              <a:avLst/>
              <a:pathLst>
                <a:path w="3614" h="48495">
                  <a:moveTo>
                    <a:pt x="3614" y="4849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6" name="pl4716"/>
            <p:cNvSpPr/>
            <p:nvPr/>
          </p:nvSpPr>
          <p:spPr>
            <a:xfrm>
              <a:off x="8177627" y="3200688"/>
              <a:ext cx="4739" cy="48398"/>
            </a:xfrm>
            <a:custGeom>
              <a:avLst/>
              <a:pathLst>
                <a:path w="4739" h="48398">
                  <a:moveTo>
                    <a:pt x="4739" y="483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7" name="pl4717"/>
            <p:cNvSpPr/>
            <p:nvPr/>
          </p:nvSpPr>
          <p:spPr>
            <a:xfrm>
              <a:off x="8171764" y="3152413"/>
              <a:ext cx="5862" cy="48274"/>
            </a:xfrm>
            <a:custGeom>
              <a:avLst/>
              <a:pathLst>
                <a:path w="5862" h="48274">
                  <a:moveTo>
                    <a:pt x="5862" y="4827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8" name="pl4718"/>
            <p:cNvSpPr/>
            <p:nvPr/>
          </p:nvSpPr>
          <p:spPr>
            <a:xfrm>
              <a:off x="8129532" y="3178270"/>
              <a:ext cx="5640" cy="51006"/>
            </a:xfrm>
            <a:custGeom>
              <a:avLst/>
              <a:pathLst>
                <a:path w="5640" h="51006">
                  <a:moveTo>
                    <a:pt x="5640" y="5100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9" name="pl4719"/>
            <p:cNvSpPr/>
            <p:nvPr/>
          </p:nvSpPr>
          <p:spPr>
            <a:xfrm>
              <a:off x="8122616" y="3127421"/>
              <a:ext cx="6916" cy="50848"/>
            </a:xfrm>
            <a:custGeom>
              <a:avLst/>
              <a:pathLst>
                <a:path w="6916" h="50848">
                  <a:moveTo>
                    <a:pt x="6916" y="508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0" name="pl4720"/>
            <p:cNvSpPr/>
            <p:nvPr/>
          </p:nvSpPr>
          <p:spPr>
            <a:xfrm>
              <a:off x="8114428" y="3076762"/>
              <a:ext cx="8187" cy="50659"/>
            </a:xfrm>
            <a:custGeom>
              <a:avLst/>
              <a:pathLst>
                <a:path w="8187" h="50659">
                  <a:moveTo>
                    <a:pt x="8187" y="50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1" name="pl4721"/>
            <p:cNvSpPr/>
            <p:nvPr/>
          </p:nvSpPr>
          <p:spPr>
            <a:xfrm>
              <a:off x="8104974" y="3026323"/>
              <a:ext cx="9453" cy="50438"/>
            </a:xfrm>
            <a:custGeom>
              <a:avLst/>
              <a:pathLst>
                <a:path w="9453" h="50438">
                  <a:moveTo>
                    <a:pt x="9453" y="504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2" name="pl4722"/>
            <p:cNvSpPr/>
            <p:nvPr/>
          </p:nvSpPr>
          <p:spPr>
            <a:xfrm>
              <a:off x="8094260" y="2976137"/>
              <a:ext cx="10713" cy="50186"/>
            </a:xfrm>
            <a:custGeom>
              <a:avLst/>
              <a:pathLst>
                <a:path w="10713" h="50186">
                  <a:moveTo>
                    <a:pt x="10713" y="50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3" name="pl4723"/>
            <p:cNvSpPr/>
            <p:nvPr/>
          </p:nvSpPr>
          <p:spPr>
            <a:xfrm>
              <a:off x="8082293" y="2926234"/>
              <a:ext cx="11967" cy="49902"/>
            </a:xfrm>
            <a:custGeom>
              <a:avLst/>
              <a:pathLst>
                <a:path w="11967" h="49902">
                  <a:moveTo>
                    <a:pt x="11967" y="4990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4" name="pl4724"/>
            <p:cNvSpPr/>
            <p:nvPr/>
          </p:nvSpPr>
          <p:spPr>
            <a:xfrm>
              <a:off x="8100575" y="3019282"/>
              <a:ext cx="10981" cy="57980"/>
            </a:xfrm>
            <a:custGeom>
              <a:avLst/>
              <a:pathLst>
                <a:path w="10981" h="57980">
                  <a:moveTo>
                    <a:pt x="10981" y="5798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5" name="pl4725"/>
            <p:cNvSpPr/>
            <p:nvPr/>
          </p:nvSpPr>
          <p:spPr>
            <a:xfrm>
              <a:off x="8087927" y="2961643"/>
              <a:ext cx="12648" cy="57639"/>
            </a:xfrm>
            <a:custGeom>
              <a:avLst/>
              <a:pathLst>
                <a:path w="12648" h="57639">
                  <a:moveTo>
                    <a:pt x="12648" y="5763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6" name="pl4726"/>
            <p:cNvSpPr/>
            <p:nvPr/>
          </p:nvSpPr>
          <p:spPr>
            <a:xfrm>
              <a:off x="8073621" y="2904392"/>
              <a:ext cx="14305" cy="57250"/>
            </a:xfrm>
            <a:custGeom>
              <a:avLst/>
              <a:pathLst>
                <a:path w="14305" h="57250">
                  <a:moveTo>
                    <a:pt x="14305" y="572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7" name="pl4727"/>
            <p:cNvSpPr/>
            <p:nvPr/>
          </p:nvSpPr>
          <p:spPr>
            <a:xfrm>
              <a:off x="8057671" y="2847577"/>
              <a:ext cx="15950" cy="56814"/>
            </a:xfrm>
            <a:custGeom>
              <a:avLst/>
              <a:pathLst>
                <a:path w="15950" h="56814">
                  <a:moveTo>
                    <a:pt x="15950" y="568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8" name="pl4728"/>
            <p:cNvSpPr/>
            <p:nvPr/>
          </p:nvSpPr>
          <p:spPr>
            <a:xfrm>
              <a:off x="8066077" y="2910068"/>
              <a:ext cx="13336" cy="53571"/>
            </a:xfrm>
            <a:custGeom>
              <a:avLst/>
              <a:pathLst>
                <a:path w="13336" h="53571">
                  <a:moveTo>
                    <a:pt x="13336" y="535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9" name="pl4729"/>
            <p:cNvSpPr/>
            <p:nvPr/>
          </p:nvSpPr>
          <p:spPr>
            <a:xfrm>
              <a:off x="8051294" y="2856878"/>
              <a:ext cx="14783" cy="53190"/>
            </a:xfrm>
            <a:custGeom>
              <a:avLst/>
              <a:pathLst>
                <a:path w="14783" h="53190">
                  <a:moveTo>
                    <a:pt x="14783" y="531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0" name="pl4730"/>
            <p:cNvSpPr/>
            <p:nvPr/>
          </p:nvSpPr>
          <p:spPr>
            <a:xfrm>
              <a:off x="8035075" y="2804107"/>
              <a:ext cx="16218" cy="52770"/>
            </a:xfrm>
            <a:custGeom>
              <a:avLst/>
              <a:pathLst>
                <a:path w="16218" h="52770">
                  <a:moveTo>
                    <a:pt x="16218" y="5277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1" name="pl4731"/>
            <p:cNvSpPr/>
            <p:nvPr/>
          </p:nvSpPr>
          <p:spPr>
            <a:xfrm>
              <a:off x="8020686" y="2840996"/>
              <a:ext cx="14308" cy="49061"/>
            </a:xfrm>
            <a:custGeom>
              <a:avLst/>
              <a:pathLst>
                <a:path w="14308" h="49061">
                  <a:moveTo>
                    <a:pt x="14308" y="4906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2" name="pl4732"/>
            <p:cNvSpPr/>
            <p:nvPr/>
          </p:nvSpPr>
          <p:spPr>
            <a:xfrm>
              <a:off x="8005136" y="2792313"/>
              <a:ext cx="15550" cy="48682"/>
            </a:xfrm>
            <a:custGeom>
              <a:avLst/>
              <a:pathLst>
                <a:path w="15550" h="48682">
                  <a:moveTo>
                    <a:pt x="15550" y="4868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3" name="pl4733"/>
            <p:cNvSpPr/>
            <p:nvPr/>
          </p:nvSpPr>
          <p:spPr>
            <a:xfrm>
              <a:off x="7988355" y="2744041"/>
              <a:ext cx="16781" cy="48271"/>
            </a:xfrm>
            <a:custGeom>
              <a:avLst/>
              <a:pathLst>
                <a:path w="16781" h="48271">
                  <a:moveTo>
                    <a:pt x="16781" y="4827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4" name="pl4734"/>
            <p:cNvSpPr/>
            <p:nvPr/>
          </p:nvSpPr>
          <p:spPr>
            <a:xfrm>
              <a:off x="7970354" y="2696211"/>
              <a:ext cx="18001" cy="47830"/>
            </a:xfrm>
            <a:custGeom>
              <a:avLst/>
              <a:pathLst>
                <a:path w="18001" h="47830">
                  <a:moveTo>
                    <a:pt x="18001" y="4783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5" name="pl4735"/>
            <p:cNvSpPr/>
            <p:nvPr/>
          </p:nvSpPr>
          <p:spPr>
            <a:xfrm>
              <a:off x="7949834" y="2753246"/>
              <a:ext cx="17973" cy="51514"/>
            </a:xfrm>
            <a:custGeom>
              <a:avLst/>
              <a:pathLst>
                <a:path w="17973" h="51514">
                  <a:moveTo>
                    <a:pt x="17973" y="5151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6" name="pl4736"/>
            <p:cNvSpPr/>
            <p:nvPr/>
          </p:nvSpPr>
          <p:spPr>
            <a:xfrm>
              <a:off x="7930443" y="2702248"/>
              <a:ext cx="19390" cy="50998"/>
            </a:xfrm>
            <a:custGeom>
              <a:avLst/>
              <a:pathLst>
                <a:path w="19390" h="50998">
                  <a:moveTo>
                    <a:pt x="19390" y="5099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7" name="pl4737"/>
            <p:cNvSpPr/>
            <p:nvPr/>
          </p:nvSpPr>
          <p:spPr>
            <a:xfrm>
              <a:off x="7909649" y="2651806"/>
              <a:ext cx="20793" cy="50442"/>
            </a:xfrm>
            <a:custGeom>
              <a:avLst/>
              <a:pathLst>
                <a:path w="20793" h="50442">
                  <a:moveTo>
                    <a:pt x="20793" y="5044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8" name="pl4738"/>
            <p:cNvSpPr/>
            <p:nvPr/>
          </p:nvSpPr>
          <p:spPr>
            <a:xfrm>
              <a:off x="7887469" y="2601957"/>
              <a:ext cx="22180" cy="49848"/>
            </a:xfrm>
            <a:custGeom>
              <a:avLst/>
              <a:pathLst>
                <a:path w="22180" h="49848">
                  <a:moveTo>
                    <a:pt x="22180" y="4984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9" name="pl4739"/>
            <p:cNvSpPr/>
            <p:nvPr/>
          </p:nvSpPr>
          <p:spPr>
            <a:xfrm>
              <a:off x="7863919" y="2552741"/>
              <a:ext cx="23549" cy="49216"/>
            </a:xfrm>
            <a:custGeom>
              <a:avLst/>
              <a:pathLst>
                <a:path w="23549" h="49216">
                  <a:moveTo>
                    <a:pt x="23549" y="4921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0" name="pl4740"/>
            <p:cNvSpPr/>
            <p:nvPr/>
          </p:nvSpPr>
          <p:spPr>
            <a:xfrm>
              <a:off x="7839018" y="2504195"/>
              <a:ext cx="24901" cy="48546"/>
            </a:xfrm>
            <a:custGeom>
              <a:avLst/>
              <a:pathLst>
                <a:path w="24901" h="48546">
                  <a:moveTo>
                    <a:pt x="24901" y="485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1" name="pl4741"/>
            <p:cNvSpPr/>
            <p:nvPr/>
          </p:nvSpPr>
          <p:spPr>
            <a:xfrm>
              <a:off x="7869076" y="2607322"/>
              <a:ext cx="23158" cy="51945"/>
            </a:xfrm>
            <a:custGeom>
              <a:avLst/>
              <a:pathLst>
                <a:path w="23158" h="51945">
                  <a:moveTo>
                    <a:pt x="23158" y="5194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2" name="pl4742"/>
            <p:cNvSpPr/>
            <p:nvPr/>
          </p:nvSpPr>
          <p:spPr>
            <a:xfrm>
              <a:off x="7844416" y="2556073"/>
              <a:ext cx="24659" cy="51249"/>
            </a:xfrm>
            <a:custGeom>
              <a:avLst/>
              <a:pathLst>
                <a:path w="24659" h="51249">
                  <a:moveTo>
                    <a:pt x="24659" y="512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3" name="pl4743"/>
            <p:cNvSpPr/>
            <p:nvPr/>
          </p:nvSpPr>
          <p:spPr>
            <a:xfrm>
              <a:off x="7818276" y="2505563"/>
              <a:ext cx="26140" cy="50510"/>
            </a:xfrm>
            <a:custGeom>
              <a:avLst/>
              <a:pathLst>
                <a:path w="26140" h="50510">
                  <a:moveTo>
                    <a:pt x="26140" y="505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4" name="pl4744"/>
            <p:cNvSpPr/>
            <p:nvPr/>
          </p:nvSpPr>
          <p:spPr>
            <a:xfrm>
              <a:off x="7790676" y="2455835"/>
              <a:ext cx="27599" cy="49728"/>
            </a:xfrm>
            <a:custGeom>
              <a:avLst/>
              <a:pathLst>
                <a:path w="27599" h="49728">
                  <a:moveTo>
                    <a:pt x="27599" y="4972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5" name="pl4745"/>
            <p:cNvSpPr/>
            <p:nvPr/>
          </p:nvSpPr>
          <p:spPr>
            <a:xfrm>
              <a:off x="7761641" y="2406931"/>
              <a:ext cx="29034" cy="48903"/>
            </a:xfrm>
            <a:custGeom>
              <a:avLst/>
              <a:pathLst>
                <a:path w="29034" h="48903">
                  <a:moveTo>
                    <a:pt x="29034" y="4890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6" name="pl4746"/>
            <p:cNvSpPr/>
            <p:nvPr/>
          </p:nvSpPr>
          <p:spPr>
            <a:xfrm>
              <a:off x="7766367" y="2504711"/>
              <a:ext cx="25038" cy="46777"/>
            </a:xfrm>
            <a:custGeom>
              <a:avLst/>
              <a:pathLst>
                <a:path w="25038" h="46777">
                  <a:moveTo>
                    <a:pt x="25038" y="467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7" name="pl4747"/>
            <p:cNvSpPr/>
            <p:nvPr/>
          </p:nvSpPr>
          <p:spPr>
            <a:xfrm>
              <a:off x="7740038" y="2458648"/>
              <a:ext cx="26329" cy="46063"/>
            </a:xfrm>
            <a:custGeom>
              <a:avLst/>
              <a:pathLst>
                <a:path w="26329" h="46063">
                  <a:moveTo>
                    <a:pt x="26329" y="460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8" name="pl4748"/>
            <p:cNvSpPr/>
            <p:nvPr/>
          </p:nvSpPr>
          <p:spPr>
            <a:xfrm>
              <a:off x="7712439" y="2413334"/>
              <a:ext cx="27598" cy="45313"/>
            </a:xfrm>
            <a:custGeom>
              <a:avLst/>
              <a:pathLst>
                <a:path w="27598" h="45313">
                  <a:moveTo>
                    <a:pt x="27598" y="4531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9" name="pl4749"/>
            <p:cNvSpPr/>
            <p:nvPr/>
          </p:nvSpPr>
          <p:spPr>
            <a:xfrm>
              <a:off x="7683592" y="2368805"/>
              <a:ext cx="28847" cy="44529"/>
            </a:xfrm>
            <a:custGeom>
              <a:avLst/>
              <a:pathLst>
                <a:path w="28847" h="44529">
                  <a:moveTo>
                    <a:pt x="28847" y="4452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0" name="pl4750"/>
            <p:cNvSpPr/>
            <p:nvPr/>
          </p:nvSpPr>
          <p:spPr>
            <a:xfrm>
              <a:off x="7653518" y="2325094"/>
              <a:ext cx="30073" cy="43710"/>
            </a:xfrm>
            <a:custGeom>
              <a:avLst/>
              <a:pathLst>
                <a:path w="30073" h="43710">
                  <a:moveTo>
                    <a:pt x="30073" y="4371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1" name="pl4751"/>
            <p:cNvSpPr/>
            <p:nvPr/>
          </p:nvSpPr>
          <p:spPr>
            <a:xfrm>
              <a:off x="7622241" y="2282236"/>
              <a:ext cx="31276" cy="42858"/>
            </a:xfrm>
            <a:custGeom>
              <a:avLst/>
              <a:pathLst>
                <a:path w="31276" h="42858">
                  <a:moveTo>
                    <a:pt x="31276" y="4285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2" name="pl4752"/>
            <p:cNvSpPr/>
            <p:nvPr/>
          </p:nvSpPr>
          <p:spPr>
            <a:xfrm>
              <a:off x="7589786" y="2240264"/>
              <a:ext cx="32455" cy="41972"/>
            </a:xfrm>
            <a:custGeom>
              <a:avLst/>
              <a:pathLst>
                <a:path w="32455" h="41972">
                  <a:moveTo>
                    <a:pt x="32455" y="41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3" name="pl4753"/>
            <p:cNvSpPr/>
            <p:nvPr/>
          </p:nvSpPr>
          <p:spPr>
            <a:xfrm>
              <a:off x="7643829" y="2367256"/>
              <a:ext cx="27431" cy="41146"/>
            </a:xfrm>
            <a:custGeom>
              <a:avLst/>
              <a:pathLst>
                <a:path w="27431" h="41146">
                  <a:moveTo>
                    <a:pt x="27431" y="4114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4" name="pl4754"/>
            <p:cNvSpPr/>
            <p:nvPr/>
          </p:nvSpPr>
          <p:spPr>
            <a:xfrm>
              <a:off x="7615323" y="2326846"/>
              <a:ext cx="28506" cy="40409"/>
            </a:xfrm>
            <a:custGeom>
              <a:avLst/>
              <a:pathLst>
                <a:path w="28506" h="40409">
                  <a:moveTo>
                    <a:pt x="28506" y="4040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5" name="pl4755"/>
            <p:cNvSpPr/>
            <p:nvPr/>
          </p:nvSpPr>
          <p:spPr>
            <a:xfrm>
              <a:off x="7585762" y="2287202"/>
              <a:ext cx="29560" cy="39644"/>
            </a:xfrm>
            <a:custGeom>
              <a:avLst/>
              <a:pathLst>
                <a:path w="29560" h="39644">
                  <a:moveTo>
                    <a:pt x="29560" y="39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6" name="pl4756"/>
            <p:cNvSpPr/>
            <p:nvPr/>
          </p:nvSpPr>
          <p:spPr>
            <a:xfrm>
              <a:off x="7555167" y="2248350"/>
              <a:ext cx="30594" cy="38851"/>
            </a:xfrm>
            <a:custGeom>
              <a:avLst/>
              <a:pathLst>
                <a:path w="30594" h="38851">
                  <a:moveTo>
                    <a:pt x="30594" y="388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7" name="pl4757"/>
            <p:cNvSpPr/>
            <p:nvPr/>
          </p:nvSpPr>
          <p:spPr>
            <a:xfrm>
              <a:off x="7523559" y="2210317"/>
              <a:ext cx="31607" cy="38032"/>
            </a:xfrm>
            <a:custGeom>
              <a:avLst/>
              <a:pathLst>
                <a:path w="31607" h="38032">
                  <a:moveTo>
                    <a:pt x="31607" y="3803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8" name="pl4758"/>
            <p:cNvSpPr/>
            <p:nvPr/>
          </p:nvSpPr>
          <p:spPr>
            <a:xfrm>
              <a:off x="7490960" y="2173131"/>
              <a:ext cx="32598" cy="37186"/>
            </a:xfrm>
            <a:custGeom>
              <a:avLst/>
              <a:pathLst>
                <a:path w="32598" h="37186">
                  <a:moveTo>
                    <a:pt x="32598" y="3718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9" name="pl4759"/>
            <p:cNvSpPr/>
            <p:nvPr/>
          </p:nvSpPr>
          <p:spPr>
            <a:xfrm>
              <a:off x="7457394" y="2136816"/>
              <a:ext cx="33566" cy="36315"/>
            </a:xfrm>
            <a:custGeom>
              <a:avLst/>
              <a:pathLst>
                <a:path w="33566" h="36315">
                  <a:moveTo>
                    <a:pt x="33566" y="3631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0" name="pl4760"/>
            <p:cNvSpPr/>
            <p:nvPr/>
          </p:nvSpPr>
          <p:spPr>
            <a:xfrm>
              <a:off x="7452130" y="2297412"/>
              <a:ext cx="31443" cy="38788"/>
            </a:xfrm>
            <a:custGeom>
              <a:avLst/>
              <a:pathLst>
                <a:path w="31443" h="38788">
                  <a:moveTo>
                    <a:pt x="31443" y="3878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1" name="pl4761"/>
            <p:cNvSpPr/>
            <p:nvPr/>
          </p:nvSpPr>
          <p:spPr>
            <a:xfrm>
              <a:off x="7419603" y="2259528"/>
              <a:ext cx="32527" cy="37884"/>
            </a:xfrm>
            <a:custGeom>
              <a:avLst/>
              <a:pathLst>
                <a:path w="32527" h="37884">
                  <a:moveTo>
                    <a:pt x="32527" y="3788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2" name="pl4762"/>
            <p:cNvSpPr/>
            <p:nvPr/>
          </p:nvSpPr>
          <p:spPr>
            <a:xfrm>
              <a:off x="7386018" y="2222578"/>
              <a:ext cx="33584" cy="36949"/>
            </a:xfrm>
            <a:custGeom>
              <a:avLst/>
              <a:pathLst>
                <a:path w="33584" h="36949">
                  <a:moveTo>
                    <a:pt x="33584" y="369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3" name="pl4763"/>
            <p:cNvSpPr/>
            <p:nvPr/>
          </p:nvSpPr>
          <p:spPr>
            <a:xfrm>
              <a:off x="7351402" y="2186592"/>
              <a:ext cx="34615" cy="35985"/>
            </a:xfrm>
            <a:custGeom>
              <a:avLst/>
              <a:pathLst>
                <a:path w="34615" h="35985">
                  <a:moveTo>
                    <a:pt x="34615" y="3598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4" name="pl4764"/>
            <p:cNvSpPr/>
            <p:nvPr/>
          </p:nvSpPr>
          <p:spPr>
            <a:xfrm>
              <a:off x="7315782" y="2151599"/>
              <a:ext cx="35619" cy="34992"/>
            </a:xfrm>
            <a:custGeom>
              <a:avLst/>
              <a:pathLst>
                <a:path w="35619" h="34992">
                  <a:moveTo>
                    <a:pt x="35619" y="349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5" name="pl4765"/>
            <p:cNvSpPr/>
            <p:nvPr/>
          </p:nvSpPr>
          <p:spPr>
            <a:xfrm>
              <a:off x="7279188" y="2117627"/>
              <a:ext cx="36594" cy="33972"/>
            </a:xfrm>
            <a:custGeom>
              <a:avLst/>
              <a:pathLst>
                <a:path w="36594" h="33972">
                  <a:moveTo>
                    <a:pt x="36594" y="3397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6" name="pl4766"/>
            <p:cNvSpPr/>
            <p:nvPr/>
          </p:nvSpPr>
          <p:spPr>
            <a:xfrm>
              <a:off x="7241649" y="2084703"/>
              <a:ext cx="37539" cy="32924"/>
            </a:xfrm>
            <a:custGeom>
              <a:avLst/>
              <a:pathLst>
                <a:path w="37539" h="32924">
                  <a:moveTo>
                    <a:pt x="37539" y="3292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7" name="pl4767"/>
            <p:cNvSpPr/>
            <p:nvPr/>
          </p:nvSpPr>
          <p:spPr>
            <a:xfrm>
              <a:off x="7203193" y="2052853"/>
              <a:ext cx="38455" cy="31849"/>
            </a:xfrm>
            <a:custGeom>
              <a:avLst/>
              <a:pathLst>
                <a:path w="38455" h="31849">
                  <a:moveTo>
                    <a:pt x="38455" y="3184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8" name="pl4768"/>
            <p:cNvSpPr/>
            <p:nvPr/>
          </p:nvSpPr>
          <p:spPr>
            <a:xfrm>
              <a:off x="7163853" y="2022103"/>
              <a:ext cx="39340" cy="30750"/>
            </a:xfrm>
            <a:custGeom>
              <a:avLst/>
              <a:pathLst>
                <a:path w="39340" h="30750">
                  <a:moveTo>
                    <a:pt x="39340" y="307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9" name="pl4769"/>
            <p:cNvSpPr/>
            <p:nvPr/>
          </p:nvSpPr>
          <p:spPr>
            <a:xfrm>
              <a:off x="7123659" y="1992477"/>
              <a:ext cx="40193" cy="29625"/>
            </a:xfrm>
            <a:custGeom>
              <a:avLst/>
              <a:pathLst>
                <a:path w="40193" h="29625">
                  <a:moveTo>
                    <a:pt x="40193" y="296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0" name="pl4770"/>
            <p:cNvSpPr/>
            <p:nvPr/>
          </p:nvSpPr>
          <p:spPr>
            <a:xfrm>
              <a:off x="7082644" y="1963999"/>
              <a:ext cx="41015" cy="28477"/>
            </a:xfrm>
            <a:custGeom>
              <a:avLst/>
              <a:pathLst>
                <a:path w="41015" h="28477">
                  <a:moveTo>
                    <a:pt x="41015" y="284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1" name="pl4771"/>
            <p:cNvSpPr/>
            <p:nvPr/>
          </p:nvSpPr>
          <p:spPr>
            <a:xfrm>
              <a:off x="7040840" y="1936692"/>
              <a:ext cx="41803" cy="27307"/>
            </a:xfrm>
            <a:custGeom>
              <a:avLst/>
              <a:pathLst>
                <a:path w="41803" h="27307">
                  <a:moveTo>
                    <a:pt x="41803" y="273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2" name="pl4772"/>
            <p:cNvSpPr/>
            <p:nvPr/>
          </p:nvSpPr>
          <p:spPr>
            <a:xfrm>
              <a:off x="7225270" y="2105212"/>
              <a:ext cx="36344" cy="31891"/>
            </a:xfrm>
            <a:custGeom>
              <a:avLst/>
              <a:pathLst>
                <a:path w="36344" h="31891">
                  <a:moveTo>
                    <a:pt x="36344" y="3189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3" name="pl4773"/>
            <p:cNvSpPr/>
            <p:nvPr/>
          </p:nvSpPr>
          <p:spPr>
            <a:xfrm>
              <a:off x="7188053" y="2074343"/>
              <a:ext cx="37216" cy="30869"/>
            </a:xfrm>
            <a:custGeom>
              <a:avLst/>
              <a:pathLst>
                <a:path w="37216" h="30869">
                  <a:moveTo>
                    <a:pt x="37216" y="3086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4" name="pl4774"/>
            <p:cNvSpPr/>
            <p:nvPr/>
          </p:nvSpPr>
          <p:spPr>
            <a:xfrm>
              <a:off x="7149994" y="2044520"/>
              <a:ext cx="38059" cy="29823"/>
            </a:xfrm>
            <a:custGeom>
              <a:avLst/>
              <a:pathLst>
                <a:path w="38059" h="29823">
                  <a:moveTo>
                    <a:pt x="38059" y="298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5" name="pl4775"/>
            <p:cNvSpPr/>
            <p:nvPr/>
          </p:nvSpPr>
          <p:spPr>
            <a:xfrm>
              <a:off x="7111120" y="2015766"/>
              <a:ext cx="38873" cy="28754"/>
            </a:xfrm>
            <a:custGeom>
              <a:avLst/>
              <a:pathLst>
                <a:path w="38873" h="28754">
                  <a:moveTo>
                    <a:pt x="38873" y="287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6" name="pl4776"/>
            <p:cNvSpPr/>
            <p:nvPr/>
          </p:nvSpPr>
          <p:spPr>
            <a:xfrm>
              <a:off x="7071462" y="1988103"/>
              <a:ext cx="39657" cy="27662"/>
            </a:xfrm>
            <a:custGeom>
              <a:avLst/>
              <a:pathLst>
                <a:path w="39657" h="27662">
                  <a:moveTo>
                    <a:pt x="39657" y="2766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7" name="pl4777"/>
            <p:cNvSpPr/>
            <p:nvPr/>
          </p:nvSpPr>
          <p:spPr>
            <a:xfrm>
              <a:off x="7031052" y="1961552"/>
              <a:ext cx="40410" cy="26550"/>
            </a:xfrm>
            <a:custGeom>
              <a:avLst/>
              <a:pathLst>
                <a:path w="40410" h="26550">
                  <a:moveTo>
                    <a:pt x="40410" y="2655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8" name="pl4778"/>
            <p:cNvSpPr/>
            <p:nvPr/>
          </p:nvSpPr>
          <p:spPr>
            <a:xfrm>
              <a:off x="6989919" y="1936135"/>
              <a:ext cx="41132" cy="25417"/>
            </a:xfrm>
            <a:custGeom>
              <a:avLst/>
              <a:pathLst>
                <a:path w="41132" h="25417">
                  <a:moveTo>
                    <a:pt x="41132" y="2541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9" name="pl4779"/>
            <p:cNvSpPr/>
            <p:nvPr/>
          </p:nvSpPr>
          <p:spPr>
            <a:xfrm>
              <a:off x="6948096" y="1911870"/>
              <a:ext cx="41823" cy="24264"/>
            </a:xfrm>
            <a:custGeom>
              <a:avLst/>
              <a:pathLst>
                <a:path w="41823" h="24264">
                  <a:moveTo>
                    <a:pt x="41823" y="242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0" name="pl4780"/>
            <p:cNvSpPr/>
            <p:nvPr/>
          </p:nvSpPr>
          <p:spPr>
            <a:xfrm>
              <a:off x="6905614" y="1888777"/>
              <a:ext cx="42481" cy="23093"/>
            </a:xfrm>
            <a:custGeom>
              <a:avLst/>
              <a:pathLst>
                <a:path w="42481" h="23093">
                  <a:moveTo>
                    <a:pt x="42481" y="2309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1" name="pl4781"/>
            <p:cNvSpPr/>
            <p:nvPr/>
          </p:nvSpPr>
          <p:spPr>
            <a:xfrm>
              <a:off x="6862508" y="1866873"/>
              <a:ext cx="43106" cy="21904"/>
            </a:xfrm>
            <a:custGeom>
              <a:avLst/>
              <a:pathLst>
                <a:path w="43106" h="21904">
                  <a:moveTo>
                    <a:pt x="43106" y="2190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2" name="pl4782"/>
            <p:cNvSpPr/>
            <p:nvPr/>
          </p:nvSpPr>
          <p:spPr>
            <a:xfrm>
              <a:off x="6818810" y="1846175"/>
              <a:ext cx="43698" cy="20697"/>
            </a:xfrm>
            <a:custGeom>
              <a:avLst/>
              <a:pathLst>
                <a:path w="43698" h="20697">
                  <a:moveTo>
                    <a:pt x="43698" y="2069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3" name="pl4783"/>
            <p:cNvSpPr/>
            <p:nvPr/>
          </p:nvSpPr>
          <p:spPr>
            <a:xfrm>
              <a:off x="6774553" y="1826699"/>
              <a:ext cx="44256" cy="19475"/>
            </a:xfrm>
            <a:custGeom>
              <a:avLst/>
              <a:pathLst>
                <a:path w="44256" h="19475">
                  <a:moveTo>
                    <a:pt x="44256" y="194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4" name="pl4784"/>
            <p:cNvSpPr/>
            <p:nvPr/>
          </p:nvSpPr>
          <p:spPr>
            <a:xfrm>
              <a:off x="6964028" y="1978387"/>
              <a:ext cx="40392" cy="24951"/>
            </a:xfrm>
            <a:custGeom>
              <a:avLst/>
              <a:pathLst>
                <a:path w="40392" h="24951">
                  <a:moveTo>
                    <a:pt x="40392" y="2495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5" name="pl4785"/>
            <p:cNvSpPr/>
            <p:nvPr/>
          </p:nvSpPr>
          <p:spPr>
            <a:xfrm>
              <a:off x="6922951" y="1954580"/>
              <a:ext cx="41077" cy="23807"/>
            </a:xfrm>
            <a:custGeom>
              <a:avLst/>
              <a:pathLst>
                <a:path w="41077" h="23807">
                  <a:moveTo>
                    <a:pt x="41077" y="2380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6" name="pl4786"/>
            <p:cNvSpPr/>
            <p:nvPr/>
          </p:nvSpPr>
          <p:spPr>
            <a:xfrm>
              <a:off x="6881221" y="1931935"/>
              <a:ext cx="41729" cy="22644"/>
            </a:xfrm>
            <a:custGeom>
              <a:avLst/>
              <a:pathLst>
                <a:path w="41729" h="22644">
                  <a:moveTo>
                    <a:pt x="41729" y="22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7" name="pl4787"/>
            <p:cNvSpPr/>
            <p:nvPr/>
          </p:nvSpPr>
          <p:spPr>
            <a:xfrm>
              <a:off x="6838872" y="1910471"/>
              <a:ext cx="42349" cy="21463"/>
            </a:xfrm>
            <a:custGeom>
              <a:avLst/>
              <a:pathLst>
                <a:path w="42349" h="21463">
                  <a:moveTo>
                    <a:pt x="42349" y="2146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8" name="pl4788"/>
            <p:cNvSpPr/>
            <p:nvPr/>
          </p:nvSpPr>
          <p:spPr>
            <a:xfrm>
              <a:off x="6795937" y="1890205"/>
              <a:ext cx="42935" cy="20266"/>
            </a:xfrm>
            <a:custGeom>
              <a:avLst/>
              <a:pathLst>
                <a:path w="42935" h="20266">
                  <a:moveTo>
                    <a:pt x="42935" y="2026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9" name="pl4789"/>
            <p:cNvSpPr/>
            <p:nvPr/>
          </p:nvSpPr>
          <p:spPr>
            <a:xfrm>
              <a:off x="6752449" y="1871152"/>
              <a:ext cx="43487" cy="19052"/>
            </a:xfrm>
            <a:custGeom>
              <a:avLst/>
              <a:pathLst>
                <a:path w="43487" h="19052">
                  <a:moveTo>
                    <a:pt x="43487" y="1905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0" name="pl4790"/>
            <p:cNvSpPr/>
            <p:nvPr/>
          </p:nvSpPr>
          <p:spPr>
            <a:xfrm>
              <a:off x="6708444" y="1853328"/>
              <a:ext cx="44005" cy="17823"/>
            </a:xfrm>
            <a:custGeom>
              <a:avLst/>
              <a:pathLst>
                <a:path w="44005" h="17823">
                  <a:moveTo>
                    <a:pt x="44005" y="1782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1" name="pl4791"/>
            <p:cNvSpPr/>
            <p:nvPr/>
          </p:nvSpPr>
          <p:spPr>
            <a:xfrm>
              <a:off x="6663956" y="1836747"/>
              <a:ext cx="44488" cy="16581"/>
            </a:xfrm>
            <a:custGeom>
              <a:avLst/>
              <a:pathLst>
                <a:path w="44488" h="16581">
                  <a:moveTo>
                    <a:pt x="44488" y="165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2" name="pl4792"/>
            <p:cNvSpPr/>
            <p:nvPr/>
          </p:nvSpPr>
          <p:spPr>
            <a:xfrm>
              <a:off x="6619019" y="1821422"/>
              <a:ext cx="44936" cy="15325"/>
            </a:xfrm>
            <a:custGeom>
              <a:avLst/>
              <a:pathLst>
                <a:path w="44936" h="15325">
                  <a:moveTo>
                    <a:pt x="44936" y="1532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3" name="pl4793"/>
            <p:cNvSpPr/>
            <p:nvPr/>
          </p:nvSpPr>
          <p:spPr>
            <a:xfrm>
              <a:off x="6573670" y="1807365"/>
              <a:ext cx="45349" cy="14057"/>
            </a:xfrm>
            <a:custGeom>
              <a:avLst/>
              <a:pathLst>
                <a:path w="45349" h="14057">
                  <a:moveTo>
                    <a:pt x="45349" y="1405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4" name="pl4794"/>
            <p:cNvSpPr/>
            <p:nvPr/>
          </p:nvSpPr>
          <p:spPr>
            <a:xfrm>
              <a:off x="6744891" y="1886945"/>
              <a:ext cx="43803" cy="19178"/>
            </a:xfrm>
            <a:custGeom>
              <a:avLst/>
              <a:pathLst>
                <a:path w="43803" h="19178">
                  <a:moveTo>
                    <a:pt x="43803" y="1917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5" name="pl4795"/>
            <p:cNvSpPr/>
            <p:nvPr/>
          </p:nvSpPr>
          <p:spPr>
            <a:xfrm>
              <a:off x="6700557" y="1869027"/>
              <a:ext cx="44333" cy="17918"/>
            </a:xfrm>
            <a:custGeom>
              <a:avLst/>
              <a:pathLst>
                <a:path w="44333" h="17918">
                  <a:moveTo>
                    <a:pt x="44333" y="1791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6" name="pl4796"/>
            <p:cNvSpPr/>
            <p:nvPr/>
          </p:nvSpPr>
          <p:spPr>
            <a:xfrm>
              <a:off x="6655730" y="1852383"/>
              <a:ext cx="44827" cy="16644"/>
            </a:xfrm>
            <a:custGeom>
              <a:avLst/>
              <a:pathLst>
                <a:path w="44827" h="16644">
                  <a:moveTo>
                    <a:pt x="44827" y="1664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7" name="pl4797"/>
            <p:cNvSpPr/>
            <p:nvPr/>
          </p:nvSpPr>
          <p:spPr>
            <a:xfrm>
              <a:off x="6610445" y="1837027"/>
              <a:ext cx="45284" cy="15356"/>
            </a:xfrm>
            <a:custGeom>
              <a:avLst/>
              <a:pathLst>
                <a:path w="45284" h="15356">
                  <a:moveTo>
                    <a:pt x="45284" y="15356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8" name="pl4798"/>
            <p:cNvSpPr/>
            <p:nvPr/>
          </p:nvSpPr>
          <p:spPr>
            <a:xfrm>
              <a:off x="6564739" y="1822971"/>
              <a:ext cx="45705" cy="14055"/>
            </a:xfrm>
            <a:custGeom>
              <a:avLst/>
              <a:pathLst>
                <a:path w="45705" h="14055">
                  <a:moveTo>
                    <a:pt x="45705" y="1405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9" name="pl4799"/>
            <p:cNvSpPr/>
            <p:nvPr/>
          </p:nvSpPr>
          <p:spPr>
            <a:xfrm>
              <a:off x="6518651" y="1810227"/>
              <a:ext cx="46088" cy="12743"/>
            </a:xfrm>
            <a:custGeom>
              <a:avLst/>
              <a:pathLst>
                <a:path w="46088" h="12743">
                  <a:moveTo>
                    <a:pt x="46088" y="1274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0" name="pl4800"/>
            <p:cNvSpPr/>
            <p:nvPr/>
          </p:nvSpPr>
          <p:spPr>
            <a:xfrm>
              <a:off x="6472217" y="1798805"/>
              <a:ext cx="46433" cy="11421"/>
            </a:xfrm>
            <a:custGeom>
              <a:avLst/>
              <a:pathLst>
                <a:path w="46433" h="11421">
                  <a:moveTo>
                    <a:pt x="46433" y="114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1" name="pl4801"/>
            <p:cNvSpPr/>
            <p:nvPr/>
          </p:nvSpPr>
          <p:spPr>
            <a:xfrm>
              <a:off x="6425476" y="1788715"/>
              <a:ext cx="46741" cy="10090"/>
            </a:xfrm>
            <a:custGeom>
              <a:avLst/>
              <a:pathLst>
                <a:path w="46741" h="10090">
                  <a:moveTo>
                    <a:pt x="46741" y="1009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2" name="pl4802"/>
            <p:cNvSpPr/>
            <p:nvPr/>
          </p:nvSpPr>
          <p:spPr>
            <a:xfrm>
              <a:off x="6560119" y="1847433"/>
              <a:ext cx="42705" cy="13167"/>
            </a:xfrm>
            <a:custGeom>
              <a:avLst/>
              <a:pathLst>
                <a:path w="42705" h="13167">
                  <a:moveTo>
                    <a:pt x="42705" y="131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3" name="pl4803"/>
            <p:cNvSpPr/>
            <p:nvPr/>
          </p:nvSpPr>
          <p:spPr>
            <a:xfrm>
              <a:off x="6517072" y="1835428"/>
              <a:ext cx="43046" cy="12005"/>
            </a:xfrm>
            <a:custGeom>
              <a:avLst/>
              <a:pathLst>
                <a:path w="43046" h="12005">
                  <a:moveTo>
                    <a:pt x="43046" y="1200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4" name="pl4804"/>
            <p:cNvSpPr/>
            <p:nvPr/>
          </p:nvSpPr>
          <p:spPr>
            <a:xfrm>
              <a:off x="6473716" y="1824595"/>
              <a:ext cx="43356" cy="10833"/>
            </a:xfrm>
            <a:custGeom>
              <a:avLst/>
              <a:pathLst>
                <a:path w="43356" h="10833">
                  <a:moveTo>
                    <a:pt x="43356" y="10833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5" name="pl4805"/>
            <p:cNvSpPr/>
            <p:nvPr/>
          </p:nvSpPr>
          <p:spPr>
            <a:xfrm>
              <a:off x="6430082" y="1814940"/>
              <a:ext cx="43634" cy="9654"/>
            </a:xfrm>
            <a:custGeom>
              <a:avLst/>
              <a:pathLst>
                <a:path w="43634" h="9654">
                  <a:moveTo>
                    <a:pt x="43634" y="965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6" name="pl4806"/>
            <p:cNvSpPr/>
            <p:nvPr/>
          </p:nvSpPr>
          <p:spPr>
            <a:xfrm>
              <a:off x="6386202" y="1806473"/>
              <a:ext cx="43879" cy="8467"/>
            </a:xfrm>
            <a:custGeom>
              <a:avLst/>
              <a:pathLst>
                <a:path w="43879" h="8467">
                  <a:moveTo>
                    <a:pt x="43879" y="846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7" name="pl4807"/>
            <p:cNvSpPr/>
            <p:nvPr/>
          </p:nvSpPr>
          <p:spPr>
            <a:xfrm>
              <a:off x="6342109" y="1799197"/>
              <a:ext cx="44093" cy="7275"/>
            </a:xfrm>
            <a:custGeom>
              <a:avLst/>
              <a:pathLst>
                <a:path w="44093" h="7275">
                  <a:moveTo>
                    <a:pt x="44093" y="72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8" name="pl4808"/>
            <p:cNvSpPr/>
            <p:nvPr/>
          </p:nvSpPr>
          <p:spPr>
            <a:xfrm>
              <a:off x="6297835" y="1793120"/>
              <a:ext cx="44274" cy="6077"/>
            </a:xfrm>
            <a:custGeom>
              <a:avLst/>
              <a:pathLst>
                <a:path w="44274" h="6077">
                  <a:moveTo>
                    <a:pt x="44274" y="6077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9" name="pl4809"/>
            <p:cNvSpPr/>
            <p:nvPr/>
          </p:nvSpPr>
          <p:spPr>
            <a:xfrm>
              <a:off x="6397192" y="1848519"/>
              <a:ext cx="46238" cy="9521"/>
            </a:xfrm>
            <a:custGeom>
              <a:avLst/>
              <a:pathLst>
                <a:path w="46238" h="9521">
                  <a:moveTo>
                    <a:pt x="46238" y="952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0" name="pl4810"/>
            <p:cNvSpPr/>
            <p:nvPr/>
          </p:nvSpPr>
          <p:spPr>
            <a:xfrm>
              <a:off x="6350694" y="1840358"/>
              <a:ext cx="46498" cy="8160"/>
            </a:xfrm>
            <a:custGeom>
              <a:avLst/>
              <a:pathLst>
                <a:path w="46498" h="8160">
                  <a:moveTo>
                    <a:pt x="46498" y="8160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1" name="pl4811"/>
            <p:cNvSpPr/>
            <p:nvPr/>
          </p:nvSpPr>
          <p:spPr>
            <a:xfrm>
              <a:off x="6303976" y="1833565"/>
              <a:ext cx="46717" cy="6792"/>
            </a:xfrm>
            <a:custGeom>
              <a:avLst/>
              <a:pathLst>
                <a:path w="46717" h="6792">
                  <a:moveTo>
                    <a:pt x="46717" y="6792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2" name="pl4812"/>
            <p:cNvSpPr/>
            <p:nvPr/>
          </p:nvSpPr>
          <p:spPr>
            <a:xfrm>
              <a:off x="6257079" y="1828146"/>
              <a:ext cx="46896" cy="5419"/>
            </a:xfrm>
            <a:custGeom>
              <a:avLst/>
              <a:pathLst>
                <a:path w="46896" h="5419">
                  <a:moveTo>
                    <a:pt x="46896" y="541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3" name="pl4813"/>
            <p:cNvSpPr/>
            <p:nvPr/>
          </p:nvSpPr>
          <p:spPr>
            <a:xfrm>
              <a:off x="6210044" y="1824105"/>
              <a:ext cx="47035" cy="4041"/>
            </a:xfrm>
            <a:custGeom>
              <a:avLst/>
              <a:pathLst>
                <a:path w="47035" h="4041">
                  <a:moveTo>
                    <a:pt x="47035" y="404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4" name="pl4814"/>
            <p:cNvSpPr/>
            <p:nvPr/>
          </p:nvSpPr>
          <p:spPr>
            <a:xfrm>
              <a:off x="6162910" y="1821445"/>
              <a:ext cx="47134" cy="2659"/>
            </a:xfrm>
            <a:custGeom>
              <a:avLst/>
              <a:pathLst>
                <a:path w="47134" h="2659">
                  <a:moveTo>
                    <a:pt x="47134" y="2659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5" name="pl4815"/>
            <p:cNvSpPr/>
            <p:nvPr/>
          </p:nvSpPr>
          <p:spPr>
            <a:xfrm>
              <a:off x="6115718" y="1820170"/>
              <a:ext cx="47191" cy="1275"/>
            </a:xfrm>
            <a:custGeom>
              <a:avLst/>
              <a:pathLst>
                <a:path w="47191" h="1275">
                  <a:moveTo>
                    <a:pt x="47191" y="1275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6" name="pl4816"/>
            <p:cNvSpPr/>
            <p:nvPr/>
          </p:nvSpPr>
          <p:spPr>
            <a:xfrm>
              <a:off x="6187712" y="2358843"/>
              <a:ext cx="31436" cy="3164"/>
            </a:xfrm>
            <a:custGeom>
              <a:avLst/>
              <a:pathLst>
                <a:path w="31436" h="3164">
                  <a:moveTo>
                    <a:pt x="31436" y="3164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7" name="pl4817"/>
            <p:cNvSpPr/>
            <p:nvPr/>
          </p:nvSpPr>
          <p:spPr>
            <a:xfrm>
              <a:off x="6156196" y="2356604"/>
              <a:ext cx="31515" cy="2238"/>
            </a:xfrm>
            <a:custGeom>
              <a:avLst/>
              <a:pathLst>
                <a:path w="31515" h="2238">
                  <a:moveTo>
                    <a:pt x="31515" y="2238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8" name="pl4818"/>
            <p:cNvSpPr/>
            <p:nvPr/>
          </p:nvSpPr>
          <p:spPr>
            <a:xfrm>
              <a:off x="6124628" y="2355293"/>
              <a:ext cx="31567" cy="1311"/>
            </a:xfrm>
            <a:custGeom>
              <a:avLst/>
              <a:pathLst>
                <a:path w="31567" h="1311">
                  <a:moveTo>
                    <a:pt x="31567" y="131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9" name="pl4819"/>
            <p:cNvSpPr/>
            <p:nvPr/>
          </p:nvSpPr>
          <p:spPr>
            <a:xfrm>
              <a:off x="6093035" y="2354911"/>
              <a:ext cx="31592" cy="381"/>
            </a:xfrm>
            <a:custGeom>
              <a:avLst/>
              <a:pathLst>
                <a:path w="31592" h="381">
                  <a:moveTo>
                    <a:pt x="31592" y="381"/>
                  </a:moveTo>
                  <a:lnTo>
                    <a:pt x="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0" name="pl4820"/>
            <p:cNvSpPr/>
            <p:nvPr/>
          </p:nvSpPr>
          <p:spPr>
            <a:xfrm>
              <a:off x="6061445" y="2354911"/>
              <a:ext cx="31590" cy="547"/>
            </a:xfrm>
            <a:custGeom>
              <a:avLst/>
              <a:pathLst>
                <a:path w="31590" h="547">
                  <a:moveTo>
                    <a:pt x="31590" y="0"/>
                  </a:moveTo>
                  <a:lnTo>
                    <a:pt x="0" y="5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1" name="pl4821"/>
            <p:cNvSpPr/>
            <p:nvPr/>
          </p:nvSpPr>
          <p:spPr>
            <a:xfrm>
              <a:off x="6029884" y="2355458"/>
              <a:ext cx="31560" cy="1476"/>
            </a:xfrm>
            <a:custGeom>
              <a:avLst/>
              <a:pathLst>
                <a:path w="31560" h="1476">
                  <a:moveTo>
                    <a:pt x="31560" y="0"/>
                  </a:moveTo>
                  <a:lnTo>
                    <a:pt x="0" y="14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2" name="pl4822"/>
            <p:cNvSpPr/>
            <p:nvPr/>
          </p:nvSpPr>
          <p:spPr>
            <a:xfrm>
              <a:off x="5998381" y="2356934"/>
              <a:ext cx="31503" cy="2403"/>
            </a:xfrm>
            <a:custGeom>
              <a:avLst/>
              <a:pathLst>
                <a:path w="31503" h="2403">
                  <a:moveTo>
                    <a:pt x="31503" y="0"/>
                  </a:moveTo>
                  <a:lnTo>
                    <a:pt x="0" y="240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3" name="pl4823"/>
            <p:cNvSpPr/>
            <p:nvPr/>
          </p:nvSpPr>
          <p:spPr>
            <a:xfrm>
              <a:off x="5966962" y="2359338"/>
              <a:ext cx="31419" cy="3329"/>
            </a:xfrm>
            <a:custGeom>
              <a:avLst/>
              <a:pathLst>
                <a:path w="31419" h="3329">
                  <a:moveTo>
                    <a:pt x="31419" y="0"/>
                  </a:moveTo>
                  <a:lnTo>
                    <a:pt x="0" y="33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4" name="pl4824"/>
            <p:cNvSpPr/>
            <p:nvPr/>
          </p:nvSpPr>
          <p:spPr>
            <a:xfrm>
              <a:off x="5935654" y="2362668"/>
              <a:ext cx="31307" cy="4252"/>
            </a:xfrm>
            <a:custGeom>
              <a:avLst/>
              <a:pathLst>
                <a:path w="31307" h="4252">
                  <a:moveTo>
                    <a:pt x="31307" y="0"/>
                  </a:moveTo>
                  <a:lnTo>
                    <a:pt x="0" y="425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5" name="pl4825"/>
            <p:cNvSpPr/>
            <p:nvPr/>
          </p:nvSpPr>
          <p:spPr>
            <a:xfrm>
              <a:off x="5904485" y="2366920"/>
              <a:ext cx="31169" cy="5171"/>
            </a:xfrm>
            <a:custGeom>
              <a:avLst/>
              <a:pathLst>
                <a:path w="31169" h="5171">
                  <a:moveTo>
                    <a:pt x="31169" y="0"/>
                  </a:moveTo>
                  <a:lnTo>
                    <a:pt x="0" y="5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6" name="pl4826"/>
            <p:cNvSpPr/>
            <p:nvPr/>
          </p:nvSpPr>
          <p:spPr>
            <a:xfrm>
              <a:off x="5873481" y="2372091"/>
              <a:ext cx="31003" cy="6085"/>
            </a:xfrm>
            <a:custGeom>
              <a:avLst/>
              <a:pathLst>
                <a:path w="31003" h="6085">
                  <a:moveTo>
                    <a:pt x="31003" y="0"/>
                  </a:moveTo>
                  <a:lnTo>
                    <a:pt x="0" y="60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7" name="pl4827"/>
            <p:cNvSpPr/>
            <p:nvPr/>
          </p:nvSpPr>
          <p:spPr>
            <a:xfrm>
              <a:off x="5842670" y="2378177"/>
              <a:ext cx="30811" cy="6994"/>
            </a:xfrm>
            <a:custGeom>
              <a:avLst/>
              <a:pathLst>
                <a:path w="30811" h="6994">
                  <a:moveTo>
                    <a:pt x="30811" y="0"/>
                  </a:moveTo>
                  <a:lnTo>
                    <a:pt x="0" y="69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8" name="pl4828"/>
            <p:cNvSpPr/>
            <p:nvPr/>
          </p:nvSpPr>
          <p:spPr>
            <a:xfrm>
              <a:off x="5812078" y="2385172"/>
              <a:ext cx="30592" cy="7898"/>
            </a:xfrm>
            <a:custGeom>
              <a:avLst/>
              <a:pathLst>
                <a:path w="30592" h="7898">
                  <a:moveTo>
                    <a:pt x="30592" y="0"/>
                  </a:moveTo>
                  <a:lnTo>
                    <a:pt x="0" y="78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9" name="pl4829"/>
            <p:cNvSpPr/>
            <p:nvPr/>
          </p:nvSpPr>
          <p:spPr>
            <a:xfrm>
              <a:off x="5781732" y="2393070"/>
              <a:ext cx="30346" cy="8794"/>
            </a:xfrm>
            <a:custGeom>
              <a:avLst/>
              <a:pathLst>
                <a:path w="30346" h="8794">
                  <a:moveTo>
                    <a:pt x="30346" y="0"/>
                  </a:moveTo>
                  <a:lnTo>
                    <a:pt x="0" y="87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0" name="pl4830"/>
            <p:cNvSpPr/>
            <p:nvPr/>
          </p:nvSpPr>
          <p:spPr>
            <a:xfrm>
              <a:off x="5751657" y="2401865"/>
              <a:ext cx="30074" cy="9683"/>
            </a:xfrm>
            <a:custGeom>
              <a:avLst/>
              <a:pathLst>
                <a:path w="30074" h="9683">
                  <a:moveTo>
                    <a:pt x="30074" y="0"/>
                  </a:moveTo>
                  <a:lnTo>
                    <a:pt x="0" y="9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1" name="pl4831"/>
            <p:cNvSpPr/>
            <p:nvPr/>
          </p:nvSpPr>
          <p:spPr>
            <a:xfrm>
              <a:off x="5721880" y="2411548"/>
              <a:ext cx="29776" cy="10563"/>
            </a:xfrm>
            <a:custGeom>
              <a:avLst/>
              <a:pathLst>
                <a:path w="29776" h="10563">
                  <a:moveTo>
                    <a:pt x="29776" y="0"/>
                  </a:moveTo>
                  <a:lnTo>
                    <a:pt x="0" y="105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2" name="pl4832"/>
            <p:cNvSpPr/>
            <p:nvPr/>
          </p:nvSpPr>
          <p:spPr>
            <a:xfrm>
              <a:off x="5692427" y="2422111"/>
              <a:ext cx="29453" cy="11434"/>
            </a:xfrm>
            <a:custGeom>
              <a:avLst/>
              <a:pathLst>
                <a:path w="29453" h="11434">
                  <a:moveTo>
                    <a:pt x="29453" y="0"/>
                  </a:moveTo>
                  <a:lnTo>
                    <a:pt x="0" y="114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3" name="pl4833"/>
            <p:cNvSpPr/>
            <p:nvPr/>
          </p:nvSpPr>
          <p:spPr>
            <a:xfrm>
              <a:off x="5663323" y="2433546"/>
              <a:ext cx="29104" cy="12296"/>
            </a:xfrm>
            <a:custGeom>
              <a:avLst/>
              <a:pathLst>
                <a:path w="29104" h="12296">
                  <a:moveTo>
                    <a:pt x="29104" y="0"/>
                  </a:moveTo>
                  <a:lnTo>
                    <a:pt x="0" y="1229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4" name="pl4834"/>
            <p:cNvSpPr/>
            <p:nvPr/>
          </p:nvSpPr>
          <p:spPr>
            <a:xfrm>
              <a:off x="5634593" y="2445843"/>
              <a:ext cx="28729" cy="13146"/>
            </a:xfrm>
            <a:custGeom>
              <a:avLst/>
              <a:pathLst>
                <a:path w="28729" h="13146">
                  <a:moveTo>
                    <a:pt x="28729" y="0"/>
                  </a:moveTo>
                  <a:lnTo>
                    <a:pt x="0" y="131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5" name="pl4835"/>
            <p:cNvSpPr/>
            <p:nvPr/>
          </p:nvSpPr>
          <p:spPr>
            <a:xfrm>
              <a:off x="5606262" y="2458990"/>
              <a:ext cx="28330" cy="13986"/>
            </a:xfrm>
            <a:custGeom>
              <a:avLst/>
              <a:pathLst>
                <a:path w="28330" h="13986">
                  <a:moveTo>
                    <a:pt x="28330" y="0"/>
                  </a:moveTo>
                  <a:lnTo>
                    <a:pt x="0" y="139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6" name="pl4836"/>
            <p:cNvSpPr/>
            <p:nvPr/>
          </p:nvSpPr>
          <p:spPr>
            <a:xfrm>
              <a:off x="5578355" y="2472976"/>
              <a:ext cx="27907" cy="14813"/>
            </a:xfrm>
            <a:custGeom>
              <a:avLst/>
              <a:pathLst>
                <a:path w="27907" h="14813">
                  <a:moveTo>
                    <a:pt x="27907" y="0"/>
                  </a:moveTo>
                  <a:lnTo>
                    <a:pt x="0" y="14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7" name="pl4837"/>
            <p:cNvSpPr/>
            <p:nvPr/>
          </p:nvSpPr>
          <p:spPr>
            <a:xfrm>
              <a:off x="5550895" y="2487789"/>
              <a:ext cx="27459" cy="15627"/>
            </a:xfrm>
            <a:custGeom>
              <a:avLst/>
              <a:pathLst>
                <a:path w="27459" h="15627">
                  <a:moveTo>
                    <a:pt x="27459" y="0"/>
                  </a:moveTo>
                  <a:lnTo>
                    <a:pt x="0" y="15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8" name="pl4838"/>
            <p:cNvSpPr/>
            <p:nvPr/>
          </p:nvSpPr>
          <p:spPr>
            <a:xfrm>
              <a:off x="5523907" y="2503417"/>
              <a:ext cx="26987" cy="16428"/>
            </a:xfrm>
            <a:custGeom>
              <a:avLst/>
              <a:pathLst>
                <a:path w="26987" h="16428">
                  <a:moveTo>
                    <a:pt x="26987" y="0"/>
                  </a:moveTo>
                  <a:lnTo>
                    <a:pt x="0" y="164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9" name="pl4839"/>
            <p:cNvSpPr/>
            <p:nvPr/>
          </p:nvSpPr>
          <p:spPr>
            <a:xfrm>
              <a:off x="5497414" y="2519846"/>
              <a:ext cx="26493" cy="17215"/>
            </a:xfrm>
            <a:custGeom>
              <a:avLst/>
              <a:pathLst>
                <a:path w="26493" h="17215">
                  <a:moveTo>
                    <a:pt x="26493" y="0"/>
                  </a:moveTo>
                  <a:lnTo>
                    <a:pt x="0" y="172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0" name="pl4840"/>
            <p:cNvSpPr/>
            <p:nvPr/>
          </p:nvSpPr>
          <p:spPr>
            <a:xfrm>
              <a:off x="5471439" y="2537062"/>
              <a:ext cx="25975" cy="17987"/>
            </a:xfrm>
            <a:custGeom>
              <a:avLst/>
              <a:pathLst>
                <a:path w="25975" h="17987">
                  <a:moveTo>
                    <a:pt x="25975" y="0"/>
                  </a:moveTo>
                  <a:lnTo>
                    <a:pt x="0" y="1798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1" name="pl4841"/>
            <p:cNvSpPr/>
            <p:nvPr/>
          </p:nvSpPr>
          <p:spPr>
            <a:xfrm>
              <a:off x="5446004" y="2555049"/>
              <a:ext cx="25434" cy="18743"/>
            </a:xfrm>
            <a:custGeom>
              <a:avLst/>
              <a:pathLst>
                <a:path w="25434" h="18743">
                  <a:moveTo>
                    <a:pt x="25434" y="0"/>
                  </a:moveTo>
                  <a:lnTo>
                    <a:pt x="0" y="187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2" name="pl4842"/>
            <p:cNvSpPr/>
            <p:nvPr/>
          </p:nvSpPr>
          <p:spPr>
            <a:xfrm>
              <a:off x="5421132" y="2573793"/>
              <a:ext cx="24872" cy="19483"/>
            </a:xfrm>
            <a:custGeom>
              <a:avLst/>
              <a:pathLst>
                <a:path w="24872" h="19483">
                  <a:moveTo>
                    <a:pt x="24872" y="0"/>
                  </a:moveTo>
                  <a:lnTo>
                    <a:pt x="0" y="194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3" name="pl4843"/>
            <p:cNvSpPr/>
            <p:nvPr/>
          </p:nvSpPr>
          <p:spPr>
            <a:xfrm>
              <a:off x="5396843" y="2593276"/>
              <a:ext cx="24288" cy="20206"/>
            </a:xfrm>
            <a:custGeom>
              <a:avLst/>
              <a:pathLst>
                <a:path w="24288" h="20206">
                  <a:moveTo>
                    <a:pt x="24288" y="0"/>
                  </a:moveTo>
                  <a:lnTo>
                    <a:pt x="0" y="20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4" name="pl4844"/>
            <p:cNvSpPr/>
            <p:nvPr/>
          </p:nvSpPr>
          <p:spPr>
            <a:xfrm>
              <a:off x="5373159" y="2613483"/>
              <a:ext cx="23683" cy="20912"/>
            </a:xfrm>
            <a:custGeom>
              <a:avLst/>
              <a:pathLst>
                <a:path w="23683" h="20912">
                  <a:moveTo>
                    <a:pt x="23683" y="0"/>
                  </a:moveTo>
                  <a:lnTo>
                    <a:pt x="0" y="20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5" name="pl4845"/>
            <p:cNvSpPr/>
            <p:nvPr/>
          </p:nvSpPr>
          <p:spPr>
            <a:xfrm>
              <a:off x="5350100" y="2634395"/>
              <a:ext cx="23058" cy="21599"/>
            </a:xfrm>
            <a:custGeom>
              <a:avLst/>
              <a:pathLst>
                <a:path w="23058" h="21599">
                  <a:moveTo>
                    <a:pt x="23058" y="0"/>
                  </a:moveTo>
                  <a:lnTo>
                    <a:pt x="0" y="215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6" name="pl4846"/>
            <p:cNvSpPr/>
            <p:nvPr/>
          </p:nvSpPr>
          <p:spPr>
            <a:xfrm>
              <a:off x="5327687" y="2655995"/>
              <a:ext cx="22413" cy="22268"/>
            </a:xfrm>
            <a:custGeom>
              <a:avLst/>
              <a:pathLst>
                <a:path w="22413" h="22268">
                  <a:moveTo>
                    <a:pt x="22413" y="0"/>
                  </a:moveTo>
                  <a:lnTo>
                    <a:pt x="0" y="2226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7" name="pl4847"/>
            <p:cNvSpPr/>
            <p:nvPr/>
          </p:nvSpPr>
          <p:spPr>
            <a:xfrm>
              <a:off x="5305938" y="2678263"/>
              <a:ext cx="21748" cy="22918"/>
            </a:xfrm>
            <a:custGeom>
              <a:avLst/>
              <a:pathLst>
                <a:path w="21748" h="22918">
                  <a:moveTo>
                    <a:pt x="21748" y="0"/>
                  </a:moveTo>
                  <a:lnTo>
                    <a:pt x="0" y="2291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8" name="pl4848"/>
            <p:cNvSpPr/>
            <p:nvPr/>
          </p:nvSpPr>
          <p:spPr>
            <a:xfrm>
              <a:off x="5284873" y="2701182"/>
              <a:ext cx="21065" cy="23548"/>
            </a:xfrm>
            <a:custGeom>
              <a:avLst/>
              <a:pathLst>
                <a:path w="21065" h="23548">
                  <a:moveTo>
                    <a:pt x="21065" y="0"/>
                  </a:moveTo>
                  <a:lnTo>
                    <a:pt x="0" y="235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9" name="pl4849"/>
            <p:cNvSpPr/>
            <p:nvPr/>
          </p:nvSpPr>
          <p:spPr>
            <a:xfrm>
              <a:off x="5264510" y="2724730"/>
              <a:ext cx="20363" cy="24157"/>
            </a:xfrm>
            <a:custGeom>
              <a:avLst/>
              <a:pathLst>
                <a:path w="20363" h="24157">
                  <a:moveTo>
                    <a:pt x="20363" y="0"/>
                  </a:moveTo>
                  <a:lnTo>
                    <a:pt x="0" y="24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0" name="pl4850"/>
            <p:cNvSpPr/>
            <p:nvPr/>
          </p:nvSpPr>
          <p:spPr>
            <a:xfrm>
              <a:off x="5244865" y="2748887"/>
              <a:ext cx="19644" cy="24745"/>
            </a:xfrm>
            <a:custGeom>
              <a:avLst/>
              <a:pathLst>
                <a:path w="19644" h="24745">
                  <a:moveTo>
                    <a:pt x="19644" y="0"/>
                  </a:moveTo>
                  <a:lnTo>
                    <a:pt x="0" y="247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1" name="pl4851"/>
            <p:cNvSpPr/>
            <p:nvPr/>
          </p:nvSpPr>
          <p:spPr>
            <a:xfrm>
              <a:off x="5225958" y="2773633"/>
              <a:ext cx="18907" cy="25313"/>
            </a:xfrm>
            <a:custGeom>
              <a:avLst/>
              <a:pathLst>
                <a:path w="18907" h="25313">
                  <a:moveTo>
                    <a:pt x="18907" y="0"/>
                  </a:moveTo>
                  <a:lnTo>
                    <a:pt x="0" y="253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2" name="pl4852"/>
            <p:cNvSpPr/>
            <p:nvPr/>
          </p:nvSpPr>
          <p:spPr>
            <a:xfrm>
              <a:off x="5207803" y="2798946"/>
              <a:ext cx="18155" cy="25858"/>
            </a:xfrm>
            <a:custGeom>
              <a:avLst/>
              <a:pathLst>
                <a:path w="18155" h="25858">
                  <a:moveTo>
                    <a:pt x="18155" y="0"/>
                  </a:moveTo>
                  <a:lnTo>
                    <a:pt x="0" y="25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3" name="pl4853"/>
            <p:cNvSpPr/>
            <p:nvPr/>
          </p:nvSpPr>
          <p:spPr>
            <a:xfrm>
              <a:off x="5190416" y="2824804"/>
              <a:ext cx="17386" cy="26380"/>
            </a:xfrm>
            <a:custGeom>
              <a:avLst/>
              <a:pathLst>
                <a:path w="17386" h="26380">
                  <a:moveTo>
                    <a:pt x="17386" y="0"/>
                  </a:moveTo>
                  <a:lnTo>
                    <a:pt x="0" y="263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4" name="pl4854"/>
            <p:cNvSpPr/>
            <p:nvPr/>
          </p:nvSpPr>
          <p:spPr>
            <a:xfrm>
              <a:off x="5173813" y="2851185"/>
              <a:ext cx="16603" cy="26880"/>
            </a:xfrm>
            <a:custGeom>
              <a:avLst/>
              <a:pathLst>
                <a:path w="16603" h="26880">
                  <a:moveTo>
                    <a:pt x="16603" y="0"/>
                  </a:moveTo>
                  <a:lnTo>
                    <a:pt x="0" y="268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5" name="pl4855"/>
            <p:cNvSpPr/>
            <p:nvPr/>
          </p:nvSpPr>
          <p:spPr>
            <a:xfrm>
              <a:off x="5158007" y="2878066"/>
              <a:ext cx="15805" cy="27357"/>
            </a:xfrm>
            <a:custGeom>
              <a:avLst/>
              <a:pathLst>
                <a:path w="15805" h="27357">
                  <a:moveTo>
                    <a:pt x="15805" y="0"/>
                  </a:moveTo>
                  <a:lnTo>
                    <a:pt x="0" y="273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6" name="pl4856"/>
            <p:cNvSpPr/>
            <p:nvPr/>
          </p:nvSpPr>
          <p:spPr>
            <a:xfrm>
              <a:off x="5143013" y="2905424"/>
              <a:ext cx="14993" cy="27810"/>
            </a:xfrm>
            <a:custGeom>
              <a:avLst/>
              <a:pathLst>
                <a:path w="14993" h="27810">
                  <a:moveTo>
                    <a:pt x="14993" y="0"/>
                  </a:moveTo>
                  <a:lnTo>
                    <a:pt x="0" y="278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7" name="pl4857"/>
            <p:cNvSpPr/>
            <p:nvPr/>
          </p:nvSpPr>
          <p:spPr>
            <a:xfrm>
              <a:off x="5128844" y="2933235"/>
              <a:ext cx="14169" cy="28239"/>
            </a:xfrm>
            <a:custGeom>
              <a:avLst/>
              <a:pathLst>
                <a:path w="14169" h="28239">
                  <a:moveTo>
                    <a:pt x="14169" y="0"/>
                  </a:moveTo>
                  <a:lnTo>
                    <a:pt x="0" y="282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8" name="pl4858"/>
            <p:cNvSpPr/>
            <p:nvPr/>
          </p:nvSpPr>
          <p:spPr>
            <a:xfrm>
              <a:off x="5115511" y="2961475"/>
              <a:ext cx="13332" cy="28644"/>
            </a:xfrm>
            <a:custGeom>
              <a:avLst/>
              <a:pathLst>
                <a:path w="13332" h="28644">
                  <a:moveTo>
                    <a:pt x="13332" y="0"/>
                  </a:moveTo>
                  <a:lnTo>
                    <a:pt x="0" y="286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9" name="pl4859"/>
            <p:cNvSpPr/>
            <p:nvPr/>
          </p:nvSpPr>
          <p:spPr>
            <a:xfrm>
              <a:off x="5103027" y="2990119"/>
              <a:ext cx="12484" cy="29023"/>
            </a:xfrm>
            <a:custGeom>
              <a:avLst/>
              <a:pathLst>
                <a:path w="12484" h="29023">
                  <a:moveTo>
                    <a:pt x="12484" y="0"/>
                  </a:moveTo>
                  <a:lnTo>
                    <a:pt x="0" y="290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0" name="pl4860"/>
            <p:cNvSpPr/>
            <p:nvPr/>
          </p:nvSpPr>
          <p:spPr>
            <a:xfrm>
              <a:off x="5091401" y="3019143"/>
              <a:ext cx="11625" cy="29378"/>
            </a:xfrm>
            <a:custGeom>
              <a:avLst/>
              <a:pathLst>
                <a:path w="11625" h="29378">
                  <a:moveTo>
                    <a:pt x="11625" y="0"/>
                  </a:moveTo>
                  <a:lnTo>
                    <a:pt x="0" y="2937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1" name="pl4861"/>
            <p:cNvSpPr/>
            <p:nvPr/>
          </p:nvSpPr>
          <p:spPr>
            <a:xfrm>
              <a:off x="5080645" y="3048521"/>
              <a:ext cx="10756" cy="29707"/>
            </a:xfrm>
            <a:custGeom>
              <a:avLst/>
              <a:pathLst>
                <a:path w="10756" h="29707">
                  <a:moveTo>
                    <a:pt x="10756" y="0"/>
                  </a:moveTo>
                  <a:lnTo>
                    <a:pt x="0" y="297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2" name="pl4862"/>
            <p:cNvSpPr/>
            <p:nvPr/>
          </p:nvSpPr>
          <p:spPr>
            <a:xfrm>
              <a:off x="5070767" y="3078229"/>
              <a:ext cx="9877" cy="30011"/>
            </a:xfrm>
            <a:custGeom>
              <a:avLst/>
              <a:pathLst>
                <a:path w="9877" h="30011">
                  <a:moveTo>
                    <a:pt x="9877" y="0"/>
                  </a:moveTo>
                  <a:lnTo>
                    <a:pt x="0" y="300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3" name="pl4863"/>
            <p:cNvSpPr/>
            <p:nvPr/>
          </p:nvSpPr>
          <p:spPr>
            <a:xfrm>
              <a:off x="5061777" y="3108241"/>
              <a:ext cx="8990" cy="30288"/>
            </a:xfrm>
            <a:custGeom>
              <a:avLst/>
              <a:pathLst>
                <a:path w="8990" h="30288">
                  <a:moveTo>
                    <a:pt x="8990" y="0"/>
                  </a:moveTo>
                  <a:lnTo>
                    <a:pt x="0" y="3028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4" name="pl4864"/>
            <p:cNvSpPr/>
            <p:nvPr/>
          </p:nvSpPr>
          <p:spPr>
            <a:xfrm>
              <a:off x="5053680" y="3138530"/>
              <a:ext cx="8096" cy="30540"/>
            </a:xfrm>
            <a:custGeom>
              <a:avLst/>
              <a:pathLst>
                <a:path w="8096" h="30540">
                  <a:moveTo>
                    <a:pt x="8096" y="0"/>
                  </a:moveTo>
                  <a:lnTo>
                    <a:pt x="0" y="305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5" name="pl4865"/>
            <p:cNvSpPr/>
            <p:nvPr/>
          </p:nvSpPr>
          <p:spPr>
            <a:xfrm>
              <a:off x="5046486" y="3169070"/>
              <a:ext cx="7194" cy="30765"/>
            </a:xfrm>
            <a:custGeom>
              <a:avLst/>
              <a:pathLst>
                <a:path w="7194" h="30765">
                  <a:moveTo>
                    <a:pt x="7194" y="0"/>
                  </a:moveTo>
                  <a:lnTo>
                    <a:pt x="0" y="307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6" name="pl4866"/>
            <p:cNvSpPr/>
            <p:nvPr/>
          </p:nvSpPr>
          <p:spPr>
            <a:xfrm>
              <a:off x="5525273" y="2661773"/>
              <a:ext cx="22416" cy="16521"/>
            </a:xfrm>
            <a:custGeom>
              <a:avLst/>
              <a:pathLst>
                <a:path w="22416" h="16521">
                  <a:moveTo>
                    <a:pt x="22416" y="0"/>
                  </a:moveTo>
                  <a:lnTo>
                    <a:pt x="0" y="16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7" name="pl4867"/>
            <p:cNvSpPr/>
            <p:nvPr/>
          </p:nvSpPr>
          <p:spPr>
            <a:xfrm>
              <a:off x="5503354" y="2678295"/>
              <a:ext cx="21919" cy="17176"/>
            </a:xfrm>
            <a:custGeom>
              <a:avLst/>
              <a:pathLst>
                <a:path w="21919" h="17176">
                  <a:moveTo>
                    <a:pt x="21919" y="0"/>
                  </a:moveTo>
                  <a:lnTo>
                    <a:pt x="0" y="1717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8" name="pl4868"/>
            <p:cNvSpPr/>
            <p:nvPr/>
          </p:nvSpPr>
          <p:spPr>
            <a:xfrm>
              <a:off x="5481951" y="2695471"/>
              <a:ext cx="21402" cy="17816"/>
            </a:xfrm>
            <a:custGeom>
              <a:avLst/>
              <a:pathLst>
                <a:path w="21402" h="17816">
                  <a:moveTo>
                    <a:pt x="21402" y="0"/>
                  </a:moveTo>
                  <a:lnTo>
                    <a:pt x="0" y="178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9" name="pl4869"/>
            <p:cNvSpPr/>
            <p:nvPr/>
          </p:nvSpPr>
          <p:spPr>
            <a:xfrm>
              <a:off x="5461084" y="2713287"/>
              <a:ext cx="20867" cy="18440"/>
            </a:xfrm>
            <a:custGeom>
              <a:avLst/>
              <a:pathLst>
                <a:path w="20867" h="18440">
                  <a:moveTo>
                    <a:pt x="20867" y="0"/>
                  </a:moveTo>
                  <a:lnTo>
                    <a:pt x="0" y="184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0" name="pl4870"/>
            <p:cNvSpPr/>
            <p:nvPr/>
          </p:nvSpPr>
          <p:spPr>
            <a:xfrm>
              <a:off x="5440770" y="2731727"/>
              <a:ext cx="20313" cy="19048"/>
            </a:xfrm>
            <a:custGeom>
              <a:avLst/>
              <a:pathLst>
                <a:path w="20313" h="19048">
                  <a:moveTo>
                    <a:pt x="20313" y="0"/>
                  </a:moveTo>
                  <a:lnTo>
                    <a:pt x="0" y="190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1" name="pl4871"/>
            <p:cNvSpPr/>
            <p:nvPr/>
          </p:nvSpPr>
          <p:spPr>
            <a:xfrm>
              <a:off x="5421028" y="2750776"/>
              <a:ext cx="19742" cy="19640"/>
            </a:xfrm>
            <a:custGeom>
              <a:avLst/>
              <a:pathLst>
                <a:path w="19742" h="19640">
                  <a:moveTo>
                    <a:pt x="19742" y="0"/>
                  </a:moveTo>
                  <a:lnTo>
                    <a:pt x="0" y="196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2" name="pl4872"/>
            <p:cNvSpPr/>
            <p:nvPr/>
          </p:nvSpPr>
          <p:spPr>
            <a:xfrm>
              <a:off x="5401875" y="2770416"/>
              <a:ext cx="19153" cy="20214"/>
            </a:xfrm>
            <a:custGeom>
              <a:avLst/>
              <a:pathLst>
                <a:path w="19153" h="20214">
                  <a:moveTo>
                    <a:pt x="19153" y="0"/>
                  </a:moveTo>
                  <a:lnTo>
                    <a:pt x="0" y="202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3" name="pl4873"/>
            <p:cNvSpPr/>
            <p:nvPr/>
          </p:nvSpPr>
          <p:spPr>
            <a:xfrm>
              <a:off x="5383327" y="2790630"/>
              <a:ext cx="18548" cy="20771"/>
            </a:xfrm>
            <a:custGeom>
              <a:avLst/>
              <a:pathLst>
                <a:path w="18548" h="20771">
                  <a:moveTo>
                    <a:pt x="18548" y="0"/>
                  </a:moveTo>
                  <a:lnTo>
                    <a:pt x="0" y="207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4" name="pl4874"/>
            <p:cNvSpPr/>
            <p:nvPr/>
          </p:nvSpPr>
          <p:spPr>
            <a:xfrm>
              <a:off x="5365400" y="2811401"/>
              <a:ext cx="17926" cy="21309"/>
            </a:xfrm>
            <a:custGeom>
              <a:avLst/>
              <a:pathLst>
                <a:path w="17926" h="21309">
                  <a:moveTo>
                    <a:pt x="17926" y="0"/>
                  </a:moveTo>
                  <a:lnTo>
                    <a:pt x="0" y="213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5" name="pl4875"/>
            <p:cNvSpPr/>
            <p:nvPr/>
          </p:nvSpPr>
          <p:spPr>
            <a:xfrm>
              <a:off x="5348110" y="2832711"/>
              <a:ext cx="17289" cy="21829"/>
            </a:xfrm>
            <a:custGeom>
              <a:avLst/>
              <a:pathLst>
                <a:path w="17289" h="21829">
                  <a:moveTo>
                    <a:pt x="17289" y="0"/>
                  </a:moveTo>
                  <a:lnTo>
                    <a:pt x="0" y="218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6" name="pl4876"/>
            <p:cNvSpPr/>
            <p:nvPr/>
          </p:nvSpPr>
          <p:spPr>
            <a:xfrm>
              <a:off x="5331473" y="2854541"/>
              <a:ext cx="16637" cy="22330"/>
            </a:xfrm>
            <a:custGeom>
              <a:avLst/>
              <a:pathLst>
                <a:path w="16637" h="22330">
                  <a:moveTo>
                    <a:pt x="16637" y="0"/>
                  </a:moveTo>
                  <a:lnTo>
                    <a:pt x="0" y="22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7" name="pl4877"/>
            <p:cNvSpPr/>
            <p:nvPr/>
          </p:nvSpPr>
          <p:spPr>
            <a:xfrm>
              <a:off x="5315502" y="2876872"/>
              <a:ext cx="15970" cy="22812"/>
            </a:xfrm>
            <a:custGeom>
              <a:avLst/>
              <a:pathLst>
                <a:path w="15970" h="22812">
                  <a:moveTo>
                    <a:pt x="15970" y="0"/>
                  </a:moveTo>
                  <a:lnTo>
                    <a:pt x="0" y="228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8" name="pl4878"/>
            <p:cNvSpPr/>
            <p:nvPr/>
          </p:nvSpPr>
          <p:spPr>
            <a:xfrm>
              <a:off x="5300212" y="2899685"/>
              <a:ext cx="15290" cy="23274"/>
            </a:xfrm>
            <a:custGeom>
              <a:avLst/>
              <a:pathLst>
                <a:path w="15290" h="23274">
                  <a:moveTo>
                    <a:pt x="15290" y="0"/>
                  </a:moveTo>
                  <a:lnTo>
                    <a:pt x="0" y="2327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9" name="pl4879"/>
            <p:cNvSpPr/>
            <p:nvPr/>
          </p:nvSpPr>
          <p:spPr>
            <a:xfrm>
              <a:off x="5285615" y="2922959"/>
              <a:ext cx="14596" cy="23715"/>
            </a:xfrm>
            <a:custGeom>
              <a:avLst/>
              <a:pathLst>
                <a:path w="14596" h="23715">
                  <a:moveTo>
                    <a:pt x="14596" y="0"/>
                  </a:moveTo>
                  <a:lnTo>
                    <a:pt x="0" y="237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0" name="pl4880"/>
            <p:cNvSpPr/>
            <p:nvPr/>
          </p:nvSpPr>
          <p:spPr>
            <a:xfrm>
              <a:off x="5271726" y="2946674"/>
              <a:ext cx="13889" cy="24136"/>
            </a:xfrm>
            <a:custGeom>
              <a:avLst/>
              <a:pathLst>
                <a:path w="13889" h="24136">
                  <a:moveTo>
                    <a:pt x="13889" y="0"/>
                  </a:moveTo>
                  <a:lnTo>
                    <a:pt x="0" y="2413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1" name="pl4881"/>
            <p:cNvSpPr/>
            <p:nvPr/>
          </p:nvSpPr>
          <p:spPr>
            <a:xfrm>
              <a:off x="5258555" y="2970811"/>
              <a:ext cx="13170" cy="24535"/>
            </a:xfrm>
            <a:custGeom>
              <a:avLst/>
              <a:pathLst>
                <a:path w="13170" h="24535">
                  <a:moveTo>
                    <a:pt x="13170" y="0"/>
                  </a:moveTo>
                  <a:lnTo>
                    <a:pt x="0" y="24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2" name="pl4882"/>
            <p:cNvSpPr/>
            <p:nvPr/>
          </p:nvSpPr>
          <p:spPr>
            <a:xfrm>
              <a:off x="5246114" y="2995346"/>
              <a:ext cx="12440" cy="24914"/>
            </a:xfrm>
            <a:custGeom>
              <a:avLst/>
              <a:pathLst>
                <a:path w="12440" h="24914">
                  <a:moveTo>
                    <a:pt x="12440" y="0"/>
                  </a:moveTo>
                  <a:lnTo>
                    <a:pt x="0" y="249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3" name="pl4883"/>
            <p:cNvSpPr/>
            <p:nvPr/>
          </p:nvSpPr>
          <p:spPr>
            <a:xfrm>
              <a:off x="5234415" y="3020261"/>
              <a:ext cx="11699" cy="25270"/>
            </a:xfrm>
            <a:custGeom>
              <a:avLst/>
              <a:pathLst>
                <a:path w="11699" h="25270">
                  <a:moveTo>
                    <a:pt x="11699" y="0"/>
                  </a:moveTo>
                  <a:lnTo>
                    <a:pt x="0" y="2527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4" name="pl4884"/>
            <p:cNvSpPr/>
            <p:nvPr/>
          </p:nvSpPr>
          <p:spPr>
            <a:xfrm>
              <a:off x="5223467" y="3045531"/>
              <a:ext cx="10948" cy="25605"/>
            </a:xfrm>
            <a:custGeom>
              <a:avLst/>
              <a:pathLst>
                <a:path w="10948" h="25605">
                  <a:moveTo>
                    <a:pt x="10948" y="0"/>
                  </a:moveTo>
                  <a:lnTo>
                    <a:pt x="0" y="2560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5" name="pl4885"/>
            <p:cNvSpPr/>
            <p:nvPr/>
          </p:nvSpPr>
          <p:spPr>
            <a:xfrm>
              <a:off x="5213280" y="3071136"/>
              <a:ext cx="10187" cy="25917"/>
            </a:xfrm>
            <a:custGeom>
              <a:avLst/>
              <a:pathLst>
                <a:path w="10187" h="25917">
                  <a:moveTo>
                    <a:pt x="10187" y="0"/>
                  </a:moveTo>
                  <a:lnTo>
                    <a:pt x="0" y="2591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6" name="pl4886"/>
            <p:cNvSpPr/>
            <p:nvPr/>
          </p:nvSpPr>
          <p:spPr>
            <a:xfrm>
              <a:off x="5203863" y="3097053"/>
              <a:ext cx="9417" cy="26206"/>
            </a:xfrm>
            <a:custGeom>
              <a:avLst/>
              <a:pathLst>
                <a:path w="9417" h="26206">
                  <a:moveTo>
                    <a:pt x="9417" y="0"/>
                  </a:moveTo>
                  <a:lnTo>
                    <a:pt x="0" y="26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7" name="pl4887"/>
            <p:cNvSpPr/>
            <p:nvPr/>
          </p:nvSpPr>
          <p:spPr>
            <a:xfrm>
              <a:off x="5195223" y="3123260"/>
              <a:ext cx="8639" cy="26473"/>
            </a:xfrm>
            <a:custGeom>
              <a:avLst/>
              <a:pathLst>
                <a:path w="8639" h="26473">
                  <a:moveTo>
                    <a:pt x="8639" y="0"/>
                  </a:moveTo>
                  <a:lnTo>
                    <a:pt x="0" y="2647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8" name="pl4888"/>
            <p:cNvSpPr/>
            <p:nvPr/>
          </p:nvSpPr>
          <p:spPr>
            <a:xfrm>
              <a:off x="5187369" y="3149734"/>
              <a:ext cx="7853" cy="26716"/>
            </a:xfrm>
            <a:custGeom>
              <a:avLst/>
              <a:pathLst>
                <a:path w="7853" h="26716">
                  <a:moveTo>
                    <a:pt x="7853" y="0"/>
                  </a:moveTo>
                  <a:lnTo>
                    <a:pt x="0" y="267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9" name="pl4889"/>
            <p:cNvSpPr/>
            <p:nvPr/>
          </p:nvSpPr>
          <p:spPr>
            <a:xfrm>
              <a:off x="5180308" y="3176451"/>
              <a:ext cx="7061" cy="26937"/>
            </a:xfrm>
            <a:custGeom>
              <a:avLst/>
              <a:pathLst>
                <a:path w="7061" h="26937">
                  <a:moveTo>
                    <a:pt x="7061" y="0"/>
                  </a:moveTo>
                  <a:lnTo>
                    <a:pt x="0" y="26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0" name="pl4890"/>
            <p:cNvSpPr/>
            <p:nvPr/>
          </p:nvSpPr>
          <p:spPr>
            <a:xfrm>
              <a:off x="5174045" y="3203388"/>
              <a:ext cx="6262" cy="27134"/>
            </a:xfrm>
            <a:custGeom>
              <a:avLst/>
              <a:pathLst>
                <a:path w="6262" h="27134">
                  <a:moveTo>
                    <a:pt x="6262" y="0"/>
                  </a:moveTo>
                  <a:lnTo>
                    <a:pt x="0" y="27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1" name="pl4891"/>
            <p:cNvSpPr/>
            <p:nvPr/>
          </p:nvSpPr>
          <p:spPr>
            <a:xfrm>
              <a:off x="5168586" y="3230522"/>
              <a:ext cx="5458" cy="27307"/>
            </a:xfrm>
            <a:custGeom>
              <a:avLst/>
              <a:pathLst>
                <a:path w="5458" h="27307">
                  <a:moveTo>
                    <a:pt x="5458" y="0"/>
                  </a:moveTo>
                  <a:lnTo>
                    <a:pt x="0" y="273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2" name="pl4892"/>
            <p:cNvSpPr/>
            <p:nvPr/>
          </p:nvSpPr>
          <p:spPr>
            <a:xfrm>
              <a:off x="5163935" y="3257829"/>
              <a:ext cx="4650" cy="27456"/>
            </a:xfrm>
            <a:custGeom>
              <a:avLst/>
              <a:pathLst>
                <a:path w="4650" h="27456">
                  <a:moveTo>
                    <a:pt x="4650" y="0"/>
                  </a:moveTo>
                  <a:lnTo>
                    <a:pt x="0" y="274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3" name="pl4893"/>
            <p:cNvSpPr/>
            <p:nvPr/>
          </p:nvSpPr>
          <p:spPr>
            <a:xfrm>
              <a:off x="5160098" y="3285285"/>
              <a:ext cx="3837" cy="27581"/>
            </a:xfrm>
            <a:custGeom>
              <a:avLst/>
              <a:pathLst>
                <a:path w="3837" h="27581">
                  <a:moveTo>
                    <a:pt x="3837" y="0"/>
                  </a:moveTo>
                  <a:lnTo>
                    <a:pt x="0" y="275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4" name="pl4894"/>
            <p:cNvSpPr/>
            <p:nvPr/>
          </p:nvSpPr>
          <p:spPr>
            <a:xfrm>
              <a:off x="5157077" y="3312867"/>
              <a:ext cx="3021" cy="27683"/>
            </a:xfrm>
            <a:custGeom>
              <a:avLst/>
              <a:pathLst>
                <a:path w="3021" h="27683">
                  <a:moveTo>
                    <a:pt x="3021" y="0"/>
                  </a:moveTo>
                  <a:lnTo>
                    <a:pt x="0" y="276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5" name="pl4895"/>
            <p:cNvSpPr/>
            <p:nvPr/>
          </p:nvSpPr>
          <p:spPr>
            <a:xfrm>
              <a:off x="5154874" y="3340550"/>
              <a:ext cx="2202" cy="27760"/>
            </a:xfrm>
            <a:custGeom>
              <a:avLst/>
              <a:pathLst>
                <a:path w="2202" h="27760">
                  <a:moveTo>
                    <a:pt x="2202" y="0"/>
                  </a:moveTo>
                  <a:lnTo>
                    <a:pt x="0" y="277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6" name="pl4896"/>
            <p:cNvSpPr/>
            <p:nvPr/>
          </p:nvSpPr>
          <p:spPr>
            <a:xfrm>
              <a:off x="5153493" y="3368310"/>
              <a:ext cx="1381" cy="27813"/>
            </a:xfrm>
            <a:custGeom>
              <a:avLst/>
              <a:pathLst>
                <a:path w="1381" h="27813">
                  <a:moveTo>
                    <a:pt x="1381" y="0"/>
                  </a:moveTo>
                  <a:lnTo>
                    <a:pt x="0" y="278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7" name="pl4897"/>
            <p:cNvSpPr/>
            <p:nvPr/>
          </p:nvSpPr>
          <p:spPr>
            <a:xfrm>
              <a:off x="5152933" y="3396124"/>
              <a:ext cx="559" cy="27841"/>
            </a:xfrm>
            <a:custGeom>
              <a:avLst/>
              <a:pathLst>
                <a:path w="559" h="27841">
                  <a:moveTo>
                    <a:pt x="559" y="0"/>
                  </a:moveTo>
                  <a:lnTo>
                    <a:pt x="0" y="278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8" name="pl4898"/>
            <p:cNvSpPr/>
            <p:nvPr/>
          </p:nvSpPr>
          <p:spPr>
            <a:xfrm>
              <a:off x="5152933" y="3423965"/>
              <a:ext cx="262" cy="27846"/>
            </a:xfrm>
            <a:custGeom>
              <a:avLst/>
              <a:pathLst>
                <a:path w="262" h="27846">
                  <a:moveTo>
                    <a:pt x="0" y="0"/>
                  </a:moveTo>
                  <a:lnTo>
                    <a:pt x="262" y="27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9" name="pl4899"/>
            <p:cNvSpPr/>
            <p:nvPr/>
          </p:nvSpPr>
          <p:spPr>
            <a:xfrm>
              <a:off x="5153195" y="3451812"/>
              <a:ext cx="1084" cy="27826"/>
            </a:xfrm>
            <a:custGeom>
              <a:avLst/>
              <a:pathLst>
                <a:path w="1084" h="27826">
                  <a:moveTo>
                    <a:pt x="0" y="0"/>
                  </a:moveTo>
                  <a:lnTo>
                    <a:pt x="1084" y="2782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0" name="pl4900"/>
            <p:cNvSpPr/>
            <p:nvPr/>
          </p:nvSpPr>
          <p:spPr>
            <a:xfrm>
              <a:off x="5154280" y="3479638"/>
              <a:ext cx="1905" cy="27782"/>
            </a:xfrm>
            <a:custGeom>
              <a:avLst/>
              <a:pathLst>
                <a:path w="1905" h="27782">
                  <a:moveTo>
                    <a:pt x="0" y="0"/>
                  </a:moveTo>
                  <a:lnTo>
                    <a:pt x="1905" y="2778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1" name="pl4901"/>
            <p:cNvSpPr/>
            <p:nvPr/>
          </p:nvSpPr>
          <p:spPr>
            <a:xfrm>
              <a:off x="5156186" y="3507420"/>
              <a:ext cx="2725" cy="27713"/>
            </a:xfrm>
            <a:custGeom>
              <a:avLst/>
              <a:pathLst>
                <a:path w="2725" h="27713">
                  <a:moveTo>
                    <a:pt x="0" y="0"/>
                  </a:moveTo>
                  <a:lnTo>
                    <a:pt x="2725" y="2771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2" name="pl4902"/>
            <p:cNvSpPr/>
            <p:nvPr/>
          </p:nvSpPr>
          <p:spPr>
            <a:xfrm>
              <a:off x="5158911" y="3535134"/>
              <a:ext cx="3542" cy="27621"/>
            </a:xfrm>
            <a:custGeom>
              <a:avLst/>
              <a:pathLst>
                <a:path w="3542" h="27621">
                  <a:moveTo>
                    <a:pt x="0" y="0"/>
                  </a:moveTo>
                  <a:lnTo>
                    <a:pt x="3542" y="276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3" name="pl4903"/>
            <p:cNvSpPr/>
            <p:nvPr/>
          </p:nvSpPr>
          <p:spPr>
            <a:xfrm>
              <a:off x="5162454" y="3562755"/>
              <a:ext cx="4356" cy="27504"/>
            </a:xfrm>
            <a:custGeom>
              <a:avLst/>
              <a:pathLst>
                <a:path w="4356" h="27504">
                  <a:moveTo>
                    <a:pt x="0" y="0"/>
                  </a:moveTo>
                  <a:lnTo>
                    <a:pt x="4356" y="2750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4" name="pl4904"/>
            <p:cNvSpPr/>
            <p:nvPr/>
          </p:nvSpPr>
          <p:spPr>
            <a:xfrm>
              <a:off x="5166811" y="3590259"/>
              <a:ext cx="5167" cy="27363"/>
            </a:xfrm>
            <a:custGeom>
              <a:avLst/>
              <a:pathLst>
                <a:path w="5167" h="27363">
                  <a:moveTo>
                    <a:pt x="0" y="0"/>
                  </a:moveTo>
                  <a:lnTo>
                    <a:pt x="5167" y="2736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5" name="pl4905"/>
            <p:cNvSpPr/>
            <p:nvPr/>
          </p:nvSpPr>
          <p:spPr>
            <a:xfrm>
              <a:off x="5171978" y="3617623"/>
              <a:ext cx="5972" cy="27199"/>
            </a:xfrm>
            <a:custGeom>
              <a:avLst/>
              <a:pathLst>
                <a:path w="5972" h="27199">
                  <a:moveTo>
                    <a:pt x="0" y="0"/>
                  </a:moveTo>
                  <a:lnTo>
                    <a:pt x="5972" y="271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6" name="pl4906"/>
            <p:cNvSpPr/>
            <p:nvPr/>
          </p:nvSpPr>
          <p:spPr>
            <a:xfrm>
              <a:off x="5177951" y="3644823"/>
              <a:ext cx="6773" cy="27011"/>
            </a:xfrm>
            <a:custGeom>
              <a:avLst/>
              <a:pathLst>
                <a:path w="6773" h="27011">
                  <a:moveTo>
                    <a:pt x="0" y="0"/>
                  </a:moveTo>
                  <a:lnTo>
                    <a:pt x="6773" y="2701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7" name="pl4907"/>
            <p:cNvSpPr/>
            <p:nvPr/>
          </p:nvSpPr>
          <p:spPr>
            <a:xfrm>
              <a:off x="5184724" y="3671834"/>
              <a:ext cx="7568" cy="26799"/>
            </a:xfrm>
            <a:custGeom>
              <a:avLst/>
              <a:pathLst>
                <a:path w="7568" h="26799">
                  <a:moveTo>
                    <a:pt x="0" y="0"/>
                  </a:moveTo>
                  <a:lnTo>
                    <a:pt x="7568" y="267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8" name="pl4908"/>
            <p:cNvSpPr/>
            <p:nvPr/>
          </p:nvSpPr>
          <p:spPr>
            <a:xfrm>
              <a:off x="5192293" y="3698633"/>
              <a:ext cx="8356" cy="26564"/>
            </a:xfrm>
            <a:custGeom>
              <a:avLst/>
              <a:pathLst>
                <a:path w="8356" h="26564">
                  <a:moveTo>
                    <a:pt x="0" y="0"/>
                  </a:moveTo>
                  <a:lnTo>
                    <a:pt x="8356" y="2656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9" name="pl4909"/>
            <p:cNvSpPr/>
            <p:nvPr/>
          </p:nvSpPr>
          <p:spPr>
            <a:xfrm>
              <a:off x="5205292" y="3140986"/>
              <a:ext cx="8008" cy="25807"/>
            </a:xfrm>
            <a:custGeom>
              <a:avLst/>
              <a:pathLst>
                <a:path w="8008" h="25807">
                  <a:moveTo>
                    <a:pt x="8008" y="0"/>
                  </a:moveTo>
                  <a:lnTo>
                    <a:pt x="0" y="258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0" name="pl4910"/>
            <p:cNvSpPr/>
            <p:nvPr/>
          </p:nvSpPr>
          <p:spPr>
            <a:xfrm>
              <a:off x="5198038" y="3166794"/>
              <a:ext cx="7253" cy="26029"/>
            </a:xfrm>
            <a:custGeom>
              <a:avLst/>
              <a:pathLst>
                <a:path w="7253" h="26029">
                  <a:moveTo>
                    <a:pt x="7253" y="0"/>
                  </a:moveTo>
                  <a:lnTo>
                    <a:pt x="0" y="26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1" name="pl4911"/>
            <p:cNvSpPr/>
            <p:nvPr/>
          </p:nvSpPr>
          <p:spPr>
            <a:xfrm>
              <a:off x="5191544" y="3192823"/>
              <a:ext cx="6493" cy="26229"/>
            </a:xfrm>
            <a:custGeom>
              <a:avLst/>
              <a:pathLst>
                <a:path w="6493" h="26229">
                  <a:moveTo>
                    <a:pt x="6493" y="0"/>
                  </a:moveTo>
                  <a:lnTo>
                    <a:pt x="0" y="262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2" name="pl4912"/>
            <p:cNvSpPr/>
            <p:nvPr/>
          </p:nvSpPr>
          <p:spPr>
            <a:xfrm>
              <a:off x="5185817" y="3219052"/>
              <a:ext cx="5727" cy="26407"/>
            </a:xfrm>
            <a:custGeom>
              <a:avLst/>
              <a:pathLst>
                <a:path w="5727" h="26407">
                  <a:moveTo>
                    <a:pt x="5727" y="0"/>
                  </a:moveTo>
                  <a:lnTo>
                    <a:pt x="0" y="2640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3" name="pl4913"/>
            <p:cNvSpPr/>
            <p:nvPr/>
          </p:nvSpPr>
          <p:spPr>
            <a:xfrm>
              <a:off x="5180861" y="3245459"/>
              <a:ext cx="4956" cy="26562"/>
            </a:xfrm>
            <a:custGeom>
              <a:avLst/>
              <a:pathLst>
                <a:path w="4956" h="26562">
                  <a:moveTo>
                    <a:pt x="4956" y="0"/>
                  </a:moveTo>
                  <a:lnTo>
                    <a:pt x="0" y="2656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4" name="pl4914"/>
            <p:cNvSpPr/>
            <p:nvPr/>
          </p:nvSpPr>
          <p:spPr>
            <a:xfrm>
              <a:off x="5176680" y="3272022"/>
              <a:ext cx="4180" cy="26695"/>
            </a:xfrm>
            <a:custGeom>
              <a:avLst/>
              <a:pathLst>
                <a:path w="4180" h="26695">
                  <a:moveTo>
                    <a:pt x="4180" y="0"/>
                  </a:moveTo>
                  <a:lnTo>
                    <a:pt x="0" y="266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5" name="pl4915"/>
            <p:cNvSpPr/>
            <p:nvPr/>
          </p:nvSpPr>
          <p:spPr>
            <a:xfrm>
              <a:off x="5173278" y="3298718"/>
              <a:ext cx="3402" cy="26806"/>
            </a:xfrm>
            <a:custGeom>
              <a:avLst/>
              <a:pathLst>
                <a:path w="3402" h="26806">
                  <a:moveTo>
                    <a:pt x="3402" y="0"/>
                  </a:moveTo>
                  <a:lnTo>
                    <a:pt x="0" y="268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6" name="pl4916"/>
            <p:cNvSpPr/>
            <p:nvPr/>
          </p:nvSpPr>
          <p:spPr>
            <a:xfrm>
              <a:off x="5170657" y="3325524"/>
              <a:ext cx="2620" cy="26893"/>
            </a:xfrm>
            <a:custGeom>
              <a:avLst/>
              <a:pathLst>
                <a:path w="2620" h="26893">
                  <a:moveTo>
                    <a:pt x="2620" y="0"/>
                  </a:moveTo>
                  <a:lnTo>
                    <a:pt x="0" y="2689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7" name="pl4917"/>
            <p:cNvSpPr/>
            <p:nvPr/>
          </p:nvSpPr>
          <p:spPr>
            <a:xfrm>
              <a:off x="5168820" y="3352417"/>
              <a:ext cx="1836" cy="26958"/>
            </a:xfrm>
            <a:custGeom>
              <a:avLst/>
              <a:pathLst>
                <a:path w="1836" h="26958">
                  <a:moveTo>
                    <a:pt x="1836" y="0"/>
                  </a:moveTo>
                  <a:lnTo>
                    <a:pt x="0" y="269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8" name="pl4918"/>
            <p:cNvSpPr/>
            <p:nvPr/>
          </p:nvSpPr>
          <p:spPr>
            <a:xfrm>
              <a:off x="5167769" y="3379376"/>
              <a:ext cx="1051" cy="27000"/>
            </a:xfrm>
            <a:custGeom>
              <a:avLst/>
              <a:pathLst>
                <a:path w="1051" h="27000">
                  <a:moveTo>
                    <a:pt x="1051" y="0"/>
                  </a:moveTo>
                  <a:lnTo>
                    <a:pt x="0" y="2700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9" name="pl4919"/>
            <p:cNvSpPr/>
            <p:nvPr/>
          </p:nvSpPr>
          <p:spPr>
            <a:xfrm>
              <a:off x="5167503" y="3406376"/>
              <a:ext cx="265" cy="27019"/>
            </a:xfrm>
            <a:custGeom>
              <a:avLst/>
              <a:pathLst>
                <a:path w="265" h="27019">
                  <a:moveTo>
                    <a:pt x="265" y="0"/>
                  </a:moveTo>
                  <a:lnTo>
                    <a:pt x="0" y="2701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0" name="pl4920"/>
            <p:cNvSpPr/>
            <p:nvPr/>
          </p:nvSpPr>
          <p:spPr>
            <a:xfrm>
              <a:off x="5167503" y="3433396"/>
              <a:ext cx="521" cy="27016"/>
            </a:xfrm>
            <a:custGeom>
              <a:avLst/>
              <a:pathLst>
                <a:path w="521" h="27016">
                  <a:moveTo>
                    <a:pt x="0" y="0"/>
                  </a:moveTo>
                  <a:lnTo>
                    <a:pt x="521" y="270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1" name="pl4921"/>
            <p:cNvSpPr/>
            <p:nvPr/>
          </p:nvSpPr>
          <p:spPr>
            <a:xfrm>
              <a:off x="5168025" y="3460412"/>
              <a:ext cx="1307" cy="26989"/>
            </a:xfrm>
            <a:custGeom>
              <a:avLst/>
              <a:pathLst>
                <a:path w="1307" h="26989">
                  <a:moveTo>
                    <a:pt x="0" y="0"/>
                  </a:moveTo>
                  <a:lnTo>
                    <a:pt x="1307" y="2698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2" name="pl4922"/>
            <p:cNvSpPr/>
            <p:nvPr/>
          </p:nvSpPr>
          <p:spPr>
            <a:xfrm>
              <a:off x="5169332" y="3487402"/>
              <a:ext cx="2092" cy="26939"/>
            </a:xfrm>
            <a:custGeom>
              <a:avLst/>
              <a:pathLst>
                <a:path w="2092" h="26939">
                  <a:moveTo>
                    <a:pt x="0" y="0"/>
                  </a:moveTo>
                  <a:lnTo>
                    <a:pt x="2092" y="2693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3" name="pl4923"/>
            <p:cNvSpPr/>
            <p:nvPr/>
          </p:nvSpPr>
          <p:spPr>
            <a:xfrm>
              <a:off x="5171424" y="3514342"/>
              <a:ext cx="2875" cy="26867"/>
            </a:xfrm>
            <a:custGeom>
              <a:avLst/>
              <a:pathLst>
                <a:path w="2875" h="26867">
                  <a:moveTo>
                    <a:pt x="0" y="0"/>
                  </a:moveTo>
                  <a:lnTo>
                    <a:pt x="2875" y="268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4" name="pl4924"/>
            <p:cNvSpPr/>
            <p:nvPr/>
          </p:nvSpPr>
          <p:spPr>
            <a:xfrm>
              <a:off x="5174299" y="3541209"/>
              <a:ext cx="3656" cy="26772"/>
            </a:xfrm>
            <a:custGeom>
              <a:avLst/>
              <a:pathLst>
                <a:path w="3656" h="26772">
                  <a:moveTo>
                    <a:pt x="0" y="0"/>
                  </a:moveTo>
                  <a:lnTo>
                    <a:pt x="3656" y="267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5" name="pl4925"/>
            <p:cNvSpPr/>
            <p:nvPr/>
          </p:nvSpPr>
          <p:spPr>
            <a:xfrm>
              <a:off x="5177955" y="3567982"/>
              <a:ext cx="4433" cy="26654"/>
            </a:xfrm>
            <a:custGeom>
              <a:avLst/>
              <a:pathLst>
                <a:path w="4433" h="26654">
                  <a:moveTo>
                    <a:pt x="0" y="0"/>
                  </a:moveTo>
                  <a:lnTo>
                    <a:pt x="4433" y="266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6" name="pl4926"/>
            <p:cNvSpPr/>
            <p:nvPr/>
          </p:nvSpPr>
          <p:spPr>
            <a:xfrm>
              <a:off x="5182389" y="3594637"/>
              <a:ext cx="5207" cy="26514"/>
            </a:xfrm>
            <a:custGeom>
              <a:avLst/>
              <a:pathLst>
                <a:path w="5207" h="26514">
                  <a:moveTo>
                    <a:pt x="0" y="0"/>
                  </a:moveTo>
                  <a:lnTo>
                    <a:pt x="5207" y="265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7" name="pl4927"/>
            <p:cNvSpPr/>
            <p:nvPr/>
          </p:nvSpPr>
          <p:spPr>
            <a:xfrm>
              <a:off x="5187597" y="3621151"/>
              <a:ext cx="5976" cy="26351"/>
            </a:xfrm>
            <a:custGeom>
              <a:avLst/>
              <a:pathLst>
                <a:path w="5976" h="26351">
                  <a:moveTo>
                    <a:pt x="0" y="0"/>
                  </a:moveTo>
                  <a:lnTo>
                    <a:pt x="5976" y="2635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8" name="pl4928"/>
            <p:cNvSpPr/>
            <p:nvPr/>
          </p:nvSpPr>
          <p:spPr>
            <a:xfrm>
              <a:off x="5193574" y="3647503"/>
              <a:ext cx="6741" cy="26166"/>
            </a:xfrm>
            <a:custGeom>
              <a:avLst/>
              <a:pathLst>
                <a:path w="6741" h="26166">
                  <a:moveTo>
                    <a:pt x="0" y="0"/>
                  </a:moveTo>
                  <a:lnTo>
                    <a:pt x="6741" y="2616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9" name="pl4929"/>
            <p:cNvSpPr/>
            <p:nvPr/>
          </p:nvSpPr>
          <p:spPr>
            <a:xfrm>
              <a:off x="5200315" y="3673670"/>
              <a:ext cx="7500" cy="25959"/>
            </a:xfrm>
            <a:custGeom>
              <a:avLst/>
              <a:pathLst>
                <a:path w="7500" h="25959">
                  <a:moveTo>
                    <a:pt x="0" y="0"/>
                  </a:moveTo>
                  <a:lnTo>
                    <a:pt x="7500" y="259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0" name="pl4930"/>
            <p:cNvSpPr/>
            <p:nvPr/>
          </p:nvSpPr>
          <p:spPr>
            <a:xfrm>
              <a:off x="5207815" y="3699629"/>
              <a:ext cx="8252" cy="25730"/>
            </a:xfrm>
            <a:custGeom>
              <a:avLst/>
              <a:pathLst>
                <a:path w="8252" h="25730">
                  <a:moveTo>
                    <a:pt x="0" y="0"/>
                  </a:moveTo>
                  <a:lnTo>
                    <a:pt x="8252" y="257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1" name="pl4931"/>
            <p:cNvSpPr/>
            <p:nvPr/>
          </p:nvSpPr>
          <p:spPr>
            <a:xfrm>
              <a:off x="5216067" y="3725359"/>
              <a:ext cx="8997" cy="25479"/>
            </a:xfrm>
            <a:custGeom>
              <a:avLst/>
              <a:pathLst>
                <a:path w="8997" h="25479">
                  <a:moveTo>
                    <a:pt x="0" y="0"/>
                  </a:moveTo>
                  <a:lnTo>
                    <a:pt x="8997" y="25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2" name="pl4932"/>
            <p:cNvSpPr/>
            <p:nvPr/>
          </p:nvSpPr>
          <p:spPr>
            <a:xfrm>
              <a:off x="5225065" y="3750838"/>
              <a:ext cx="9735" cy="25206"/>
            </a:xfrm>
            <a:custGeom>
              <a:avLst/>
              <a:pathLst>
                <a:path w="9735" h="25206">
                  <a:moveTo>
                    <a:pt x="0" y="0"/>
                  </a:moveTo>
                  <a:lnTo>
                    <a:pt x="9735" y="252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3" name="pl4933"/>
            <p:cNvSpPr/>
            <p:nvPr/>
          </p:nvSpPr>
          <p:spPr>
            <a:xfrm>
              <a:off x="5234801" y="3776045"/>
              <a:ext cx="10464" cy="24912"/>
            </a:xfrm>
            <a:custGeom>
              <a:avLst/>
              <a:pathLst>
                <a:path w="10464" h="24912">
                  <a:moveTo>
                    <a:pt x="0" y="0"/>
                  </a:moveTo>
                  <a:lnTo>
                    <a:pt x="10464" y="2491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4" name="pl4934"/>
            <p:cNvSpPr/>
            <p:nvPr/>
          </p:nvSpPr>
          <p:spPr>
            <a:xfrm>
              <a:off x="5181681" y="3473277"/>
              <a:ext cx="1671" cy="26527"/>
            </a:xfrm>
            <a:custGeom>
              <a:avLst/>
              <a:pathLst>
                <a:path w="1671" h="26527">
                  <a:moveTo>
                    <a:pt x="0" y="0"/>
                  </a:moveTo>
                  <a:lnTo>
                    <a:pt x="1671" y="265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5" name="pl4935"/>
            <p:cNvSpPr/>
            <p:nvPr/>
          </p:nvSpPr>
          <p:spPr>
            <a:xfrm>
              <a:off x="5183352" y="3499804"/>
              <a:ext cx="2440" cy="26467"/>
            </a:xfrm>
            <a:custGeom>
              <a:avLst/>
              <a:pathLst>
                <a:path w="2440" h="26467">
                  <a:moveTo>
                    <a:pt x="0" y="0"/>
                  </a:moveTo>
                  <a:lnTo>
                    <a:pt x="2440" y="2646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6" name="pl4936"/>
            <p:cNvSpPr/>
            <p:nvPr/>
          </p:nvSpPr>
          <p:spPr>
            <a:xfrm>
              <a:off x="5185793" y="3526272"/>
              <a:ext cx="3208" cy="26385"/>
            </a:xfrm>
            <a:custGeom>
              <a:avLst/>
              <a:pathLst>
                <a:path w="3208" h="26385">
                  <a:moveTo>
                    <a:pt x="0" y="0"/>
                  </a:moveTo>
                  <a:lnTo>
                    <a:pt x="3208" y="263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7" name="pl4937"/>
            <p:cNvSpPr/>
            <p:nvPr/>
          </p:nvSpPr>
          <p:spPr>
            <a:xfrm>
              <a:off x="5189002" y="3552657"/>
              <a:ext cx="3973" cy="26281"/>
            </a:xfrm>
            <a:custGeom>
              <a:avLst/>
              <a:pathLst>
                <a:path w="3973" h="26281">
                  <a:moveTo>
                    <a:pt x="0" y="0"/>
                  </a:moveTo>
                  <a:lnTo>
                    <a:pt x="3973" y="2628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8" name="pl4938"/>
            <p:cNvSpPr/>
            <p:nvPr/>
          </p:nvSpPr>
          <p:spPr>
            <a:xfrm>
              <a:off x="5192975" y="3578939"/>
              <a:ext cx="4734" cy="26154"/>
            </a:xfrm>
            <a:custGeom>
              <a:avLst/>
              <a:pathLst>
                <a:path w="4734" h="26154">
                  <a:moveTo>
                    <a:pt x="0" y="0"/>
                  </a:moveTo>
                  <a:lnTo>
                    <a:pt x="4734" y="2615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9" name="pl4939"/>
            <p:cNvSpPr/>
            <p:nvPr/>
          </p:nvSpPr>
          <p:spPr>
            <a:xfrm>
              <a:off x="5197710" y="3605093"/>
              <a:ext cx="5492" cy="26006"/>
            </a:xfrm>
            <a:custGeom>
              <a:avLst/>
              <a:pathLst>
                <a:path w="5492" h="26006">
                  <a:moveTo>
                    <a:pt x="0" y="0"/>
                  </a:moveTo>
                  <a:lnTo>
                    <a:pt x="5492" y="260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0" name="pl4940"/>
            <p:cNvSpPr/>
            <p:nvPr/>
          </p:nvSpPr>
          <p:spPr>
            <a:xfrm>
              <a:off x="5203202" y="3631100"/>
              <a:ext cx="6245" cy="25835"/>
            </a:xfrm>
            <a:custGeom>
              <a:avLst/>
              <a:pathLst>
                <a:path w="6245" h="25835">
                  <a:moveTo>
                    <a:pt x="0" y="0"/>
                  </a:moveTo>
                  <a:lnTo>
                    <a:pt x="6245" y="258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1" name="pl4941"/>
            <p:cNvSpPr/>
            <p:nvPr/>
          </p:nvSpPr>
          <p:spPr>
            <a:xfrm>
              <a:off x="5209447" y="3656935"/>
              <a:ext cx="6992" cy="25643"/>
            </a:xfrm>
            <a:custGeom>
              <a:avLst/>
              <a:pathLst>
                <a:path w="6992" h="25643">
                  <a:moveTo>
                    <a:pt x="0" y="0"/>
                  </a:moveTo>
                  <a:lnTo>
                    <a:pt x="6992" y="256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2" name="pl4942"/>
            <p:cNvSpPr/>
            <p:nvPr/>
          </p:nvSpPr>
          <p:spPr>
            <a:xfrm>
              <a:off x="5216440" y="3682579"/>
              <a:ext cx="7734" cy="25429"/>
            </a:xfrm>
            <a:custGeom>
              <a:avLst/>
              <a:pathLst>
                <a:path w="7734" h="25429">
                  <a:moveTo>
                    <a:pt x="0" y="0"/>
                  </a:moveTo>
                  <a:lnTo>
                    <a:pt x="7734" y="254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3" name="pl4943"/>
            <p:cNvSpPr/>
            <p:nvPr/>
          </p:nvSpPr>
          <p:spPr>
            <a:xfrm>
              <a:off x="5224174" y="3708009"/>
              <a:ext cx="8469" cy="25194"/>
            </a:xfrm>
            <a:custGeom>
              <a:avLst/>
              <a:pathLst>
                <a:path w="8469" h="25194">
                  <a:moveTo>
                    <a:pt x="0" y="0"/>
                  </a:moveTo>
                  <a:lnTo>
                    <a:pt x="8469" y="251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4" name="pl4944"/>
            <p:cNvSpPr/>
            <p:nvPr/>
          </p:nvSpPr>
          <p:spPr>
            <a:xfrm>
              <a:off x="5232644" y="3733203"/>
              <a:ext cx="9197" cy="24937"/>
            </a:xfrm>
            <a:custGeom>
              <a:avLst/>
              <a:pathLst>
                <a:path w="9197" h="24937">
                  <a:moveTo>
                    <a:pt x="0" y="0"/>
                  </a:moveTo>
                  <a:lnTo>
                    <a:pt x="9197" y="249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5" name="pl4945"/>
            <p:cNvSpPr/>
            <p:nvPr/>
          </p:nvSpPr>
          <p:spPr>
            <a:xfrm>
              <a:off x="5241841" y="3758141"/>
              <a:ext cx="9917" cy="24660"/>
            </a:xfrm>
            <a:custGeom>
              <a:avLst/>
              <a:pathLst>
                <a:path w="9917" h="24660">
                  <a:moveTo>
                    <a:pt x="0" y="0"/>
                  </a:moveTo>
                  <a:lnTo>
                    <a:pt x="9917" y="2466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6" name="pl4946"/>
            <p:cNvSpPr/>
            <p:nvPr/>
          </p:nvSpPr>
          <p:spPr>
            <a:xfrm>
              <a:off x="5251759" y="3782801"/>
              <a:ext cx="10629" cy="24361"/>
            </a:xfrm>
            <a:custGeom>
              <a:avLst/>
              <a:pathLst>
                <a:path w="10629" h="24361">
                  <a:moveTo>
                    <a:pt x="0" y="0"/>
                  </a:moveTo>
                  <a:lnTo>
                    <a:pt x="10629" y="2436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7" name="pl4947"/>
            <p:cNvSpPr/>
            <p:nvPr/>
          </p:nvSpPr>
          <p:spPr>
            <a:xfrm>
              <a:off x="5262389" y="3807163"/>
              <a:ext cx="11332" cy="24042"/>
            </a:xfrm>
            <a:custGeom>
              <a:avLst/>
              <a:pathLst>
                <a:path w="11332" h="24042">
                  <a:moveTo>
                    <a:pt x="0" y="0"/>
                  </a:moveTo>
                  <a:lnTo>
                    <a:pt x="11332" y="2404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8" name="pl4948"/>
            <p:cNvSpPr/>
            <p:nvPr/>
          </p:nvSpPr>
          <p:spPr>
            <a:xfrm>
              <a:off x="5226385" y="3652580"/>
              <a:ext cx="6535" cy="24028"/>
            </a:xfrm>
            <a:custGeom>
              <a:avLst/>
              <a:pathLst>
                <a:path w="6535" h="24028">
                  <a:moveTo>
                    <a:pt x="0" y="0"/>
                  </a:moveTo>
                  <a:lnTo>
                    <a:pt x="6535" y="240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9" name="pl4949"/>
            <p:cNvSpPr/>
            <p:nvPr/>
          </p:nvSpPr>
          <p:spPr>
            <a:xfrm>
              <a:off x="5232920" y="3676609"/>
              <a:ext cx="7199" cy="23838"/>
            </a:xfrm>
            <a:custGeom>
              <a:avLst/>
              <a:pathLst>
                <a:path w="7199" h="23838">
                  <a:moveTo>
                    <a:pt x="0" y="0"/>
                  </a:moveTo>
                  <a:lnTo>
                    <a:pt x="7199" y="238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0" name="pl4950"/>
            <p:cNvSpPr/>
            <p:nvPr/>
          </p:nvSpPr>
          <p:spPr>
            <a:xfrm>
              <a:off x="5240120" y="3700447"/>
              <a:ext cx="7857" cy="23629"/>
            </a:xfrm>
            <a:custGeom>
              <a:avLst/>
              <a:pathLst>
                <a:path w="7857" h="23629">
                  <a:moveTo>
                    <a:pt x="0" y="0"/>
                  </a:moveTo>
                  <a:lnTo>
                    <a:pt x="7857" y="236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1" name="pl4951"/>
            <p:cNvSpPr/>
            <p:nvPr/>
          </p:nvSpPr>
          <p:spPr>
            <a:xfrm>
              <a:off x="5247978" y="3724077"/>
              <a:ext cx="8510" cy="23402"/>
            </a:xfrm>
            <a:custGeom>
              <a:avLst/>
              <a:pathLst>
                <a:path w="8510" h="23402">
                  <a:moveTo>
                    <a:pt x="0" y="0"/>
                  </a:moveTo>
                  <a:lnTo>
                    <a:pt x="8510" y="234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2" name="pl4952"/>
            <p:cNvSpPr/>
            <p:nvPr/>
          </p:nvSpPr>
          <p:spPr>
            <a:xfrm>
              <a:off x="5256488" y="3747479"/>
              <a:ext cx="9156" cy="23157"/>
            </a:xfrm>
            <a:custGeom>
              <a:avLst/>
              <a:pathLst>
                <a:path w="9156" h="23157">
                  <a:moveTo>
                    <a:pt x="0" y="0"/>
                  </a:moveTo>
                  <a:lnTo>
                    <a:pt x="9156" y="2315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3" name="pl4953"/>
            <p:cNvSpPr/>
            <p:nvPr/>
          </p:nvSpPr>
          <p:spPr>
            <a:xfrm>
              <a:off x="5265644" y="3770636"/>
              <a:ext cx="9794" cy="22894"/>
            </a:xfrm>
            <a:custGeom>
              <a:avLst/>
              <a:pathLst>
                <a:path w="9794" h="22894">
                  <a:moveTo>
                    <a:pt x="0" y="0"/>
                  </a:moveTo>
                  <a:lnTo>
                    <a:pt x="9794" y="2289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4" name="pl4954"/>
            <p:cNvSpPr/>
            <p:nvPr/>
          </p:nvSpPr>
          <p:spPr>
            <a:xfrm>
              <a:off x="5275439" y="3793531"/>
              <a:ext cx="10426" cy="22614"/>
            </a:xfrm>
            <a:custGeom>
              <a:avLst/>
              <a:pathLst>
                <a:path w="10426" h="22614">
                  <a:moveTo>
                    <a:pt x="0" y="0"/>
                  </a:moveTo>
                  <a:lnTo>
                    <a:pt x="10426" y="2261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5" name="pl4955"/>
            <p:cNvSpPr/>
            <p:nvPr/>
          </p:nvSpPr>
          <p:spPr>
            <a:xfrm>
              <a:off x="5285865" y="3816145"/>
              <a:ext cx="11049" cy="22316"/>
            </a:xfrm>
            <a:custGeom>
              <a:avLst/>
              <a:pathLst>
                <a:path w="11049" h="22316">
                  <a:moveTo>
                    <a:pt x="0" y="0"/>
                  </a:moveTo>
                  <a:lnTo>
                    <a:pt x="11049" y="2231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6" name="pl4956"/>
            <p:cNvSpPr/>
            <p:nvPr/>
          </p:nvSpPr>
          <p:spPr>
            <a:xfrm>
              <a:off x="5296914" y="3838461"/>
              <a:ext cx="11663" cy="22001"/>
            </a:xfrm>
            <a:custGeom>
              <a:avLst/>
              <a:pathLst>
                <a:path w="11663" h="22001">
                  <a:moveTo>
                    <a:pt x="0" y="0"/>
                  </a:moveTo>
                  <a:lnTo>
                    <a:pt x="11663" y="2200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7" name="pl4957"/>
            <p:cNvSpPr/>
            <p:nvPr/>
          </p:nvSpPr>
          <p:spPr>
            <a:xfrm>
              <a:off x="5472412" y="3675495"/>
              <a:ext cx="7532" cy="18259"/>
            </a:xfrm>
            <a:custGeom>
              <a:avLst/>
              <a:pathLst>
                <a:path w="7532" h="18259">
                  <a:moveTo>
                    <a:pt x="0" y="0"/>
                  </a:moveTo>
                  <a:lnTo>
                    <a:pt x="7532" y="182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8" name="pl4958"/>
            <p:cNvSpPr/>
            <p:nvPr/>
          </p:nvSpPr>
          <p:spPr>
            <a:xfrm>
              <a:off x="5479944" y="3693755"/>
              <a:ext cx="8067" cy="18029"/>
            </a:xfrm>
            <a:custGeom>
              <a:avLst/>
              <a:pathLst>
                <a:path w="8067" h="18029">
                  <a:moveTo>
                    <a:pt x="0" y="0"/>
                  </a:moveTo>
                  <a:lnTo>
                    <a:pt x="8067" y="1802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9" name="pl4959"/>
            <p:cNvSpPr/>
            <p:nvPr/>
          </p:nvSpPr>
          <p:spPr>
            <a:xfrm>
              <a:off x="5488011" y="3711785"/>
              <a:ext cx="8594" cy="17784"/>
            </a:xfrm>
            <a:custGeom>
              <a:avLst/>
              <a:pathLst>
                <a:path w="8594" h="17784">
                  <a:moveTo>
                    <a:pt x="0" y="0"/>
                  </a:moveTo>
                  <a:lnTo>
                    <a:pt x="8594" y="1778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0" name="pl4960"/>
            <p:cNvSpPr/>
            <p:nvPr/>
          </p:nvSpPr>
          <p:spPr>
            <a:xfrm>
              <a:off x="5496606" y="3729569"/>
              <a:ext cx="9114" cy="17523"/>
            </a:xfrm>
            <a:custGeom>
              <a:avLst/>
              <a:pathLst>
                <a:path w="9114" h="17523">
                  <a:moveTo>
                    <a:pt x="0" y="0"/>
                  </a:moveTo>
                  <a:lnTo>
                    <a:pt x="9114" y="175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1" name="pl4961"/>
            <p:cNvSpPr/>
            <p:nvPr/>
          </p:nvSpPr>
          <p:spPr>
            <a:xfrm>
              <a:off x="5505721" y="3747092"/>
              <a:ext cx="9627" cy="17247"/>
            </a:xfrm>
            <a:custGeom>
              <a:avLst/>
              <a:pathLst>
                <a:path w="9627" h="17247">
                  <a:moveTo>
                    <a:pt x="0" y="0"/>
                  </a:moveTo>
                  <a:lnTo>
                    <a:pt x="9627" y="172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2" name="pl4962"/>
            <p:cNvSpPr/>
            <p:nvPr/>
          </p:nvSpPr>
          <p:spPr>
            <a:xfrm>
              <a:off x="5515348" y="3764340"/>
              <a:ext cx="10131" cy="16956"/>
            </a:xfrm>
            <a:custGeom>
              <a:avLst/>
              <a:pathLst>
                <a:path w="10131" h="16956">
                  <a:moveTo>
                    <a:pt x="0" y="0"/>
                  </a:moveTo>
                  <a:lnTo>
                    <a:pt x="10131" y="169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3" name="pl4963"/>
            <p:cNvSpPr/>
            <p:nvPr/>
          </p:nvSpPr>
          <p:spPr>
            <a:xfrm>
              <a:off x="5525479" y="3781296"/>
              <a:ext cx="10626" cy="16650"/>
            </a:xfrm>
            <a:custGeom>
              <a:avLst/>
              <a:pathLst>
                <a:path w="10626" h="16650">
                  <a:moveTo>
                    <a:pt x="0" y="0"/>
                  </a:moveTo>
                  <a:lnTo>
                    <a:pt x="10626" y="1665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4" name="pl4964"/>
            <p:cNvSpPr/>
            <p:nvPr/>
          </p:nvSpPr>
          <p:spPr>
            <a:xfrm>
              <a:off x="5536106" y="3797946"/>
              <a:ext cx="11112" cy="16330"/>
            </a:xfrm>
            <a:custGeom>
              <a:avLst/>
              <a:pathLst>
                <a:path w="11112" h="16330">
                  <a:moveTo>
                    <a:pt x="0" y="0"/>
                  </a:moveTo>
                  <a:lnTo>
                    <a:pt x="11112" y="163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5" name="pl4965"/>
            <p:cNvSpPr/>
            <p:nvPr/>
          </p:nvSpPr>
          <p:spPr>
            <a:xfrm>
              <a:off x="5547218" y="3814276"/>
              <a:ext cx="11588" cy="15995"/>
            </a:xfrm>
            <a:custGeom>
              <a:avLst/>
              <a:pathLst>
                <a:path w="11588" h="15995">
                  <a:moveTo>
                    <a:pt x="0" y="0"/>
                  </a:moveTo>
                  <a:lnTo>
                    <a:pt x="11588" y="1599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6" name="pl4966"/>
            <p:cNvSpPr/>
            <p:nvPr/>
          </p:nvSpPr>
          <p:spPr>
            <a:xfrm>
              <a:off x="5558806" y="3830271"/>
              <a:ext cx="12054" cy="15647"/>
            </a:xfrm>
            <a:custGeom>
              <a:avLst/>
              <a:pathLst>
                <a:path w="12054" h="15647">
                  <a:moveTo>
                    <a:pt x="0" y="0"/>
                  </a:moveTo>
                  <a:lnTo>
                    <a:pt x="12054" y="1564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7" name="pl4967"/>
            <p:cNvSpPr/>
            <p:nvPr/>
          </p:nvSpPr>
          <p:spPr>
            <a:xfrm>
              <a:off x="5570861" y="3845919"/>
              <a:ext cx="12510" cy="15285"/>
            </a:xfrm>
            <a:custGeom>
              <a:avLst/>
              <a:pathLst>
                <a:path w="12510" h="15285">
                  <a:moveTo>
                    <a:pt x="0" y="0"/>
                  </a:moveTo>
                  <a:lnTo>
                    <a:pt x="12510" y="152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8" name="pl4968"/>
            <p:cNvSpPr/>
            <p:nvPr/>
          </p:nvSpPr>
          <p:spPr>
            <a:xfrm>
              <a:off x="5583371" y="3861204"/>
              <a:ext cx="12955" cy="14910"/>
            </a:xfrm>
            <a:custGeom>
              <a:avLst/>
              <a:pathLst>
                <a:path w="12955" h="14910">
                  <a:moveTo>
                    <a:pt x="0" y="0"/>
                  </a:moveTo>
                  <a:lnTo>
                    <a:pt x="12955" y="1491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9" name="pl4969"/>
            <p:cNvSpPr/>
            <p:nvPr/>
          </p:nvSpPr>
          <p:spPr>
            <a:xfrm>
              <a:off x="5596327" y="3876114"/>
              <a:ext cx="13388" cy="14521"/>
            </a:xfrm>
            <a:custGeom>
              <a:avLst/>
              <a:pathLst>
                <a:path w="13388" h="14521">
                  <a:moveTo>
                    <a:pt x="0" y="0"/>
                  </a:moveTo>
                  <a:lnTo>
                    <a:pt x="13388" y="145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0" name="pl4970"/>
            <p:cNvSpPr/>
            <p:nvPr/>
          </p:nvSpPr>
          <p:spPr>
            <a:xfrm>
              <a:off x="5609716" y="3890636"/>
              <a:ext cx="13810" cy="14121"/>
            </a:xfrm>
            <a:custGeom>
              <a:avLst/>
              <a:pathLst>
                <a:path w="13810" h="14121">
                  <a:moveTo>
                    <a:pt x="0" y="0"/>
                  </a:moveTo>
                  <a:lnTo>
                    <a:pt x="13810" y="1412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1" name="pl4971"/>
            <p:cNvSpPr/>
            <p:nvPr/>
          </p:nvSpPr>
          <p:spPr>
            <a:xfrm>
              <a:off x="5623527" y="3904757"/>
              <a:ext cx="14220" cy="13708"/>
            </a:xfrm>
            <a:custGeom>
              <a:avLst/>
              <a:pathLst>
                <a:path w="14220" h="13708">
                  <a:moveTo>
                    <a:pt x="0" y="0"/>
                  </a:moveTo>
                  <a:lnTo>
                    <a:pt x="14220" y="1370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2" name="pl4972"/>
            <p:cNvSpPr/>
            <p:nvPr/>
          </p:nvSpPr>
          <p:spPr>
            <a:xfrm>
              <a:off x="5637748" y="3918465"/>
              <a:ext cx="14618" cy="13283"/>
            </a:xfrm>
            <a:custGeom>
              <a:avLst/>
              <a:pathLst>
                <a:path w="14618" h="13283">
                  <a:moveTo>
                    <a:pt x="0" y="0"/>
                  </a:moveTo>
                  <a:lnTo>
                    <a:pt x="14618" y="1328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3" name="pl4973"/>
            <p:cNvSpPr/>
            <p:nvPr/>
          </p:nvSpPr>
          <p:spPr>
            <a:xfrm>
              <a:off x="5652366" y="3931749"/>
              <a:ext cx="15003" cy="12846"/>
            </a:xfrm>
            <a:custGeom>
              <a:avLst/>
              <a:pathLst>
                <a:path w="15003" h="12846">
                  <a:moveTo>
                    <a:pt x="0" y="0"/>
                  </a:moveTo>
                  <a:lnTo>
                    <a:pt x="15003" y="128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4" name="pl4974"/>
            <p:cNvSpPr/>
            <p:nvPr/>
          </p:nvSpPr>
          <p:spPr>
            <a:xfrm>
              <a:off x="5667370" y="3944596"/>
              <a:ext cx="15375" cy="12399"/>
            </a:xfrm>
            <a:custGeom>
              <a:avLst/>
              <a:pathLst>
                <a:path w="15375" h="12399">
                  <a:moveTo>
                    <a:pt x="0" y="0"/>
                  </a:moveTo>
                  <a:lnTo>
                    <a:pt x="15375" y="1239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5" name="pl4975"/>
            <p:cNvSpPr/>
            <p:nvPr/>
          </p:nvSpPr>
          <p:spPr>
            <a:xfrm>
              <a:off x="5682745" y="3956995"/>
              <a:ext cx="15734" cy="11940"/>
            </a:xfrm>
            <a:custGeom>
              <a:avLst/>
              <a:pathLst>
                <a:path w="15734" h="11940">
                  <a:moveTo>
                    <a:pt x="0" y="0"/>
                  </a:moveTo>
                  <a:lnTo>
                    <a:pt x="15734" y="1194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6" name="pl4976"/>
            <p:cNvSpPr/>
            <p:nvPr/>
          </p:nvSpPr>
          <p:spPr>
            <a:xfrm>
              <a:off x="5698480" y="3968936"/>
              <a:ext cx="16079" cy="11472"/>
            </a:xfrm>
            <a:custGeom>
              <a:avLst/>
              <a:pathLst>
                <a:path w="16079" h="11472">
                  <a:moveTo>
                    <a:pt x="0" y="0"/>
                  </a:moveTo>
                  <a:lnTo>
                    <a:pt x="16079" y="114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7" name="pl4977"/>
            <p:cNvSpPr/>
            <p:nvPr/>
          </p:nvSpPr>
          <p:spPr>
            <a:xfrm>
              <a:off x="5880146" y="3600299"/>
              <a:ext cx="5197" cy="6348"/>
            </a:xfrm>
            <a:custGeom>
              <a:avLst/>
              <a:pathLst>
                <a:path w="5197" h="6348">
                  <a:moveTo>
                    <a:pt x="0" y="0"/>
                  </a:moveTo>
                  <a:lnTo>
                    <a:pt x="5197" y="634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8" name="pl4978"/>
            <p:cNvSpPr/>
            <p:nvPr/>
          </p:nvSpPr>
          <p:spPr>
            <a:xfrm>
              <a:off x="5885344" y="3606647"/>
              <a:ext cx="5384" cy="6190"/>
            </a:xfrm>
            <a:custGeom>
              <a:avLst/>
              <a:pathLst>
                <a:path w="5384" h="6190">
                  <a:moveTo>
                    <a:pt x="0" y="0"/>
                  </a:moveTo>
                  <a:lnTo>
                    <a:pt x="5384" y="619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9" name="pl4979"/>
            <p:cNvSpPr/>
            <p:nvPr/>
          </p:nvSpPr>
          <p:spPr>
            <a:xfrm>
              <a:off x="5890728" y="3612837"/>
              <a:ext cx="5566" cy="6027"/>
            </a:xfrm>
            <a:custGeom>
              <a:avLst/>
              <a:pathLst>
                <a:path w="5566" h="6027">
                  <a:moveTo>
                    <a:pt x="0" y="0"/>
                  </a:moveTo>
                  <a:lnTo>
                    <a:pt x="5566" y="60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0" name="pl4980"/>
            <p:cNvSpPr/>
            <p:nvPr/>
          </p:nvSpPr>
          <p:spPr>
            <a:xfrm>
              <a:off x="5896294" y="3618865"/>
              <a:ext cx="5743" cy="5858"/>
            </a:xfrm>
            <a:custGeom>
              <a:avLst/>
              <a:pathLst>
                <a:path w="5743" h="5858">
                  <a:moveTo>
                    <a:pt x="0" y="0"/>
                  </a:moveTo>
                  <a:lnTo>
                    <a:pt x="5743" y="585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1" name="pl4981"/>
            <p:cNvSpPr/>
            <p:nvPr/>
          </p:nvSpPr>
          <p:spPr>
            <a:xfrm>
              <a:off x="5902037" y="3624724"/>
              <a:ext cx="5915" cy="5685"/>
            </a:xfrm>
            <a:custGeom>
              <a:avLst/>
              <a:pathLst>
                <a:path w="5915" h="5685">
                  <a:moveTo>
                    <a:pt x="0" y="0"/>
                  </a:moveTo>
                  <a:lnTo>
                    <a:pt x="5915" y="568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2" name="pl4982"/>
            <p:cNvSpPr/>
            <p:nvPr/>
          </p:nvSpPr>
          <p:spPr>
            <a:xfrm>
              <a:off x="5907952" y="3630409"/>
              <a:ext cx="6081" cy="5506"/>
            </a:xfrm>
            <a:custGeom>
              <a:avLst/>
              <a:pathLst>
                <a:path w="6081" h="5506">
                  <a:moveTo>
                    <a:pt x="0" y="0"/>
                  </a:moveTo>
                  <a:lnTo>
                    <a:pt x="6081" y="550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3" name="pl4983"/>
            <p:cNvSpPr/>
            <p:nvPr/>
          </p:nvSpPr>
          <p:spPr>
            <a:xfrm>
              <a:off x="5914034" y="3635916"/>
              <a:ext cx="6243" cy="5323"/>
            </a:xfrm>
            <a:custGeom>
              <a:avLst/>
              <a:pathLst>
                <a:path w="6243" h="5323">
                  <a:moveTo>
                    <a:pt x="0" y="0"/>
                  </a:moveTo>
                  <a:lnTo>
                    <a:pt x="6243" y="532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4" name="pl4984"/>
            <p:cNvSpPr/>
            <p:nvPr/>
          </p:nvSpPr>
          <p:spPr>
            <a:xfrm>
              <a:off x="5920277" y="3641239"/>
              <a:ext cx="6398" cy="5134"/>
            </a:xfrm>
            <a:custGeom>
              <a:avLst/>
              <a:pathLst>
                <a:path w="6398" h="5134">
                  <a:moveTo>
                    <a:pt x="0" y="0"/>
                  </a:moveTo>
                  <a:lnTo>
                    <a:pt x="6398" y="513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5" name="pl4985"/>
            <p:cNvSpPr/>
            <p:nvPr/>
          </p:nvSpPr>
          <p:spPr>
            <a:xfrm>
              <a:off x="5926676" y="3646374"/>
              <a:ext cx="6548" cy="4941"/>
            </a:xfrm>
            <a:custGeom>
              <a:avLst/>
              <a:pathLst>
                <a:path w="6548" h="4941">
                  <a:moveTo>
                    <a:pt x="0" y="0"/>
                  </a:moveTo>
                  <a:lnTo>
                    <a:pt x="6548" y="494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6" name="pl4986"/>
            <p:cNvSpPr/>
            <p:nvPr/>
          </p:nvSpPr>
          <p:spPr>
            <a:xfrm>
              <a:off x="5933225" y="3651315"/>
              <a:ext cx="6693" cy="4744"/>
            </a:xfrm>
            <a:custGeom>
              <a:avLst/>
              <a:pathLst>
                <a:path w="6693" h="4744">
                  <a:moveTo>
                    <a:pt x="0" y="0"/>
                  </a:moveTo>
                  <a:lnTo>
                    <a:pt x="6693" y="4744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7" name="pl4987"/>
            <p:cNvSpPr/>
            <p:nvPr/>
          </p:nvSpPr>
          <p:spPr>
            <a:xfrm>
              <a:off x="5939918" y="3656060"/>
              <a:ext cx="6831" cy="4543"/>
            </a:xfrm>
            <a:custGeom>
              <a:avLst/>
              <a:pathLst>
                <a:path w="6831" h="4543">
                  <a:moveTo>
                    <a:pt x="0" y="0"/>
                  </a:moveTo>
                  <a:lnTo>
                    <a:pt x="6831" y="4543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8" name="pl4988"/>
            <p:cNvSpPr/>
            <p:nvPr/>
          </p:nvSpPr>
          <p:spPr>
            <a:xfrm>
              <a:off x="5946750" y="3660603"/>
              <a:ext cx="6963" cy="4337"/>
            </a:xfrm>
            <a:custGeom>
              <a:avLst/>
              <a:pathLst>
                <a:path w="6963" h="4337">
                  <a:moveTo>
                    <a:pt x="0" y="0"/>
                  </a:moveTo>
                  <a:lnTo>
                    <a:pt x="6963" y="433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9" name="pl4989"/>
            <p:cNvSpPr/>
            <p:nvPr/>
          </p:nvSpPr>
          <p:spPr>
            <a:xfrm>
              <a:off x="5953714" y="3664941"/>
              <a:ext cx="7089" cy="4128"/>
            </a:xfrm>
            <a:custGeom>
              <a:avLst/>
              <a:pathLst>
                <a:path w="7089" h="4128">
                  <a:moveTo>
                    <a:pt x="0" y="0"/>
                  </a:moveTo>
                  <a:lnTo>
                    <a:pt x="7089" y="412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0" name="pl4990"/>
            <p:cNvSpPr/>
            <p:nvPr/>
          </p:nvSpPr>
          <p:spPr>
            <a:xfrm>
              <a:off x="5960803" y="3669069"/>
              <a:ext cx="7209" cy="3915"/>
            </a:xfrm>
            <a:custGeom>
              <a:avLst/>
              <a:pathLst>
                <a:path w="7209" h="3915">
                  <a:moveTo>
                    <a:pt x="0" y="0"/>
                  </a:moveTo>
                  <a:lnTo>
                    <a:pt x="7209" y="39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1" name="pl4991"/>
            <p:cNvSpPr/>
            <p:nvPr/>
          </p:nvSpPr>
          <p:spPr>
            <a:xfrm>
              <a:off x="5968013" y="3672985"/>
              <a:ext cx="7323" cy="3698"/>
            </a:xfrm>
            <a:custGeom>
              <a:avLst/>
              <a:pathLst>
                <a:path w="7323" h="3698">
                  <a:moveTo>
                    <a:pt x="0" y="0"/>
                  </a:moveTo>
                  <a:lnTo>
                    <a:pt x="7323" y="369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2" name="pl4992"/>
            <p:cNvSpPr/>
            <p:nvPr/>
          </p:nvSpPr>
          <p:spPr>
            <a:xfrm>
              <a:off x="5975336" y="3676684"/>
              <a:ext cx="7430" cy="3479"/>
            </a:xfrm>
            <a:custGeom>
              <a:avLst/>
              <a:pathLst>
                <a:path w="7430" h="3479">
                  <a:moveTo>
                    <a:pt x="0" y="0"/>
                  </a:moveTo>
                  <a:lnTo>
                    <a:pt x="7430" y="347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3" name="pl4993"/>
            <p:cNvSpPr/>
            <p:nvPr/>
          </p:nvSpPr>
          <p:spPr>
            <a:xfrm>
              <a:off x="5982766" y="3680163"/>
              <a:ext cx="7530" cy="3256"/>
            </a:xfrm>
            <a:custGeom>
              <a:avLst/>
              <a:pathLst>
                <a:path w="7530" h="3256">
                  <a:moveTo>
                    <a:pt x="0" y="0"/>
                  </a:moveTo>
                  <a:lnTo>
                    <a:pt x="7530" y="325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4" name="pl4994"/>
            <p:cNvSpPr/>
            <p:nvPr/>
          </p:nvSpPr>
          <p:spPr>
            <a:xfrm>
              <a:off x="5990297" y="3683419"/>
              <a:ext cx="7624" cy="3030"/>
            </a:xfrm>
            <a:custGeom>
              <a:avLst/>
              <a:pathLst>
                <a:path w="7624" h="3030">
                  <a:moveTo>
                    <a:pt x="0" y="0"/>
                  </a:moveTo>
                  <a:lnTo>
                    <a:pt x="7624" y="303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5" name="pl4995"/>
            <p:cNvSpPr/>
            <p:nvPr/>
          </p:nvSpPr>
          <p:spPr>
            <a:xfrm>
              <a:off x="5997921" y="3686450"/>
              <a:ext cx="7710" cy="2802"/>
            </a:xfrm>
            <a:custGeom>
              <a:avLst/>
              <a:pathLst>
                <a:path w="7710" h="2802">
                  <a:moveTo>
                    <a:pt x="0" y="0"/>
                  </a:moveTo>
                  <a:lnTo>
                    <a:pt x="7710" y="28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6" name="pl4996"/>
            <p:cNvSpPr/>
            <p:nvPr/>
          </p:nvSpPr>
          <p:spPr>
            <a:xfrm>
              <a:off x="6005632" y="3689252"/>
              <a:ext cx="7790" cy="2571"/>
            </a:xfrm>
            <a:custGeom>
              <a:avLst/>
              <a:pathLst>
                <a:path w="7790" h="2571">
                  <a:moveTo>
                    <a:pt x="0" y="0"/>
                  </a:moveTo>
                  <a:lnTo>
                    <a:pt x="7790" y="25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7" name="pl4997"/>
            <p:cNvSpPr/>
            <p:nvPr/>
          </p:nvSpPr>
          <p:spPr>
            <a:xfrm>
              <a:off x="6013423" y="3691824"/>
              <a:ext cx="7864" cy="2338"/>
            </a:xfrm>
            <a:custGeom>
              <a:avLst/>
              <a:pathLst>
                <a:path w="7864" h="2338">
                  <a:moveTo>
                    <a:pt x="0" y="0"/>
                  </a:moveTo>
                  <a:lnTo>
                    <a:pt x="7864" y="2338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8" name="pl4998"/>
            <p:cNvSpPr/>
            <p:nvPr/>
          </p:nvSpPr>
          <p:spPr>
            <a:xfrm>
              <a:off x="6021287" y="3694162"/>
              <a:ext cx="7930" cy="2102"/>
            </a:xfrm>
            <a:custGeom>
              <a:avLst/>
              <a:pathLst>
                <a:path w="7930" h="2102">
                  <a:moveTo>
                    <a:pt x="0" y="0"/>
                  </a:moveTo>
                  <a:lnTo>
                    <a:pt x="7930" y="21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9" name="pl4999"/>
            <p:cNvSpPr/>
            <p:nvPr/>
          </p:nvSpPr>
          <p:spPr>
            <a:xfrm>
              <a:off x="6029217" y="3696265"/>
              <a:ext cx="7989" cy="1865"/>
            </a:xfrm>
            <a:custGeom>
              <a:avLst/>
              <a:pathLst>
                <a:path w="7989" h="1865">
                  <a:moveTo>
                    <a:pt x="0" y="0"/>
                  </a:moveTo>
                  <a:lnTo>
                    <a:pt x="7989" y="186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0" name="pl5000"/>
            <p:cNvSpPr/>
            <p:nvPr/>
          </p:nvSpPr>
          <p:spPr>
            <a:xfrm>
              <a:off x="6037206" y="3698131"/>
              <a:ext cx="8041" cy="1627"/>
            </a:xfrm>
            <a:custGeom>
              <a:avLst/>
              <a:pathLst>
                <a:path w="8041" h="1627">
                  <a:moveTo>
                    <a:pt x="0" y="0"/>
                  </a:moveTo>
                  <a:lnTo>
                    <a:pt x="8041" y="162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1" name="pl5001"/>
            <p:cNvSpPr/>
            <p:nvPr/>
          </p:nvSpPr>
          <p:spPr>
            <a:xfrm>
              <a:off x="6045248" y="3699758"/>
              <a:ext cx="8086" cy="1386"/>
            </a:xfrm>
            <a:custGeom>
              <a:avLst/>
              <a:pathLst>
                <a:path w="8086" h="1386">
                  <a:moveTo>
                    <a:pt x="0" y="0"/>
                  </a:moveTo>
                  <a:lnTo>
                    <a:pt x="8086" y="138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2" name="pl5002"/>
            <p:cNvSpPr/>
            <p:nvPr/>
          </p:nvSpPr>
          <p:spPr>
            <a:xfrm>
              <a:off x="6053334" y="3701145"/>
              <a:ext cx="8123" cy="1145"/>
            </a:xfrm>
            <a:custGeom>
              <a:avLst/>
              <a:pathLst>
                <a:path w="8123" h="1145">
                  <a:moveTo>
                    <a:pt x="0" y="0"/>
                  </a:moveTo>
                  <a:lnTo>
                    <a:pt x="8123" y="114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3" name="pl5003"/>
            <p:cNvSpPr/>
            <p:nvPr/>
          </p:nvSpPr>
          <p:spPr>
            <a:xfrm>
              <a:off x="6061458" y="3702290"/>
              <a:ext cx="8154" cy="902"/>
            </a:xfrm>
            <a:custGeom>
              <a:avLst/>
              <a:pathLst>
                <a:path w="8154" h="902">
                  <a:moveTo>
                    <a:pt x="0" y="0"/>
                  </a:moveTo>
                  <a:lnTo>
                    <a:pt x="8154" y="90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4" name="pl5004"/>
            <p:cNvSpPr/>
            <p:nvPr/>
          </p:nvSpPr>
          <p:spPr>
            <a:xfrm>
              <a:off x="6069613" y="3703193"/>
              <a:ext cx="8177" cy="659"/>
            </a:xfrm>
            <a:custGeom>
              <a:avLst/>
              <a:pathLst>
                <a:path w="8177" h="659">
                  <a:moveTo>
                    <a:pt x="0" y="0"/>
                  </a:moveTo>
                  <a:lnTo>
                    <a:pt x="8177" y="6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5" name="pl5005"/>
            <p:cNvSpPr/>
            <p:nvPr/>
          </p:nvSpPr>
          <p:spPr>
            <a:xfrm>
              <a:off x="6077790" y="3703853"/>
              <a:ext cx="8193" cy="415"/>
            </a:xfrm>
            <a:custGeom>
              <a:avLst/>
              <a:pathLst>
                <a:path w="8193" h="415">
                  <a:moveTo>
                    <a:pt x="0" y="0"/>
                  </a:moveTo>
                  <a:lnTo>
                    <a:pt x="8193" y="41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6" name="pl5006"/>
            <p:cNvSpPr/>
            <p:nvPr/>
          </p:nvSpPr>
          <p:spPr>
            <a:xfrm>
              <a:off x="6085984" y="3704269"/>
              <a:ext cx="8202" cy="171"/>
            </a:xfrm>
            <a:custGeom>
              <a:avLst/>
              <a:pathLst>
                <a:path w="8202" h="171">
                  <a:moveTo>
                    <a:pt x="0" y="0"/>
                  </a:moveTo>
                  <a:lnTo>
                    <a:pt x="8202" y="171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7" name="pl5007"/>
            <p:cNvSpPr/>
            <p:nvPr/>
          </p:nvSpPr>
          <p:spPr>
            <a:xfrm>
              <a:off x="6094187" y="3704367"/>
              <a:ext cx="8204" cy="72"/>
            </a:xfrm>
            <a:custGeom>
              <a:avLst/>
              <a:pathLst>
                <a:path w="8204" h="72">
                  <a:moveTo>
                    <a:pt x="0" y="72"/>
                  </a:moveTo>
                  <a:lnTo>
                    <a:pt x="820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8" name="pl5008"/>
            <p:cNvSpPr/>
            <p:nvPr/>
          </p:nvSpPr>
          <p:spPr>
            <a:xfrm>
              <a:off x="6102391" y="3704050"/>
              <a:ext cx="8198" cy="317"/>
            </a:xfrm>
            <a:custGeom>
              <a:avLst/>
              <a:pathLst>
                <a:path w="8198" h="317">
                  <a:moveTo>
                    <a:pt x="0" y="317"/>
                  </a:moveTo>
                  <a:lnTo>
                    <a:pt x="819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9" name="pl5009"/>
            <p:cNvSpPr/>
            <p:nvPr/>
          </p:nvSpPr>
          <p:spPr>
            <a:xfrm>
              <a:off x="6110589" y="3703489"/>
              <a:ext cx="8185" cy="561"/>
            </a:xfrm>
            <a:custGeom>
              <a:avLst/>
              <a:pathLst>
                <a:path w="8185" h="561">
                  <a:moveTo>
                    <a:pt x="0" y="561"/>
                  </a:moveTo>
                  <a:lnTo>
                    <a:pt x="818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0" name="pl5010"/>
            <p:cNvSpPr/>
            <p:nvPr/>
          </p:nvSpPr>
          <p:spPr>
            <a:xfrm>
              <a:off x="6118774" y="3702685"/>
              <a:ext cx="8164" cy="804"/>
            </a:xfrm>
            <a:custGeom>
              <a:avLst/>
              <a:pathLst>
                <a:path w="8164" h="804">
                  <a:moveTo>
                    <a:pt x="0" y="804"/>
                  </a:moveTo>
                  <a:lnTo>
                    <a:pt x="81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1" name="pl5011"/>
            <p:cNvSpPr/>
            <p:nvPr/>
          </p:nvSpPr>
          <p:spPr>
            <a:xfrm>
              <a:off x="6126939" y="3701637"/>
              <a:ext cx="8137" cy="1047"/>
            </a:xfrm>
            <a:custGeom>
              <a:avLst/>
              <a:pathLst>
                <a:path w="8137" h="1047">
                  <a:moveTo>
                    <a:pt x="0" y="1047"/>
                  </a:moveTo>
                  <a:lnTo>
                    <a:pt x="813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2" name="pl5012"/>
            <p:cNvSpPr/>
            <p:nvPr/>
          </p:nvSpPr>
          <p:spPr>
            <a:xfrm>
              <a:off x="6135076" y="3700348"/>
              <a:ext cx="8102" cy="1289"/>
            </a:xfrm>
            <a:custGeom>
              <a:avLst/>
              <a:pathLst>
                <a:path w="8102" h="1289">
                  <a:moveTo>
                    <a:pt x="0" y="1289"/>
                  </a:moveTo>
                  <a:lnTo>
                    <a:pt x="810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3" name="pl5013"/>
            <p:cNvSpPr/>
            <p:nvPr/>
          </p:nvSpPr>
          <p:spPr>
            <a:xfrm>
              <a:off x="6143178" y="3698818"/>
              <a:ext cx="8060" cy="1530"/>
            </a:xfrm>
            <a:custGeom>
              <a:avLst/>
              <a:pathLst>
                <a:path w="8060" h="1530">
                  <a:moveTo>
                    <a:pt x="0" y="1530"/>
                  </a:moveTo>
                  <a:lnTo>
                    <a:pt x="80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4" name="pl5014"/>
            <p:cNvSpPr/>
            <p:nvPr/>
          </p:nvSpPr>
          <p:spPr>
            <a:xfrm>
              <a:off x="6151239" y="3697049"/>
              <a:ext cx="8011" cy="1769"/>
            </a:xfrm>
            <a:custGeom>
              <a:avLst/>
              <a:pathLst>
                <a:path w="8011" h="1769">
                  <a:moveTo>
                    <a:pt x="0" y="1769"/>
                  </a:moveTo>
                  <a:lnTo>
                    <a:pt x="80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5" name="pl5015"/>
            <p:cNvSpPr/>
            <p:nvPr/>
          </p:nvSpPr>
          <p:spPr>
            <a:xfrm>
              <a:off x="6159250" y="3695042"/>
              <a:ext cx="7955" cy="2007"/>
            </a:xfrm>
            <a:custGeom>
              <a:avLst/>
              <a:pathLst>
                <a:path w="7955" h="2007">
                  <a:moveTo>
                    <a:pt x="0" y="2007"/>
                  </a:moveTo>
                  <a:lnTo>
                    <a:pt x="7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6" name="pl5016"/>
            <p:cNvSpPr/>
            <p:nvPr/>
          </p:nvSpPr>
          <p:spPr>
            <a:xfrm>
              <a:off x="6167205" y="3692798"/>
              <a:ext cx="7891" cy="2243"/>
            </a:xfrm>
            <a:custGeom>
              <a:avLst/>
              <a:pathLst>
                <a:path w="7891" h="2243">
                  <a:moveTo>
                    <a:pt x="0" y="2243"/>
                  </a:moveTo>
                  <a:lnTo>
                    <a:pt x="789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7" name="pl5017"/>
            <p:cNvSpPr/>
            <p:nvPr/>
          </p:nvSpPr>
          <p:spPr>
            <a:xfrm>
              <a:off x="6175097" y="3690321"/>
              <a:ext cx="7821" cy="2477"/>
            </a:xfrm>
            <a:custGeom>
              <a:avLst/>
              <a:pathLst>
                <a:path w="7821" h="2477">
                  <a:moveTo>
                    <a:pt x="0" y="2477"/>
                  </a:moveTo>
                  <a:lnTo>
                    <a:pt x="78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8" name="pl5018"/>
            <p:cNvSpPr/>
            <p:nvPr/>
          </p:nvSpPr>
          <p:spPr>
            <a:xfrm>
              <a:off x="6182918" y="3687612"/>
              <a:ext cx="7744" cy="2709"/>
            </a:xfrm>
            <a:custGeom>
              <a:avLst/>
              <a:pathLst>
                <a:path w="7744" h="2709">
                  <a:moveTo>
                    <a:pt x="0" y="2709"/>
                  </a:moveTo>
                  <a:lnTo>
                    <a:pt x="77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9" name="pl5019"/>
            <p:cNvSpPr/>
            <p:nvPr/>
          </p:nvSpPr>
          <p:spPr>
            <a:xfrm>
              <a:off x="6190662" y="3684673"/>
              <a:ext cx="7660" cy="2938"/>
            </a:xfrm>
            <a:custGeom>
              <a:avLst/>
              <a:pathLst>
                <a:path w="7660" h="2938">
                  <a:moveTo>
                    <a:pt x="0" y="2938"/>
                  </a:moveTo>
                  <a:lnTo>
                    <a:pt x="76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0" name="pl5020"/>
            <p:cNvSpPr/>
            <p:nvPr/>
          </p:nvSpPr>
          <p:spPr>
            <a:xfrm>
              <a:off x="6198322" y="3681508"/>
              <a:ext cx="7569" cy="3165"/>
            </a:xfrm>
            <a:custGeom>
              <a:avLst/>
              <a:pathLst>
                <a:path w="7569" h="3165">
                  <a:moveTo>
                    <a:pt x="0" y="3165"/>
                  </a:moveTo>
                  <a:lnTo>
                    <a:pt x="756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1" name="pl5021"/>
            <p:cNvSpPr/>
            <p:nvPr/>
          </p:nvSpPr>
          <p:spPr>
            <a:xfrm>
              <a:off x="6205891" y="3678119"/>
              <a:ext cx="7471" cy="3389"/>
            </a:xfrm>
            <a:custGeom>
              <a:avLst/>
              <a:pathLst>
                <a:path w="7471" h="3389">
                  <a:moveTo>
                    <a:pt x="0" y="3389"/>
                  </a:moveTo>
                  <a:lnTo>
                    <a:pt x="74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2" name="pl5022"/>
            <p:cNvSpPr/>
            <p:nvPr/>
          </p:nvSpPr>
          <p:spPr>
            <a:xfrm>
              <a:off x="6053091" y="3612076"/>
              <a:ext cx="5415" cy="1180"/>
            </a:xfrm>
            <a:custGeom>
              <a:avLst/>
              <a:pathLst>
                <a:path w="5415" h="1180">
                  <a:moveTo>
                    <a:pt x="0" y="0"/>
                  </a:moveTo>
                  <a:lnTo>
                    <a:pt x="5415" y="118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3" name="pl5023"/>
            <p:cNvSpPr/>
            <p:nvPr/>
          </p:nvSpPr>
          <p:spPr>
            <a:xfrm>
              <a:off x="6058507" y="3613257"/>
              <a:ext cx="5447" cy="1020"/>
            </a:xfrm>
            <a:custGeom>
              <a:avLst/>
              <a:pathLst>
                <a:path w="5447" h="1020">
                  <a:moveTo>
                    <a:pt x="0" y="0"/>
                  </a:moveTo>
                  <a:lnTo>
                    <a:pt x="5447" y="102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4" name="pl5024"/>
            <p:cNvSpPr/>
            <p:nvPr/>
          </p:nvSpPr>
          <p:spPr>
            <a:xfrm>
              <a:off x="6063954" y="3614277"/>
              <a:ext cx="5475" cy="859"/>
            </a:xfrm>
            <a:custGeom>
              <a:avLst/>
              <a:pathLst>
                <a:path w="5475" h="859">
                  <a:moveTo>
                    <a:pt x="0" y="0"/>
                  </a:moveTo>
                  <a:lnTo>
                    <a:pt x="5475" y="85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5" name="pl5025"/>
            <p:cNvSpPr/>
            <p:nvPr/>
          </p:nvSpPr>
          <p:spPr>
            <a:xfrm>
              <a:off x="6069430" y="3615137"/>
              <a:ext cx="5498" cy="697"/>
            </a:xfrm>
            <a:custGeom>
              <a:avLst/>
              <a:pathLst>
                <a:path w="5498" h="697">
                  <a:moveTo>
                    <a:pt x="0" y="0"/>
                  </a:moveTo>
                  <a:lnTo>
                    <a:pt x="5498" y="697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6" name="pl5026"/>
            <p:cNvSpPr/>
            <p:nvPr/>
          </p:nvSpPr>
          <p:spPr>
            <a:xfrm>
              <a:off x="6074929" y="3615835"/>
              <a:ext cx="5516" cy="535"/>
            </a:xfrm>
            <a:custGeom>
              <a:avLst/>
              <a:pathLst>
                <a:path w="5516" h="535">
                  <a:moveTo>
                    <a:pt x="0" y="0"/>
                  </a:moveTo>
                  <a:lnTo>
                    <a:pt x="5516" y="535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7" name="pl5027"/>
            <p:cNvSpPr/>
            <p:nvPr/>
          </p:nvSpPr>
          <p:spPr>
            <a:xfrm>
              <a:off x="6080445" y="3616370"/>
              <a:ext cx="5530" cy="372"/>
            </a:xfrm>
            <a:custGeom>
              <a:avLst/>
              <a:pathLst>
                <a:path w="5530" h="372">
                  <a:moveTo>
                    <a:pt x="0" y="0"/>
                  </a:moveTo>
                  <a:lnTo>
                    <a:pt x="5530" y="372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8" name="pl5028"/>
            <p:cNvSpPr/>
            <p:nvPr/>
          </p:nvSpPr>
          <p:spPr>
            <a:xfrm>
              <a:off x="6085975" y="3616743"/>
              <a:ext cx="5538" cy="209"/>
            </a:xfrm>
            <a:custGeom>
              <a:avLst/>
              <a:pathLst>
                <a:path w="5538" h="209">
                  <a:moveTo>
                    <a:pt x="0" y="0"/>
                  </a:moveTo>
                  <a:lnTo>
                    <a:pt x="5538" y="209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9" name="pl5029"/>
            <p:cNvSpPr/>
            <p:nvPr/>
          </p:nvSpPr>
          <p:spPr>
            <a:xfrm>
              <a:off x="6091514" y="3616952"/>
              <a:ext cx="5542" cy="46"/>
            </a:xfrm>
            <a:custGeom>
              <a:avLst/>
              <a:pathLst>
                <a:path w="5542" h="46">
                  <a:moveTo>
                    <a:pt x="0" y="0"/>
                  </a:moveTo>
                  <a:lnTo>
                    <a:pt x="5542" y="46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0" name="pl5030"/>
            <p:cNvSpPr/>
            <p:nvPr/>
          </p:nvSpPr>
          <p:spPr>
            <a:xfrm>
              <a:off x="6097056" y="3616881"/>
              <a:ext cx="5541" cy="117"/>
            </a:xfrm>
            <a:custGeom>
              <a:avLst/>
              <a:pathLst>
                <a:path w="5541" h="117">
                  <a:moveTo>
                    <a:pt x="0" y="117"/>
                  </a:moveTo>
                  <a:lnTo>
                    <a:pt x="55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1" name="pl5031"/>
            <p:cNvSpPr/>
            <p:nvPr/>
          </p:nvSpPr>
          <p:spPr>
            <a:xfrm>
              <a:off x="6102598" y="3616600"/>
              <a:ext cx="5535" cy="280"/>
            </a:xfrm>
            <a:custGeom>
              <a:avLst/>
              <a:pathLst>
                <a:path w="5535" h="280">
                  <a:moveTo>
                    <a:pt x="0" y="280"/>
                  </a:moveTo>
                  <a:lnTo>
                    <a:pt x="55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2" name="pl5032"/>
            <p:cNvSpPr/>
            <p:nvPr/>
          </p:nvSpPr>
          <p:spPr>
            <a:xfrm>
              <a:off x="6108133" y="3616157"/>
              <a:ext cx="5524" cy="443"/>
            </a:xfrm>
            <a:custGeom>
              <a:avLst/>
              <a:pathLst>
                <a:path w="5524" h="443">
                  <a:moveTo>
                    <a:pt x="0" y="443"/>
                  </a:moveTo>
                  <a:lnTo>
                    <a:pt x="55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3" name="pl5033"/>
            <p:cNvSpPr/>
            <p:nvPr/>
          </p:nvSpPr>
          <p:spPr>
            <a:xfrm>
              <a:off x="6113658" y="3615550"/>
              <a:ext cx="5509" cy="606"/>
            </a:xfrm>
            <a:custGeom>
              <a:avLst/>
              <a:pathLst>
                <a:path w="5509" h="606">
                  <a:moveTo>
                    <a:pt x="0" y="606"/>
                  </a:moveTo>
                  <a:lnTo>
                    <a:pt x="550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4" name="pl5034"/>
            <p:cNvSpPr/>
            <p:nvPr/>
          </p:nvSpPr>
          <p:spPr>
            <a:xfrm>
              <a:off x="6119168" y="3614782"/>
              <a:ext cx="5489" cy="768"/>
            </a:xfrm>
            <a:custGeom>
              <a:avLst/>
              <a:pathLst>
                <a:path w="5489" h="768">
                  <a:moveTo>
                    <a:pt x="0" y="768"/>
                  </a:moveTo>
                  <a:lnTo>
                    <a:pt x="54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5" name="pl5035"/>
            <p:cNvSpPr/>
            <p:nvPr/>
          </p:nvSpPr>
          <p:spPr>
            <a:xfrm>
              <a:off x="6124657" y="3613852"/>
              <a:ext cx="5464" cy="929"/>
            </a:xfrm>
            <a:custGeom>
              <a:avLst/>
              <a:pathLst>
                <a:path w="5464" h="929">
                  <a:moveTo>
                    <a:pt x="0" y="929"/>
                  </a:moveTo>
                  <a:lnTo>
                    <a:pt x="546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6" name="pl5036"/>
            <p:cNvSpPr/>
            <p:nvPr/>
          </p:nvSpPr>
          <p:spPr>
            <a:xfrm>
              <a:off x="6130121" y="3612761"/>
              <a:ext cx="5434" cy="1090"/>
            </a:xfrm>
            <a:custGeom>
              <a:avLst/>
              <a:pathLst>
                <a:path w="5434" h="1090">
                  <a:moveTo>
                    <a:pt x="0" y="1090"/>
                  </a:moveTo>
                  <a:lnTo>
                    <a:pt x="54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7" name="pl5037"/>
            <p:cNvSpPr/>
            <p:nvPr/>
          </p:nvSpPr>
          <p:spPr>
            <a:xfrm>
              <a:off x="6135555" y="3611511"/>
              <a:ext cx="5399" cy="1250"/>
            </a:xfrm>
            <a:custGeom>
              <a:avLst/>
              <a:pathLst>
                <a:path w="5399" h="1250">
                  <a:moveTo>
                    <a:pt x="0" y="1250"/>
                  </a:moveTo>
                  <a:lnTo>
                    <a:pt x="539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8" name="pl5038"/>
            <p:cNvSpPr/>
            <p:nvPr/>
          </p:nvSpPr>
          <p:spPr>
            <a:xfrm>
              <a:off x="6140955" y="3610102"/>
              <a:ext cx="5360" cy="1409"/>
            </a:xfrm>
            <a:custGeom>
              <a:avLst/>
              <a:pathLst>
                <a:path w="5360" h="1409">
                  <a:moveTo>
                    <a:pt x="0" y="1409"/>
                  </a:moveTo>
                  <a:lnTo>
                    <a:pt x="536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9" name="pl5039"/>
            <p:cNvSpPr/>
            <p:nvPr/>
          </p:nvSpPr>
          <p:spPr>
            <a:xfrm>
              <a:off x="6146315" y="3608535"/>
              <a:ext cx="5316" cy="1566"/>
            </a:xfrm>
            <a:custGeom>
              <a:avLst/>
              <a:pathLst>
                <a:path w="5316" h="1566">
                  <a:moveTo>
                    <a:pt x="0" y="1566"/>
                  </a:moveTo>
                  <a:lnTo>
                    <a:pt x="53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0" name="pl5040"/>
            <p:cNvSpPr/>
            <p:nvPr/>
          </p:nvSpPr>
          <p:spPr>
            <a:xfrm>
              <a:off x="6151632" y="3606813"/>
              <a:ext cx="5268" cy="1722"/>
            </a:xfrm>
            <a:custGeom>
              <a:avLst/>
              <a:pathLst>
                <a:path w="5268" h="1722">
                  <a:moveTo>
                    <a:pt x="0" y="1722"/>
                  </a:moveTo>
                  <a:lnTo>
                    <a:pt x="526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1" name="pl5041"/>
            <p:cNvSpPr/>
            <p:nvPr/>
          </p:nvSpPr>
          <p:spPr>
            <a:xfrm>
              <a:off x="6156900" y="3604936"/>
              <a:ext cx="5215" cy="1877"/>
            </a:xfrm>
            <a:custGeom>
              <a:avLst/>
              <a:pathLst>
                <a:path w="5215" h="1877">
                  <a:moveTo>
                    <a:pt x="0" y="1877"/>
                  </a:moveTo>
                  <a:lnTo>
                    <a:pt x="521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2" name="pl5042"/>
            <p:cNvSpPr/>
            <p:nvPr/>
          </p:nvSpPr>
          <p:spPr>
            <a:xfrm>
              <a:off x="6162115" y="3602906"/>
              <a:ext cx="5157" cy="2029"/>
            </a:xfrm>
            <a:custGeom>
              <a:avLst/>
              <a:pathLst>
                <a:path w="5157" h="2029">
                  <a:moveTo>
                    <a:pt x="0" y="2029"/>
                  </a:moveTo>
                  <a:lnTo>
                    <a:pt x="515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3" name="pl5043"/>
            <p:cNvSpPr/>
            <p:nvPr/>
          </p:nvSpPr>
          <p:spPr>
            <a:xfrm>
              <a:off x="6167273" y="3600725"/>
              <a:ext cx="5095" cy="2181"/>
            </a:xfrm>
            <a:custGeom>
              <a:avLst/>
              <a:pathLst>
                <a:path w="5095" h="2181">
                  <a:moveTo>
                    <a:pt x="0" y="2181"/>
                  </a:moveTo>
                  <a:lnTo>
                    <a:pt x="509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4" name="pl5044"/>
            <p:cNvSpPr/>
            <p:nvPr/>
          </p:nvSpPr>
          <p:spPr>
            <a:xfrm>
              <a:off x="6172368" y="3598394"/>
              <a:ext cx="5028" cy="2330"/>
            </a:xfrm>
            <a:custGeom>
              <a:avLst/>
              <a:pathLst>
                <a:path w="5028" h="2330">
                  <a:moveTo>
                    <a:pt x="0" y="2330"/>
                  </a:moveTo>
                  <a:lnTo>
                    <a:pt x="50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5" name="pl5045"/>
            <p:cNvSpPr/>
            <p:nvPr/>
          </p:nvSpPr>
          <p:spPr>
            <a:xfrm>
              <a:off x="6177397" y="3595917"/>
              <a:ext cx="4958" cy="2477"/>
            </a:xfrm>
            <a:custGeom>
              <a:avLst/>
              <a:pathLst>
                <a:path w="4958" h="2477">
                  <a:moveTo>
                    <a:pt x="0" y="2477"/>
                  </a:moveTo>
                  <a:lnTo>
                    <a:pt x="49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6" name="pl5046"/>
            <p:cNvSpPr/>
            <p:nvPr/>
          </p:nvSpPr>
          <p:spPr>
            <a:xfrm>
              <a:off x="6182355" y="3593294"/>
              <a:ext cx="4882" cy="2622"/>
            </a:xfrm>
            <a:custGeom>
              <a:avLst/>
              <a:pathLst>
                <a:path w="4882" h="2622">
                  <a:moveTo>
                    <a:pt x="0" y="2622"/>
                  </a:moveTo>
                  <a:lnTo>
                    <a:pt x="488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7" name="pl5047"/>
            <p:cNvSpPr/>
            <p:nvPr/>
          </p:nvSpPr>
          <p:spPr>
            <a:xfrm>
              <a:off x="6187238" y="3590529"/>
              <a:ext cx="4803" cy="2765"/>
            </a:xfrm>
            <a:custGeom>
              <a:avLst/>
              <a:pathLst>
                <a:path w="4803" h="2765">
                  <a:moveTo>
                    <a:pt x="0" y="2765"/>
                  </a:moveTo>
                  <a:lnTo>
                    <a:pt x="480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8" name="pl5048"/>
            <p:cNvSpPr/>
            <p:nvPr/>
          </p:nvSpPr>
          <p:spPr>
            <a:xfrm>
              <a:off x="6192041" y="3587623"/>
              <a:ext cx="4719" cy="2905"/>
            </a:xfrm>
            <a:custGeom>
              <a:avLst/>
              <a:pathLst>
                <a:path w="4719" h="2905">
                  <a:moveTo>
                    <a:pt x="0" y="2905"/>
                  </a:moveTo>
                  <a:lnTo>
                    <a:pt x="47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9" name="pl5049"/>
            <p:cNvSpPr/>
            <p:nvPr/>
          </p:nvSpPr>
          <p:spPr>
            <a:xfrm>
              <a:off x="6196761" y="3584579"/>
              <a:ext cx="4632" cy="3043"/>
            </a:xfrm>
            <a:custGeom>
              <a:avLst/>
              <a:pathLst>
                <a:path w="4632" h="3043">
                  <a:moveTo>
                    <a:pt x="0" y="3043"/>
                  </a:moveTo>
                  <a:lnTo>
                    <a:pt x="46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0" name="pl5050"/>
            <p:cNvSpPr/>
            <p:nvPr/>
          </p:nvSpPr>
          <p:spPr>
            <a:xfrm>
              <a:off x="6201393" y="3581400"/>
              <a:ext cx="4540" cy="3178"/>
            </a:xfrm>
            <a:custGeom>
              <a:avLst/>
              <a:pathLst>
                <a:path w="4540" h="3178">
                  <a:moveTo>
                    <a:pt x="0" y="3178"/>
                  </a:moveTo>
                  <a:lnTo>
                    <a:pt x="45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1" name="pl5051"/>
            <p:cNvSpPr/>
            <p:nvPr/>
          </p:nvSpPr>
          <p:spPr>
            <a:xfrm>
              <a:off x="6205934" y="3578089"/>
              <a:ext cx="4444" cy="3311"/>
            </a:xfrm>
            <a:custGeom>
              <a:avLst/>
              <a:pathLst>
                <a:path w="4444" h="3311">
                  <a:moveTo>
                    <a:pt x="0" y="3311"/>
                  </a:moveTo>
                  <a:lnTo>
                    <a:pt x="444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2" name="pl5052"/>
            <p:cNvSpPr/>
            <p:nvPr/>
          </p:nvSpPr>
          <p:spPr>
            <a:xfrm>
              <a:off x="6210378" y="3574648"/>
              <a:ext cx="4345" cy="3440"/>
            </a:xfrm>
            <a:custGeom>
              <a:avLst/>
              <a:pathLst>
                <a:path w="4345" h="3440">
                  <a:moveTo>
                    <a:pt x="0" y="3440"/>
                  </a:moveTo>
                  <a:lnTo>
                    <a:pt x="434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3" name="pl5053"/>
            <p:cNvSpPr/>
            <p:nvPr/>
          </p:nvSpPr>
          <p:spPr>
            <a:xfrm>
              <a:off x="6214723" y="3571080"/>
              <a:ext cx="4241" cy="3567"/>
            </a:xfrm>
            <a:custGeom>
              <a:avLst/>
              <a:pathLst>
                <a:path w="4241" h="3567">
                  <a:moveTo>
                    <a:pt x="0" y="3567"/>
                  </a:moveTo>
                  <a:lnTo>
                    <a:pt x="42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4" name="pl5054"/>
            <p:cNvSpPr/>
            <p:nvPr/>
          </p:nvSpPr>
          <p:spPr>
            <a:xfrm>
              <a:off x="6218965" y="3567389"/>
              <a:ext cx="4134" cy="3691"/>
            </a:xfrm>
            <a:custGeom>
              <a:avLst/>
              <a:pathLst>
                <a:path w="4134" h="3691">
                  <a:moveTo>
                    <a:pt x="0" y="3691"/>
                  </a:moveTo>
                  <a:lnTo>
                    <a:pt x="413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5" name="pl5055"/>
            <p:cNvSpPr/>
            <p:nvPr/>
          </p:nvSpPr>
          <p:spPr>
            <a:xfrm>
              <a:off x="6223100" y="3563578"/>
              <a:ext cx="4024" cy="3811"/>
            </a:xfrm>
            <a:custGeom>
              <a:avLst/>
              <a:pathLst>
                <a:path w="4024" h="3811">
                  <a:moveTo>
                    <a:pt x="0" y="3811"/>
                  </a:moveTo>
                  <a:lnTo>
                    <a:pt x="40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6" name="pl5056"/>
            <p:cNvSpPr/>
            <p:nvPr/>
          </p:nvSpPr>
          <p:spPr>
            <a:xfrm>
              <a:off x="6227124" y="3559649"/>
              <a:ext cx="3910" cy="3928"/>
            </a:xfrm>
            <a:custGeom>
              <a:avLst/>
              <a:pathLst>
                <a:path w="3910" h="3928">
                  <a:moveTo>
                    <a:pt x="0" y="3928"/>
                  </a:moveTo>
                  <a:lnTo>
                    <a:pt x="39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7" name="pl5057"/>
            <p:cNvSpPr/>
            <p:nvPr/>
          </p:nvSpPr>
          <p:spPr>
            <a:xfrm>
              <a:off x="6231034" y="3555607"/>
              <a:ext cx="3792" cy="4041"/>
            </a:xfrm>
            <a:custGeom>
              <a:avLst/>
              <a:pathLst>
                <a:path w="3792" h="4041">
                  <a:moveTo>
                    <a:pt x="0" y="4041"/>
                  </a:moveTo>
                  <a:lnTo>
                    <a:pt x="379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8" name="pl5058"/>
            <p:cNvSpPr/>
            <p:nvPr/>
          </p:nvSpPr>
          <p:spPr>
            <a:xfrm>
              <a:off x="6234827" y="3551456"/>
              <a:ext cx="3671" cy="4151"/>
            </a:xfrm>
            <a:custGeom>
              <a:avLst/>
              <a:pathLst>
                <a:path w="3671" h="4151">
                  <a:moveTo>
                    <a:pt x="0" y="4151"/>
                  </a:moveTo>
                  <a:lnTo>
                    <a:pt x="367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9" name="pl5059"/>
            <p:cNvSpPr/>
            <p:nvPr/>
          </p:nvSpPr>
          <p:spPr>
            <a:xfrm>
              <a:off x="6238499" y="3547197"/>
              <a:ext cx="3547" cy="4258"/>
            </a:xfrm>
            <a:custGeom>
              <a:avLst/>
              <a:pathLst>
                <a:path w="3547" h="4258">
                  <a:moveTo>
                    <a:pt x="0" y="4258"/>
                  </a:moveTo>
                  <a:lnTo>
                    <a:pt x="354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0" name="pl5060"/>
            <p:cNvSpPr/>
            <p:nvPr/>
          </p:nvSpPr>
          <p:spPr>
            <a:xfrm>
              <a:off x="6242047" y="3542836"/>
              <a:ext cx="3420" cy="4361"/>
            </a:xfrm>
            <a:custGeom>
              <a:avLst/>
              <a:pathLst>
                <a:path w="3420" h="4361">
                  <a:moveTo>
                    <a:pt x="0" y="4361"/>
                  </a:moveTo>
                  <a:lnTo>
                    <a:pt x="34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1" name="pl5061"/>
            <p:cNvSpPr/>
            <p:nvPr/>
          </p:nvSpPr>
          <p:spPr>
            <a:xfrm>
              <a:off x="6245467" y="3538376"/>
              <a:ext cx="3290" cy="4460"/>
            </a:xfrm>
            <a:custGeom>
              <a:avLst/>
              <a:pathLst>
                <a:path w="3290" h="4460">
                  <a:moveTo>
                    <a:pt x="0" y="4460"/>
                  </a:moveTo>
                  <a:lnTo>
                    <a:pt x="329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2" name="pl5062"/>
            <p:cNvSpPr/>
            <p:nvPr/>
          </p:nvSpPr>
          <p:spPr>
            <a:xfrm>
              <a:off x="6159033" y="3594807"/>
              <a:ext cx="4941" cy="1945"/>
            </a:xfrm>
            <a:custGeom>
              <a:avLst/>
              <a:pathLst>
                <a:path w="4941" h="1945">
                  <a:moveTo>
                    <a:pt x="0" y="1945"/>
                  </a:moveTo>
                  <a:lnTo>
                    <a:pt x="494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3" name="pl5063"/>
            <p:cNvSpPr/>
            <p:nvPr/>
          </p:nvSpPr>
          <p:spPr>
            <a:xfrm>
              <a:off x="6163974" y="3592716"/>
              <a:ext cx="4881" cy="2090"/>
            </a:xfrm>
            <a:custGeom>
              <a:avLst/>
              <a:pathLst>
                <a:path w="4881" h="2090">
                  <a:moveTo>
                    <a:pt x="0" y="2090"/>
                  </a:moveTo>
                  <a:lnTo>
                    <a:pt x="4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4" name="pl5064"/>
            <p:cNvSpPr/>
            <p:nvPr/>
          </p:nvSpPr>
          <p:spPr>
            <a:xfrm>
              <a:off x="6168856" y="3590482"/>
              <a:ext cx="4817" cy="2234"/>
            </a:xfrm>
            <a:custGeom>
              <a:avLst/>
              <a:pathLst>
                <a:path w="4817" h="2234">
                  <a:moveTo>
                    <a:pt x="0" y="2234"/>
                  </a:moveTo>
                  <a:lnTo>
                    <a:pt x="48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5" name="pl5065"/>
            <p:cNvSpPr/>
            <p:nvPr/>
          </p:nvSpPr>
          <p:spPr>
            <a:xfrm>
              <a:off x="6173674" y="3588106"/>
              <a:ext cx="4749" cy="2376"/>
            </a:xfrm>
            <a:custGeom>
              <a:avLst/>
              <a:pathLst>
                <a:path w="4749" h="2376">
                  <a:moveTo>
                    <a:pt x="0" y="2376"/>
                  </a:moveTo>
                  <a:lnTo>
                    <a:pt x="474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6" name="pl5066"/>
            <p:cNvSpPr/>
            <p:nvPr/>
          </p:nvSpPr>
          <p:spPr>
            <a:xfrm>
              <a:off x="6178423" y="3585590"/>
              <a:ext cx="4676" cy="2515"/>
            </a:xfrm>
            <a:custGeom>
              <a:avLst/>
              <a:pathLst>
                <a:path w="4676" h="2515">
                  <a:moveTo>
                    <a:pt x="0" y="2515"/>
                  </a:moveTo>
                  <a:lnTo>
                    <a:pt x="467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7" name="pl5067"/>
            <p:cNvSpPr/>
            <p:nvPr/>
          </p:nvSpPr>
          <p:spPr>
            <a:xfrm>
              <a:off x="6183100" y="3582936"/>
              <a:ext cx="4600" cy="2653"/>
            </a:xfrm>
            <a:custGeom>
              <a:avLst/>
              <a:pathLst>
                <a:path w="4600" h="2653">
                  <a:moveTo>
                    <a:pt x="0" y="2653"/>
                  </a:moveTo>
                  <a:lnTo>
                    <a:pt x="460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8" name="pl5068"/>
            <p:cNvSpPr/>
            <p:nvPr/>
          </p:nvSpPr>
          <p:spPr>
            <a:xfrm>
              <a:off x="6187700" y="3580148"/>
              <a:ext cx="4519" cy="2788"/>
            </a:xfrm>
            <a:custGeom>
              <a:avLst/>
              <a:pathLst>
                <a:path w="4519" h="2788">
                  <a:moveTo>
                    <a:pt x="0" y="2788"/>
                  </a:moveTo>
                  <a:lnTo>
                    <a:pt x="45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9" name="pl5069"/>
            <p:cNvSpPr/>
            <p:nvPr/>
          </p:nvSpPr>
          <p:spPr>
            <a:xfrm>
              <a:off x="6192220" y="3577227"/>
              <a:ext cx="4435" cy="2921"/>
            </a:xfrm>
            <a:custGeom>
              <a:avLst/>
              <a:pathLst>
                <a:path w="4435" h="2921">
                  <a:moveTo>
                    <a:pt x="0" y="2921"/>
                  </a:moveTo>
                  <a:lnTo>
                    <a:pt x="443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0" name="pl5070"/>
            <p:cNvSpPr/>
            <p:nvPr/>
          </p:nvSpPr>
          <p:spPr>
            <a:xfrm>
              <a:off x="6196655" y="3574175"/>
              <a:ext cx="4346" cy="3051"/>
            </a:xfrm>
            <a:custGeom>
              <a:avLst/>
              <a:pathLst>
                <a:path w="4346" h="3051">
                  <a:moveTo>
                    <a:pt x="0" y="3051"/>
                  </a:moveTo>
                  <a:lnTo>
                    <a:pt x="434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1" name="pl5071"/>
            <p:cNvSpPr/>
            <p:nvPr/>
          </p:nvSpPr>
          <p:spPr>
            <a:xfrm>
              <a:off x="6201002" y="3570997"/>
              <a:ext cx="4254" cy="3178"/>
            </a:xfrm>
            <a:custGeom>
              <a:avLst/>
              <a:pathLst>
                <a:path w="4254" h="3178">
                  <a:moveTo>
                    <a:pt x="0" y="3178"/>
                  </a:moveTo>
                  <a:lnTo>
                    <a:pt x="425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2" name="pl5072"/>
            <p:cNvSpPr/>
            <p:nvPr/>
          </p:nvSpPr>
          <p:spPr>
            <a:xfrm>
              <a:off x="6205256" y="3567694"/>
              <a:ext cx="4158" cy="3303"/>
            </a:xfrm>
            <a:custGeom>
              <a:avLst/>
              <a:pathLst>
                <a:path w="4158" h="3303">
                  <a:moveTo>
                    <a:pt x="0" y="3303"/>
                  </a:moveTo>
                  <a:lnTo>
                    <a:pt x="41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3" name="pl5073"/>
            <p:cNvSpPr/>
            <p:nvPr/>
          </p:nvSpPr>
          <p:spPr>
            <a:xfrm>
              <a:off x="6209414" y="3564269"/>
              <a:ext cx="4058" cy="3424"/>
            </a:xfrm>
            <a:custGeom>
              <a:avLst/>
              <a:pathLst>
                <a:path w="4058" h="3424">
                  <a:moveTo>
                    <a:pt x="0" y="3424"/>
                  </a:moveTo>
                  <a:lnTo>
                    <a:pt x="405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4" name="pl5074"/>
            <p:cNvSpPr/>
            <p:nvPr/>
          </p:nvSpPr>
          <p:spPr>
            <a:xfrm>
              <a:off x="6213473" y="3560725"/>
              <a:ext cx="3955" cy="3543"/>
            </a:xfrm>
            <a:custGeom>
              <a:avLst/>
              <a:pathLst>
                <a:path w="3955" h="3543">
                  <a:moveTo>
                    <a:pt x="0" y="3543"/>
                  </a:moveTo>
                  <a:lnTo>
                    <a:pt x="395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5" name="pl5075"/>
            <p:cNvSpPr/>
            <p:nvPr/>
          </p:nvSpPr>
          <p:spPr>
            <a:xfrm>
              <a:off x="6217428" y="3557066"/>
              <a:ext cx="3848" cy="3659"/>
            </a:xfrm>
            <a:custGeom>
              <a:avLst/>
              <a:pathLst>
                <a:path w="3848" h="3659">
                  <a:moveTo>
                    <a:pt x="0" y="3659"/>
                  </a:moveTo>
                  <a:lnTo>
                    <a:pt x="38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6" name="pl5076"/>
            <p:cNvSpPr/>
            <p:nvPr/>
          </p:nvSpPr>
          <p:spPr>
            <a:xfrm>
              <a:off x="6221277" y="3553294"/>
              <a:ext cx="3738" cy="3771"/>
            </a:xfrm>
            <a:custGeom>
              <a:avLst/>
              <a:pathLst>
                <a:path w="3738" h="3771">
                  <a:moveTo>
                    <a:pt x="0" y="3771"/>
                  </a:moveTo>
                  <a:lnTo>
                    <a:pt x="373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7" name="pl5077"/>
            <p:cNvSpPr/>
            <p:nvPr/>
          </p:nvSpPr>
          <p:spPr>
            <a:xfrm>
              <a:off x="6225015" y="3549413"/>
              <a:ext cx="3625" cy="3880"/>
            </a:xfrm>
            <a:custGeom>
              <a:avLst/>
              <a:pathLst>
                <a:path w="3625" h="3880">
                  <a:moveTo>
                    <a:pt x="0" y="3880"/>
                  </a:moveTo>
                  <a:lnTo>
                    <a:pt x="36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8" name="pl5078"/>
            <p:cNvSpPr/>
            <p:nvPr/>
          </p:nvSpPr>
          <p:spPr>
            <a:xfrm>
              <a:off x="6228641" y="3545426"/>
              <a:ext cx="3508" cy="3986"/>
            </a:xfrm>
            <a:custGeom>
              <a:avLst/>
              <a:pathLst>
                <a:path w="3508" h="3986">
                  <a:moveTo>
                    <a:pt x="0" y="3986"/>
                  </a:moveTo>
                  <a:lnTo>
                    <a:pt x="350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9" name="pl5079"/>
            <p:cNvSpPr/>
            <p:nvPr/>
          </p:nvSpPr>
          <p:spPr>
            <a:xfrm>
              <a:off x="6232149" y="3541338"/>
              <a:ext cx="3389" cy="4088"/>
            </a:xfrm>
            <a:custGeom>
              <a:avLst/>
              <a:pathLst>
                <a:path w="3389" h="4088">
                  <a:moveTo>
                    <a:pt x="0" y="4088"/>
                  </a:moveTo>
                  <a:lnTo>
                    <a:pt x="338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0" name="pl5080"/>
            <p:cNvSpPr/>
            <p:nvPr/>
          </p:nvSpPr>
          <p:spPr>
            <a:xfrm>
              <a:off x="6235538" y="3537150"/>
              <a:ext cx="3266" cy="4187"/>
            </a:xfrm>
            <a:custGeom>
              <a:avLst/>
              <a:pathLst>
                <a:path w="3266" h="4187">
                  <a:moveTo>
                    <a:pt x="0" y="4187"/>
                  </a:moveTo>
                  <a:lnTo>
                    <a:pt x="326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1" name="pl5081"/>
            <p:cNvSpPr/>
            <p:nvPr/>
          </p:nvSpPr>
          <p:spPr>
            <a:xfrm>
              <a:off x="6238805" y="3532868"/>
              <a:ext cx="3140" cy="4282"/>
            </a:xfrm>
            <a:custGeom>
              <a:avLst/>
              <a:pathLst>
                <a:path w="3140" h="4282">
                  <a:moveTo>
                    <a:pt x="0" y="4282"/>
                  </a:moveTo>
                  <a:lnTo>
                    <a:pt x="314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2" name="pl5082"/>
            <p:cNvSpPr/>
            <p:nvPr/>
          </p:nvSpPr>
          <p:spPr>
            <a:xfrm>
              <a:off x="6241946" y="3528495"/>
              <a:ext cx="3012" cy="4373"/>
            </a:xfrm>
            <a:custGeom>
              <a:avLst/>
              <a:pathLst>
                <a:path w="3012" h="4373">
                  <a:moveTo>
                    <a:pt x="0" y="4373"/>
                  </a:moveTo>
                  <a:lnTo>
                    <a:pt x="30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3" name="pl5083"/>
            <p:cNvSpPr/>
            <p:nvPr/>
          </p:nvSpPr>
          <p:spPr>
            <a:xfrm>
              <a:off x="6244959" y="3524034"/>
              <a:ext cx="2881" cy="4460"/>
            </a:xfrm>
            <a:custGeom>
              <a:avLst/>
              <a:pathLst>
                <a:path w="2881" h="4460">
                  <a:moveTo>
                    <a:pt x="0" y="4460"/>
                  </a:moveTo>
                  <a:lnTo>
                    <a:pt x="288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4" name="pl5084"/>
            <p:cNvSpPr/>
            <p:nvPr/>
          </p:nvSpPr>
          <p:spPr>
            <a:xfrm>
              <a:off x="6247840" y="3519490"/>
              <a:ext cx="2748" cy="4544"/>
            </a:xfrm>
            <a:custGeom>
              <a:avLst/>
              <a:pathLst>
                <a:path w="2748" h="4544">
                  <a:moveTo>
                    <a:pt x="0" y="4544"/>
                  </a:moveTo>
                  <a:lnTo>
                    <a:pt x="274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5" name="pl5085"/>
            <p:cNvSpPr/>
            <p:nvPr/>
          </p:nvSpPr>
          <p:spPr>
            <a:xfrm>
              <a:off x="6096787" y="3430085"/>
              <a:ext cx="32" cy="28"/>
            </a:xfrm>
            <a:custGeom>
              <a:avLst/>
              <a:pathLst>
                <a:path w="32" h="28">
                  <a:moveTo>
                    <a:pt x="0" y="28"/>
                  </a:moveTo>
                  <a:lnTo>
                    <a:pt x="3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6" name="pl5086"/>
            <p:cNvSpPr/>
            <p:nvPr/>
          </p:nvSpPr>
          <p:spPr>
            <a:xfrm>
              <a:off x="6096819" y="3430056"/>
              <a:ext cx="31" cy="29"/>
            </a:xfrm>
            <a:custGeom>
              <a:avLst/>
              <a:pathLst>
                <a:path w="31" h="29">
                  <a:moveTo>
                    <a:pt x="0" y="29"/>
                  </a:moveTo>
                  <a:lnTo>
                    <a:pt x="3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7" name="pl5087"/>
            <p:cNvSpPr/>
            <p:nvPr/>
          </p:nvSpPr>
          <p:spPr>
            <a:xfrm>
              <a:off x="6096851" y="3430026"/>
              <a:ext cx="30" cy="29"/>
            </a:xfrm>
            <a:custGeom>
              <a:avLst/>
              <a:pathLst>
                <a:path w="30" h="29">
                  <a:moveTo>
                    <a:pt x="0" y="29"/>
                  </a:moveTo>
                  <a:lnTo>
                    <a:pt x="3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8" name="pl5088"/>
            <p:cNvSpPr/>
            <p:nvPr/>
          </p:nvSpPr>
          <p:spPr>
            <a:xfrm>
              <a:off x="6096882" y="3429995"/>
              <a:ext cx="29" cy="30"/>
            </a:xfrm>
            <a:custGeom>
              <a:avLst/>
              <a:pathLst>
                <a:path w="29" h="30">
                  <a:moveTo>
                    <a:pt x="0" y="30"/>
                  </a:moveTo>
                  <a:lnTo>
                    <a:pt x="2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9" name="pl5089"/>
            <p:cNvSpPr/>
            <p:nvPr/>
          </p:nvSpPr>
          <p:spPr>
            <a:xfrm>
              <a:off x="6096911" y="3429964"/>
              <a:ext cx="28" cy="31"/>
            </a:xfrm>
            <a:custGeom>
              <a:avLst/>
              <a:pathLst>
                <a:path w="28" h="31">
                  <a:moveTo>
                    <a:pt x="0" y="31"/>
                  </a:moveTo>
                  <a:lnTo>
                    <a:pt x="2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0" name="pl5090"/>
            <p:cNvSpPr/>
            <p:nvPr/>
          </p:nvSpPr>
          <p:spPr>
            <a:xfrm>
              <a:off x="6096940" y="3429931"/>
              <a:ext cx="27" cy="32"/>
            </a:xfrm>
            <a:custGeom>
              <a:avLst/>
              <a:pathLst>
                <a:path w="27" h="32">
                  <a:moveTo>
                    <a:pt x="0" y="32"/>
                  </a:moveTo>
                  <a:lnTo>
                    <a:pt x="2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1" name="pl5091"/>
            <p:cNvSpPr/>
            <p:nvPr/>
          </p:nvSpPr>
          <p:spPr>
            <a:xfrm>
              <a:off x="6096968" y="3429898"/>
              <a:ext cx="26" cy="33"/>
            </a:xfrm>
            <a:custGeom>
              <a:avLst/>
              <a:pathLst>
                <a:path w="26" h="33">
                  <a:moveTo>
                    <a:pt x="0" y="33"/>
                  </a:moveTo>
                  <a:lnTo>
                    <a:pt x="2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2" name="pl5092"/>
            <p:cNvSpPr/>
            <p:nvPr/>
          </p:nvSpPr>
          <p:spPr>
            <a:xfrm>
              <a:off x="6096995" y="3429863"/>
              <a:ext cx="25" cy="34"/>
            </a:xfrm>
            <a:custGeom>
              <a:avLst/>
              <a:pathLst>
                <a:path w="25" h="34">
                  <a:moveTo>
                    <a:pt x="0" y="34"/>
                  </a:moveTo>
                  <a:lnTo>
                    <a:pt x="25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3" name="pl5093"/>
            <p:cNvSpPr/>
            <p:nvPr/>
          </p:nvSpPr>
          <p:spPr>
            <a:xfrm>
              <a:off x="6097021" y="3429829"/>
              <a:ext cx="24" cy="34"/>
            </a:xfrm>
            <a:custGeom>
              <a:avLst/>
              <a:pathLst>
                <a:path w="24" h="34">
                  <a:moveTo>
                    <a:pt x="0" y="34"/>
                  </a:moveTo>
                  <a:lnTo>
                    <a:pt x="2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4" name="pl5094"/>
            <p:cNvSpPr/>
            <p:nvPr/>
          </p:nvSpPr>
          <p:spPr>
            <a:xfrm>
              <a:off x="6097046" y="3429793"/>
              <a:ext cx="23" cy="35"/>
            </a:xfrm>
            <a:custGeom>
              <a:avLst/>
              <a:pathLst>
                <a:path w="23" h="35">
                  <a:moveTo>
                    <a:pt x="0" y="35"/>
                  </a:moveTo>
                  <a:lnTo>
                    <a:pt x="2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5" name="pl5095"/>
            <p:cNvSpPr/>
            <p:nvPr/>
          </p:nvSpPr>
          <p:spPr>
            <a:xfrm>
              <a:off x="6097070" y="3429757"/>
              <a:ext cx="22" cy="36"/>
            </a:xfrm>
            <a:custGeom>
              <a:avLst/>
              <a:pathLst>
                <a:path w="22" h="36">
                  <a:moveTo>
                    <a:pt x="0" y="36"/>
                  </a:moveTo>
                  <a:lnTo>
                    <a:pt x="2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6" name="pl5096"/>
            <p:cNvSpPr/>
            <p:nvPr/>
          </p:nvSpPr>
          <p:spPr>
            <a:xfrm>
              <a:off x="6097092" y="3429720"/>
              <a:ext cx="21" cy="36"/>
            </a:xfrm>
            <a:custGeom>
              <a:avLst/>
              <a:pathLst>
                <a:path w="21" h="36">
                  <a:moveTo>
                    <a:pt x="0" y="36"/>
                  </a:moveTo>
                  <a:lnTo>
                    <a:pt x="2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7" name="pl5097"/>
            <p:cNvSpPr/>
            <p:nvPr/>
          </p:nvSpPr>
          <p:spPr>
            <a:xfrm>
              <a:off x="6097114" y="3429682"/>
              <a:ext cx="20" cy="37"/>
            </a:xfrm>
            <a:custGeom>
              <a:avLst/>
              <a:pathLst>
                <a:path w="20" h="37">
                  <a:moveTo>
                    <a:pt x="0" y="37"/>
                  </a:moveTo>
                  <a:lnTo>
                    <a:pt x="2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8" name="pl5098"/>
            <p:cNvSpPr/>
            <p:nvPr/>
          </p:nvSpPr>
          <p:spPr>
            <a:xfrm>
              <a:off x="6097135" y="3429644"/>
              <a:ext cx="19" cy="38"/>
            </a:xfrm>
            <a:custGeom>
              <a:avLst/>
              <a:pathLst>
                <a:path w="19" h="38">
                  <a:moveTo>
                    <a:pt x="0" y="38"/>
                  </a:moveTo>
                  <a:lnTo>
                    <a:pt x="19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9" name="pl5099"/>
            <p:cNvSpPr/>
            <p:nvPr/>
          </p:nvSpPr>
          <p:spPr>
            <a:xfrm>
              <a:off x="6097154" y="3429605"/>
              <a:ext cx="18" cy="38"/>
            </a:xfrm>
            <a:custGeom>
              <a:avLst/>
              <a:pathLst>
                <a:path w="18" h="38">
                  <a:moveTo>
                    <a:pt x="0" y="38"/>
                  </a:moveTo>
                  <a:lnTo>
                    <a:pt x="1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0" name="pl5100"/>
            <p:cNvSpPr/>
            <p:nvPr/>
          </p:nvSpPr>
          <p:spPr>
            <a:xfrm>
              <a:off x="6097173" y="3429566"/>
              <a:ext cx="17" cy="39"/>
            </a:xfrm>
            <a:custGeom>
              <a:avLst/>
              <a:pathLst>
                <a:path w="17" h="39">
                  <a:moveTo>
                    <a:pt x="0" y="39"/>
                  </a:moveTo>
                  <a:lnTo>
                    <a:pt x="1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1" name="pl5101"/>
            <p:cNvSpPr/>
            <p:nvPr/>
          </p:nvSpPr>
          <p:spPr>
            <a:xfrm>
              <a:off x="6097190" y="3429526"/>
              <a:ext cx="16" cy="39"/>
            </a:xfrm>
            <a:custGeom>
              <a:avLst/>
              <a:pathLst>
                <a:path w="16" h="39">
                  <a:moveTo>
                    <a:pt x="0" y="39"/>
                  </a:moveTo>
                  <a:lnTo>
                    <a:pt x="16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2" name="pl5102"/>
            <p:cNvSpPr/>
            <p:nvPr/>
          </p:nvSpPr>
          <p:spPr>
            <a:xfrm>
              <a:off x="6097206" y="3429486"/>
              <a:ext cx="14" cy="40"/>
            </a:xfrm>
            <a:custGeom>
              <a:avLst/>
              <a:pathLst>
                <a:path w="14" h="40">
                  <a:moveTo>
                    <a:pt x="0" y="40"/>
                  </a:moveTo>
                  <a:lnTo>
                    <a:pt x="14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3" name="pl5103"/>
            <p:cNvSpPr/>
            <p:nvPr/>
          </p:nvSpPr>
          <p:spPr>
            <a:xfrm>
              <a:off x="6097221" y="3429445"/>
              <a:ext cx="13" cy="40"/>
            </a:xfrm>
            <a:custGeom>
              <a:avLst/>
              <a:pathLst>
                <a:path w="13" h="40">
                  <a:moveTo>
                    <a:pt x="0" y="40"/>
                  </a:moveTo>
                  <a:lnTo>
                    <a:pt x="13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4" name="pl5104"/>
            <p:cNvSpPr/>
            <p:nvPr/>
          </p:nvSpPr>
          <p:spPr>
            <a:xfrm>
              <a:off x="6097235" y="3429404"/>
              <a:ext cx="12" cy="41"/>
            </a:xfrm>
            <a:custGeom>
              <a:avLst/>
              <a:pathLst>
                <a:path w="12" h="41">
                  <a:moveTo>
                    <a:pt x="0" y="41"/>
                  </a:moveTo>
                  <a:lnTo>
                    <a:pt x="12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5" name="pl5105"/>
            <p:cNvSpPr/>
            <p:nvPr/>
          </p:nvSpPr>
          <p:spPr>
            <a:xfrm>
              <a:off x="6097247" y="3429363"/>
              <a:ext cx="11" cy="41"/>
            </a:xfrm>
            <a:custGeom>
              <a:avLst/>
              <a:pathLst>
                <a:path w="11" h="41">
                  <a:moveTo>
                    <a:pt x="0" y="41"/>
                  </a:moveTo>
                  <a:lnTo>
                    <a:pt x="11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6" name="pl5106"/>
            <p:cNvSpPr/>
            <p:nvPr/>
          </p:nvSpPr>
          <p:spPr>
            <a:xfrm>
              <a:off x="6097258" y="3429321"/>
              <a:ext cx="10" cy="41"/>
            </a:xfrm>
            <a:custGeom>
              <a:avLst/>
              <a:pathLst>
                <a:path w="10" h="41">
                  <a:moveTo>
                    <a:pt x="0" y="41"/>
                  </a:moveTo>
                  <a:lnTo>
                    <a:pt x="10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7" name="pl5107"/>
            <p:cNvSpPr/>
            <p:nvPr/>
          </p:nvSpPr>
          <p:spPr>
            <a:xfrm>
              <a:off x="6097268" y="3429279"/>
              <a:ext cx="8" cy="41"/>
            </a:xfrm>
            <a:custGeom>
              <a:avLst/>
              <a:pathLst>
                <a:path w="8" h="41">
                  <a:moveTo>
                    <a:pt x="0" y="41"/>
                  </a:moveTo>
                  <a:lnTo>
                    <a:pt x="8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8" name="pl5108"/>
            <p:cNvSpPr/>
            <p:nvPr/>
          </p:nvSpPr>
          <p:spPr>
            <a:xfrm>
              <a:off x="6097277" y="3429237"/>
              <a:ext cx="7" cy="42"/>
            </a:xfrm>
            <a:custGeom>
              <a:avLst/>
              <a:pathLst>
                <a:path w="7" h="42">
                  <a:moveTo>
                    <a:pt x="0" y="42"/>
                  </a:moveTo>
                  <a:lnTo>
                    <a:pt x="7" y="0"/>
                  </a:lnTo>
                </a:path>
              </a:pathLst>
            </a:custGeom>
            <a:ln w="3810" cap="rnd">
              <a:solidFill>
                <a:srgbClr val="C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9" name="pl5109"/>
            <p:cNvSpPr/>
            <p:nvPr/>
          </p:nvSpPr>
          <p:spPr>
            <a:xfrm>
              <a:off x="5209447" y="3656935"/>
              <a:ext cx="51538" cy="102154"/>
            </a:xfrm>
            <a:custGeom>
              <a:avLst/>
              <a:pathLst>
                <a:path w="51538" h="102154">
                  <a:moveTo>
                    <a:pt x="51538" y="1021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0" name="pl5110"/>
            <p:cNvSpPr/>
            <p:nvPr/>
          </p:nvSpPr>
          <p:spPr>
            <a:xfrm>
              <a:off x="5168580" y="3473912"/>
              <a:ext cx="40866" cy="183023"/>
            </a:xfrm>
            <a:custGeom>
              <a:avLst/>
              <a:pathLst>
                <a:path w="40866" h="183023">
                  <a:moveTo>
                    <a:pt x="40866" y="1830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1" name="pl5111"/>
            <p:cNvSpPr/>
            <p:nvPr/>
          </p:nvSpPr>
          <p:spPr>
            <a:xfrm>
              <a:off x="5168580" y="3136465"/>
              <a:ext cx="30864" cy="337446"/>
            </a:xfrm>
            <a:custGeom>
              <a:avLst/>
              <a:pathLst>
                <a:path w="30864" h="337446">
                  <a:moveTo>
                    <a:pt x="0" y="337446"/>
                  </a:moveTo>
                  <a:lnTo>
                    <a:pt x="3086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2" name="pl5112"/>
            <p:cNvSpPr/>
            <p:nvPr/>
          </p:nvSpPr>
          <p:spPr>
            <a:xfrm>
              <a:off x="5199445" y="2555049"/>
              <a:ext cx="271994" cy="581415"/>
            </a:xfrm>
            <a:custGeom>
              <a:avLst/>
              <a:pathLst>
                <a:path w="271994" h="581415">
                  <a:moveTo>
                    <a:pt x="0" y="581415"/>
                  </a:moveTo>
                  <a:lnTo>
                    <a:pt x="27199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3" name="pl5113"/>
            <p:cNvSpPr/>
            <p:nvPr/>
          </p:nvSpPr>
          <p:spPr>
            <a:xfrm>
              <a:off x="5471439" y="1830683"/>
              <a:ext cx="809108" cy="724365"/>
            </a:xfrm>
            <a:custGeom>
              <a:avLst/>
              <a:pathLst>
                <a:path w="809108" h="724365">
                  <a:moveTo>
                    <a:pt x="0" y="724365"/>
                  </a:moveTo>
                  <a:lnTo>
                    <a:pt x="8091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4" name="pl5114"/>
            <p:cNvSpPr/>
            <p:nvPr/>
          </p:nvSpPr>
          <p:spPr>
            <a:xfrm>
              <a:off x="6280548" y="1819620"/>
              <a:ext cx="171384" cy="11063"/>
            </a:xfrm>
            <a:custGeom>
              <a:avLst/>
              <a:pathLst>
                <a:path w="171384" h="11063">
                  <a:moveTo>
                    <a:pt x="0" y="11063"/>
                  </a:moveTo>
                  <a:lnTo>
                    <a:pt x="1713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5" name="pl5115"/>
            <p:cNvSpPr/>
            <p:nvPr/>
          </p:nvSpPr>
          <p:spPr>
            <a:xfrm>
              <a:off x="6451932" y="1819620"/>
              <a:ext cx="158512" cy="17406"/>
            </a:xfrm>
            <a:custGeom>
              <a:avLst/>
              <a:pathLst>
                <a:path w="158512" h="17406">
                  <a:moveTo>
                    <a:pt x="0" y="0"/>
                  </a:moveTo>
                  <a:lnTo>
                    <a:pt x="158512" y="1740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6" name="pl5116"/>
            <p:cNvSpPr/>
            <p:nvPr/>
          </p:nvSpPr>
          <p:spPr>
            <a:xfrm>
              <a:off x="6610445" y="1837027"/>
              <a:ext cx="185492" cy="53178"/>
            </a:xfrm>
            <a:custGeom>
              <a:avLst/>
              <a:pathLst>
                <a:path w="185492" h="53178">
                  <a:moveTo>
                    <a:pt x="0" y="0"/>
                  </a:moveTo>
                  <a:lnTo>
                    <a:pt x="185492" y="531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7" name="pl5117"/>
            <p:cNvSpPr/>
            <p:nvPr/>
          </p:nvSpPr>
          <p:spPr>
            <a:xfrm>
              <a:off x="6795937" y="1890205"/>
              <a:ext cx="235114" cy="71347"/>
            </a:xfrm>
            <a:custGeom>
              <a:avLst/>
              <a:pathLst>
                <a:path w="235114" h="71347">
                  <a:moveTo>
                    <a:pt x="0" y="0"/>
                  </a:moveTo>
                  <a:lnTo>
                    <a:pt x="235114" y="713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8" name="pl5118"/>
            <p:cNvSpPr/>
            <p:nvPr/>
          </p:nvSpPr>
          <p:spPr>
            <a:xfrm>
              <a:off x="7031052" y="1961552"/>
              <a:ext cx="248136" cy="156074"/>
            </a:xfrm>
            <a:custGeom>
              <a:avLst/>
              <a:pathLst>
                <a:path w="248136" h="156074">
                  <a:moveTo>
                    <a:pt x="0" y="0"/>
                  </a:moveTo>
                  <a:lnTo>
                    <a:pt x="248136" y="1560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9" name="pl5119"/>
            <p:cNvSpPr/>
            <p:nvPr/>
          </p:nvSpPr>
          <p:spPr>
            <a:xfrm>
              <a:off x="7279188" y="2117627"/>
              <a:ext cx="291403" cy="150047"/>
            </a:xfrm>
            <a:custGeom>
              <a:avLst/>
              <a:pathLst>
                <a:path w="291403" h="150047">
                  <a:moveTo>
                    <a:pt x="0" y="0"/>
                  </a:moveTo>
                  <a:lnTo>
                    <a:pt x="291403" y="1500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0" name="pl5120"/>
            <p:cNvSpPr/>
            <p:nvPr/>
          </p:nvSpPr>
          <p:spPr>
            <a:xfrm>
              <a:off x="7570592" y="2267675"/>
              <a:ext cx="127577" cy="123294"/>
            </a:xfrm>
            <a:custGeom>
              <a:avLst/>
              <a:pathLst>
                <a:path w="127577" h="123294">
                  <a:moveTo>
                    <a:pt x="0" y="0"/>
                  </a:moveTo>
                  <a:lnTo>
                    <a:pt x="127577" y="1232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1" name="pl5121"/>
            <p:cNvSpPr/>
            <p:nvPr/>
          </p:nvSpPr>
          <p:spPr>
            <a:xfrm>
              <a:off x="7698170" y="2390969"/>
              <a:ext cx="133359" cy="139753"/>
            </a:xfrm>
            <a:custGeom>
              <a:avLst/>
              <a:pathLst>
                <a:path w="133359" h="139753">
                  <a:moveTo>
                    <a:pt x="0" y="0"/>
                  </a:moveTo>
                  <a:lnTo>
                    <a:pt x="133359" y="139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2" name="pl5122"/>
            <p:cNvSpPr/>
            <p:nvPr/>
          </p:nvSpPr>
          <p:spPr>
            <a:xfrm>
              <a:off x="7831530" y="2530723"/>
              <a:ext cx="78119" cy="121082"/>
            </a:xfrm>
            <a:custGeom>
              <a:avLst/>
              <a:pathLst>
                <a:path w="78119" h="121082">
                  <a:moveTo>
                    <a:pt x="0" y="0"/>
                  </a:moveTo>
                  <a:lnTo>
                    <a:pt x="78119" y="12108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3" name="pl5123"/>
            <p:cNvSpPr/>
            <p:nvPr/>
          </p:nvSpPr>
          <p:spPr>
            <a:xfrm>
              <a:off x="7909649" y="2651806"/>
              <a:ext cx="95486" cy="140507"/>
            </a:xfrm>
            <a:custGeom>
              <a:avLst/>
              <a:pathLst>
                <a:path w="95486" h="140507">
                  <a:moveTo>
                    <a:pt x="0" y="0"/>
                  </a:moveTo>
                  <a:lnTo>
                    <a:pt x="95486" y="14050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4" name="pl5124"/>
            <p:cNvSpPr/>
            <p:nvPr/>
          </p:nvSpPr>
          <p:spPr>
            <a:xfrm>
              <a:off x="8005136" y="2792313"/>
              <a:ext cx="53729" cy="91109"/>
            </a:xfrm>
            <a:custGeom>
              <a:avLst/>
              <a:pathLst>
                <a:path w="53729" h="91109">
                  <a:moveTo>
                    <a:pt x="0" y="0"/>
                  </a:moveTo>
                  <a:lnTo>
                    <a:pt x="53729" y="911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5" name="pl5125"/>
            <p:cNvSpPr/>
            <p:nvPr/>
          </p:nvSpPr>
          <p:spPr>
            <a:xfrm>
              <a:off x="8058866" y="2883423"/>
              <a:ext cx="29061" cy="78219"/>
            </a:xfrm>
            <a:custGeom>
              <a:avLst/>
              <a:pathLst>
                <a:path w="29061" h="78219">
                  <a:moveTo>
                    <a:pt x="0" y="0"/>
                  </a:moveTo>
                  <a:lnTo>
                    <a:pt x="29061" y="782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6" name="pl5126"/>
            <p:cNvSpPr/>
            <p:nvPr/>
          </p:nvSpPr>
          <p:spPr>
            <a:xfrm>
              <a:off x="8087927" y="2961643"/>
              <a:ext cx="26501" cy="115118"/>
            </a:xfrm>
            <a:custGeom>
              <a:avLst/>
              <a:pathLst>
                <a:path w="26501" h="115118">
                  <a:moveTo>
                    <a:pt x="0" y="0"/>
                  </a:moveTo>
                  <a:lnTo>
                    <a:pt x="26501" y="1151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7" name="pl5127"/>
            <p:cNvSpPr/>
            <p:nvPr/>
          </p:nvSpPr>
          <p:spPr>
            <a:xfrm>
              <a:off x="8114428" y="3076762"/>
              <a:ext cx="65709" cy="148111"/>
            </a:xfrm>
            <a:custGeom>
              <a:avLst/>
              <a:pathLst>
                <a:path w="65709" h="148111">
                  <a:moveTo>
                    <a:pt x="0" y="0"/>
                  </a:moveTo>
                  <a:lnTo>
                    <a:pt x="65709" y="1481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8" name="pl5128"/>
            <p:cNvSpPr/>
            <p:nvPr/>
          </p:nvSpPr>
          <p:spPr>
            <a:xfrm>
              <a:off x="8180137" y="3224873"/>
              <a:ext cx="24753" cy="71518"/>
            </a:xfrm>
            <a:custGeom>
              <a:avLst/>
              <a:pathLst>
                <a:path w="24753" h="71518">
                  <a:moveTo>
                    <a:pt x="0" y="0"/>
                  </a:moveTo>
                  <a:lnTo>
                    <a:pt x="24753" y="715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9" name="pl5129"/>
            <p:cNvSpPr/>
            <p:nvPr/>
          </p:nvSpPr>
          <p:spPr>
            <a:xfrm>
              <a:off x="8204890" y="3246703"/>
              <a:ext cx="21154" cy="49688"/>
            </a:xfrm>
            <a:custGeom>
              <a:avLst/>
              <a:pathLst>
                <a:path w="21154" h="49688">
                  <a:moveTo>
                    <a:pt x="0" y="49688"/>
                  </a:moveTo>
                  <a:lnTo>
                    <a:pt x="211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0" name="pl5130"/>
            <p:cNvSpPr/>
            <p:nvPr/>
          </p:nvSpPr>
          <p:spPr>
            <a:xfrm>
              <a:off x="8226044" y="3246703"/>
              <a:ext cx="4029" cy="13412"/>
            </a:xfrm>
            <a:custGeom>
              <a:avLst/>
              <a:pathLst>
                <a:path w="4029" h="13412">
                  <a:moveTo>
                    <a:pt x="0" y="0"/>
                  </a:moveTo>
                  <a:lnTo>
                    <a:pt x="4029" y="134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1" name="pl5131"/>
            <p:cNvSpPr/>
            <p:nvPr/>
          </p:nvSpPr>
          <p:spPr>
            <a:xfrm>
              <a:off x="8230074" y="3260116"/>
              <a:ext cx="3608" cy="8893"/>
            </a:xfrm>
            <a:custGeom>
              <a:avLst/>
              <a:pathLst>
                <a:path w="3608" h="8893">
                  <a:moveTo>
                    <a:pt x="0" y="0"/>
                  </a:moveTo>
                  <a:lnTo>
                    <a:pt x="3608" y="889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2" name="pl5132"/>
            <p:cNvSpPr/>
            <p:nvPr/>
          </p:nvSpPr>
          <p:spPr>
            <a:xfrm>
              <a:off x="8233682" y="3269009"/>
              <a:ext cx="1790" cy="4457"/>
            </a:xfrm>
            <a:custGeom>
              <a:avLst/>
              <a:pathLst>
                <a:path w="1790" h="4457">
                  <a:moveTo>
                    <a:pt x="0" y="0"/>
                  </a:moveTo>
                  <a:lnTo>
                    <a:pt x="1790" y="44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3" name="pl5133"/>
            <p:cNvSpPr/>
            <p:nvPr/>
          </p:nvSpPr>
          <p:spPr>
            <a:xfrm>
              <a:off x="8114428" y="2913361"/>
              <a:ext cx="18727" cy="163400"/>
            </a:xfrm>
            <a:custGeom>
              <a:avLst/>
              <a:pathLst>
                <a:path w="18727" h="163400">
                  <a:moveTo>
                    <a:pt x="0" y="163400"/>
                  </a:moveTo>
                  <a:lnTo>
                    <a:pt x="1872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4" name="pl5134"/>
            <p:cNvSpPr/>
            <p:nvPr/>
          </p:nvSpPr>
          <p:spPr>
            <a:xfrm>
              <a:off x="8133155" y="2913361"/>
              <a:ext cx="23072" cy="46084"/>
            </a:xfrm>
            <a:custGeom>
              <a:avLst/>
              <a:pathLst>
                <a:path w="23072" h="46084">
                  <a:moveTo>
                    <a:pt x="0" y="0"/>
                  </a:moveTo>
                  <a:lnTo>
                    <a:pt x="23072" y="460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5" name="pl5135"/>
            <p:cNvSpPr/>
            <p:nvPr/>
          </p:nvSpPr>
          <p:spPr>
            <a:xfrm>
              <a:off x="8156227" y="2959446"/>
              <a:ext cx="17711" cy="33200"/>
            </a:xfrm>
            <a:custGeom>
              <a:avLst/>
              <a:pathLst>
                <a:path w="17711" h="33200">
                  <a:moveTo>
                    <a:pt x="0" y="0"/>
                  </a:moveTo>
                  <a:lnTo>
                    <a:pt x="17711" y="332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6" name="pl5136"/>
            <p:cNvSpPr/>
            <p:nvPr/>
          </p:nvSpPr>
          <p:spPr>
            <a:xfrm>
              <a:off x="8173939" y="2992647"/>
              <a:ext cx="6527" cy="17285"/>
            </a:xfrm>
            <a:custGeom>
              <a:avLst/>
              <a:pathLst>
                <a:path w="6527" h="17285">
                  <a:moveTo>
                    <a:pt x="0" y="0"/>
                  </a:moveTo>
                  <a:lnTo>
                    <a:pt x="6527" y="172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7" name="pl5137"/>
            <p:cNvSpPr/>
            <p:nvPr/>
          </p:nvSpPr>
          <p:spPr>
            <a:xfrm>
              <a:off x="8180466" y="3009933"/>
              <a:ext cx="6404" cy="17470"/>
            </a:xfrm>
            <a:custGeom>
              <a:avLst/>
              <a:pathLst>
                <a:path w="6404" h="17470">
                  <a:moveTo>
                    <a:pt x="0" y="0"/>
                  </a:moveTo>
                  <a:lnTo>
                    <a:pt x="6404" y="174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8" name="pl5138"/>
            <p:cNvSpPr/>
            <p:nvPr/>
          </p:nvSpPr>
          <p:spPr>
            <a:xfrm>
              <a:off x="8186871" y="3027403"/>
              <a:ext cx="6296" cy="17759"/>
            </a:xfrm>
            <a:custGeom>
              <a:avLst/>
              <a:pathLst>
                <a:path w="6296" h="17759">
                  <a:moveTo>
                    <a:pt x="0" y="0"/>
                  </a:moveTo>
                  <a:lnTo>
                    <a:pt x="6296" y="177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9" name="pl5139"/>
            <p:cNvSpPr/>
            <p:nvPr/>
          </p:nvSpPr>
          <p:spPr>
            <a:xfrm>
              <a:off x="8193167" y="3045163"/>
              <a:ext cx="6218" cy="18259"/>
            </a:xfrm>
            <a:custGeom>
              <a:avLst/>
              <a:pathLst>
                <a:path w="6218" h="18259">
                  <a:moveTo>
                    <a:pt x="0" y="0"/>
                  </a:moveTo>
                  <a:lnTo>
                    <a:pt x="6218" y="182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0" name="pl5140"/>
            <p:cNvSpPr/>
            <p:nvPr/>
          </p:nvSpPr>
          <p:spPr>
            <a:xfrm>
              <a:off x="8199385" y="3063423"/>
              <a:ext cx="7265" cy="16695"/>
            </a:xfrm>
            <a:custGeom>
              <a:avLst/>
              <a:pathLst>
                <a:path w="7265" h="16695">
                  <a:moveTo>
                    <a:pt x="0" y="0"/>
                  </a:moveTo>
                  <a:lnTo>
                    <a:pt x="7265" y="16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1" name="pl5141"/>
            <p:cNvSpPr/>
            <p:nvPr/>
          </p:nvSpPr>
          <p:spPr>
            <a:xfrm>
              <a:off x="8206650" y="3080119"/>
              <a:ext cx="4528" cy="9678"/>
            </a:xfrm>
            <a:custGeom>
              <a:avLst/>
              <a:pathLst>
                <a:path w="4528" h="9678">
                  <a:moveTo>
                    <a:pt x="0" y="0"/>
                  </a:moveTo>
                  <a:lnTo>
                    <a:pt x="4528" y="96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2" name="pl5142"/>
            <p:cNvSpPr/>
            <p:nvPr/>
          </p:nvSpPr>
          <p:spPr>
            <a:xfrm>
              <a:off x="8211179" y="3089797"/>
              <a:ext cx="2514" cy="6547"/>
            </a:xfrm>
            <a:custGeom>
              <a:avLst/>
              <a:pathLst>
                <a:path w="2514" h="6547">
                  <a:moveTo>
                    <a:pt x="0" y="0"/>
                  </a:moveTo>
                  <a:lnTo>
                    <a:pt x="2514" y="65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3" name="pl5143"/>
            <p:cNvSpPr/>
            <p:nvPr/>
          </p:nvSpPr>
          <p:spPr>
            <a:xfrm>
              <a:off x="8213694" y="3096345"/>
              <a:ext cx="2145" cy="4297"/>
            </a:xfrm>
            <a:custGeom>
              <a:avLst/>
              <a:pathLst>
                <a:path w="2145" h="4297">
                  <a:moveTo>
                    <a:pt x="0" y="0"/>
                  </a:moveTo>
                  <a:lnTo>
                    <a:pt x="2145" y="4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4" name="pl5144"/>
            <p:cNvSpPr/>
            <p:nvPr/>
          </p:nvSpPr>
          <p:spPr>
            <a:xfrm>
              <a:off x="8186871" y="3006276"/>
              <a:ext cx="10699" cy="21127"/>
            </a:xfrm>
            <a:custGeom>
              <a:avLst/>
              <a:pathLst>
                <a:path w="10699" h="21127">
                  <a:moveTo>
                    <a:pt x="0" y="21127"/>
                  </a:moveTo>
                  <a:lnTo>
                    <a:pt x="1069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5" name="pl5145"/>
            <p:cNvSpPr/>
            <p:nvPr/>
          </p:nvSpPr>
          <p:spPr>
            <a:xfrm>
              <a:off x="8197570" y="3001501"/>
              <a:ext cx="521" cy="4775"/>
            </a:xfrm>
            <a:custGeom>
              <a:avLst/>
              <a:pathLst>
                <a:path w="521" h="4775">
                  <a:moveTo>
                    <a:pt x="0" y="4775"/>
                  </a:moveTo>
                  <a:lnTo>
                    <a:pt x="52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6" name="pl5146"/>
            <p:cNvSpPr/>
            <p:nvPr/>
          </p:nvSpPr>
          <p:spPr>
            <a:xfrm>
              <a:off x="8173939" y="2970455"/>
              <a:ext cx="16107" cy="22192"/>
            </a:xfrm>
            <a:custGeom>
              <a:avLst/>
              <a:pathLst>
                <a:path w="16107" h="22192">
                  <a:moveTo>
                    <a:pt x="0" y="22192"/>
                  </a:moveTo>
                  <a:lnTo>
                    <a:pt x="161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7" name="pl5147"/>
            <p:cNvSpPr/>
            <p:nvPr/>
          </p:nvSpPr>
          <p:spPr>
            <a:xfrm>
              <a:off x="8190046" y="2965671"/>
              <a:ext cx="439" cy="4783"/>
            </a:xfrm>
            <a:custGeom>
              <a:avLst/>
              <a:pathLst>
                <a:path w="439" h="4783">
                  <a:moveTo>
                    <a:pt x="0" y="4783"/>
                  </a:moveTo>
                  <a:lnTo>
                    <a:pt x="43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8" name="pl5148"/>
            <p:cNvSpPr/>
            <p:nvPr/>
          </p:nvSpPr>
          <p:spPr>
            <a:xfrm>
              <a:off x="8156227" y="2918717"/>
              <a:ext cx="14313" cy="40729"/>
            </a:xfrm>
            <a:custGeom>
              <a:avLst/>
              <a:pathLst>
                <a:path w="14313" h="40729">
                  <a:moveTo>
                    <a:pt x="0" y="40729"/>
                  </a:moveTo>
                  <a:lnTo>
                    <a:pt x="143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9" name="pl5149"/>
            <p:cNvSpPr/>
            <p:nvPr/>
          </p:nvSpPr>
          <p:spPr>
            <a:xfrm>
              <a:off x="8170541" y="2918717"/>
              <a:ext cx="4642" cy="12955"/>
            </a:xfrm>
            <a:custGeom>
              <a:avLst/>
              <a:pathLst>
                <a:path w="4642" h="12955">
                  <a:moveTo>
                    <a:pt x="0" y="0"/>
                  </a:moveTo>
                  <a:lnTo>
                    <a:pt x="4642" y="129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0" name="pl5150"/>
            <p:cNvSpPr/>
            <p:nvPr/>
          </p:nvSpPr>
          <p:spPr>
            <a:xfrm>
              <a:off x="8175183" y="2931672"/>
              <a:ext cx="5980" cy="12663"/>
            </a:xfrm>
            <a:custGeom>
              <a:avLst/>
              <a:pathLst>
                <a:path w="5980" h="12663">
                  <a:moveTo>
                    <a:pt x="0" y="0"/>
                  </a:moveTo>
                  <a:lnTo>
                    <a:pt x="5980" y="126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1" name="pl5151"/>
            <p:cNvSpPr/>
            <p:nvPr/>
          </p:nvSpPr>
          <p:spPr>
            <a:xfrm>
              <a:off x="8181164" y="2934767"/>
              <a:ext cx="748" cy="9568"/>
            </a:xfrm>
            <a:custGeom>
              <a:avLst/>
              <a:pathLst>
                <a:path w="748" h="9568">
                  <a:moveTo>
                    <a:pt x="0" y="9568"/>
                  </a:moveTo>
                  <a:lnTo>
                    <a:pt x="7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2" name="pl5152"/>
            <p:cNvSpPr/>
            <p:nvPr/>
          </p:nvSpPr>
          <p:spPr>
            <a:xfrm>
              <a:off x="8181912" y="2929977"/>
              <a:ext cx="357" cy="4790"/>
            </a:xfrm>
            <a:custGeom>
              <a:avLst/>
              <a:pathLst>
                <a:path w="357" h="4790">
                  <a:moveTo>
                    <a:pt x="0" y="4790"/>
                  </a:moveTo>
                  <a:lnTo>
                    <a:pt x="3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3" name="pl5153"/>
            <p:cNvSpPr/>
            <p:nvPr/>
          </p:nvSpPr>
          <p:spPr>
            <a:xfrm>
              <a:off x="8133155" y="2855982"/>
              <a:ext cx="19429" cy="57379"/>
            </a:xfrm>
            <a:custGeom>
              <a:avLst/>
              <a:pathLst>
                <a:path w="19429" h="57379">
                  <a:moveTo>
                    <a:pt x="0" y="57379"/>
                  </a:moveTo>
                  <a:lnTo>
                    <a:pt x="194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4" name="pl5154"/>
            <p:cNvSpPr/>
            <p:nvPr/>
          </p:nvSpPr>
          <p:spPr>
            <a:xfrm>
              <a:off x="8152585" y="2855982"/>
              <a:ext cx="8070" cy="12860"/>
            </a:xfrm>
            <a:custGeom>
              <a:avLst/>
              <a:pathLst>
                <a:path w="8070" h="12860">
                  <a:moveTo>
                    <a:pt x="0" y="0"/>
                  </a:moveTo>
                  <a:lnTo>
                    <a:pt x="8070" y="128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5" name="pl5155"/>
            <p:cNvSpPr/>
            <p:nvPr/>
          </p:nvSpPr>
          <p:spPr>
            <a:xfrm>
              <a:off x="8160655" y="2868842"/>
              <a:ext cx="3633" cy="7891"/>
            </a:xfrm>
            <a:custGeom>
              <a:avLst/>
              <a:pathLst>
                <a:path w="3633" h="7891">
                  <a:moveTo>
                    <a:pt x="0" y="0"/>
                  </a:moveTo>
                  <a:lnTo>
                    <a:pt x="3633" y="78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6" name="pl5156"/>
            <p:cNvSpPr/>
            <p:nvPr/>
          </p:nvSpPr>
          <p:spPr>
            <a:xfrm>
              <a:off x="8164288" y="2876733"/>
              <a:ext cx="3457" cy="7358"/>
            </a:xfrm>
            <a:custGeom>
              <a:avLst/>
              <a:pathLst>
                <a:path w="3457" h="7358">
                  <a:moveTo>
                    <a:pt x="0" y="0"/>
                  </a:moveTo>
                  <a:lnTo>
                    <a:pt x="3457" y="73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7" name="pl5157"/>
            <p:cNvSpPr/>
            <p:nvPr/>
          </p:nvSpPr>
          <p:spPr>
            <a:xfrm>
              <a:off x="8167745" y="2884092"/>
              <a:ext cx="3144" cy="6269"/>
            </a:xfrm>
            <a:custGeom>
              <a:avLst/>
              <a:pathLst>
                <a:path w="3144" h="6269">
                  <a:moveTo>
                    <a:pt x="0" y="0"/>
                  </a:moveTo>
                  <a:lnTo>
                    <a:pt x="3144" y="626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8" name="pl5158"/>
            <p:cNvSpPr/>
            <p:nvPr/>
          </p:nvSpPr>
          <p:spPr>
            <a:xfrm>
              <a:off x="8170890" y="2885565"/>
              <a:ext cx="255" cy="4796"/>
            </a:xfrm>
            <a:custGeom>
              <a:avLst/>
              <a:pathLst>
                <a:path w="255" h="4796">
                  <a:moveTo>
                    <a:pt x="0" y="4796"/>
                  </a:moveTo>
                  <a:lnTo>
                    <a:pt x="2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9" name="pl5159"/>
            <p:cNvSpPr/>
            <p:nvPr/>
          </p:nvSpPr>
          <p:spPr>
            <a:xfrm>
              <a:off x="8160655" y="2859035"/>
              <a:ext cx="3361" cy="9807"/>
            </a:xfrm>
            <a:custGeom>
              <a:avLst/>
              <a:pathLst>
                <a:path w="3361" h="9807">
                  <a:moveTo>
                    <a:pt x="0" y="9807"/>
                  </a:moveTo>
                  <a:lnTo>
                    <a:pt x="3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0" name="pl5160"/>
            <p:cNvSpPr/>
            <p:nvPr/>
          </p:nvSpPr>
          <p:spPr>
            <a:xfrm>
              <a:off x="8058866" y="2773265"/>
              <a:ext cx="71922" cy="110158"/>
            </a:xfrm>
            <a:custGeom>
              <a:avLst/>
              <a:pathLst>
                <a:path w="71922" h="110158">
                  <a:moveTo>
                    <a:pt x="0" y="110158"/>
                  </a:moveTo>
                  <a:lnTo>
                    <a:pt x="719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1" name="pl5161"/>
            <p:cNvSpPr/>
            <p:nvPr/>
          </p:nvSpPr>
          <p:spPr>
            <a:xfrm>
              <a:off x="8130788" y="2773265"/>
              <a:ext cx="4083" cy="7978"/>
            </a:xfrm>
            <a:custGeom>
              <a:avLst/>
              <a:pathLst>
                <a:path w="4083" h="7978">
                  <a:moveTo>
                    <a:pt x="0" y="0"/>
                  </a:moveTo>
                  <a:lnTo>
                    <a:pt x="4083" y="79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2" name="pl5162"/>
            <p:cNvSpPr/>
            <p:nvPr/>
          </p:nvSpPr>
          <p:spPr>
            <a:xfrm>
              <a:off x="8134871" y="2781244"/>
              <a:ext cx="3966" cy="7729"/>
            </a:xfrm>
            <a:custGeom>
              <a:avLst/>
              <a:pathLst>
                <a:path w="3966" h="7729">
                  <a:moveTo>
                    <a:pt x="0" y="0"/>
                  </a:moveTo>
                  <a:lnTo>
                    <a:pt x="3966" y="77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3" name="pl5163"/>
            <p:cNvSpPr/>
            <p:nvPr/>
          </p:nvSpPr>
          <p:spPr>
            <a:xfrm>
              <a:off x="8138838" y="2788973"/>
              <a:ext cx="3768" cy="7204"/>
            </a:xfrm>
            <a:custGeom>
              <a:avLst/>
              <a:pathLst>
                <a:path w="3768" h="7204">
                  <a:moveTo>
                    <a:pt x="0" y="0"/>
                  </a:moveTo>
                  <a:lnTo>
                    <a:pt x="3768" y="72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4" name="pl5164"/>
            <p:cNvSpPr/>
            <p:nvPr/>
          </p:nvSpPr>
          <p:spPr>
            <a:xfrm>
              <a:off x="8142606" y="2796177"/>
              <a:ext cx="3409" cy="6129"/>
            </a:xfrm>
            <a:custGeom>
              <a:avLst/>
              <a:pathLst>
                <a:path w="3409" h="6129">
                  <a:moveTo>
                    <a:pt x="0" y="0"/>
                  </a:moveTo>
                  <a:lnTo>
                    <a:pt x="3409" y="61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5" name="pl5165"/>
            <p:cNvSpPr/>
            <p:nvPr/>
          </p:nvSpPr>
          <p:spPr>
            <a:xfrm>
              <a:off x="8146015" y="2797503"/>
              <a:ext cx="50" cy="4803"/>
            </a:xfrm>
            <a:custGeom>
              <a:avLst/>
              <a:pathLst>
                <a:path w="50" h="4803">
                  <a:moveTo>
                    <a:pt x="0" y="4803"/>
                  </a:moveTo>
                  <a:lnTo>
                    <a:pt x="5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6" name="pl5166"/>
            <p:cNvSpPr/>
            <p:nvPr/>
          </p:nvSpPr>
          <p:spPr>
            <a:xfrm>
              <a:off x="8005136" y="2656415"/>
              <a:ext cx="67019" cy="135898"/>
            </a:xfrm>
            <a:custGeom>
              <a:avLst/>
              <a:pathLst>
                <a:path w="67019" h="135898">
                  <a:moveTo>
                    <a:pt x="0" y="135898"/>
                  </a:moveTo>
                  <a:lnTo>
                    <a:pt x="670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7" name="pl5167"/>
            <p:cNvSpPr/>
            <p:nvPr/>
          </p:nvSpPr>
          <p:spPr>
            <a:xfrm>
              <a:off x="8072155" y="2656415"/>
              <a:ext cx="13305" cy="30758"/>
            </a:xfrm>
            <a:custGeom>
              <a:avLst/>
              <a:pathLst>
                <a:path w="13305" h="30758">
                  <a:moveTo>
                    <a:pt x="0" y="0"/>
                  </a:moveTo>
                  <a:lnTo>
                    <a:pt x="13305" y="307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8" name="pl5168"/>
            <p:cNvSpPr/>
            <p:nvPr/>
          </p:nvSpPr>
          <p:spPr>
            <a:xfrm>
              <a:off x="8085461" y="2687173"/>
              <a:ext cx="24267" cy="32742"/>
            </a:xfrm>
            <a:custGeom>
              <a:avLst/>
              <a:pathLst>
                <a:path w="24267" h="32742">
                  <a:moveTo>
                    <a:pt x="0" y="0"/>
                  </a:moveTo>
                  <a:lnTo>
                    <a:pt x="24267" y="327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9" name="pl5169"/>
            <p:cNvSpPr/>
            <p:nvPr/>
          </p:nvSpPr>
          <p:spPr>
            <a:xfrm>
              <a:off x="8109728" y="2719915"/>
              <a:ext cx="9931" cy="15261"/>
            </a:xfrm>
            <a:custGeom>
              <a:avLst/>
              <a:pathLst>
                <a:path w="9931" h="15261">
                  <a:moveTo>
                    <a:pt x="0" y="0"/>
                  </a:moveTo>
                  <a:lnTo>
                    <a:pt x="9931" y="152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0" name="pl5170"/>
            <p:cNvSpPr/>
            <p:nvPr/>
          </p:nvSpPr>
          <p:spPr>
            <a:xfrm>
              <a:off x="8119659" y="2735177"/>
              <a:ext cx="6070" cy="8794"/>
            </a:xfrm>
            <a:custGeom>
              <a:avLst/>
              <a:pathLst>
                <a:path w="6070" h="8794">
                  <a:moveTo>
                    <a:pt x="0" y="0"/>
                  </a:moveTo>
                  <a:lnTo>
                    <a:pt x="6070" y="87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1" name="pl5171"/>
            <p:cNvSpPr/>
            <p:nvPr/>
          </p:nvSpPr>
          <p:spPr>
            <a:xfrm>
              <a:off x="8125730" y="2743971"/>
              <a:ext cx="3564" cy="6040"/>
            </a:xfrm>
            <a:custGeom>
              <a:avLst/>
              <a:pathLst>
                <a:path w="3564" h="6040">
                  <a:moveTo>
                    <a:pt x="0" y="0"/>
                  </a:moveTo>
                  <a:lnTo>
                    <a:pt x="3564" y="604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2" name="pl5172"/>
            <p:cNvSpPr/>
            <p:nvPr/>
          </p:nvSpPr>
          <p:spPr>
            <a:xfrm>
              <a:off x="8129222" y="2745208"/>
              <a:ext cx="72" cy="4802"/>
            </a:xfrm>
            <a:custGeom>
              <a:avLst/>
              <a:pathLst>
                <a:path w="72" h="4802">
                  <a:moveTo>
                    <a:pt x="72" y="48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3" name="pl5173"/>
            <p:cNvSpPr/>
            <p:nvPr/>
          </p:nvSpPr>
          <p:spPr>
            <a:xfrm>
              <a:off x="8109728" y="2700808"/>
              <a:ext cx="920" cy="19107"/>
            </a:xfrm>
            <a:custGeom>
              <a:avLst/>
              <a:pathLst>
                <a:path w="920" h="19107">
                  <a:moveTo>
                    <a:pt x="0" y="19107"/>
                  </a:moveTo>
                  <a:lnTo>
                    <a:pt x="9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4" name="pl5174"/>
            <p:cNvSpPr/>
            <p:nvPr/>
          </p:nvSpPr>
          <p:spPr>
            <a:xfrm>
              <a:off x="8110648" y="2700808"/>
              <a:ext cx="3693" cy="5962"/>
            </a:xfrm>
            <a:custGeom>
              <a:avLst/>
              <a:pathLst>
                <a:path w="3693" h="5962">
                  <a:moveTo>
                    <a:pt x="0" y="0"/>
                  </a:moveTo>
                  <a:lnTo>
                    <a:pt x="3693" y="59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5" name="pl5175"/>
            <p:cNvSpPr/>
            <p:nvPr/>
          </p:nvSpPr>
          <p:spPr>
            <a:xfrm>
              <a:off x="8114167" y="2701970"/>
              <a:ext cx="174" cy="4800"/>
            </a:xfrm>
            <a:custGeom>
              <a:avLst/>
              <a:pathLst>
                <a:path w="174" h="4800">
                  <a:moveTo>
                    <a:pt x="174" y="48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6" name="pl5176"/>
            <p:cNvSpPr/>
            <p:nvPr/>
          </p:nvSpPr>
          <p:spPr>
            <a:xfrm>
              <a:off x="7909649" y="2441357"/>
              <a:ext cx="47811" cy="210448"/>
            </a:xfrm>
            <a:custGeom>
              <a:avLst/>
              <a:pathLst>
                <a:path w="47811" h="210448">
                  <a:moveTo>
                    <a:pt x="0" y="210448"/>
                  </a:moveTo>
                  <a:lnTo>
                    <a:pt x="4781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7" name="pl5177"/>
            <p:cNvSpPr/>
            <p:nvPr/>
          </p:nvSpPr>
          <p:spPr>
            <a:xfrm>
              <a:off x="7957461" y="2441357"/>
              <a:ext cx="16772" cy="29073"/>
            </a:xfrm>
            <a:custGeom>
              <a:avLst/>
              <a:pathLst>
                <a:path w="16772" h="29073">
                  <a:moveTo>
                    <a:pt x="0" y="0"/>
                  </a:moveTo>
                  <a:lnTo>
                    <a:pt x="16772" y="290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8" name="pl5178"/>
            <p:cNvSpPr/>
            <p:nvPr/>
          </p:nvSpPr>
          <p:spPr>
            <a:xfrm>
              <a:off x="7974233" y="2470430"/>
              <a:ext cx="26977" cy="34590"/>
            </a:xfrm>
            <a:custGeom>
              <a:avLst/>
              <a:pathLst>
                <a:path w="26977" h="34590">
                  <a:moveTo>
                    <a:pt x="0" y="0"/>
                  </a:moveTo>
                  <a:lnTo>
                    <a:pt x="26977" y="3459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9" name="pl5179"/>
            <p:cNvSpPr/>
            <p:nvPr/>
          </p:nvSpPr>
          <p:spPr>
            <a:xfrm>
              <a:off x="8001210" y="2505021"/>
              <a:ext cx="22094" cy="33038"/>
            </a:xfrm>
            <a:custGeom>
              <a:avLst/>
              <a:pathLst>
                <a:path w="22094" h="33038">
                  <a:moveTo>
                    <a:pt x="0" y="0"/>
                  </a:moveTo>
                  <a:lnTo>
                    <a:pt x="22094" y="330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0" name="pl5180"/>
            <p:cNvSpPr/>
            <p:nvPr/>
          </p:nvSpPr>
          <p:spPr>
            <a:xfrm>
              <a:off x="8023305" y="2538059"/>
              <a:ext cx="22469" cy="28464"/>
            </a:xfrm>
            <a:custGeom>
              <a:avLst/>
              <a:pathLst>
                <a:path w="22469" h="28464">
                  <a:moveTo>
                    <a:pt x="0" y="0"/>
                  </a:moveTo>
                  <a:lnTo>
                    <a:pt x="22469" y="284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1" name="pl5181"/>
            <p:cNvSpPr/>
            <p:nvPr/>
          </p:nvSpPr>
          <p:spPr>
            <a:xfrm>
              <a:off x="8045774" y="2566523"/>
              <a:ext cx="15787" cy="17980"/>
            </a:xfrm>
            <a:custGeom>
              <a:avLst/>
              <a:pathLst>
                <a:path w="15787" h="17980">
                  <a:moveTo>
                    <a:pt x="0" y="0"/>
                  </a:moveTo>
                  <a:lnTo>
                    <a:pt x="15787" y="1798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2" name="pl5182"/>
            <p:cNvSpPr/>
            <p:nvPr/>
          </p:nvSpPr>
          <p:spPr>
            <a:xfrm>
              <a:off x="8061561" y="2584503"/>
              <a:ext cx="4704" cy="7303"/>
            </a:xfrm>
            <a:custGeom>
              <a:avLst/>
              <a:pathLst>
                <a:path w="4704" h="7303">
                  <a:moveTo>
                    <a:pt x="0" y="0"/>
                  </a:moveTo>
                  <a:lnTo>
                    <a:pt x="4704" y="73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3" name="pl5183"/>
            <p:cNvSpPr/>
            <p:nvPr/>
          </p:nvSpPr>
          <p:spPr>
            <a:xfrm>
              <a:off x="8066266" y="2591806"/>
              <a:ext cx="4456" cy="6800"/>
            </a:xfrm>
            <a:custGeom>
              <a:avLst/>
              <a:pathLst>
                <a:path w="4456" h="6800">
                  <a:moveTo>
                    <a:pt x="0" y="0"/>
                  </a:moveTo>
                  <a:lnTo>
                    <a:pt x="4456" y="680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4" name="pl5184"/>
            <p:cNvSpPr/>
            <p:nvPr/>
          </p:nvSpPr>
          <p:spPr>
            <a:xfrm>
              <a:off x="8070723" y="2598607"/>
              <a:ext cx="3993" cy="5765"/>
            </a:xfrm>
            <a:custGeom>
              <a:avLst/>
              <a:pathLst>
                <a:path w="3993" h="5765">
                  <a:moveTo>
                    <a:pt x="0" y="0"/>
                  </a:moveTo>
                  <a:lnTo>
                    <a:pt x="3993" y="576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5" name="pl5185"/>
            <p:cNvSpPr/>
            <p:nvPr/>
          </p:nvSpPr>
          <p:spPr>
            <a:xfrm>
              <a:off x="8074717" y="2604373"/>
              <a:ext cx="3101" cy="3667"/>
            </a:xfrm>
            <a:custGeom>
              <a:avLst/>
              <a:pathLst>
                <a:path w="3101" h="3667">
                  <a:moveTo>
                    <a:pt x="0" y="0"/>
                  </a:moveTo>
                  <a:lnTo>
                    <a:pt x="3101" y="36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6" name="pl5186"/>
            <p:cNvSpPr/>
            <p:nvPr/>
          </p:nvSpPr>
          <p:spPr>
            <a:xfrm>
              <a:off x="8070723" y="2591150"/>
              <a:ext cx="14" cy="7456"/>
            </a:xfrm>
            <a:custGeom>
              <a:avLst/>
              <a:pathLst>
                <a:path w="14" h="7456">
                  <a:moveTo>
                    <a:pt x="0" y="7456"/>
                  </a:moveTo>
                  <a:lnTo>
                    <a:pt x="1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7" name="pl5187"/>
            <p:cNvSpPr/>
            <p:nvPr/>
          </p:nvSpPr>
          <p:spPr>
            <a:xfrm>
              <a:off x="8043092" y="2542746"/>
              <a:ext cx="2682" cy="23777"/>
            </a:xfrm>
            <a:custGeom>
              <a:avLst/>
              <a:pathLst>
                <a:path w="2682" h="23777">
                  <a:moveTo>
                    <a:pt x="2682" y="2377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8" name="pl5188"/>
            <p:cNvSpPr/>
            <p:nvPr/>
          </p:nvSpPr>
          <p:spPr>
            <a:xfrm>
              <a:off x="8043092" y="2532525"/>
              <a:ext cx="1734" cy="10221"/>
            </a:xfrm>
            <a:custGeom>
              <a:avLst/>
              <a:pathLst>
                <a:path w="1734" h="10221">
                  <a:moveTo>
                    <a:pt x="0" y="10221"/>
                  </a:moveTo>
                  <a:lnTo>
                    <a:pt x="17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9" name="pl5189"/>
            <p:cNvSpPr/>
            <p:nvPr/>
          </p:nvSpPr>
          <p:spPr>
            <a:xfrm>
              <a:off x="8021431" y="2499969"/>
              <a:ext cx="1873" cy="38090"/>
            </a:xfrm>
            <a:custGeom>
              <a:avLst/>
              <a:pathLst>
                <a:path w="1873" h="38090">
                  <a:moveTo>
                    <a:pt x="1873" y="38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0" name="pl5190"/>
            <p:cNvSpPr/>
            <p:nvPr/>
          </p:nvSpPr>
          <p:spPr>
            <a:xfrm>
              <a:off x="8021431" y="2499969"/>
              <a:ext cx="7315" cy="8519"/>
            </a:xfrm>
            <a:custGeom>
              <a:avLst/>
              <a:pathLst>
                <a:path w="7315" h="8519">
                  <a:moveTo>
                    <a:pt x="0" y="0"/>
                  </a:moveTo>
                  <a:lnTo>
                    <a:pt x="7315" y="85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1" name="pl5191"/>
            <p:cNvSpPr/>
            <p:nvPr/>
          </p:nvSpPr>
          <p:spPr>
            <a:xfrm>
              <a:off x="8028747" y="2508488"/>
              <a:ext cx="4742" cy="6603"/>
            </a:xfrm>
            <a:custGeom>
              <a:avLst/>
              <a:pathLst>
                <a:path w="4742" h="6603">
                  <a:moveTo>
                    <a:pt x="0" y="0"/>
                  </a:moveTo>
                  <a:lnTo>
                    <a:pt x="4742" y="66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2" name="pl5192"/>
            <p:cNvSpPr/>
            <p:nvPr/>
          </p:nvSpPr>
          <p:spPr>
            <a:xfrm>
              <a:off x="8033186" y="2507641"/>
              <a:ext cx="303" cy="7450"/>
            </a:xfrm>
            <a:custGeom>
              <a:avLst/>
              <a:pathLst>
                <a:path w="303" h="7450">
                  <a:moveTo>
                    <a:pt x="303" y="7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3" name="pl5193"/>
            <p:cNvSpPr/>
            <p:nvPr/>
          </p:nvSpPr>
          <p:spPr>
            <a:xfrm>
              <a:off x="8028747" y="2499380"/>
              <a:ext cx="488" cy="9107"/>
            </a:xfrm>
            <a:custGeom>
              <a:avLst/>
              <a:pathLst>
                <a:path w="488" h="9107">
                  <a:moveTo>
                    <a:pt x="0" y="9107"/>
                  </a:moveTo>
                  <a:lnTo>
                    <a:pt x="48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4" name="pl5194"/>
            <p:cNvSpPr/>
            <p:nvPr/>
          </p:nvSpPr>
          <p:spPr>
            <a:xfrm>
              <a:off x="7974233" y="2418647"/>
              <a:ext cx="5801" cy="51783"/>
            </a:xfrm>
            <a:custGeom>
              <a:avLst/>
              <a:pathLst>
                <a:path w="5801" h="51783">
                  <a:moveTo>
                    <a:pt x="0" y="51783"/>
                  </a:moveTo>
                  <a:lnTo>
                    <a:pt x="580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5" name="pl5195"/>
            <p:cNvSpPr/>
            <p:nvPr/>
          </p:nvSpPr>
          <p:spPr>
            <a:xfrm>
              <a:off x="7980034" y="2418647"/>
              <a:ext cx="7672" cy="8199"/>
            </a:xfrm>
            <a:custGeom>
              <a:avLst/>
              <a:pathLst>
                <a:path w="7672" h="8199">
                  <a:moveTo>
                    <a:pt x="0" y="0"/>
                  </a:moveTo>
                  <a:lnTo>
                    <a:pt x="7672" y="81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6" name="pl5196"/>
            <p:cNvSpPr/>
            <p:nvPr/>
          </p:nvSpPr>
          <p:spPr>
            <a:xfrm>
              <a:off x="7987707" y="2426846"/>
              <a:ext cx="5020" cy="6395"/>
            </a:xfrm>
            <a:custGeom>
              <a:avLst/>
              <a:pathLst>
                <a:path w="5020" h="6395">
                  <a:moveTo>
                    <a:pt x="0" y="0"/>
                  </a:moveTo>
                  <a:lnTo>
                    <a:pt x="5020" y="6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7" name="pl5197"/>
            <p:cNvSpPr/>
            <p:nvPr/>
          </p:nvSpPr>
          <p:spPr>
            <a:xfrm>
              <a:off x="7992106" y="2425811"/>
              <a:ext cx="621" cy="7430"/>
            </a:xfrm>
            <a:custGeom>
              <a:avLst/>
              <a:pathLst>
                <a:path w="621" h="7430">
                  <a:moveTo>
                    <a:pt x="621" y="74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8" name="pl5198"/>
            <p:cNvSpPr/>
            <p:nvPr/>
          </p:nvSpPr>
          <p:spPr>
            <a:xfrm>
              <a:off x="7980012" y="2406328"/>
              <a:ext cx="21" cy="12318"/>
            </a:xfrm>
            <a:custGeom>
              <a:avLst/>
              <a:pathLst>
                <a:path w="21" h="12318">
                  <a:moveTo>
                    <a:pt x="21" y="123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9" name="pl5199"/>
            <p:cNvSpPr/>
            <p:nvPr/>
          </p:nvSpPr>
          <p:spPr>
            <a:xfrm>
              <a:off x="7980012" y="2406328"/>
              <a:ext cx="3460" cy="3331"/>
            </a:xfrm>
            <a:custGeom>
              <a:avLst/>
              <a:pathLst>
                <a:path w="3460" h="3331">
                  <a:moveTo>
                    <a:pt x="0" y="0"/>
                  </a:moveTo>
                  <a:lnTo>
                    <a:pt x="3460" y="33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0" name="pl5200"/>
            <p:cNvSpPr/>
            <p:nvPr/>
          </p:nvSpPr>
          <p:spPr>
            <a:xfrm>
              <a:off x="7979105" y="2401612"/>
              <a:ext cx="907" cy="4716"/>
            </a:xfrm>
            <a:custGeom>
              <a:avLst/>
              <a:pathLst>
                <a:path w="907" h="4716">
                  <a:moveTo>
                    <a:pt x="907" y="471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1" name="pl5201"/>
            <p:cNvSpPr/>
            <p:nvPr/>
          </p:nvSpPr>
          <p:spPr>
            <a:xfrm>
              <a:off x="7831530" y="2316233"/>
              <a:ext cx="77933" cy="214490"/>
            </a:xfrm>
            <a:custGeom>
              <a:avLst/>
              <a:pathLst>
                <a:path w="77933" h="214490">
                  <a:moveTo>
                    <a:pt x="0" y="214490"/>
                  </a:moveTo>
                  <a:lnTo>
                    <a:pt x="779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2" name="pl5202"/>
            <p:cNvSpPr/>
            <p:nvPr/>
          </p:nvSpPr>
          <p:spPr>
            <a:xfrm>
              <a:off x="7909463" y="2316233"/>
              <a:ext cx="11011" cy="15319"/>
            </a:xfrm>
            <a:custGeom>
              <a:avLst/>
              <a:pathLst>
                <a:path w="11011" h="15319">
                  <a:moveTo>
                    <a:pt x="0" y="0"/>
                  </a:moveTo>
                  <a:lnTo>
                    <a:pt x="11011" y="153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3" name="pl5203"/>
            <p:cNvSpPr/>
            <p:nvPr/>
          </p:nvSpPr>
          <p:spPr>
            <a:xfrm>
              <a:off x="7920475" y="2331552"/>
              <a:ext cx="14768" cy="19161"/>
            </a:xfrm>
            <a:custGeom>
              <a:avLst/>
              <a:pathLst>
                <a:path w="14768" h="19161">
                  <a:moveTo>
                    <a:pt x="0" y="0"/>
                  </a:moveTo>
                  <a:lnTo>
                    <a:pt x="14768" y="191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4" name="pl5204"/>
            <p:cNvSpPr/>
            <p:nvPr/>
          </p:nvSpPr>
          <p:spPr>
            <a:xfrm>
              <a:off x="7935243" y="2350713"/>
              <a:ext cx="16166" cy="13347"/>
            </a:xfrm>
            <a:custGeom>
              <a:avLst/>
              <a:pathLst>
                <a:path w="16166" h="13347">
                  <a:moveTo>
                    <a:pt x="0" y="0"/>
                  </a:moveTo>
                  <a:lnTo>
                    <a:pt x="16166" y="133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5" name="pl5205"/>
            <p:cNvSpPr/>
            <p:nvPr/>
          </p:nvSpPr>
          <p:spPr>
            <a:xfrm>
              <a:off x="7951410" y="2364061"/>
              <a:ext cx="5513" cy="6713"/>
            </a:xfrm>
            <a:custGeom>
              <a:avLst/>
              <a:pathLst>
                <a:path w="5513" h="6713">
                  <a:moveTo>
                    <a:pt x="0" y="0"/>
                  </a:moveTo>
                  <a:lnTo>
                    <a:pt x="5513" y="67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6" name="pl5206"/>
            <p:cNvSpPr/>
            <p:nvPr/>
          </p:nvSpPr>
          <p:spPr>
            <a:xfrm>
              <a:off x="7956923" y="2370774"/>
              <a:ext cx="5208" cy="6242"/>
            </a:xfrm>
            <a:custGeom>
              <a:avLst/>
              <a:pathLst>
                <a:path w="5208" h="6242">
                  <a:moveTo>
                    <a:pt x="0" y="0"/>
                  </a:moveTo>
                  <a:lnTo>
                    <a:pt x="5208" y="62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7" name="pl5207"/>
            <p:cNvSpPr/>
            <p:nvPr/>
          </p:nvSpPr>
          <p:spPr>
            <a:xfrm>
              <a:off x="7962132" y="2377017"/>
              <a:ext cx="4630" cy="5268"/>
            </a:xfrm>
            <a:custGeom>
              <a:avLst/>
              <a:pathLst>
                <a:path w="4630" h="5268">
                  <a:moveTo>
                    <a:pt x="0" y="0"/>
                  </a:moveTo>
                  <a:lnTo>
                    <a:pt x="4630" y="52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8" name="pl5208"/>
            <p:cNvSpPr/>
            <p:nvPr/>
          </p:nvSpPr>
          <p:spPr>
            <a:xfrm>
              <a:off x="7965794" y="2377581"/>
              <a:ext cx="967" cy="4704"/>
            </a:xfrm>
            <a:custGeom>
              <a:avLst/>
              <a:pathLst>
                <a:path w="967" h="4704">
                  <a:moveTo>
                    <a:pt x="967" y="47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9" name="pl5209"/>
            <p:cNvSpPr/>
            <p:nvPr/>
          </p:nvSpPr>
          <p:spPr>
            <a:xfrm>
              <a:off x="7956750" y="2361656"/>
              <a:ext cx="172" cy="9118"/>
            </a:xfrm>
            <a:custGeom>
              <a:avLst/>
              <a:pathLst>
                <a:path w="172" h="9118">
                  <a:moveTo>
                    <a:pt x="172" y="9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0" name="pl5210"/>
            <p:cNvSpPr/>
            <p:nvPr/>
          </p:nvSpPr>
          <p:spPr>
            <a:xfrm>
              <a:off x="7931493" y="2330086"/>
              <a:ext cx="3749" cy="20626"/>
            </a:xfrm>
            <a:custGeom>
              <a:avLst/>
              <a:pathLst>
                <a:path w="3749" h="20626">
                  <a:moveTo>
                    <a:pt x="3749" y="206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1" name="pl5211"/>
            <p:cNvSpPr/>
            <p:nvPr/>
          </p:nvSpPr>
          <p:spPr>
            <a:xfrm>
              <a:off x="7929936" y="2319021"/>
              <a:ext cx="1557" cy="11065"/>
            </a:xfrm>
            <a:custGeom>
              <a:avLst/>
              <a:pathLst>
                <a:path w="1557" h="11065">
                  <a:moveTo>
                    <a:pt x="1557" y="110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2" name="pl5212"/>
            <p:cNvSpPr/>
            <p:nvPr/>
          </p:nvSpPr>
          <p:spPr>
            <a:xfrm>
              <a:off x="7928808" y="2314351"/>
              <a:ext cx="1127" cy="4669"/>
            </a:xfrm>
            <a:custGeom>
              <a:avLst/>
              <a:pathLst>
                <a:path w="1127" h="4669">
                  <a:moveTo>
                    <a:pt x="1127" y="46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3" name="pl5213"/>
            <p:cNvSpPr/>
            <p:nvPr/>
          </p:nvSpPr>
          <p:spPr>
            <a:xfrm>
              <a:off x="7920393" y="2303404"/>
              <a:ext cx="82" cy="28147"/>
            </a:xfrm>
            <a:custGeom>
              <a:avLst/>
              <a:pathLst>
                <a:path w="82" h="28147">
                  <a:moveTo>
                    <a:pt x="82" y="281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4" name="pl5214"/>
            <p:cNvSpPr/>
            <p:nvPr/>
          </p:nvSpPr>
          <p:spPr>
            <a:xfrm>
              <a:off x="7920393" y="2303404"/>
              <a:ext cx="3640" cy="3134"/>
            </a:xfrm>
            <a:custGeom>
              <a:avLst/>
              <a:pathLst>
                <a:path w="3640" h="3134">
                  <a:moveTo>
                    <a:pt x="0" y="0"/>
                  </a:moveTo>
                  <a:lnTo>
                    <a:pt x="3640" y="31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5" name="pl5215"/>
            <p:cNvSpPr/>
            <p:nvPr/>
          </p:nvSpPr>
          <p:spPr>
            <a:xfrm>
              <a:off x="7919225" y="2298744"/>
              <a:ext cx="1167" cy="4659"/>
            </a:xfrm>
            <a:custGeom>
              <a:avLst/>
              <a:pathLst>
                <a:path w="1167" h="4659">
                  <a:moveTo>
                    <a:pt x="1167" y="46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6" name="pl5216"/>
            <p:cNvSpPr/>
            <p:nvPr/>
          </p:nvSpPr>
          <p:spPr>
            <a:xfrm>
              <a:off x="7909463" y="2290972"/>
              <a:ext cx="4920" cy="25260"/>
            </a:xfrm>
            <a:custGeom>
              <a:avLst/>
              <a:pathLst>
                <a:path w="4920" h="25260">
                  <a:moveTo>
                    <a:pt x="0" y="25260"/>
                  </a:moveTo>
                  <a:lnTo>
                    <a:pt x="49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7" name="pl5217"/>
            <p:cNvSpPr/>
            <p:nvPr/>
          </p:nvSpPr>
          <p:spPr>
            <a:xfrm>
              <a:off x="7698170" y="2120483"/>
              <a:ext cx="42150" cy="270486"/>
            </a:xfrm>
            <a:custGeom>
              <a:avLst/>
              <a:pathLst>
                <a:path w="42150" h="270486">
                  <a:moveTo>
                    <a:pt x="0" y="270486"/>
                  </a:moveTo>
                  <a:lnTo>
                    <a:pt x="4215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8" name="pl5218"/>
            <p:cNvSpPr/>
            <p:nvPr/>
          </p:nvSpPr>
          <p:spPr>
            <a:xfrm>
              <a:off x="7740320" y="2120483"/>
              <a:ext cx="24781" cy="17422"/>
            </a:xfrm>
            <a:custGeom>
              <a:avLst/>
              <a:pathLst>
                <a:path w="24781" h="17422">
                  <a:moveTo>
                    <a:pt x="0" y="0"/>
                  </a:moveTo>
                  <a:lnTo>
                    <a:pt x="24781" y="174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9" name="pl5219"/>
            <p:cNvSpPr/>
            <p:nvPr/>
          </p:nvSpPr>
          <p:spPr>
            <a:xfrm>
              <a:off x="7765102" y="2137905"/>
              <a:ext cx="10842" cy="11733"/>
            </a:xfrm>
            <a:custGeom>
              <a:avLst/>
              <a:pathLst>
                <a:path w="10842" h="11733">
                  <a:moveTo>
                    <a:pt x="0" y="0"/>
                  </a:moveTo>
                  <a:lnTo>
                    <a:pt x="10842" y="117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0" name="pl5220"/>
            <p:cNvSpPr/>
            <p:nvPr/>
          </p:nvSpPr>
          <p:spPr>
            <a:xfrm>
              <a:off x="7775944" y="2149639"/>
              <a:ext cx="14893" cy="17356"/>
            </a:xfrm>
            <a:custGeom>
              <a:avLst/>
              <a:pathLst>
                <a:path w="14893" h="17356">
                  <a:moveTo>
                    <a:pt x="0" y="0"/>
                  </a:moveTo>
                  <a:lnTo>
                    <a:pt x="14893" y="1735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1" name="pl5221"/>
            <p:cNvSpPr/>
            <p:nvPr/>
          </p:nvSpPr>
          <p:spPr>
            <a:xfrm>
              <a:off x="7790838" y="2166996"/>
              <a:ext cx="22811" cy="28730"/>
            </a:xfrm>
            <a:custGeom>
              <a:avLst/>
              <a:pathLst>
                <a:path w="22811" h="28730">
                  <a:moveTo>
                    <a:pt x="0" y="0"/>
                  </a:moveTo>
                  <a:lnTo>
                    <a:pt x="22811" y="287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2" name="pl5222"/>
            <p:cNvSpPr/>
            <p:nvPr/>
          </p:nvSpPr>
          <p:spPr>
            <a:xfrm>
              <a:off x="7813650" y="2195726"/>
              <a:ext cx="40992" cy="33148"/>
            </a:xfrm>
            <a:custGeom>
              <a:avLst/>
              <a:pathLst>
                <a:path w="40992" h="33148">
                  <a:moveTo>
                    <a:pt x="0" y="0"/>
                  </a:moveTo>
                  <a:lnTo>
                    <a:pt x="40992" y="331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3" name="pl5223"/>
            <p:cNvSpPr/>
            <p:nvPr/>
          </p:nvSpPr>
          <p:spPr>
            <a:xfrm>
              <a:off x="7854642" y="2228875"/>
              <a:ext cx="13655" cy="12388"/>
            </a:xfrm>
            <a:custGeom>
              <a:avLst/>
              <a:pathLst>
                <a:path w="13655" h="12388">
                  <a:moveTo>
                    <a:pt x="0" y="0"/>
                  </a:moveTo>
                  <a:lnTo>
                    <a:pt x="13655" y="1238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4" name="pl5224"/>
            <p:cNvSpPr/>
            <p:nvPr/>
          </p:nvSpPr>
          <p:spPr>
            <a:xfrm>
              <a:off x="7868297" y="2241263"/>
              <a:ext cx="9725" cy="11995"/>
            </a:xfrm>
            <a:custGeom>
              <a:avLst/>
              <a:pathLst>
                <a:path w="9725" h="11995">
                  <a:moveTo>
                    <a:pt x="0" y="0"/>
                  </a:moveTo>
                  <a:lnTo>
                    <a:pt x="9725" y="119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5" name="pl5225"/>
            <p:cNvSpPr/>
            <p:nvPr/>
          </p:nvSpPr>
          <p:spPr>
            <a:xfrm>
              <a:off x="7878023" y="2253258"/>
              <a:ext cx="11798" cy="12715"/>
            </a:xfrm>
            <a:custGeom>
              <a:avLst/>
              <a:pathLst>
                <a:path w="11798" h="12715">
                  <a:moveTo>
                    <a:pt x="0" y="0"/>
                  </a:moveTo>
                  <a:lnTo>
                    <a:pt x="11798" y="127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6" name="pl5226"/>
            <p:cNvSpPr/>
            <p:nvPr/>
          </p:nvSpPr>
          <p:spPr>
            <a:xfrm>
              <a:off x="7885992" y="2252110"/>
              <a:ext cx="3829" cy="13864"/>
            </a:xfrm>
            <a:custGeom>
              <a:avLst/>
              <a:pathLst>
                <a:path w="3829" h="13864">
                  <a:moveTo>
                    <a:pt x="3829" y="138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7" name="pl5227"/>
            <p:cNvSpPr/>
            <p:nvPr/>
          </p:nvSpPr>
          <p:spPr>
            <a:xfrm>
              <a:off x="7884645" y="2244776"/>
              <a:ext cx="1346" cy="7333"/>
            </a:xfrm>
            <a:custGeom>
              <a:avLst/>
              <a:pathLst>
                <a:path w="1346" h="7333">
                  <a:moveTo>
                    <a:pt x="1346" y="73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8" name="pl5228"/>
            <p:cNvSpPr/>
            <p:nvPr/>
          </p:nvSpPr>
          <p:spPr>
            <a:xfrm>
              <a:off x="7875816" y="2234159"/>
              <a:ext cx="2206" cy="19099"/>
            </a:xfrm>
            <a:custGeom>
              <a:avLst/>
              <a:pathLst>
                <a:path w="2206" h="19099">
                  <a:moveTo>
                    <a:pt x="2206" y="190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9" name="pl5229"/>
            <p:cNvSpPr/>
            <p:nvPr/>
          </p:nvSpPr>
          <p:spPr>
            <a:xfrm>
              <a:off x="7874471" y="2229548"/>
              <a:ext cx="1345" cy="4610"/>
            </a:xfrm>
            <a:custGeom>
              <a:avLst/>
              <a:pathLst>
                <a:path w="1345" h="4610">
                  <a:moveTo>
                    <a:pt x="1345" y="46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0" name="pl5230"/>
            <p:cNvSpPr/>
            <p:nvPr/>
          </p:nvSpPr>
          <p:spPr>
            <a:xfrm>
              <a:off x="7868297" y="2221967"/>
              <a:ext cx="1037" cy="19296"/>
            </a:xfrm>
            <a:custGeom>
              <a:avLst/>
              <a:pathLst>
                <a:path w="1037" h="19296">
                  <a:moveTo>
                    <a:pt x="0" y="19296"/>
                  </a:moveTo>
                  <a:lnTo>
                    <a:pt x="10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1" name="pl5231"/>
            <p:cNvSpPr/>
            <p:nvPr/>
          </p:nvSpPr>
          <p:spPr>
            <a:xfrm>
              <a:off x="7854642" y="2206654"/>
              <a:ext cx="624" cy="22221"/>
            </a:xfrm>
            <a:custGeom>
              <a:avLst/>
              <a:pathLst>
                <a:path w="624" h="22221">
                  <a:moveTo>
                    <a:pt x="0" y="22221"/>
                  </a:moveTo>
                  <a:lnTo>
                    <a:pt x="6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2" name="pl5232"/>
            <p:cNvSpPr/>
            <p:nvPr/>
          </p:nvSpPr>
          <p:spPr>
            <a:xfrm>
              <a:off x="7853733" y="2199357"/>
              <a:ext cx="1533" cy="7296"/>
            </a:xfrm>
            <a:custGeom>
              <a:avLst/>
              <a:pathLst>
                <a:path w="1533" h="7296">
                  <a:moveTo>
                    <a:pt x="1533" y="7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3" name="pl5233"/>
            <p:cNvSpPr/>
            <p:nvPr/>
          </p:nvSpPr>
          <p:spPr>
            <a:xfrm>
              <a:off x="7775944" y="2110967"/>
              <a:ext cx="12526" cy="38671"/>
            </a:xfrm>
            <a:custGeom>
              <a:avLst/>
              <a:pathLst>
                <a:path w="12526" h="38671">
                  <a:moveTo>
                    <a:pt x="0" y="38671"/>
                  </a:moveTo>
                  <a:lnTo>
                    <a:pt x="125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4" name="pl5234"/>
            <p:cNvSpPr/>
            <p:nvPr/>
          </p:nvSpPr>
          <p:spPr>
            <a:xfrm>
              <a:off x="7740320" y="2074883"/>
              <a:ext cx="10018" cy="45599"/>
            </a:xfrm>
            <a:custGeom>
              <a:avLst/>
              <a:pathLst>
                <a:path w="10018" h="45599">
                  <a:moveTo>
                    <a:pt x="0" y="45599"/>
                  </a:moveTo>
                  <a:lnTo>
                    <a:pt x="100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5" name="pl5235"/>
            <p:cNvSpPr/>
            <p:nvPr/>
          </p:nvSpPr>
          <p:spPr>
            <a:xfrm>
              <a:off x="7750338" y="2074883"/>
              <a:ext cx="8693" cy="8373"/>
            </a:xfrm>
            <a:custGeom>
              <a:avLst/>
              <a:pathLst>
                <a:path w="8693" h="8373">
                  <a:moveTo>
                    <a:pt x="0" y="0"/>
                  </a:moveTo>
                  <a:lnTo>
                    <a:pt x="8693" y="83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6" name="pl5236"/>
            <p:cNvSpPr/>
            <p:nvPr/>
          </p:nvSpPr>
          <p:spPr>
            <a:xfrm>
              <a:off x="7759032" y="2083256"/>
              <a:ext cx="8717" cy="6179"/>
            </a:xfrm>
            <a:custGeom>
              <a:avLst/>
              <a:pathLst>
                <a:path w="8717" h="6179">
                  <a:moveTo>
                    <a:pt x="0" y="0"/>
                  </a:moveTo>
                  <a:lnTo>
                    <a:pt x="8717" y="61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7" name="pl5237"/>
            <p:cNvSpPr/>
            <p:nvPr/>
          </p:nvSpPr>
          <p:spPr>
            <a:xfrm>
              <a:off x="7767749" y="2089436"/>
              <a:ext cx="5420" cy="4451"/>
            </a:xfrm>
            <a:custGeom>
              <a:avLst/>
              <a:pathLst>
                <a:path w="5420" h="4451">
                  <a:moveTo>
                    <a:pt x="0" y="0"/>
                  </a:moveTo>
                  <a:lnTo>
                    <a:pt x="5420" y="445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8" name="pl5238"/>
            <p:cNvSpPr/>
            <p:nvPr/>
          </p:nvSpPr>
          <p:spPr>
            <a:xfrm>
              <a:off x="7773169" y="2093888"/>
              <a:ext cx="3987" cy="2677"/>
            </a:xfrm>
            <a:custGeom>
              <a:avLst/>
              <a:pathLst>
                <a:path w="3987" h="2677">
                  <a:moveTo>
                    <a:pt x="0" y="0"/>
                  </a:moveTo>
                  <a:lnTo>
                    <a:pt x="3987" y="26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9" name="pl5239"/>
            <p:cNvSpPr/>
            <p:nvPr/>
          </p:nvSpPr>
          <p:spPr>
            <a:xfrm>
              <a:off x="7771454" y="2089401"/>
              <a:ext cx="1714" cy="4486"/>
            </a:xfrm>
            <a:custGeom>
              <a:avLst/>
              <a:pathLst>
                <a:path w="1714" h="4486">
                  <a:moveTo>
                    <a:pt x="1714" y="44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0" name="pl5240"/>
            <p:cNvSpPr/>
            <p:nvPr/>
          </p:nvSpPr>
          <p:spPr>
            <a:xfrm>
              <a:off x="7755936" y="2072519"/>
              <a:ext cx="3095" cy="10737"/>
            </a:xfrm>
            <a:custGeom>
              <a:avLst/>
              <a:pathLst>
                <a:path w="3095" h="10737">
                  <a:moveTo>
                    <a:pt x="3095" y="107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1" name="pl5241"/>
            <p:cNvSpPr/>
            <p:nvPr/>
          </p:nvSpPr>
          <p:spPr>
            <a:xfrm>
              <a:off x="7755936" y="2072519"/>
              <a:ext cx="4021" cy="2626"/>
            </a:xfrm>
            <a:custGeom>
              <a:avLst/>
              <a:pathLst>
                <a:path w="4021" h="2626">
                  <a:moveTo>
                    <a:pt x="0" y="0"/>
                  </a:moveTo>
                  <a:lnTo>
                    <a:pt x="4021" y="26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2" name="pl5242"/>
            <p:cNvSpPr/>
            <p:nvPr/>
          </p:nvSpPr>
          <p:spPr>
            <a:xfrm>
              <a:off x="7748339" y="2060988"/>
              <a:ext cx="1999" cy="13894"/>
            </a:xfrm>
            <a:custGeom>
              <a:avLst/>
              <a:pathLst>
                <a:path w="1999" h="13894">
                  <a:moveTo>
                    <a:pt x="1999" y="138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3" name="pl5243"/>
            <p:cNvSpPr/>
            <p:nvPr/>
          </p:nvSpPr>
          <p:spPr>
            <a:xfrm>
              <a:off x="7570592" y="1973286"/>
              <a:ext cx="59108" cy="294388"/>
            </a:xfrm>
            <a:custGeom>
              <a:avLst/>
              <a:pathLst>
                <a:path w="59108" h="294388">
                  <a:moveTo>
                    <a:pt x="0" y="294388"/>
                  </a:moveTo>
                  <a:lnTo>
                    <a:pt x="591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4" name="pl5244"/>
            <p:cNvSpPr/>
            <p:nvPr/>
          </p:nvSpPr>
          <p:spPr>
            <a:xfrm>
              <a:off x="7629701" y="1973286"/>
              <a:ext cx="36099" cy="19502"/>
            </a:xfrm>
            <a:custGeom>
              <a:avLst/>
              <a:pathLst>
                <a:path w="36099" h="19502">
                  <a:moveTo>
                    <a:pt x="0" y="0"/>
                  </a:moveTo>
                  <a:lnTo>
                    <a:pt x="36099" y="19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5" name="pl5245"/>
            <p:cNvSpPr/>
            <p:nvPr/>
          </p:nvSpPr>
          <p:spPr>
            <a:xfrm>
              <a:off x="7665801" y="1992789"/>
              <a:ext cx="9733" cy="8538"/>
            </a:xfrm>
            <a:custGeom>
              <a:avLst/>
              <a:pathLst>
                <a:path w="9733" h="8538">
                  <a:moveTo>
                    <a:pt x="0" y="0"/>
                  </a:moveTo>
                  <a:lnTo>
                    <a:pt x="9733" y="85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6" name="pl5246"/>
            <p:cNvSpPr/>
            <p:nvPr/>
          </p:nvSpPr>
          <p:spPr>
            <a:xfrm>
              <a:off x="7675534" y="2001327"/>
              <a:ext cx="10265" cy="7062"/>
            </a:xfrm>
            <a:custGeom>
              <a:avLst/>
              <a:pathLst>
                <a:path w="10265" h="7062">
                  <a:moveTo>
                    <a:pt x="0" y="0"/>
                  </a:moveTo>
                  <a:lnTo>
                    <a:pt x="10265" y="70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7" name="pl5247"/>
            <p:cNvSpPr/>
            <p:nvPr/>
          </p:nvSpPr>
          <p:spPr>
            <a:xfrm>
              <a:off x="7685799" y="2008390"/>
              <a:ext cx="8130" cy="6951"/>
            </a:xfrm>
            <a:custGeom>
              <a:avLst/>
              <a:pathLst>
                <a:path w="8130" h="6951">
                  <a:moveTo>
                    <a:pt x="0" y="0"/>
                  </a:moveTo>
                  <a:lnTo>
                    <a:pt x="8130" y="695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8" name="pl5248"/>
            <p:cNvSpPr/>
            <p:nvPr/>
          </p:nvSpPr>
          <p:spPr>
            <a:xfrm>
              <a:off x="7693930" y="2015342"/>
              <a:ext cx="9085" cy="8122"/>
            </a:xfrm>
            <a:custGeom>
              <a:avLst/>
              <a:pathLst>
                <a:path w="9085" h="8122">
                  <a:moveTo>
                    <a:pt x="0" y="0"/>
                  </a:moveTo>
                  <a:lnTo>
                    <a:pt x="9085" y="81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9" name="pl5249"/>
            <p:cNvSpPr/>
            <p:nvPr/>
          </p:nvSpPr>
          <p:spPr>
            <a:xfrm>
              <a:off x="7703016" y="2023465"/>
              <a:ext cx="11000" cy="10445"/>
            </a:xfrm>
            <a:custGeom>
              <a:avLst/>
              <a:pathLst>
                <a:path w="11000" h="10445">
                  <a:moveTo>
                    <a:pt x="0" y="0"/>
                  </a:moveTo>
                  <a:lnTo>
                    <a:pt x="11000" y="104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0" name="pl5250"/>
            <p:cNvSpPr/>
            <p:nvPr/>
          </p:nvSpPr>
          <p:spPr>
            <a:xfrm>
              <a:off x="7714016" y="2033910"/>
              <a:ext cx="12598" cy="7990"/>
            </a:xfrm>
            <a:custGeom>
              <a:avLst/>
              <a:pathLst>
                <a:path w="12598" h="7990">
                  <a:moveTo>
                    <a:pt x="0" y="0"/>
                  </a:moveTo>
                  <a:lnTo>
                    <a:pt x="12598" y="799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1" name="pl5251"/>
            <p:cNvSpPr/>
            <p:nvPr/>
          </p:nvSpPr>
          <p:spPr>
            <a:xfrm>
              <a:off x="7726615" y="2041901"/>
              <a:ext cx="6282" cy="5160"/>
            </a:xfrm>
            <a:custGeom>
              <a:avLst/>
              <a:pathLst>
                <a:path w="6282" h="5160">
                  <a:moveTo>
                    <a:pt x="0" y="0"/>
                  </a:moveTo>
                  <a:lnTo>
                    <a:pt x="6282" y="51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2" name="pl5252"/>
            <p:cNvSpPr/>
            <p:nvPr/>
          </p:nvSpPr>
          <p:spPr>
            <a:xfrm>
              <a:off x="7732897" y="2047061"/>
              <a:ext cx="5532" cy="4311"/>
            </a:xfrm>
            <a:custGeom>
              <a:avLst/>
              <a:pathLst>
                <a:path w="5532" h="4311">
                  <a:moveTo>
                    <a:pt x="0" y="0"/>
                  </a:moveTo>
                  <a:lnTo>
                    <a:pt x="5532" y="43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3" name="pl5253"/>
            <p:cNvSpPr/>
            <p:nvPr/>
          </p:nvSpPr>
          <p:spPr>
            <a:xfrm>
              <a:off x="7738430" y="2051373"/>
              <a:ext cx="4055" cy="2574"/>
            </a:xfrm>
            <a:custGeom>
              <a:avLst/>
              <a:pathLst>
                <a:path w="4055" h="2574">
                  <a:moveTo>
                    <a:pt x="0" y="0"/>
                  </a:moveTo>
                  <a:lnTo>
                    <a:pt x="4055" y="25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4" name="pl5254"/>
            <p:cNvSpPr/>
            <p:nvPr/>
          </p:nvSpPr>
          <p:spPr>
            <a:xfrm>
              <a:off x="7730686" y="2039940"/>
              <a:ext cx="2211" cy="7120"/>
            </a:xfrm>
            <a:custGeom>
              <a:avLst/>
              <a:pathLst>
                <a:path w="2211" h="7120">
                  <a:moveTo>
                    <a:pt x="2211" y="71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5" name="pl5255"/>
            <p:cNvSpPr/>
            <p:nvPr/>
          </p:nvSpPr>
          <p:spPr>
            <a:xfrm>
              <a:off x="7724742" y="2032975"/>
              <a:ext cx="1872" cy="8926"/>
            </a:xfrm>
            <a:custGeom>
              <a:avLst/>
              <a:pathLst>
                <a:path w="1872" h="8926">
                  <a:moveTo>
                    <a:pt x="1872" y="89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6" name="pl5256"/>
            <p:cNvSpPr/>
            <p:nvPr/>
          </p:nvSpPr>
          <p:spPr>
            <a:xfrm>
              <a:off x="7709065" y="2019313"/>
              <a:ext cx="4950" cy="14597"/>
            </a:xfrm>
            <a:custGeom>
              <a:avLst/>
              <a:pathLst>
                <a:path w="4950" h="14597">
                  <a:moveTo>
                    <a:pt x="4950" y="145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7" name="pl5257"/>
            <p:cNvSpPr/>
            <p:nvPr/>
          </p:nvSpPr>
          <p:spPr>
            <a:xfrm>
              <a:off x="7709065" y="2019313"/>
              <a:ext cx="5605" cy="4216"/>
            </a:xfrm>
            <a:custGeom>
              <a:avLst/>
              <a:pathLst>
                <a:path w="5605" h="4216">
                  <a:moveTo>
                    <a:pt x="0" y="0"/>
                  </a:moveTo>
                  <a:lnTo>
                    <a:pt x="5605" y="42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8" name="pl5258"/>
            <p:cNvSpPr/>
            <p:nvPr/>
          </p:nvSpPr>
          <p:spPr>
            <a:xfrm>
              <a:off x="7714670" y="2023530"/>
              <a:ext cx="4098" cy="2505"/>
            </a:xfrm>
            <a:custGeom>
              <a:avLst/>
              <a:pathLst>
                <a:path w="4098" h="2505">
                  <a:moveTo>
                    <a:pt x="0" y="0"/>
                  </a:moveTo>
                  <a:lnTo>
                    <a:pt x="4098" y="25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9" name="pl5259"/>
            <p:cNvSpPr/>
            <p:nvPr/>
          </p:nvSpPr>
          <p:spPr>
            <a:xfrm>
              <a:off x="7700670" y="2005368"/>
              <a:ext cx="2345" cy="18096"/>
            </a:xfrm>
            <a:custGeom>
              <a:avLst/>
              <a:pathLst>
                <a:path w="2345" h="18096">
                  <a:moveTo>
                    <a:pt x="2345" y="180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0" name="pl5260"/>
            <p:cNvSpPr/>
            <p:nvPr/>
          </p:nvSpPr>
          <p:spPr>
            <a:xfrm>
              <a:off x="7675534" y="1982536"/>
              <a:ext cx="2613" cy="18791"/>
            </a:xfrm>
            <a:custGeom>
              <a:avLst/>
              <a:pathLst>
                <a:path w="2613" h="18791">
                  <a:moveTo>
                    <a:pt x="0" y="18791"/>
                  </a:moveTo>
                  <a:lnTo>
                    <a:pt x="26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1" name="pl5261"/>
            <p:cNvSpPr/>
            <p:nvPr/>
          </p:nvSpPr>
          <p:spPr>
            <a:xfrm>
              <a:off x="7676131" y="1978176"/>
              <a:ext cx="2017" cy="4359"/>
            </a:xfrm>
            <a:custGeom>
              <a:avLst/>
              <a:pathLst>
                <a:path w="2017" h="4359">
                  <a:moveTo>
                    <a:pt x="2017" y="43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2" name="pl5262"/>
            <p:cNvSpPr/>
            <p:nvPr/>
          </p:nvSpPr>
          <p:spPr>
            <a:xfrm>
              <a:off x="7665801" y="1971444"/>
              <a:ext cx="4122" cy="21345"/>
            </a:xfrm>
            <a:custGeom>
              <a:avLst/>
              <a:pathLst>
                <a:path w="4122" h="21345">
                  <a:moveTo>
                    <a:pt x="0" y="21345"/>
                  </a:moveTo>
                  <a:lnTo>
                    <a:pt x="41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3" name="pl5263"/>
            <p:cNvSpPr/>
            <p:nvPr/>
          </p:nvSpPr>
          <p:spPr>
            <a:xfrm>
              <a:off x="7616265" y="1932127"/>
              <a:ext cx="13436" cy="41159"/>
            </a:xfrm>
            <a:custGeom>
              <a:avLst/>
              <a:pathLst>
                <a:path w="13436" h="41159">
                  <a:moveTo>
                    <a:pt x="13436" y="411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4" name="pl5264"/>
            <p:cNvSpPr/>
            <p:nvPr/>
          </p:nvSpPr>
          <p:spPr>
            <a:xfrm>
              <a:off x="7616265" y="1932127"/>
              <a:ext cx="10550" cy="6610"/>
            </a:xfrm>
            <a:custGeom>
              <a:avLst/>
              <a:pathLst>
                <a:path w="10550" h="6610">
                  <a:moveTo>
                    <a:pt x="0" y="0"/>
                  </a:moveTo>
                  <a:lnTo>
                    <a:pt x="10550" y="66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5" name="pl5265"/>
            <p:cNvSpPr/>
            <p:nvPr/>
          </p:nvSpPr>
          <p:spPr>
            <a:xfrm>
              <a:off x="7626815" y="1938737"/>
              <a:ext cx="8385" cy="6562"/>
            </a:xfrm>
            <a:custGeom>
              <a:avLst/>
              <a:pathLst>
                <a:path w="8385" h="6562">
                  <a:moveTo>
                    <a:pt x="0" y="0"/>
                  </a:moveTo>
                  <a:lnTo>
                    <a:pt x="8385" y="65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6" name="pl5266"/>
            <p:cNvSpPr/>
            <p:nvPr/>
          </p:nvSpPr>
          <p:spPr>
            <a:xfrm>
              <a:off x="7635200" y="1945300"/>
              <a:ext cx="9342" cy="7641"/>
            </a:xfrm>
            <a:custGeom>
              <a:avLst/>
              <a:pathLst>
                <a:path w="9342" h="7641">
                  <a:moveTo>
                    <a:pt x="0" y="0"/>
                  </a:moveTo>
                  <a:lnTo>
                    <a:pt x="9342" y="76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7" name="pl5267"/>
            <p:cNvSpPr/>
            <p:nvPr/>
          </p:nvSpPr>
          <p:spPr>
            <a:xfrm>
              <a:off x="7644543" y="1952942"/>
              <a:ext cx="9189" cy="5453"/>
            </a:xfrm>
            <a:custGeom>
              <a:avLst/>
              <a:pathLst>
                <a:path w="9189" h="5453">
                  <a:moveTo>
                    <a:pt x="0" y="0"/>
                  </a:moveTo>
                  <a:lnTo>
                    <a:pt x="9189" y="54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8" name="pl5268"/>
            <p:cNvSpPr/>
            <p:nvPr/>
          </p:nvSpPr>
          <p:spPr>
            <a:xfrm>
              <a:off x="7653733" y="1958395"/>
              <a:ext cx="5762" cy="3997"/>
            </a:xfrm>
            <a:custGeom>
              <a:avLst/>
              <a:pathLst>
                <a:path w="5762" h="3997">
                  <a:moveTo>
                    <a:pt x="0" y="0"/>
                  </a:moveTo>
                  <a:lnTo>
                    <a:pt x="5762" y="3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9" name="pl5269"/>
            <p:cNvSpPr/>
            <p:nvPr/>
          </p:nvSpPr>
          <p:spPr>
            <a:xfrm>
              <a:off x="7659496" y="1962393"/>
              <a:ext cx="4191" cy="2345"/>
            </a:xfrm>
            <a:custGeom>
              <a:avLst/>
              <a:pathLst>
                <a:path w="4191" h="2345">
                  <a:moveTo>
                    <a:pt x="0" y="0"/>
                  </a:moveTo>
                  <a:lnTo>
                    <a:pt x="4191" y="23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0" name="pl5270"/>
            <p:cNvSpPr/>
            <p:nvPr/>
          </p:nvSpPr>
          <p:spPr>
            <a:xfrm>
              <a:off x="7651130" y="1951407"/>
              <a:ext cx="2602" cy="6987"/>
            </a:xfrm>
            <a:custGeom>
              <a:avLst/>
              <a:pathLst>
                <a:path w="2602" h="6987">
                  <a:moveTo>
                    <a:pt x="2602" y="69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1" name="pl5271"/>
            <p:cNvSpPr/>
            <p:nvPr/>
          </p:nvSpPr>
          <p:spPr>
            <a:xfrm>
              <a:off x="7640588" y="1942490"/>
              <a:ext cx="3955" cy="10451"/>
            </a:xfrm>
            <a:custGeom>
              <a:avLst/>
              <a:pathLst>
                <a:path w="3955" h="10451">
                  <a:moveTo>
                    <a:pt x="3955" y="1045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2" name="pl5272"/>
            <p:cNvSpPr/>
            <p:nvPr/>
          </p:nvSpPr>
          <p:spPr>
            <a:xfrm>
              <a:off x="7640588" y="1942490"/>
              <a:ext cx="4221" cy="2291"/>
            </a:xfrm>
            <a:custGeom>
              <a:avLst/>
              <a:pathLst>
                <a:path w="4221" h="2291">
                  <a:moveTo>
                    <a:pt x="0" y="0"/>
                  </a:moveTo>
                  <a:lnTo>
                    <a:pt x="4221" y="22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3" name="pl5273"/>
            <p:cNvSpPr/>
            <p:nvPr/>
          </p:nvSpPr>
          <p:spPr>
            <a:xfrm>
              <a:off x="7185084" y="1708906"/>
              <a:ext cx="94104" cy="408721"/>
            </a:xfrm>
            <a:custGeom>
              <a:avLst/>
              <a:pathLst>
                <a:path w="94104" h="408721">
                  <a:moveTo>
                    <a:pt x="94104" y="4087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4" name="pl5274"/>
            <p:cNvSpPr/>
            <p:nvPr/>
          </p:nvSpPr>
          <p:spPr>
            <a:xfrm>
              <a:off x="7185084" y="1708906"/>
              <a:ext cx="141988" cy="51270"/>
            </a:xfrm>
            <a:custGeom>
              <a:avLst/>
              <a:pathLst>
                <a:path w="141988" h="51270">
                  <a:moveTo>
                    <a:pt x="0" y="0"/>
                  </a:moveTo>
                  <a:lnTo>
                    <a:pt x="141988" y="512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5" name="pl5275"/>
            <p:cNvSpPr/>
            <p:nvPr/>
          </p:nvSpPr>
          <p:spPr>
            <a:xfrm>
              <a:off x="7327073" y="1760176"/>
              <a:ext cx="93533" cy="35530"/>
            </a:xfrm>
            <a:custGeom>
              <a:avLst/>
              <a:pathLst>
                <a:path w="93533" h="35530">
                  <a:moveTo>
                    <a:pt x="0" y="0"/>
                  </a:moveTo>
                  <a:lnTo>
                    <a:pt x="93533" y="355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6" name="pl5276"/>
            <p:cNvSpPr/>
            <p:nvPr/>
          </p:nvSpPr>
          <p:spPr>
            <a:xfrm>
              <a:off x="7420607" y="1795706"/>
              <a:ext cx="37482" cy="27304"/>
            </a:xfrm>
            <a:custGeom>
              <a:avLst/>
              <a:pathLst>
                <a:path w="37482" h="27304">
                  <a:moveTo>
                    <a:pt x="0" y="0"/>
                  </a:moveTo>
                  <a:lnTo>
                    <a:pt x="37482" y="273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7" name="pl5277"/>
            <p:cNvSpPr/>
            <p:nvPr/>
          </p:nvSpPr>
          <p:spPr>
            <a:xfrm>
              <a:off x="7458089" y="1823011"/>
              <a:ext cx="45864" cy="24412"/>
            </a:xfrm>
            <a:custGeom>
              <a:avLst/>
              <a:pathLst>
                <a:path w="45864" h="24412">
                  <a:moveTo>
                    <a:pt x="0" y="0"/>
                  </a:moveTo>
                  <a:lnTo>
                    <a:pt x="45864" y="244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8" name="pl5278"/>
            <p:cNvSpPr/>
            <p:nvPr/>
          </p:nvSpPr>
          <p:spPr>
            <a:xfrm>
              <a:off x="7503953" y="1847424"/>
              <a:ext cx="39651" cy="18289"/>
            </a:xfrm>
            <a:custGeom>
              <a:avLst/>
              <a:pathLst>
                <a:path w="39651" h="18289">
                  <a:moveTo>
                    <a:pt x="0" y="0"/>
                  </a:moveTo>
                  <a:lnTo>
                    <a:pt x="39651" y="182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9" name="pl5279"/>
            <p:cNvSpPr/>
            <p:nvPr/>
          </p:nvSpPr>
          <p:spPr>
            <a:xfrm>
              <a:off x="7543605" y="1865713"/>
              <a:ext cx="14395" cy="11452"/>
            </a:xfrm>
            <a:custGeom>
              <a:avLst/>
              <a:pathLst>
                <a:path w="14395" h="11452">
                  <a:moveTo>
                    <a:pt x="0" y="0"/>
                  </a:moveTo>
                  <a:lnTo>
                    <a:pt x="14395" y="114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0" name="pl5280"/>
            <p:cNvSpPr/>
            <p:nvPr/>
          </p:nvSpPr>
          <p:spPr>
            <a:xfrm>
              <a:off x="7558000" y="1877166"/>
              <a:ext cx="18070" cy="11158"/>
            </a:xfrm>
            <a:custGeom>
              <a:avLst/>
              <a:pathLst>
                <a:path w="18070" h="11158">
                  <a:moveTo>
                    <a:pt x="0" y="0"/>
                  </a:moveTo>
                  <a:lnTo>
                    <a:pt x="18070" y="1115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1" name="pl5281"/>
            <p:cNvSpPr/>
            <p:nvPr/>
          </p:nvSpPr>
          <p:spPr>
            <a:xfrm>
              <a:off x="7576071" y="1888324"/>
              <a:ext cx="13292" cy="6773"/>
            </a:xfrm>
            <a:custGeom>
              <a:avLst/>
              <a:pathLst>
                <a:path w="13292" h="6773">
                  <a:moveTo>
                    <a:pt x="0" y="0"/>
                  </a:moveTo>
                  <a:lnTo>
                    <a:pt x="13292" y="67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2" name="pl5282"/>
            <p:cNvSpPr/>
            <p:nvPr/>
          </p:nvSpPr>
          <p:spPr>
            <a:xfrm>
              <a:off x="7589363" y="1895098"/>
              <a:ext cx="6739" cy="4548"/>
            </a:xfrm>
            <a:custGeom>
              <a:avLst/>
              <a:pathLst>
                <a:path w="6739" h="4548">
                  <a:moveTo>
                    <a:pt x="0" y="0"/>
                  </a:moveTo>
                  <a:lnTo>
                    <a:pt x="6739" y="45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3" name="pl5283"/>
            <p:cNvSpPr/>
            <p:nvPr/>
          </p:nvSpPr>
          <p:spPr>
            <a:xfrm>
              <a:off x="7596103" y="1899647"/>
              <a:ext cx="5912" cy="3773"/>
            </a:xfrm>
            <a:custGeom>
              <a:avLst/>
              <a:pathLst>
                <a:path w="5912" h="3773">
                  <a:moveTo>
                    <a:pt x="0" y="0"/>
                  </a:moveTo>
                  <a:lnTo>
                    <a:pt x="5912" y="37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4" name="pl5284"/>
            <p:cNvSpPr/>
            <p:nvPr/>
          </p:nvSpPr>
          <p:spPr>
            <a:xfrm>
              <a:off x="7599777" y="1899170"/>
              <a:ext cx="2237" cy="4250"/>
            </a:xfrm>
            <a:custGeom>
              <a:avLst/>
              <a:pathLst>
                <a:path w="2237" h="4250">
                  <a:moveTo>
                    <a:pt x="2237" y="42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5" name="pl5285"/>
            <p:cNvSpPr/>
            <p:nvPr/>
          </p:nvSpPr>
          <p:spPr>
            <a:xfrm>
              <a:off x="7569773" y="1874256"/>
              <a:ext cx="6297" cy="14068"/>
            </a:xfrm>
            <a:custGeom>
              <a:avLst/>
              <a:pathLst>
                <a:path w="6297" h="14068">
                  <a:moveTo>
                    <a:pt x="6297" y="140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6" name="pl5286"/>
            <p:cNvSpPr/>
            <p:nvPr/>
          </p:nvSpPr>
          <p:spPr>
            <a:xfrm>
              <a:off x="7569773" y="1874256"/>
              <a:ext cx="5975" cy="3672"/>
            </a:xfrm>
            <a:custGeom>
              <a:avLst/>
              <a:pathLst>
                <a:path w="5975" h="3672">
                  <a:moveTo>
                    <a:pt x="0" y="0"/>
                  </a:moveTo>
                  <a:lnTo>
                    <a:pt x="5975" y="36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7" name="pl5287"/>
            <p:cNvSpPr/>
            <p:nvPr/>
          </p:nvSpPr>
          <p:spPr>
            <a:xfrm>
              <a:off x="7575749" y="1877928"/>
              <a:ext cx="4315" cy="2109"/>
            </a:xfrm>
            <a:custGeom>
              <a:avLst/>
              <a:pathLst>
                <a:path w="4315" h="2109">
                  <a:moveTo>
                    <a:pt x="0" y="0"/>
                  </a:moveTo>
                  <a:lnTo>
                    <a:pt x="4315" y="21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8" name="pl5288"/>
            <p:cNvSpPr/>
            <p:nvPr/>
          </p:nvSpPr>
          <p:spPr>
            <a:xfrm>
              <a:off x="7549744" y="1855509"/>
              <a:ext cx="8256" cy="21656"/>
            </a:xfrm>
            <a:custGeom>
              <a:avLst/>
              <a:pathLst>
                <a:path w="8256" h="21656">
                  <a:moveTo>
                    <a:pt x="8256" y="21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9" name="pl5289"/>
            <p:cNvSpPr/>
            <p:nvPr/>
          </p:nvSpPr>
          <p:spPr>
            <a:xfrm>
              <a:off x="7549744" y="1855509"/>
              <a:ext cx="6022" cy="3595"/>
            </a:xfrm>
            <a:custGeom>
              <a:avLst/>
              <a:pathLst>
                <a:path w="6022" h="3595">
                  <a:moveTo>
                    <a:pt x="0" y="0"/>
                  </a:moveTo>
                  <a:lnTo>
                    <a:pt x="6022" y="35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0" name="pl5290"/>
            <p:cNvSpPr/>
            <p:nvPr/>
          </p:nvSpPr>
          <p:spPr>
            <a:xfrm>
              <a:off x="7553402" y="1854923"/>
              <a:ext cx="2363" cy="4181"/>
            </a:xfrm>
            <a:custGeom>
              <a:avLst/>
              <a:pathLst>
                <a:path w="2363" h="4181">
                  <a:moveTo>
                    <a:pt x="2363" y="41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1" name="pl5291"/>
            <p:cNvSpPr/>
            <p:nvPr/>
          </p:nvSpPr>
          <p:spPr>
            <a:xfrm>
              <a:off x="7546670" y="1848716"/>
              <a:ext cx="3073" cy="6793"/>
            </a:xfrm>
            <a:custGeom>
              <a:avLst/>
              <a:pathLst>
                <a:path w="3073" h="6793">
                  <a:moveTo>
                    <a:pt x="3073" y="67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2" name="pl5292"/>
            <p:cNvSpPr/>
            <p:nvPr/>
          </p:nvSpPr>
          <p:spPr>
            <a:xfrm>
              <a:off x="7539912" y="1842537"/>
              <a:ext cx="3693" cy="23175"/>
            </a:xfrm>
            <a:custGeom>
              <a:avLst/>
              <a:pathLst>
                <a:path w="3693" h="23175">
                  <a:moveTo>
                    <a:pt x="3693" y="231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3" name="pl5293"/>
            <p:cNvSpPr/>
            <p:nvPr/>
          </p:nvSpPr>
          <p:spPr>
            <a:xfrm>
              <a:off x="7483096" y="1807939"/>
              <a:ext cx="20857" cy="39484"/>
            </a:xfrm>
            <a:custGeom>
              <a:avLst/>
              <a:pathLst>
                <a:path w="20857" h="39484">
                  <a:moveTo>
                    <a:pt x="20857" y="3948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4" name="pl5294"/>
            <p:cNvSpPr/>
            <p:nvPr/>
          </p:nvSpPr>
          <p:spPr>
            <a:xfrm>
              <a:off x="7483096" y="1807939"/>
              <a:ext cx="11075" cy="5686"/>
            </a:xfrm>
            <a:custGeom>
              <a:avLst/>
              <a:pathLst>
                <a:path w="11075" h="5686">
                  <a:moveTo>
                    <a:pt x="0" y="0"/>
                  </a:moveTo>
                  <a:lnTo>
                    <a:pt x="11075" y="56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5" name="pl5295"/>
            <p:cNvSpPr/>
            <p:nvPr/>
          </p:nvSpPr>
          <p:spPr>
            <a:xfrm>
              <a:off x="7494171" y="1813625"/>
              <a:ext cx="8914" cy="5823"/>
            </a:xfrm>
            <a:custGeom>
              <a:avLst/>
              <a:pathLst>
                <a:path w="8914" h="5823">
                  <a:moveTo>
                    <a:pt x="0" y="0"/>
                  </a:moveTo>
                  <a:lnTo>
                    <a:pt x="8914" y="58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6" name="pl5296"/>
            <p:cNvSpPr/>
            <p:nvPr/>
          </p:nvSpPr>
          <p:spPr>
            <a:xfrm>
              <a:off x="7503086" y="1819449"/>
              <a:ext cx="9960" cy="6817"/>
            </a:xfrm>
            <a:custGeom>
              <a:avLst/>
              <a:pathLst>
                <a:path w="9960" h="6817">
                  <a:moveTo>
                    <a:pt x="0" y="0"/>
                  </a:moveTo>
                  <a:lnTo>
                    <a:pt x="9960" y="68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7" name="pl5297"/>
            <p:cNvSpPr/>
            <p:nvPr/>
          </p:nvSpPr>
          <p:spPr>
            <a:xfrm>
              <a:off x="7508214" y="1816190"/>
              <a:ext cx="4832" cy="10076"/>
            </a:xfrm>
            <a:custGeom>
              <a:avLst/>
              <a:pathLst>
                <a:path w="4832" h="10076">
                  <a:moveTo>
                    <a:pt x="4832" y="100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8" name="pl5298"/>
            <p:cNvSpPr/>
            <p:nvPr/>
          </p:nvSpPr>
          <p:spPr>
            <a:xfrm>
              <a:off x="7508214" y="1816190"/>
              <a:ext cx="4401" cy="1923"/>
            </a:xfrm>
            <a:custGeom>
              <a:avLst/>
              <a:pathLst>
                <a:path w="4401" h="1923">
                  <a:moveTo>
                    <a:pt x="0" y="0"/>
                  </a:moveTo>
                  <a:lnTo>
                    <a:pt x="4401" y="19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9" name="pl5299"/>
            <p:cNvSpPr/>
            <p:nvPr/>
          </p:nvSpPr>
          <p:spPr>
            <a:xfrm>
              <a:off x="7505727" y="1812081"/>
              <a:ext cx="2487" cy="4109"/>
            </a:xfrm>
            <a:custGeom>
              <a:avLst/>
              <a:pathLst>
                <a:path w="2487" h="4109">
                  <a:moveTo>
                    <a:pt x="2487" y="41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0" name="pl5300"/>
            <p:cNvSpPr/>
            <p:nvPr/>
          </p:nvSpPr>
          <p:spPr>
            <a:xfrm>
              <a:off x="7498812" y="1806078"/>
              <a:ext cx="4273" cy="13371"/>
            </a:xfrm>
            <a:custGeom>
              <a:avLst/>
              <a:pathLst>
                <a:path w="4273" h="13371">
                  <a:moveTo>
                    <a:pt x="4273" y="133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1" name="pl5301"/>
            <p:cNvSpPr/>
            <p:nvPr/>
          </p:nvSpPr>
          <p:spPr>
            <a:xfrm>
              <a:off x="7437511" y="1768140"/>
              <a:ext cx="20578" cy="54871"/>
            </a:xfrm>
            <a:custGeom>
              <a:avLst/>
              <a:pathLst>
                <a:path w="20578" h="54871">
                  <a:moveTo>
                    <a:pt x="20578" y="548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2" name="pl5302"/>
            <p:cNvSpPr/>
            <p:nvPr/>
          </p:nvSpPr>
          <p:spPr>
            <a:xfrm>
              <a:off x="7437511" y="1768140"/>
              <a:ext cx="15624" cy="5198"/>
            </a:xfrm>
            <a:custGeom>
              <a:avLst/>
              <a:pathLst>
                <a:path w="15624" h="5198">
                  <a:moveTo>
                    <a:pt x="0" y="0"/>
                  </a:moveTo>
                  <a:lnTo>
                    <a:pt x="15624" y="519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3" name="pl5303"/>
            <p:cNvSpPr/>
            <p:nvPr/>
          </p:nvSpPr>
          <p:spPr>
            <a:xfrm>
              <a:off x="7453135" y="1773338"/>
              <a:ext cx="7102" cy="3957"/>
            </a:xfrm>
            <a:custGeom>
              <a:avLst/>
              <a:pathLst>
                <a:path w="7102" h="3957">
                  <a:moveTo>
                    <a:pt x="0" y="0"/>
                  </a:moveTo>
                  <a:lnTo>
                    <a:pt x="7102" y="39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4" name="pl5304"/>
            <p:cNvSpPr/>
            <p:nvPr/>
          </p:nvSpPr>
          <p:spPr>
            <a:xfrm>
              <a:off x="7460238" y="1777296"/>
              <a:ext cx="6212" cy="3255"/>
            </a:xfrm>
            <a:custGeom>
              <a:avLst/>
              <a:pathLst>
                <a:path w="6212" h="3255">
                  <a:moveTo>
                    <a:pt x="0" y="0"/>
                  </a:moveTo>
                  <a:lnTo>
                    <a:pt x="6212" y="32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5" name="pl5305"/>
            <p:cNvSpPr/>
            <p:nvPr/>
          </p:nvSpPr>
          <p:spPr>
            <a:xfrm>
              <a:off x="7466450" y="1780551"/>
              <a:ext cx="4449" cy="1810"/>
            </a:xfrm>
            <a:custGeom>
              <a:avLst/>
              <a:pathLst>
                <a:path w="4449" h="1810">
                  <a:moveTo>
                    <a:pt x="0" y="0"/>
                  </a:moveTo>
                  <a:lnTo>
                    <a:pt x="4449" y="18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6" name="pl5306"/>
            <p:cNvSpPr/>
            <p:nvPr/>
          </p:nvSpPr>
          <p:spPr>
            <a:xfrm>
              <a:off x="7456792" y="1770683"/>
              <a:ext cx="3445" cy="6612"/>
            </a:xfrm>
            <a:custGeom>
              <a:avLst/>
              <a:pathLst>
                <a:path w="3445" h="6612">
                  <a:moveTo>
                    <a:pt x="3445" y="66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7" name="pl5307"/>
            <p:cNvSpPr/>
            <p:nvPr/>
          </p:nvSpPr>
          <p:spPr>
            <a:xfrm>
              <a:off x="7449701" y="1764889"/>
              <a:ext cx="3433" cy="8449"/>
            </a:xfrm>
            <a:custGeom>
              <a:avLst/>
              <a:pathLst>
                <a:path w="3433" h="8449">
                  <a:moveTo>
                    <a:pt x="3433" y="84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8" name="pl5308"/>
            <p:cNvSpPr/>
            <p:nvPr/>
          </p:nvSpPr>
          <p:spPr>
            <a:xfrm>
              <a:off x="7429144" y="1753958"/>
              <a:ext cx="8367" cy="14181"/>
            </a:xfrm>
            <a:custGeom>
              <a:avLst/>
              <a:pathLst>
                <a:path w="8367" h="14181">
                  <a:moveTo>
                    <a:pt x="8367" y="141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9" name="pl5309"/>
            <p:cNvSpPr/>
            <p:nvPr/>
          </p:nvSpPr>
          <p:spPr>
            <a:xfrm>
              <a:off x="7429144" y="1753958"/>
              <a:ext cx="8962" cy="3433"/>
            </a:xfrm>
            <a:custGeom>
              <a:avLst/>
              <a:pathLst>
                <a:path w="8962" h="3433">
                  <a:moveTo>
                    <a:pt x="0" y="0"/>
                  </a:moveTo>
                  <a:lnTo>
                    <a:pt x="8962" y="34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0" name="pl5310"/>
            <p:cNvSpPr/>
            <p:nvPr/>
          </p:nvSpPr>
          <p:spPr>
            <a:xfrm>
              <a:off x="7438106" y="1757391"/>
              <a:ext cx="4479" cy="1734"/>
            </a:xfrm>
            <a:custGeom>
              <a:avLst/>
              <a:pathLst>
                <a:path w="4479" h="1734">
                  <a:moveTo>
                    <a:pt x="0" y="0"/>
                  </a:moveTo>
                  <a:lnTo>
                    <a:pt x="4479" y="17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1" name="pl5311"/>
            <p:cNvSpPr/>
            <p:nvPr/>
          </p:nvSpPr>
          <p:spPr>
            <a:xfrm>
              <a:off x="7435446" y="1753392"/>
              <a:ext cx="2660" cy="3999"/>
            </a:xfrm>
            <a:custGeom>
              <a:avLst/>
              <a:pathLst>
                <a:path w="2660" h="3999">
                  <a:moveTo>
                    <a:pt x="2660" y="39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2" name="pl5312"/>
            <p:cNvSpPr/>
            <p:nvPr/>
          </p:nvSpPr>
          <p:spPr>
            <a:xfrm>
              <a:off x="7423787" y="1745994"/>
              <a:ext cx="5356" cy="7964"/>
            </a:xfrm>
            <a:custGeom>
              <a:avLst/>
              <a:pathLst>
                <a:path w="5356" h="7964">
                  <a:moveTo>
                    <a:pt x="5356" y="79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3" name="pl5313"/>
            <p:cNvSpPr/>
            <p:nvPr/>
          </p:nvSpPr>
          <p:spPr>
            <a:xfrm>
              <a:off x="7423787" y="1745994"/>
              <a:ext cx="4494" cy="1695"/>
            </a:xfrm>
            <a:custGeom>
              <a:avLst/>
              <a:pathLst>
                <a:path w="4494" h="1695">
                  <a:moveTo>
                    <a:pt x="0" y="0"/>
                  </a:moveTo>
                  <a:lnTo>
                    <a:pt x="4494" y="1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4" name="pl5314"/>
            <p:cNvSpPr/>
            <p:nvPr/>
          </p:nvSpPr>
          <p:spPr>
            <a:xfrm>
              <a:off x="7409371" y="1734719"/>
              <a:ext cx="11235" cy="60987"/>
            </a:xfrm>
            <a:custGeom>
              <a:avLst/>
              <a:pathLst>
                <a:path w="11235" h="60987">
                  <a:moveTo>
                    <a:pt x="11235" y="609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5" name="pl5315"/>
            <p:cNvSpPr/>
            <p:nvPr/>
          </p:nvSpPr>
          <p:spPr>
            <a:xfrm>
              <a:off x="7409371" y="1734719"/>
              <a:ext cx="4508" cy="1657"/>
            </a:xfrm>
            <a:custGeom>
              <a:avLst/>
              <a:pathLst>
                <a:path w="4508" h="1657">
                  <a:moveTo>
                    <a:pt x="0" y="0"/>
                  </a:moveTo>
                  <a:lnTo>
                    <a:pt x="4508" y="16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6" name="pl5316"/>
            <p:cNvSpPr/>
            <p:nvPr/>
          </p:nvSpPr>
          <p:spPr>
            <a:xfrm>
              <a:off x="7273632" y="1669179"/>
              <a:ext cx="53440" cy="90996"/>
            </a:xfrm>
            <a:custGeom>
              <a:avLst/>
              <a:pathLst>
                <a:path w="53440" h="90996">
                  <a:moveTo>
                    <a:pt x="53440" y="909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7" name="pl5317"/>
            <p:cNvSpPr/>
            <p:nvPr/>
          </p:nvSpPr>
          <p:spPr>
            <a:xfrm>
              <a:off x="7273632" y="1669179"/>
              <a:ext cx="32010" cy="20074"/>
            </a:xfrm>
            <a:custGeom>
              <a:avLst/>
              <a:pathLst>
                <a:path w="32010" h="20074">
                  <a:moveTo>
                    <a:pt x="0" y="0"/>
                  </a:moveTo>
                  <a:lnTo>
                    <a:pt x="32010" y="200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8" name="pl5318"/>
            <p:cNvSpPr/>
            <p:nvPr/>
          </p:nvSpPr>
          <p:spPr>
            <a:xfrm>
              <a:off x="7305643" y="1689254"/>
              <a:ext cx="46350" cy="16905"/>
            </a:xfrm>
            <a:custGeom>
              <a:avLst/>
              <a:pathLst>
                <a:path w="46350" h="16905">
                  <a:moveTo>
                    <a:pt x="0" y="0"/>
                  </a:moveTo>
                  <a:lnTo>
                    <a:pt x="46350" y="169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9" name="pl5319"/>
            <p:cNvSpPr/>
            <p:nvPr/>
          </p:nvSpPr>
          <p:spPr>
            <a:xfrm>
              <a:off x="7351993" y="1706160"/>
              <a:ext cx="18823" cy="6615"/>
            </a:xfrm>
            <a:custGeom>
              <a:avLst/>
              <a:pathLst>
                <a:path w="18823" h="6615">
                  <a:moveTo>
                    <a:pt x="0" y="0"/>
                  </a:moveTo>
                  <a:lnTo>
                    <a:pt x="18823" y="66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0" name="pl5320"/>
            <p:cNvSpPr/>
            <p:nvPr/>
          </p:nvSpPr>
          <p:spPr>
            <a:xfrm>
              <a:off x="7370816" y="1712775"/>
              <a:ext cx="10432" cy="4153"/>
            </a:xfrm>
            <a:custGeom>
              <a:avLst/>
              <a:pathLst>
                <a:path w="10432" h="4153">
                  <a:moveTo>
                    <a:pt x="0" y="0"/>
                  </a:moveTo>
                  <a:lnTo>
                    <a:pt x="10432" y="41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1" name="pl5321"/>
            <p:cNvSpPr/>
            <p:nvPr/>
          </p:nvSpPr>
          <p:spPr>
            <a:xfrm>
              <a:off x="7381249" y="1716929"/>
              <a:ext cx="7264" cy="3650"/>
            </a:xfrm>
            <a:custGeom>
              <a:avLst/>
              <a:pathLst>
                <a:path w="7264" h="3650">
                  <a:moveTo>
                    <a:pt x="0" y="0"/>
                  </a:moveTo>
                  <a:lnTo>
                    <a:pt x="7264" y="36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2" name="pl5322"/>
            <p:cNvSpPr/>
            <p:nvPr/>
          </p:nvSpPr>
          <p:spPr>
            <a:xfrm>
              <a:off x="7388514" y="1720579"/>
              <a:ext cx="6345" cy="2987"/>
            </a:xfrm>
            <a:custGeom>
              <a:avLst/>
              <a:pathLst>
                <a:path w="6345" h="2987">
                  <a:moveTo>
                    <a:pt x="0" y="0"/>
                  </a:moveTo>
                  <a:lnTo>
                    <a:pt x="6345" y="29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3" name="pl5323"/>
            <p:cNvSpPr/>
            <p:nvPr/>
          </p:nvSpPr>
          <p:spPr>
            <a:xfrm>
              <a:off x="7392097" y="1719637"/>
              <a:ext cx="2762" cy="3929"/>
            </a:xfrm>
            <a:custGeom>
              <a:avLst/>
              <a:pathLst>
                <a:path w="2762" h="3929">
                  <a:moveTo>
                    <a:pt x="2762" y="39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4" name="pl5324"/>
            <p:cNvSpPr/>
            <p:nvPr/>
          </p:nvSpPr>
          <p:spPr>
            <a:xfrm>
              <a:off x="7377458" y="1708634"/>
              <a:ext cx="3791" cy="8295"/>
            </a:xfrm>
            <a:custGeom>
              <a:avLst/>
              <a:pathLst>
                <a:path w="3791" h="8295">
                  <a:moveTo>
                    <a:pt x="3791" y="82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5" name="pl5325"/>
            <p:cNvSpPr/>
            <p:nvPr/>
          </p:nvSpPr>
          <p:spPr>
            <a:xfrm>
              <a:off x="7341634" y="1687891"/>
              <a:ext cx="10358" cy="18268"/>
            </a:xfrm>
            <a:custGeom>
              <a:avLst/>
              <a:pathLst>
                <a:path w="10358" h="18268">
                  <a:moveTo>
                    <a:pt x="10358" y="182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6" name="pl5326"/>
            <p:cNvSpPr/>
            <p:nvPr/>
          </p:nvSpPr>
          <p:spPr>
            <a:xfrm>
              <a:off x="7341634" y="1687891"/>
              <a:ext cx="9126" cy="2970"/>
            </a:xfrm>
            <a:custGeom>
              <a:avLst/>
              <a:pathLst>
                <a:path w="9126" h="2970">
                  <a:moveTo>
                    <a:pt x="0" y="0"/>
                  </a:moveTo>
                  <a:lnTo>
                    <a:pt x="9126" y="29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7" name="pl5327"/>
            <p:cNvSpPr/>
            <p:nvPr/>
          </p:nvSpPr>
          <p:spPr>
            <a:xfrm>
              <a:off x="7350761" y="1690861"/>
              <a:ext cx="4562" cy="1502"/>
            </a:xfrm>
            <a:custGeom>
              <a:avLst/>
              <a:pathLst>
                <a:path w="4562" h="1502">
                  <a:moveTo>
                    <a:pt x="0" y="0"/>
                  </a:moveTo>
                  <a:lnTo>
                    <a:pt x="4562" y="1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8" name="pl5328"/>
            <p:cNvSpPr/>
            <p:nvPr/>
          </p:nvSpPr>
          <p:spPr>
            <a:xfrm>
              <a:off x="7274465" y="1650473"/>
              <a:ext cx="31177" cy="38781"/>
            </a:xfrm>
            <a:custGeom>
              <a:avLst/>
              <a:pathLst>
                <a:path w="31177" h="38781">
                  <a:moveTo>
                    <a:pt x="31177" y="38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9" name="pl5329"/>
            <p:cNvSpPr/>
            <p:nvPr/>
          </p:nvSpPr>
          <p:spPr>
            <a:xfrm>
              <a:off x="7274465" y="1650473"/>
              <a:ext cx="13816" cy="5719"/>
            </a:xfrm>
            <a:custGeom>
              <a:avLst/>
              <a:pathLst>
                <a:path w="13816" h="5719">
                  <a:moveTo>
                    <a:pt x="0" y="0"/>
                  </a:moveTo>
                  <a:lnTo>
                    <a:pt x="13816" y="57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0" name="pl5330"/>
            <p:cNvSpPr/>
            <p:nvPr/>
          </p:nvSpPr>
          <p:spPr>
            <a:xfrm>
              <a:off x="7288282" y="1656193"/>
              <a:ext cx="10845" cy="3817"/>
            </a:xfrm>
            <a:custGeom>
              <a:avLst/>
              <a:pathLst>
                <a:path w="10845" h="3817">
                  <a:moveTo>
                    <a:pt x="0" y="0"/>
                  </a:moveTo>
                  <a:lnTo>
                    <a:pt x="10845" y="38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1" name="pl5331"/>
            <p:cNvSpPr/>
            <p:nvPr/>
          </p:nvSpPr>
          <p:spPr>
            <a:xfrm>
              <a:off x="7299127" y="1660010"/>
              <a:ext cx="7893" cy="3627"/>
            </a:xfrm>
            <a:custGeom>
              <a:avLst/>
              <a:pathLst>
                <a:path w="7893" h="3627">
                  <a:moveTo>
                    <a:pt x="0" y="0"/>
                  </a:moveTo>
                  <a:lnTo>
                    <a:pt x="7893" y="362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2" name="pl5332"/>
            <p:cNvSpPr/>
            <p:nvPr/>
          </p:nvSpPr>
          <p:spPr>
            <a:xfrm>
              <a:off x="7307021" y="1663638"/>
              <a:ext cx="7413" cy="3337"/>
            </a:xfrm>
            <a:custGeom>
              <a:avLst/>
              <a:pathLst>
                <a:path w="7413" h="3337">
                  <a:moveTo>
                    <a:pt x="0" y="0"/>
                  </a:moveTo>
                  <a:lnTo>
                    <a:pt x="7413" y="333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3" name="pl5333"/>
            <p:cNvSpPr/>
            <p:nvPr/>
          </p:nvSpPr>
          <p:spPr>
            <a:xfrm>
              <a:off x="7314435" y="1666975"/>
              <a:ext cx="6467" cy="2714"/>
            </a:xfrm>
            <a:custGeom>
              <a:avLst/>
              <a:pathLst>
                <a:path w="6467" h="2714">
                  <a:moveTo>
                    <a:pt x="0" y="0"/>
                  </a:moveTo>
                  <a:lnTo>
                    <a:pt x="6467" y="271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4" name="pl5334"/>
            <p:cNvSpPr/>
            <p:nvPr/>
          </p:nvSpPr>
          <p:spPr>
            <a:xfrm>
              <a:off x="7317975" y="1665881"/>
              <a:ext cx="2927" cy="3808"/>
            </a:xfrm>
            <a:custGeom>
              <a:avLst/>
              <a:pathLst>
                <a:path w="2927" h="3808">
                  <a:moveTo>
                    <a:pt x="2927" y="3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5" name="pl5335"/>
            <p:cNvSpPr/>
            <p:nvPr/>
          </p:nvSpPr>
          <p:spPr>
            <a:xfrm>
              <a:off x="7295298" y="1650376"/>
              <a:ext cx="3829" cy="9634"/>
            </a:xfrm>
            <a:custGeom>
              <a:avLst/>
              <a:pathLst>
                <a:path w="3829" h="9634">
                  <a:moveTo>
                    <a:pt x="3829" y="963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6" name="pl5336"/>
            <p:cNvSpPr/>
            <p:nvPr/>
          </p:nvSpPr>
          <p:spPr>
            <a:xfrm>
              <a:off x="7283079" y="1643946"/>
              <a:ext cx="5203" cy="12246"/>
            </a:xfrm>
            <a:custGeom>
              <a:avLst/>
              <a:pathLst>
                <a:path w="5203" h="12246">
                  <a:moveTo>
                    <a:pt x="5203" y="122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7" name="pl5337"/>
            <p:cNvSpPr/>
            <p:nvPr/>
          </p:nvSpPr>
          <p:spPr>
            <a:xfrm>
              <a:off x="7283079" y="1643946"/>
              <a:ext cx="4616" cy="1326"/>
            </a:xfrm>
            <a:custGeom>
              <a:avLst/>
              <a:pathLst>
                <a:path w="4616" h="1326">
                  <a:moveTo>
                    <a:pt x="0" y="0"/>
                  </a:moveTo>
                  <a:lnTo>
                    <a:pt x="4616" y="13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8" name="pl5338"/>
            <p:cNvSpPr/>
            <p:nvPr/>
          </p:nvSpPr>
          <p:spPr>
            <a:xfrm>
              <a:off x="7267797" y="1633876"/>
              <a:ext cx="6668" cy="16596"/>
            </a:xfrm>
            <a:custGeom>
              <a:avLst/>
              <a:pathLst>
                <a:path w="6668" h="16596">
                  <a:moveTo>
                    <a:pt x="6668" y="165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9" name="pl5339"/>
            <p:cNvSpPr/>
            <p:nvPr/>
          </p:nvSpPr>
          <p:spPr>
            <a:xfrm>
              <a:off x="7267797" y="1633876"/>
              <a:ext cx="4627" cy="1286"/>
            </a:xfrm>
            <a:custGeom>
              <a:avLst/>
              <a:pathLst>
                <a:path w="4627" h="1286">
                  <a:moveTo>
                    <a:pt x="0" y="0"/>
                  </a:moveTo>
                  <a:lnTo>
                    <a:pt x="4627" y="12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0" name="pl5340"/>
            <p:cNvSpPr/>
            <p:nvPr/>
          </p:nvSpPr>
          <p:spPr>
            <a:xfrm>
              <a:off x="7264757" y="1630157"/>
              <a:ext cx="3039" cy="3719"/>
            </a:xfrm>
            <a:custGeom>
              <a:avLst/>
              <a:pathLst>
                <a:path w="3039" h="3719">
                  <a:moveTo>
                    <a:pt x="3039" y="37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1" name="pl5341"/>
            <p:cNvSpPr/>
            <p:nvPr/>
          </p:nvSpPr>
          <p:spPr>
            <a:xfrm>
              <a:off x="7257068" y="1625184"/>
              <a:ext cx="16564" cy="43995"/>
            </a:xfrm>
            <a:custGeom>
              <a:avLst/>
              <a:pathLst>
                <a:path w="16564" h="43995">
                  <a:moveTo>
                    <a:pt x="16564" y="43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2" name="pl5342"/>
            <p:cNvSpPr/>
            <p:nvPr/>
          </p:nvSpPr>
          <p:spPr>
            <a:xfrm>
              <a:off x="7094594" y="1571665"/>
              <a:ext cx="90490" cy="137241"/>
            </a:xfrm>
            <a:custGeom>
              <a:avLst/>
              <a:pathLst>
                <a:path w="90490" h="137241">
                  <a:moveTo>
                    <a:pt x="90490" y="1372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3" name="pl5343"/>
            <p:cNvSpPr/>
            <p:nvPr/>
          </p:nvSpPr>
          <p:spPr>
            <a:xfrm>
              <a:off x="7094594" y="1571665"/>
              <a:ext cx="50024" cy="16031"/>
            </a:xfrm>
            <a:custGeom>
              <a:avLst/>
              <a:pathLst>
                <a:path w="50024" h="16031">
                  <a:moveTo>
                    <a:pt x="0" y="0"/>
                  </a:moveTo>
                  <a:lnTo>
                    <a:pt x="50024" y="160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4" name="pl5344"/>
            <p:cNvSpPr/>
            <p:nvPr/>
          </p:nvSpPr>
          <p:spPr>
            <a:xfrm>
              <a:off x="7144618" y="1587696"/>
              <a:ext cx="38815" cy="9085"/>
            </a:xfrm>
            <a:custGeom>
              <a:avLst/>
              <a:pathLst>
                <a:path w="38815" h="9085">
                  <a:moveTo>
                    <a:pt x="0" y="0"/>
                  </a:moveTo>
                  <a:lnTo>
                    <a:pt x="38815" y="90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5" name="pl5345"/>
            <p:cNvSpPr/>
            <p:nvPr/>
          </p:nvSpPr>
          <p:spPr>
            <a:xfrm>
              <a:off x="7183433" y="1596781"/>
              <a:ext cx="15915" cy="4432"/>
            </a:xfrm>
            <a:custGeom>
              <a:avLst/>
              <a:pathLst>
                <a:path w="15915" h="4432">
                  <a:moveTo>
                    <a:pt x="0" y="0"/>
                  </a:moveTo>
                  <a:lnTo>
                    <a:pt x="15915" y="44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6" name="pl5346"/>
            <p:cNvSpPr/>
            <p:nvPr/>
          </p:nvSpPr>
          <p:spPr>
            <a:xfrm>
              <a:off x="7194807" y="1586590"/>
              <a:ext cx="4541" cy="14623"/>
            </a:xfrm>
            <a:custGeom>
              <a:avLst/>
              <a:pathLst>
                <a:path w="4541" h="14623">
                  <a:moveTo>
                    <a:pt x="4541" y="14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7" name="pl5347"/>
            <p:cNvSpPr/>
            <p:nvPr/>
          </p:nvSpPr>
          <p:spPr>
            <a:xfrm>
              <a:off x="7175593" y="1578638"/>
              <a:ext cx="7840" cy="18142"/>
            </a:xfrm>
            <a:custGeom>
              <a:avLst/>
              <a:pathLst>
                <a:path w="7840" h="18142">
                  <a:moveTo>
                    <a:pt x="7840" y="181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8" name="pl5348"/>
            <p:cNvSpPr/>
            <p:nvPr/>
          </p:nvSpPr>
          <p:spPr>
            <a:xfrm>
              <a:off x="7175593" y="1578638"/>
              <a:ext cx="6656" cy="2209"/>
            </a:xfrm>
            <a:custGeom>
              <a:avLst/>
              <a:pathLst>
                <a:path w="6656" h="2209">
                  <a:moveTo>
                    <a:pt x="0" y="0"/>
                  </a:moveTo>
                  <a:lnTo>
                    <a:pt x="6656" y="22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9" name="pl5349"/>
            <p:cNvSpPr/>
            <p:nvPr/>
          </p:nvSpPr>
          <p:spPr>
            <a:xfrm>
              <a:off x="7182249" y="1580848"/>
              <a:ext cx="4683" cy="1068"/>
            </a:xfrm>
            <a:custGeom>
              <a:avLst/>
              <a:pathLst>
                <a:path w="4683" h="1068">
                  <a:moveTo>
                    <a:pt x="0" y="0"/>
                  </a:moveTo>
                  <a:lnTo>
                    <a:pt x="4683" y="10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0" name="pl5350"/>
            <p:cNvSpPr/>
            <p:nvPr/>
          </p:nvSpPr>
          <p:spPr>
            <a:xfrm>
              <a:off x="7119099" y="1555107"/>
              <a:ext cx="25518" cy="32588"/>
            </a:xfrm>
            <a:custGeom>
              <a:avLst/>
              <a:pathLst>
                <a:path w="25518" h="32588">
                  <a:moveTo>
                    <a:pt x="25518" y="3258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1" name="pl5351"/>
            <p:cNvSpPr/>
            <p:nvPr/>
          </p:nvSpPr>
          <p:spPr>
            <a:xfrm>
              <a:off x="7119099" y="1555107"/>
              <a:ext cx="14138" cy="4455"/>
            </a:xfrm>
            <a:custGeom>
              <a:avLst/>
              <a:pathLst>
                <a:path w="14138" h="4455">
                  <a:moveTo>
                    <a:pt x="0" y="0"/>
                  </a:moveTo>
                  <a:lnTo>
                    <a:pt x="14138" y="44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2" name="pl5352"/>
            <p:cNvSpPr/>
            <p:nvPr/>
          </p:nvSpPr>
          <p:spPr>
            <a:xfrm>
              <a:off x="7133238" y="1559563"/>
              <a:ext cx="10889" cy="2740"/>
            </a:xfrm>
            <a:custGeom>
              <a:avLst/>
              <a:pathLst>
                <a:path w="10889" h="2740">
                  <a:moveTo>
                    <a:pt x="0" y="0"/>
                  </a:moveTo>
                  <a:lnTo>
                    <a:pt x="10889" y="274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3" name="pl5353"/>
            <p:cNvSpPr/>
            <p:nvPr/>
          </p:nvSpPr>
          <p:spPr>
            <a:xfrm>
              <a:off x="7139275" y="1554581"/>
              <a:ext cx="4852" cy="7722"/>
            </a:xfrm>
            <a:custGeom>
              <a:avLst/>
              <a:pathLst>
                <a:path w="4852" h="7722">
                  <a:moveTo>
                    <a:pt x="4852" y="77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4" name="pl5354"/>
            <p:cNvSpPr/>
            <p:nvPr/>
          </p:nvSpPr>
          <p:spPr>
            <a:xfrm>
              <a:off x="7126551" y="1549217"/>
              <a:ext cx="6686" cy="10345"/>
            </a:xfrm>
            <a:custGeom>
              <a:avLst/>
              <a:pathLst>
                <a:path w="6686" h="10345">
                  <a:moveTo>
                    <a:pt x="6686" y="103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5" name="pl5355"/>
            <p:cNvSpPr/>
            <p:nvPr/>
          </p:nvSpPr>
          <p:spPr>
            <a:xfrm>
              <a:off x="7126551" y="1549217"/>
              <a:ext cx="4712" cy="927"/>
            </a:xfrm>
            <a:custGeom>
              <a:avLst/>
              <a:pathLst>
                <a:path w="4712" h="927">
                  <a:moveTo>
                    <a:pt x="0" y="0"/>
                  </a:moveTo>
                  <a:lnTo>
                    <a:pt x="4712" y="92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6" name="pl5356"/>
            <p:cNvSpPr/>
            <p:nvPr/>
          </p:nvSpPr>
          <p:spPr>
            <a:xfrm>
              <a:off x="7110466" y="1540486"/>
              <a:ext cx="8632" cy="14620"/>
            </a:xfrm>
            <a:custGeom>
              <a:avLst/>
              <a:pathLst>
                <a:path w="8632" h="14620">
                  <a:moveTo>
                    <a:pt x="8632" y="146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7" name="pl5357"/>
            <p:cNvSpPr/>
            <p:nvPr/>
          </p:nvSpPr>
          <p:spPr>
            <a:xfrm>
              <a:off x="7110466" y="1540486"/>
              <a:ext cx="4720" cy="887"/>
            </a:xfrm>
            <a:custGeom>
              <a:avLst/>
              <a:pathLst>
                <a:path w="4720" h="887">
                  <a:moveTo>
                    <a:pt x="0" y="0"/>
                  </a:moveTo>
                  <a:lnTo>
                    <a:pt x="4720" y="8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8" name="pl5358"/>
            <p:cNvSpPr/>
            <p:nvPr/>
          </p:nvSpPr>
          <p:spPr>
            <a:xfrm>
              <a:off x="7107121" y="1537040"/>
              <a:ext cx="3345" cy="3446"/>
            </a:xfrm>
            <a:custGeom>
              <a:avLst/>
              <a:pathLst>
                <a:path w="3345" h="3446">
                  <a:moveTo>
                    <a:pt x="3345" y="34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9" name="pl5359"/>
            <p:cNvSpPr/>
            <p:nvPr/>
          </p:nvSpPr>
          <p:spPr>
            <a:xfrm>
              <a:off x="7061541" y="1523172"/>
              <a:ext cx="33052" cy="48492"/>
            </a:xfrm>
            <a:custGeom>
              <a:avLst/>
              <a:pathLst>
                <a:path w="33052" h="48492">
                  <a:moveTo>
                    <a:pt x="33052" y="484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0" name="pl5360"/>
            <p:cNvSpPr/>
            <p:nvPr/>
          </p:nvSpPr>
          <p:spPr>
            <a:xfrm>
              <a:off x="7061541" y="1523172"/>
              <a:ext cx="12501" cy="3108"/>
            </a:xfrm>
            <a:custGeom>
              <a:avLst/>
              <a:pathLst>
                <a:path w="12501" h="3108">
                  <a:moveTo>
                    <a:pt x="0" y="0"/>
                  </a:moveTo>
                  <a:lnTo>
                    <a:pt x="12501" y="310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1" name="pl5361"/>
            <p:cNvSpPr/>
            <p:nvPr/>
          </p:nvSpPr>
          <p:spPr>
            <a:xfrm>
              <a:off x="7074043" y="1526280"/>
              <a:ext cx="10811" cy="3953"/>
            </a:xfrm>
            <a:custGeom>
              <a:avLst/>
              <a:pathLst>
                <a:path w="10811" h="3953">
                  <a:moveTo>
                    <a:pt x="0" y="0"/>
                  </a:moveTo>
                  <a:lnTo>
                    <a:pt x="10811" y="39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2" name="pl5362"/>
            <p:cNvSpPr/>
            <p:nvPr/>
          </p:nvSpPr>
          <p:spPr>
            <a:xfrm>
              <a:off x="7084854" y="1530234"/>
              <a:ext cx="9453" cy="1659"/>
            </a:xfrm>
            <a:custGeom>
              <a:avLst/>
              <a:pathLst>
                <a:path w="9453" h="1659">
                  <a:moveTo>
                    <a:pt x="0" y="0"/>
                  </a:moveTo>
                  <a:lnTo>
                    <a:pt x="9453" y="16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3" name="pl5363"/>
            <p:cNvSpPr/>
            <p:nvPr/>
          </p:nvSpPr>
          <p:spPr>
            <a:xfrm>
              <a:off x="7094307" y="1531894"/>
              <a:ext cx="4728" cy="847"/>
            </a:xfrm>
            <a:custGeom>
              <a:avLst/>
              <a:pathLst>
                <a:path w="4728" h="847">
                  <a:moveTo>
                    <a:pt x="0" y="0"/>
                  </a:moveTo>
                  <a:lnTo>
                    <a:pt x="4728" y="84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4" name="pl5364"/>
            <p:cNvSpPr/>
            <p:nvPr/>
          </p:nvSpPr>
          <p:spPr>
            <a:xfrm>
              <a:off x="7078076" y="1523439"/>
              <a:ext cx="6778" cy="6795"/>
            </a:xfrm>
            <a:custGeom>
              <a:avLst/>
              <a:pathLst>
                <a:path w="6778" h="6795">
                  <a:moveTo>
                    <a:pt x="6778" y="6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5" name="pl5365"/>
            <p:cNvSpPr/>
            <p:nvPr/>
          </p:nvSpPr>
          <p:spPr>
            <a:xfrm>
              <a:off x="7078076" y="1523439"/>
              <a:ext cx="4735" cy="806"/>
            </a:xfrm>
            <a:custGeom>
              <a:avLst/>
              <a:pathLst>
                <a:path w="4735" h="806">
                  <a:moveTo>
                    <a:pt x="0" y="0"/>
                  </a:moveTo>
                  <a:lnTo>
                    <a:pt x="4735" y="80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6" name="pl5366"/>
            <p:cNvSpPr/>
            <p:nvPr/>
          </p:nvSpPr>
          <p:spPr>
            <a:xfrm>
              <a:off x="7066514" y="1515890"/>
              <a:ext cx="7528" cy="10390"/>
            </a:xfrm>
            <a:custGeom>
              <a:avLst/>
              <a:pathLst>
                <a:path w="7528" h="10390">
                  <a:moveTo>
                    <a:pt x="7528" y="103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7" name="pl5367"/>
            <p:cNvSpPr/>
            <p:nvPr/>
          </p:nvSpPr>
          <p:spPr>
            <a:xfrm>
              <a:off x="7053594" y="1511018"/>
              <a:ext cx="7946" cy="12154"/>
            </a:xfrm>
            <a:custGeom>
              <a:avLst/>
              <a:pathLst>
                <a:path w="7946" h="12154">
                  <a:moveTo>
                    <a:pt x="7946" y="121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8" name="pl5368"/>
            <p:cNvSpPr/>
            <p:nvPr/>
          </p:nvSpPr>
          <p:spPr>
            <a:xfrm>
              <a:off x="7053594" y="1511018"/>
              <a:ext cx="4745" cy="745"/>
            </a:xfrm>
            <a:custGeom>
              <a:avLst/>
              <a:pathLst>
                <a:path w="4745" h="745">
                  <a:moveTo>
                    <a:pt x="0" y="0"/>
                  </a:moveTo>
                  <a:lnTo>
                    <a:pt x="4745" y="7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9" name="pl5369"/>
            <p:cNvSpPr/>
            <p:nvPr/>
          </p:nvSpPr>
          <p:spPr>
            <a:xfrm>
              <a:off x="6922913" y="1476447"/>
              <a:ext cx="108138" cy="485105"/>
            </a:xfrm>
            <a:custGeom>
              <a:avLst/>
              <a:pathLst>
                <a:path w="108138" h="485105">
                  <a:moveTo>
                    <a:pt x="108138" y="4851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0" name="pl5370"/>
            <p:cNvSpPr/>
            <p:nvPr/>
          </p:nvSpPr>
          <p:spPr>
            <a:xfrm>
              <a:off x="6922913" y="1476447"/>
              <a:ext cx="22014" cy="3111"/>
            </a:xfrm>
            <a:custGeom>
              <a:avLst/>
              <a:pathLst>
                <a:path w="22014" h="3111">
                  <a:moveTo>
                    <a:pt x="0" y="0"/>
                  </a:moveTo>
                  <a:lnTo>
                    <a:pt x="22014" y="31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1" name="pl5371"/>
            <p:cNvSpPr/>
            <p:nvPr/>
          </p:nvSpPr>
          <p:spPr>
            <a:xfrm>
              <a:off x="6944928" y="1479559"/>
              <a:ext cx="19148" cy="6855"/>
            </a:xfrm>
            <a:custGeom>
              <a:avLst/>
              <a:pathLst>
                <a:path w="19148" h="6855">
                  <a:moveTo>
                    <a:pt x="0" y="0"/>
                  </a:moveTo>
                  <a:lnTo>
                    <a:pt x="19148" y="68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2" name="pl5372"/>
            <p:cNvSpPr/>
            <p:nvPr/>
          </p:nvSpPr>
          <p:spPr>
            <a:xfrm>
              <a:off x="6964076" y="1486415"/>
              <a:ext cx="25769" cy="8512"/>
            </a:xfrm>
            <a:custGeom>
              <a:avLst/>
              <a:pathLst>
                <a:path w="25769" h="8512">
                  <a:moveTo>
                    <a:pt x="0" y="0"/>
                  </a:moveTo>
                  <a:lnTo>
                    <a:pt x="25769" y="8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3" name="pl5373"/>
            <p:cNvSpPr/>
            <p:nvPr/>
          </p:nvSpPr>
          <p:spPr>
            <a:xfrm>
              <a:off x="6989845" y="1494927"/>
              <a:ext cx="26290" cy="4294"/>
            </a:xfrm>
            <a:custGeom>
              <a:avLst/>
              <a:pathLst>
                <a:path w="26290" h="4294">
                  <a:moveTo>
                    <a:pt x="0" y="0"/>
                  </a:moveTo>
                  <a:lnTo>
                    <a:pt x="26290" y="429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4" name="pl5374"/>
            <p:cNvSpPr/>
            <p:nvPr/>
          </p:nvSpPr>
          <p:spPr>
            <a:xfrm>
              <a:off x="7016135" y="1499222"/>
              <a:ext cx="14244" cy="1997"/>
            </a:xfrm>
            <a:custGeom>
              <a:avLst/>
              <a:pathLst>
                <a:path w="14244" h="1997">
                  <a:moveTo>
                    <a:pt x="0" y="0"/>
                  </a:moveTo>
                  <a:lnTo>
                    <a:pt x="14244" y="1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5" name="pl5375"/>
            <p:cNvSpPr/>
            <p:nvPr/>
          </p:nvSpPr>
          <p:spPr>
            <a:xfrm>
              <a:off x="7030379" y="1501219"/>
              <a:ext cx="6806" cy="1692"/>
            </a:xfrm>
            <a:custGeom>
              <a:avLst/>
              <a:pathLst>
                <a:path w="6806" h="1692">
                  <a:moveTo>
                    <a:pt x="0" y="0"/>
                  </a:moveTo>
                  <a:lnTo>
                    <a:pt x="6806" y="16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6" name="pl5376"/>
            <p:cNvSpPr/>
            <p:nvPr/>
          </p:nvSpPr>
          <p:spPr>
            <a:xfrm>
              <a:off x="7037186" y="1502912"/>
              <a:ext cx="4751" cy="705"/>
            </a:xfrm>
            <a:custGeom>
              <a:avLst/>
              <a:pathLst>
                <a:path w="4751" h="705">
                  <a:moveTo>
                    <a:pt x="0" y="0"/>
                  </a:moveTo>
                  <a:lnTo>
                    <a:pt x="4751" y="7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7" name="pl5377"/>
            <p:cNvSpPr/>
            <p:nvPr/>
          </p:nvSpPr>
          <p:spPr>
            <a:xfrm>
              <a:off x="7033710" y="1499596"/>
              <a:ext cx="3475" cy="3315"/>
            </a:xfrm>
            <a:custGeom>
              <a:avLst/>
              <a:pathLst>
                <a:path w="3475" h="3315">
                  <a:moveTo>
                    <a:pt x="3475" y="331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8" name="pl5378"/>
            <p:cNvSpPr/>
            <p:nvPr/>
          </p:nvSpPr>
          <p:spPr>
            <a:xfrm>
              <a:off x="7005617" y="1489411"/>
              <a:ext cx="10517" cy="9811"/>
            </a:xfrm>
            <a:custGeom>
              <a:avLst/>
              <a:pathLst>
                <a:path w="10517" h="9811">
                  <a:moveTo>
                    <a:pt x="10517" y="98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9" name="pl5379"/>
            <p:cNvSpPr/>
            <p:nvPr/>
          </p:nvSpPr>
          <p:spPr>
            <a:xfrm>
              <a:off x="7005617" y="1489411"/>
              <a:ext cx="6827" cy="1604"/>
            </a:xfrm>
            <a:custGeom>
              <a:avLst/>
              <a:pathLst>
                <a:path w="6827" h="1604">
                  <a:moveTo>
                    <a:pt x="0" y="0"/>
                  </a:moveTo>
                  <a:lnTo>
                    <a:pt x="6827" y="16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0" name="pl5380"/>
            <p:cNvSpPr/>
            <p:nvPr/>
          </p:nvSpPr>
          <p:spPr>
            <a:xfrm>
              <a:off x="7012445" y="1491016"/>
              <a:ext cx="4759" cy="644"/>
            </a:xfrm>
            <a:custGeom>
              <a:avLst/>
              <a:pathLst>
                <a:path w="4759" h="644">
                  <a:moveTo>
                    <a:pt x="0" y="0"/>
                  </a:moveTo>
                  <a:lnTo>
                    <a:pt x="4759" y="6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1" name="pl5381"/>
            <p:cNvSpPr/>
            <p:nvPr/>
          </p:nvSpPr>
          <p:spPr>
            <a:xfrm>
              <a:off x="6970136" y="1476354"/>
              <a:ext cx="19709" cy="18573"/>
            </a:xfrm>
            <a:custGeom>
              <a:avLst/>
              <a:pathLst>
                <a:path w="19709" h="18573">
                  <a:moveTo>
                    <a:pt x="19709" y="185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2" name="pl5382"/>
            <p:cNvSpPr/>
            <p:nvPr/>
          </p:nvSpPr>
          <p:spPr>
            <a:xfrm>
              <a:off x="6962517" y="1468179"/>
              <a:ext cx="7619" cy="8174"/>
            </a:xfrm>
            <a:custGeom>
              <a:avLst/>
              <a:pathLst>
                <a:path w="7619" h="8174">
                  <a:moveTo>
                    <a:pt x="7619" y="81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3" name="pl5383"/>
            <p:cNvSpPr/>
            <p:nvPr/>
          </p:nvSpPr>
          <p:spPr>
            <a:xfrm>
              <a:off x="6958916" y="1464999"/>
              <a:ext cx="3600" cy="3179"/>
            </a:xfrm>
            <a:custGeom>
              <a:avLst/>
              <a:pathLst>
                <a:path w="3600" h="3179">
                  <a:moveTo>
                    <a:pt x="3600" y="31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4" name="pl5384"/>
            <p:cNvSpPr/>
            <p:nvPr/>
          </p:nvSpPr>
          <p:spPr>
            <a:xfrm>
              <a:off x="6945746" y="1460852"/>
              <a:ext cx="18330" cy="25563"/>
            </a:xfrm>
            <a:custGeom>
              <a:avLst/>
              <a:pathLst>
                <a:path w="18330" h="25563">
                  <a:moveTo>
                    <a:pt x="18330" y="255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5" name="pl5385"/>
            <p:cNvSpPr/>
            <p:nvPr/>
          </p:nvSpPr>
          <p:spPr>
            <a:xfrm>
              <a:off x="6945746" y="1460852"/>
              <a:ext cx="4779" cy="481"/>
            </a:xfrm>
            <a:custGeom>
              <a:avLst/>
              <a:pathLst>
                <a:path w="4779" h="481">
                  <a:moveTo>
                    <a:pt x="0" y="0"/>
                  </a:moveTo>
                  <a:lnTo>
                    <a:pt x="4779" y="4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6" name="pl5386"/>
            <p:cNvSpPr/>
            <p:nvPr/>
          </p:nvSpPr>
          <p:spPr>
            <a:xfrm>
              <a:off x="6910910" y="1449324"/>
              <a:ext cx="12003" cy="27123"/>
            </a:xfrm>
            <a:custGeom>
              <a:avLst/>
              <a:pathLst>
                <a:path w="12003" h="27123">
                  <a:moveTo>
                    <a:pt x="12003" y="271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7" name="pl5387"/>
            <p:cNvSpPr/>
            <p:nvPr/>
          </p:nvSpPr>
          <p:spPr>
            <a:xfrm>
              <a:off x="6903551" y="1443162"/>
              <a:ext cx="7359" cy="6161"/>
            </a:xfrm>
            <a:custGeom>
              <a:avLst/>
              <a:pathLst>
                <a:path w="7359" h="6161">
                  <a:moveTo>
                    <a:pt x="7359" y="616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8" name="pl5388"/>
            <p:cNvSpPr/>
            <p:nvPr/>
          </p:nvSpPr>
          <p:spPr>
            <a:xfrm>
              <a:off x="6903551" y="1443162"/>
              <a:ext cx="4788" cy="379"/>
            </a:xfrm>
            <a:custGeom>
              <a:avLst/>
              <a:pathLst>
                <a:path w="4788" h="379">
                  <a:moveTo>
                    <a:pt x="0" y="0"/>
                  </a:moveTo>
                  <a:lnTo>
                    <a:pt x="4788" y="3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9" name="pl5389"/>
            <p:cNvSpPr/>
            <p:nvPr/>
          </p:nvSpPr>
          <p:spPr>
            <a:xfrm>
              <a:off x="6688595" y="1417334"/>
              <a:ext cx="107342" cy="472871"/>
            </a:xfrm>
            <a:custGeom>
              <a:avLst/>
              <a:pathLst>
                <a:path w="107342" h="472871">
                  <a:moveTo>
                    <a:pt x="107342" y="4728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0" name="pl5390"/>
            <p:cNvSpPr/>
            <p:nvPr/>
          </p:nvSpPr>
          <p:spPr>
            <a:xfrm>
              <a:off x="6688595" y="1416297"/>
              <a:ext cx="74729" cy="1036"/>
            </a:xfrm>
            <a:custGeom>
              <a:avLst/>
              <a:pathLst>
                <a:path w="74729" h="1036">
                  <a:moveTo>
                    <a:pt x="0" y="1036"/>
                  </a:moveTo>
                  <a:lnTo>
                    <a:pt x="747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1" name="pl5391"/>
            <p:cNvSpPr/>
            <p:nvPr/>
          </p:nvSpPr>
          <p:spPr>
            <a:xfrm>
              <a:off x="6763324" y="1416297"/>
              <a:ext cx="26361" cy="7392"/>
            </a:xfrm>
            <a:custGeom>
              <a:avLst/>
              <a:pathLst>
                <a:path w="26361" h="7392">
                  <a:moveTo>
                    <a:pt x="0" y="0"/>
                  </a:moveTo>
                  <a:lnTo>
                    <a:pt x="26361" y="73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2" name="pl5392"/>
            <p:cNvSpPr/>
            <p:nvPr/>
          </p:nvSpPr>
          <p:spPr>
            <a:xfrm>
              <a:off x="6789685" y="1423689"/>
              <a:ext cx="31593" cy="1909"/>
            </a:xfrm>
            <a:custGeom>
              <a:avLst/>
              <a:pathLst>
                <a:path w="31593" h="1909">
                  <a:moveTo>
                    <a:pt x="0" y="0"/>
                  </a:moveTo>
                  <a:lnTo>
                    <a:pt x="31593" y="19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3" name="pl5393"/>
            <p:cNvSpPr/>
            <p:nvPr/>
          </p:nvSpPr>
          <p:spPr>
            <a:xfrm>
              <a:off x="6821278" y="1425598"/>
              <a:ext cx="20915" cy="6141"/>
            </a:xfrm>
            <a:custGeom>
              <a:avLst/>
              <a:pathLst>
                <a:path w="20915" h="6141">
                  <a:moveTo>
                    <a:pt x="0" y="0"/>
                  </a:moveTo>
                  <a:lnTo>
                    <a:pt x="20915" y="61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4" name="pl5394"/>
            <p:cNvSpPr/>
            <p:nvPr/>
          </p:nvSpPr>
          <p:spPr>
            <a:xfrm>
              <a:off x="6842194" y="1431740"/>
              <a:ext cx="26821" cy="2411"/>
            </a:xfrm>
            <a:custGeom>
              <a:avLst/>
              <a:pathLst>
                <a:path w="26821" h="2411">
                  <a:moveTo>
                    <a:pt x="0" y="0"/>
                  </a:moveTo>
                  <a:lnTo>
                    <a:pt x="26821" y="24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5" name="pl5395"/>
            <p:cNvSpPr/>
            <p:nvPr/>
          </p:nvSpPr>
          <p:spPr>
            <a:xfrm>
              <a:off x="6869015" y="1434152"/>
              <a:ext cx="10636" cy="1023"/>
            </a:xfrm>
            <a:custGeom>
              <a:avLst/>
              <a:pathLst>
                <a:path w="10636" h="1023">
                  <a:moveTo>
                    <a:pt x="0" y="0"/>
                  </a:moveTo>
                  <a:lnTo>
                    <a:pt x="10636" y="10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6" name="pl5396"/>
            <p:cNvSpPr/>
            <p:nvPr/>
          </p:nvSpPr>
          <p:spPr>
            <a:xfrm>
              <a:off x="6879652" y="1435175"/>
              <a:ext cx="6916" cy="1164"/>
            </a:xfrm>
            <a:custGeom>
              <a:avLst/>
              <a:pathLst>
                <a:path w="6916" h="1164">
                  <a:moveTo>
                    <a:pt x="0" y="0"/>
                  </a:moveTo>
                  <a:lnTo>
                    <a:pt x="6916" y="11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7" name="pl5397"/>
            <p:cNvSpPr/>
            <p:nvPr/>
          </p:nvSpPr>
          <p:spPr>
            <a:xfrm>
              <a:off x="6886569" y="1436340"/>
              <a:ext cx="4791" cy="338"/>
            </a:xfrm>
            <a:custGeom>
              <a:avLst/>
              <a:pathLst>
                <a:path w="4791" h="338">
                  <a:moveTo>
                    <a:pt x="0" y="0"/>
                  </a:moveTo>
                  <a:lnTo>
                    <a:pt x="4791" y="3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8" name="pl5398"/>
            <p:cNvSpPr/>
            <p:nvPr/>
          </p:nvSpPr>
          <p:spPr>
            <a:xfrm>
              <a:off x="6860988" y="1426378"/>
              <a:ext cx="8027" cy="7773"/>
            </a:xfrm>
            <a:custGeom>
              <a:avLst/>
              <a:pathLst>
                <a:path w="8027" h="7773">
                  <a:moveTo>
                    <a:pt x="8027" y="77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9" name="pl5399"/>
            <p:cNvSpPr/>
            <p:nvPr/>
          </p:nvSpPr>
          <p:spPr>
            <a:xfrm>
              <a:off x="6857229" y="1423387"/>
              <a:ext cx="3758" cy="2990"/>
            </a:xfrm>
            <a:custGeom>
              <a:avLst/>
              <a:pathLst>
                <a:path w="3758" h="2990">
                  <a:moveTo>
                    <a:pt x="3758" y="29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0" name="pl5400"/>
            <p:cNvSpPr/>
            <p:nvPr/>
          </p:nvSpPr>
          <p:spPr>
            <a:xfrm>
              <a:off x="6765952" y="1398745"/>
              <a:ext cx="23733" cy="24943"/>
            </a:xfrm>
            <a:custGeom>
              <a:avLst/>
              <a:pathLst>
                <a:path w="23733" h="24943">
                  <a:moveTo>
                    <a:pt x="23733" y="249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1" name="pl5401"/>
            <p:cNvSpPr/>
            <p:nvPr/>
          </p:nvSpPr>
          <p:spPr>
            <a:xfrm>
              <a:off x="6765952" y="1398745"/>
              <a:ext cx="11209" cy="659"/>
            </a:xfrm>
            <a:custGeom>
              <a:avLst/>
              <a:pathLst>
                <a:path w="11209" h="659">
                  <a:moveTo>
                    <a:pt x="0" y="0"/>
                  </a:moveTo>
                  <a:lnTo>
                    <a:pt x="11209" y="65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2" name="pl5402"/>
            <p:cNvSpPr/>
            <p:nvPr/>
          </p:nvSpPr>
          <p:spPr>
            <a:xfrm>
              <a:off x="6777162" y="1399405"/>
              <a:ext cx="8044" cy="1178"/>
            </a:xfrm>
            <a:custGeom>
              <a:avLst/>
              <a:pathLst>
                <a:path w="8044" h="1178">
                  <a:moveTo>
                    <a:pt x="0" y="0"/>
                  </a:moveTo>
                  <a:lnTo>
                    <a:pt x="8044" y="11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3" name="pl5403"/>
            <p:cNvSpPr/>
            <p:nvPr/>
          </p:nvSpPr>
          <p:spPr>
            <a:xfrm>
              <a:off x="6785206" y="1400584"/>
              <a:ext cx="6963" cy="838"/>
            </a:xfrm>
            <a:custGeom>
              <a:avLst/>
              <a:pathLst>
                <a:path w="6963" h="838">
                  <a:moveTo>
                    <a:pt x="0" y="0"/>
                  </a:moveTo>
                  <a:lnTo>
                    <a:pt x="6963" y="8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4" name="pl5404"/>
            <p:cNvSpPr/>
            <p:nvPr/>
          </p:nvSpPr>
          <p:spPr>
            <a:xfrm>
              <a:off x="6792170" y="1401423"/>
              <a:ext cx="4802" cy="113"/>
            </a:xfrm>
            <a:custGeom>
              <a:avLst/>
              <a:pathLst>
                <a:path w="4802" h="113">
                  <a:moveTo>
                    <a:pt x="0" y="0"/>
                  </a:moveTo>
                  <a:lnTo>
                    <a:pt x="4802" y="1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5" name="pl5405"/>
            <p:cNvSpPr/>
            <p:nvPr/>
          </p:nvSpPr>
          <p:spPr>
            <a:xfrm>
              <a:off x="6788311" y="1398562"/>
              <a:ext cx="3858" cy="2860"/>
            </a:xfrm>
            <a:custGeom>
              <a:avLst/>
              <a:pathLst>
                <a:path w="3858" h="2860">
                  <a:moveTo>
                    <a:pt x="3858" y="28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6" name="pl5406"/>
            <p:cNvSpPr/>
            <p:nvPr/>
          </p:nvSpPr>
          <p:spPr>
            <a:xfrm>
              <a:off x="6779638" y="1395624"/>
              <a:ext cx="5568" cy="4959"/>
            </a:xfrm>
            <a:custGeom>
              <a:avLst/>
              <a:pathLst>
                <a:path w="5568" h="4959">
                  <a:moveTo>
                    <a:pt x="5568" y="49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7" name="pl5407"/>
            <p:cNvSpPr/>
            <p:nvPr/>
          </p:nvSpPr>
          <p:spPr>
            <a:xfrm>
              <a:off x="6770953" y="1392724"/>
              <a:ext cx="6209" cy="6680"/>
            </a:xfrm>
            <a:custGeom>
              <a:avLst/>
              <a:pathLst>
                <a:path w="6209" h="6680">
                  <a:moveTo>
                    <a:pt x="6209" y="66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8" name="pl5408"/>
            <p:cNvSpPr/>
            <p:nvPr/>
          </p:nvSpPr>
          <p:spPr>
            <a:xfrm>
              <a:off x="6627097" y="1373120"/>
              <a:ext cx="61497" cy="44213"/>
            </a:xfrm>
            <a:custGeom>
              <a:avLst/>
              <a:pathLst>
                <a:path w="61497" h="44213">
                  <a:moveTo>
                    <a:pt x="61497" y="442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9" name="pl5409"/>
            <p:cNvSpPr/>
            <p:nvPr/>
          </p:nvSpPr>
          <p:spPr>
            <a:xfrm>
              <a:off x="6627097" y="1373120"/>
              <a:ext cx="22978" cy="1546"/>
            </a:xfrm>
            <a:custGeom>
              <a:avLst/>
              <a:pathLst>
                <a:path w="22978" h="1546">
                  <a:moveTo>
                    <a:pt x="0" y="0"/>
                  </a:moveTo>
                  <a:lnTo>
                    <a:pt x="22978" y="154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0" name="pl5410"/>
            <p:cNvSpPr/>
            <p:nvPr/>
          </p:nvSpPr>
          <p:spPr>
            <a:xfrm>
              <a:off x="6650075" y="1374666"/>
              <a:ext cx="24335" cy="5205"/>
            </a:xfrm>
            <a:custGeom>
              <a:avLst/>
              <a:pathLst>
                <a:path w="24335" h="5205">
                  <a:moveTo>
                    <a:pt x="0" y="0"/>
                  </a:moveTo>
                  <a:lnTo>
                    <a:pt x="24335" y="52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1" name="pl5411"/>
            <p:cNvSpPr/>
            <p:nvPr/>
          </p:nvSpPr>
          <p:spPr>
            <a:xfrm>
              <a:off x="6674410" y="1379872"/>
              <a:ext cx="26895" cy="185"/>
            </a:xfrm>
            <a:custGeom>
              <a:avLst/>
              <a:pathLst>
                <a:path w="26895" h="185">
                  <a:moveTo>
                    <a:pt x="0" y="0"/>
                  </a:moveTo>
                  <a:lnTo>
                    <a:pt x="26895" y="1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2" name="pl5412"/>
            <p:cNvSpPr/>
            <p:nvPr/>
          </p:nvSpPr>
          <p:spPr>
            <a:xfrm>
              <a:off x="6689241" y="1370463"/>
              <a:ext cx="12064" cy="9593"/>
            </a:xfrm>
            <a:custGeom>
              <a:avLst/>
              <a:pathLst>
                <a:path w="12064" h="9593">
                  <a:moveTo>
                    <a:pt x="12064" y="95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3" name="pl5413"/>
            <p:cNvSpPr/>
            <p:nvPr/>
          </p:nvSpPr>
          <p:spPr>
            <a:xfrm>
              <a:off x="6689241" y="1370463"/>
              <a:ext cx="6995" cy="511"/>
            </a:xfrm>
            <a:custGeom>
              <a:avLst/>
              <a:pathLst>
                <a:path w="6995" h="511">
                  <a:moveTo>
                    <a:pt x="0" y="0"/>
                  </a:moveTo>
                  <a:lnTo>
                    <a:pt x="6995" y="5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4" name="pl5414"/>
            <p:cNvSpPr/>
            <p:nvPr/>
          </p:nvSpPr>
          <p:spPr>
            <a:xfrm>
              <a:off x="6692248" y="1368298"/>
              <a:ext cx="3988" cy="2676"/>
            </a:xfrm>
            <a:custGeom>
              <a:avLst/>
              <a:pathLst>
                <a:path w="3988" h="2676">
                  <a:moveTo>
                    <a:pt x="3988" y="26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5" name="pl5415"/>
            <p:cNvSpPr/>
            <p:nvPr/>
          </p:nvSpPr>
          <p:spPr>
            <a:xfrm>
              <a:off x="6652147" y="1363149"/>
              <a:ext cx="22262" cy="16722"/>
            </a:xfrm>
            <a:custGeom>
              <a:avLst/>
              <a:pathLst>
                <a:path w="22262" h="16722">
                  <a:moveTo>
                    <a:pt x="22262" y="167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6" name="pl5416"/>
            <p:cNvSpPr/>
            <p:nvPr/>
          </p:nvSpPr>
          <p:spPr>
            <a:xfrm>
              <a:off x="6652147" y="1363034"/>
              <a:ext cx="10685" cy="115"/>
            </a:xfrm>
            <a:custGeom>
              <a:avLst/>
              <a:pathLst>
                <a:path w="10685" h="115">
                  <a:moveTo>
                    <a:pt x="0" y="115"/>
                  </a:moveTo>
                  <a:lnTo>
                    <a:pt x="106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7" name="pl5417"/>
            <p:cNvSpPr/>
            <p:nvPr/>
          </p:nvSpPr>
          <p:spPr>
            <a:xfrm>
              <a:off x="6662833" y="1363034"/>
              <a:ext cx="7001" cy="421"/>
            </a:xfrm>
            <a:custGeom>
              <a:avLst/>
              <a:pathLst>
                <a:path w="7001" h="421">
                  <a:moveTo>
                    <a:pt x="0" y="0"/>
                  </a:moveTo>
                  <a:lnTo>
                    <a:pt x="7001" y="42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8" name="pl5418"/>
            <p:cNvSpPr/>
            <p:nvPr/>
          </p:nvSpPr>
          <p:spPr>
            <a:xfrm>
              <a:off x="6669834" y="1363282"/>
              <a:ext cx="4800" cy="173"/>
            </a:xfrm>
            <a:custGeom>
              <a:avLst/>
              <a:pathLst>
                <a:path w="4800" h="173">
                  <a:moveTo>
                    <a:pt x="0" y="173"/>
                  </a:moveTo>
                  <a:lnTo>
                    <a:pt x="480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9" name="pl5419"/>
            <p:cNvSpPr/>
            <p:nvPr/>
          </p:nvSpPr>
          <p:spPr>
            <a:xfrm>
              <a:off x="6665811" y="1360830"/>
              <a:ext cx="4022" cy="2625"/>
            </a:xfrm>
            <a:custGeom>
              <a:avLst/>
              <a:pathLst>
                <a:path w="4022" h="2625">
                  <a:moveTo>
                    <a:pt x="4022" y="26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0" name="pl5420"/>
            <p:cNvSpPr/>
            <p:nvPr/>
          </p:nvSpPr>
          <p:spPr>
            <a:xfrm>
              <a:off x="6656978" y="1358416"/>
              <a:ext cx="5854" cy="4617"/>
            </a:xfrm>
            <a:custGeom>
              <a:avLst/>
              <a:pathLst>
                <a:path w="5854" h="4617">
                  <a:moveTo>
                    <a:pt x="5854" y="46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1" name="pl5421"/>
            <p:cNvSpPr/>
            <p:nvPr/>
          </p:nvSpPr>
          <p:spPr>
            <a:xfrm>
              <a:off x="6643337" y="1356275"/>
              <a:ext cx="8810" cy="6874"/>
            </a:xfrm>
            <a:custGeom>
              <a:avLst/>
              <a:pathLst>
                <a:path w="8810" h="6874">
                  <a:moveTo>
                    <a:pt x="8810" y="68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2" name="pl5422"/>
            <p:cNvSpPr/>
            <p:nvPr/>
          </p:nvSpPr>
          <p:spPr>
            <a:xfrm>
              <a:off x="6643337" y="1356040"/>
              <a:ext cx="4797" cy="235"/>
            </a:xfrm>
            <a:custGeom>
              <a:avLst/>
              <a:pathLst>
                <a:path w="4797" h="235">
                  <a:moveTo>
                    <a:pt x="0" y="235"/>
                  </a:moveTo>
                  <a:lnTo>
                    <a:pt x="479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3" name="pl5423"/>
            <p:cNvSpPr/>
            <p:nvPr/>
          </p:nvSpPr>
          <p:spPr>
            <a:xfrm>
              <a:off x="6609741" y="1349192"/>
              <a:ext cx="17355" cy="23927"/>
            </a:xfrm>
            <a:custGeom>
              <a:avLst/>
              <a:pathLst>
                <a:path w="17355" h="23927">
                  <a:moveTo>
                    <a:pt x="17355" y="239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4" name="pl5424"/>
            <p:cNvSpPr/>
            <p:nvPr/>
          </p:nvSpPr>
          <p:spPr>
            <a:xfrm>
              <a:off x="6609741" y="1349192"/>
              <a:ext cx="7009" cy="242"/>
            </a:xfrm>
            <a:custGeom>
              <a:avLst/>
              <a:pathLst>
                <a:path w="7009" h="242">
                  <a:moveTo>
                    <a:pt x="0" y="0"/>
                  </a:moveTo>
                  <a:lnTo>
                    <a:pt x="7009" y="24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5" name="pl5425"/>
            <p:cNvSpPr/>
            <p:nvPr/>
          </p:nvSpPr>
          <p:spPr>
            <a:xfrm>
              <a:off x="6616751" y="1349138"/>
              <a:ext cx="4794" cy="296"/>
            </a:xfrm>
            <a:custGeom>
              <a:avLst/>
              <a:pathLst>
                <a:path w="4794" h="296">
                  <a:moveTo>
                    <a:pt x="0" y="296"/>
                  </a:moveTo>
                  <a:lnTo>
                    <a:pt x="479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6" name="pl5426"/>
            <p:cNvSpPr/>
            <p:nvPr/>
          </p:nvSpPr>
          <p:spPr>
            <a:xfrm>
              <a:off x="6515349" y="1341495"/>
              <a:ext cx="95095" cy="495531"/>
            </a:xfrm>
            <a:custGeom>
              <a:avLst/>
              <a:pathLst>
                <a:path w="95095" h="495531">
                  <a:moveTo>
                    <a:pt x="95095" y="4955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7" name="pl5427"/>
            <p:cNvSpPr/>
            <p:nvPr/>
          </p:nvSpPr>
          <p:spPr>
            <a:xfrm>
              <a:off x="6515349" y="1341495"/>
              <a:ext cx="18056" cy="731"/>
            </a:xfrm>
            <a:custGeom>
              <a:avLst/>
              <a:pathLst>
                <a:path w="18056" h="731">
                  <a:moveTo>
                    <a:pt x="0" y="0"/>
                  </a:moveTo>
                  <a:lnTo>
                    <a:pt x="18056" y="7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8" name="pl5428"/>
            <p:cNvSpPr/>
            <p:nvPr/>
          </p:nvSpPr>
          <p:spPr>
            <a:xfrm>
              <a:off x="6533405" y="1342226"/>
              <a:ext cx="17725" cy="811"/>
            </a:xfrm>
            <a:custGeom>
              <a:avLst/>
              <a:pathLst>
                <a:path w="17725" h="811">
                  <a:moveTo>
                    <a:pt x="0" y="0"/>
                  </a:moveTo>
                  <a:lnTo>
                    <a:pt x="17725" y="8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9" name="pl5429"/>
            <p:cNvSpPr/>
            <p:nvPr/>
          </p:nvSpPr>
          <p:spPr>
            <a:xfrm>
              <a:off x="6551130" y="1341918"/>
              <a:ext cx="15141" cy="1119"/>
            </a:xfrm>
            <a:custGeom>
              <a:avLst/>
              <a:pathLst>
                <a:path w="15141" h="1119">
                  <a:moveTo>
                    <a:pt x="0" y="1119"/>
                  </a:moveTo>
                  <a:lnTo>
                    <a:pt x="151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0" name="pl5430"/>
            <p:cNvSpPr/>
            <p:nvPr/>
          </p:nvSpPr>
          <p:spPr>
            <a:xfrm>
              <a:off x="6566272" y="1341918"/>
              <a:ext cx="8674" cy="478"/>
            </a:xfrm>
            <a:custGeom>
              <a:avLst/>
              <a:pathLst>
                <a:path w="8674" h="478">
                  <a:moveTo>
                    <a:pt x="0" y="0"/>
                  </a:moveTo>
                  <a:lnTo>
                    <a:pt x="8674" y="4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1" name="pl5431"/>
            <p:cNvSpPr/>
            <p:nvPr/>
          </p:nvSpPr>
          <p:spPr>
            <a:xfrm>
              <a:off x="6574946" y="1342397"/>
              <a:ext cx="8121" cy="384"/>
            </a:xfrm>
            <a:custGeom>
              <a:avLst/>
              <a:pathLst>
                <a:path w="8121" h="384">
                  <a:moveTo>
                    <a:pt x="0" y="0"/>
                  </a:moveTo>
                  <a:lnTo>
                    <a:pt x="8121" y="3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2" name="pl5432"/>
            <p:cNvSpPr/>
            <p:nvPr/>
          </p:nvSpPr>
          <p:spPr>
            <a:xfrm>
              <a:off x="6583067" y="1342782"/>
              <a:ext cx="7012" cy="152"/>
            </a:xfrm>
            <a:custGeom>
              <a:avLst/>
              <a:pathLst>
                <a:path w="7012" h="152">
                  <a:moveTo>
                    <a:pt x="0" y="0"/>
                  </a:moveTo>
                  <a:lnTo>
                    <a:pt x="7012" y="1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3" name="pl5433"/>
            <p:cNvSpPr/>
            <p:nvPr/>
          </p:nvSpPr>
          <p:spPr>
            <a:xfrm>
              <a:off x="6585959" y="1340465"/>
              <a:ext cx="4120" cy="2468"/>
            </a:xfrm>
            <a:custGeom>
              <a:avLst/>
              <a:pathLst>
                <a:path w="4120" h="2468">
                  <a:moveTo>
                    <a:pt x="4120" y="24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4" name="pl5434"/>
            <p:cNvSpPr/>
            <p:nvPr/>
          </p:nvSpPr>
          <p:spPr>
            <a:xfrm>
              <a:off x="6568112" y="1336357"/>
              <a:ext cx="6834" cy="6039"/>
            </a:xfrm>
            <a:custGeom>
              <a:avLst/>
              <a:pathLst>
                <a:path w="6834" h="6039">
                  <a:moveTo>
                    <a:pt x="6834" y="603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5" name="pl5435"/>
            <p:cNvSpPr/>
            <p:nvPr/>
          </p:nvSpPr>
          <p:spPr>
            <a:xfrm>
              <a:off x="6559175" y="1334361"/>
              <a:ext cx="7096" cy="7557"/>
            </a:xfrm>
            <a:custGeom>
              <a:avLst/>
              <a:pathLst>
                <a:path w="7096" h="7557">
                  <a:moveTo>
                    <a:pt x="7096" y="75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6" name="pl5436"/>
            <p:cNvSpPr/>
            <p:nvPr/>
          </p:nvSpPr>
          <p:spPr>
            <a:xfrm>
              <a:off x="6538435" y="1332859"/>
              <a:ext cx="12695" cy="10178"/>
            </a:xfrm>
            <a:custGeom>
              <a:avLst/>
              <a:pathLst>
                <a:path w="12695" h="10178">
                  <a:moveTo>
                    <a:pt x="12695" y="101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7" name="pl5437"/>
            <p:cNvSpPr/>
            <p:nvPr/>
          </p:nvSpPr>
          <p:spPr>
            <a:xfrm>
              <a:off x="6538435" y="1332859"/>
              <a:ext cx="7013" cy="2"/>
            </a:xfrm>
            <a:custGeom>
              <a:avLst/>
              <a:pathLst>
                <a:path w="7013" h="2">
                  <a:moveTo>
                    <a:pt x="0" y="0"/>
                  </a:moveTo>
                  <a:lnTo>
                    <a:pt x="7013" y="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8" name="pl5438"/>
            <p:cNvSpPr/>
            <p:nvPr/>
          </p:nvSpPr>
          <p:spPr>
            <a:xfrm>
              <a:off x="6545449" y="1332402"/>
              <a:ext cx="4781" cy="459"/>
            </a:xfrm>
            <a:custGeom>
              <a:avLst/>
              <a:pathLst>
                <a:path w="4781" h="459">
                  <a:moveTo>
                    <a:pt x="0" y="459"/>
                  </a:moveTo>
                  <a:lnTo>
                    <a:pt x="47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9" name="pl5439"/>
            <p:cNvSpPr/>
            <p:nvPr/>
          </p:nvSpPr>
          <p:spPr>
            <a:xfrm>
              <a:off x="6532315" y="1328600"/>
              <a:ext cx="6119" cy="4259"/>
            </a:xfrm>
            <a:custGeom>
              <a:avLst/>
              <a:pathLst>
                <a:path w="6119" h="4259">
                  <a:moveTo>
                    <a:pt x="6119" y="42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0" name="pl5440"/>
            <p:cNvSpPr/>
            <p:nvPr/>
          </p:nvSpPr>
          <p:spPr>
            <a:xfrm>
              <a:off x="6355878" y="1323040"/>
              <a:ext cx="96054" cy="496579"/>
            </a:xfrm>
            <a:custGeom>
              <a:avLst/>
              <a:pathLst>
                <a:path w="96054" h="496579">
                  <a:moveTo>
                    <a:pt x="96054" y="4965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1" name="pl5441"/>
            <p:cNvSpPr/>
            <p:nvPr/>
          </p:nvSpPr>
          <p:spPr>
            <a:xfrm>
              <a:off x="6355878" y="1323040"/>
              <a:ext cx="16193" cy="592"/>
            </a:xfrm>
            <a:custGeom>
              <a:avLst/>
              <a:pathLst>
                <a:path w="16193" h="592">
                  <a:moveTo>
                    <a:pt x="0" y="0"/>
                  </a:moveTo>
                  <a:lnTo>
                    <a:pt x="16193" y="5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2" name="pl5442"/>
            <p:cNvSpPr/>
            <p:nvPr/>
          </p:nvSpPr>
          <p:spPr>
            <a:xfrm>
              <a:off x="6372072" y="1323633"/>
              <a:ext cx="23216" cy="1704"/>
            </a:xfrm>
            <a:custGeom>
              <a:avLst/>
              <a:pathLst>
                <a:path w="23216" h="1704">
                  <a:moveTo>
                    <a:pt x="0" y="0"/>
                  </a:moveTo>
                  <a:lnTo>
                    <a:pt x="23216" y="170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3" name="pl5443"/>
            <p:cNvSpPr/>
            <p:nvPr/>
          </p:nvSpPr>
          <p:spPr>
            <a:xfrm>
              <a:off x="6395288" y="1323934"/>
              <a:ext cx="30054" cy="1403"/>
            </a:xfrm>
            <a:custGeom>
              <a:avLst/>
              <a:pathLst>
                <a:path w="30054" h="1403">
                  <a:moveTo>
                    <a:pt x="0" y="1403"/>
                  </a:moveTo>
                  <a:lnTo>
                    <a:pt x="300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4" name="pl5444"/>
            <p:cNvSpPr/>
            <p:nvPr/>
          </p:nvSpPr>
          <p:spPr>
            <a:xfrm>
              <a:off x="6404331" y="1310443"/>
              <a:ext cx="21011" cy="13491"/>
            </a:xfrm>
            <a:custGeom>
              <a:avLst/>
              <a:pathLst>
                <a:path w="21011" h="13491">
                  <a:moveTo>
                    <a:pt x="21011" y="134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5" name="pl5445"/>
            <p:cNvSpPr/>
            <p:nvPr/>
          </p:nvSpPr>
          <p:spPr>
            <a:xfrm>
              <a:off x="6404331" y="1310168"/>
              <a:ext cx="8125" cy="274"/>
            </a:xfrm>
            <a:custGeom>
              <a:avLst/>
              <a:pathLst>
                <a:path w="8125" h="274">
                  <a:moveTo>
                    <a:pt x="0" y="274"/>
                  </a:moveTo>
                  <a:lnTo>
                    <a:pt x="812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6" name="pl5446"/>
            <p:cNvSpPr/>
            <p:nvPr/>
          </p:nvSpPr>
          <p:spPr>
            <a:xfrm>
              <a:off x="6406094" y="1306282"/>
              <a:ext cx="6363" cy="3886"/>
            </a:xfrm>
            <a:custGeom>
              <a:avLst/>
              <a:pathLst>
                <a:path w="6363" h="3886">
                  <a:moveTo>
                    <a:pt x="6363" y="38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7" name="pl5447"/>
            <p:cNvSpPr/>
            <p:nvPr/>
          </p:nvSpPr>
          <p:spPr>
            <a:xfrm>
              <a:off x="6397030" y="1304977"/>
              <a:ext cx="7300" cy="5466"/>
            </a:xfrm>
            <a:custGeom>
              <a:avLst/>
              <a:pathLst>
                <a:path w="7300" h="5466">
                  <a:moveTo>
                    <a:pt x="7300" y="54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8" name="pl5448"/>
            <p:cNvSpPr/>
            <p:nvPr/>
          </p:nvSpPr>
          <p:spPr>
            <a:xfrm>
              <a:off x="6368116" y="1305485"/>
              <a:ext cx="27172" cy="19852"/>
            </a:xfrm>
            <a:custGeom>
              <a:avLst/>
              <a:pathLst>
                <a:path w="27172" h="19852">
                  <a:moveTo>
                    <a:pt x="27172" y="198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9" name="pl5449"/>
            <p:cNvSpPr/>
            <p:nvPr/>
          </p:nvSpPr>
          <p:spPr>
            <a:xfrm>
              <a:off x="6360723" y="1300144"/>
              <a:ext cx="7393" cy="5340"/>
            </a:xfrm>
            <a:custGeom>
              <a:avLst/>
              <a:pathLst>
                <a:path w="7393" h="5340">
                  <a:moveTo>
                    <a:pt x="7393" y="534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0" name="pl5450"/>
            <p:cNvSpPr/>
            <p:nvPr/>
          </p:nvSpPr>
          <p:spPr>
            <a:xfrm>
              <a:off x="6342540" y="1297960"/>
              <a:ext cx="13337" cy="25079"/>
            </a:xfrm>
            <a:custGeom>
              <a:avLst/>
              <a:pathLst>
                <a:path w="13337" h="25079">
                  <a:moveTo>
                    <a:pt x="13337" y="250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1" name="pl5451"/>
            <p:cNvSpPr/>
            <p:nvPr/>
          </p:nvSpPr>
          <p:spPr>
            <a:xfrm>
              <a:off x="6121874" y="1321782"/>
              <a:ext cx="158674" cy="508901"/>
            </a:xfrm>
            <a:custGeom>
              <a:avLst/>
              <a:pathLst>
                <a:path w="158674" h="508901">
                  <a:moveTo>
                    <a:pt x="158674" y="5089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2" name="pl5452"/>
            <p:cNvSpPr/>
            <p:nvPr/>
          </p:nvSpPr>
          <p:spPr>
            <a:xfrm>
              <a:off x="6121874" y="1317737"/>
              <a:ext cx="19371" cy="4044"/>
            </a:xfrm>
            <a:custGeom>
              <a:avLst/>
              <a:pathLst>
                <a:path w="19371" h="4044">
                  <a:moveTo>
                    <a:pt x="0" y="4044"/>
                  </a:moveTo>
                  <a:lnTo>
                    <a:pt x="1937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3" name="pl5453"/>
            <p:cNvSpPr/>
            <p:nvPr/>
          </p:nvSpPr>
          <p:spPr>
            <a:xfrm>
              <a:off x="6141246" y="1316755"/>
              <a:ext cx="18397" cy="982"/>
            </a:xfrm>
            <a:custGeom>
              <a:avLst/>
              <a:pathLst>
                <a:path w="18397" h="982">
                  <a:moveTo>
                    <a:pt x="0" y="982"/>
                  </a:moveTo>
                  <a:lnTo>
                    <a:pt x="1839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4" name="pl5454"/>
            <p:cNvSpPr/>
            <p:nvPr/>
          </p:nvSpPr>
          <p:spPr>
            <a:xfrm>
              <a:off x="6159644" y="1316318"/>
              <a:ext cx="27769" cy="437"/>
            </a:xfrm>
            <a:custGeom>
              <a:avLst/>
              <a:pathLst>
                <a:path w="27769" h="437">
                  <a:moveTo>
                    <a:pt x="0" y="437"/>
                  </a:moveTo>
                  <a:lnTo>
                    <a:pt x="277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5" name="pl5455"/>
            <p:cNvSpPr/>
            <p:nvPr/>
          </p:nvSpPr>
          <p:spPr>
            <a:xfrm>
              <a:off x="6187413" y="1312520"/>
              <a:ext cx="38869" cy="3797"/>
            </a:xfrm>
            <a:custGeom>
              <a:avLst/>
              <a:pathLst>
                <a:path w="38869" h="3797">
                  <a:moveTo>
                    <a:pt x="0" y="3797"/>
                  </a:moveTo>
                  <a:lnTo>
                    <a:pt x="388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6" name="pl5456"/>
            <p:cNvSpPr/>
            <p:nvPr/>
          </p:nvSpPr>
          <p:spPr>
            <a:xfrm>
              <a:off x="6226283" y="1303265"/>
              <a:ext cx="34887" cy="9255"/>
            </a:xfrm>
            <a:custGeom>
              <a:avLst/>
              <a:pathLst>
                <a:path w="34887" h="9255">
                  <a:moveTo>
                    <a:pt x="0" y="9255"/>
                  </a:moveTo>
                  <a:lnTo>
                    <a:pt x="348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7" name="pl5457"/>
            <p:cNvSpPr/>
            <p:nvPr/>
          </p:nvSpPr>
          <p:spPr>
            <a:xfrm>
              <a:off x="6261170" y="1302675"/>
              <a:ext cx="10857" cy="590"/>
            </a:xfrm>
            <a:custGeom>
              <a:avLst/>
              <a:pathLst>
                <a:path w="10857" h="590">
                  <a:moveTo>
                    <a:pt x="0" y="590"/>
                  </a:moveTo>
                  <a:lnTo>
                    <a:pt x="108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8" name="pl5458"/>
            <p:cNvSpPr/>
            <p:nvPr/>
          </p:nvSpPr>
          <p:spPr>
            <a:xfrm>
              <a:off x="6272028" y="1302287"/>
              <a:ext cx="12534" cy="387"/>
            </a:xfrm>
            <a:custGeom>
              <a:avLst/>
              <a:pathLst>
                <a:path w="12534" h="387">
                  <a:moveTo>
                    <a:pt x="0" y="387"/>
                  </a:moveTo>
                  <a:lnTo>
                    <a:pt x="125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9" name="pl5459"/>
            <p:cNvSpPr/>
            <p:nvPr/>
          </p:nvSpPr>
          <p:spPr>
            <a:xfrm>
              <a:off x="6274082" y="1292609"/>
              <a:ext cx="10480" cy="9678"/>
            </a:xfrm>
            <a:custGeom>
              <a:avLst/>
              <a:pathLst>
                <a:path w="10480" h="9678">
                  <a:moveTo>
                    <a:pt x="10480" y="96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0" name="pl5460"/>
            <p:cNvSpPr/>
            <p:nvPr/>
          </p:nvSpPr>
          <p:spPr>
            <a:xfrm>
              <a:off x="6274082" y="1291542"/>
              <a:ext cx="4683" cy="1066"/>
            </a:xfrm>
            <a:custGeom>
              <a:avLst/>
              <a:pathLst>
                <a:path w="4683" h="1066">
                  <a:moveTo>
                    <a:pt x="0" y="1066"/>
                  </a:moveTo>
                  <a:lnTo>
                    <a:pt x="46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1" name="pl5461"/>
            <p:cNvSpPr/>
            <p:nvPr/>
          </p:nvSpPr>
          <p:spPr>
            <a:xfrm>
              <a:off x="6260511" y="1290058"/>
              <a:ext cx="11516" cy="12616"/>
            </a:xfrm>
            <a:custGeom>
              <a:avLst/>
              <a:pathLst>
                <a:path w="11516" h="12616">
                  <a:moveTo>
                    <a:pt x="11516" y="1261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2" name="pl5462"/>
            <p:cNvSpPr/>
            <p:nvPr/>
          </p:nvSpPr>
          <p:spPr>
            <a:xfrm>
              <a:off x="6251380" y="1289375"/>
              <a:ext cx="9790" cy="13890"/>
            </a:xfrm>
            <a:custGeom>
              <a:avLst/>
              <a:pathLst>
                <a:path w="9790" h="13890">
                  <a:moveTo>
                    <a:pt x="9790" y="138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3" name="pl5463"/>
            <p:cNvSpPr/>
            <p:nvPr/>
          </p:nvSpPr>
          <p:spPr>
            <a:xfrm>
              <a:off x="6192929" y="1296139"/>
              <a:ext cx="33354" cy="16381"/>
            </a:xfrm>
            <a:custGeom>
              <a:avLst/>
              <a:pathLst>
                <a:path w="33354" h="16381">
                  <a:moveTo>
                    <a:pt x="33354" y="163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4" name="pl5464"/>
            <p:cNvSpPr/>
            <p:nvPr/>
          </p:nvSpPr>
          <p:spPr>
            <a:xfrm>
              <a:off x="6192929" y="1295423"/>
              <a:ext cx="15152" cy="715"/>
            </a:xfrm>
            <a:custGeom>
              <a:avLst/>
              <a:pathLst>
                <a:path w="15152" h="715">
                  <a:moveTo>
                    <a:pt x="0" y="715"/>
                  </a:moveTo>
                  <a:lnTo>
                    <a:pt x="151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5" name="pl5465"/>
            <p:cNvSpPr/>
            <p:nvPr/>
          </p:nvSpPr>
          <p:spPr>
            <a:xfrm>
              <a:off x="6208082" y="1291855"/>
              <a:ext cx="14486" cy="3568"/>
            </a:xfrm>
            <a:custGeom>
              <a:avLst/>
              <a:pathLst>
                <a:path w="14486" h="3568">
                  <a:moveTo>
                    <a:pt x="0" y="3568"/>
                  </a:moveTo>
                  <a:lnTo>
                    <a:pt x="1448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6" name="pl5466"/>
            <p:cNvSpPr/>
            <p:nvPr/>
          </p:nvSpPr>
          <p:spPr>
            <a:xfrm>
              <a:off x="6222568" y="1290889"/>
              <a:ext cx="8072" cy="966"/>
            </a:xfrm>
            <a:custGeom>
              <a:avLst/>
              <a:pathLst>
                <a:path w="8072" h="966">
                  <a:moveTo>
                    <a:pt x="0" y="966"/>
                  </a:moveTo>
                  <a:lnTo>
                    <a:pt x="807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7" name="pl5467"/>
            <p:cNvSpPr/>
            <p:nvPr/>
          </p:nvSpPr>
          <p:spPr>
            <a:xfrm>
              <a:off x="6230641" y="1289877"/>
              <a:ext cx="6940" cy="1011"/>
            </a:xfrm>
            <a:custGeom>
              <a:avLst/>
              <a:pathLst>
                <a:path w="6940" h="1011">
                  <a:moveTo>
                    <a:pt x="0" y="1011"/>
                  </a:moveTo>
                  <a:lnTo>
                    <a:pt x="69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8" name="pl5468"/>
            <p:cNvSpPr/>
            <p:nvPr/>
          </p:nvSpPr>
          <p:spPr>
            <a:xfrm>
              <a:off x="6233109" y="1288125"/>
              <a:ext cx="4472" cy="1752"/>
            </a:xfrm>
            <a:custGeom>
              <a:avLst/>
              <a:pathLst>
                <a:path w="4472" h="1752">
                  <a:moveTo>
                    <a:pt x="4472" y="17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9" name="pl5469"/>
            <p:cNvSpPr/>
            <p:nvPr/>
          </p:nvSpPr>
          <p:spPr>
            <a:xfrm>
              <a:off x="6223969" y="1287559"/>
              <a:ext cx="6671" cy="3330"/>
            </a:xfrm>
            <a:custGeom>
              <a:avLst/>
              <a:pathLst>
                <a:path w="6671" h="3330">
                  <a:moveTo>
                    <a:pt x="6671" y="33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0" name="pl5470"/>
            <p:cNvSpPr/>
            <p:nvPr/>
          </p:nvSpPr>
          <p:spPr>
            <a:xfrm>
              <a:off x="6214827" y="1287031"/>
              <a:ext cx="7740" cy="4823"/>
            </a:xfrm>
            <a:custGeom>
              <a:avLst/>
              <a:pathLst>
                <a:path w="7740" h="4823">
                  <a:moveTo>
                    <a:pt x="7740" y="48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1" name="pl5471"/>
            <p:cNvSpPr/>
            <p:nvPr/>
          </p:nvSpPr>
          <p:spPr>
            <a:xfrm>
              <a:off x="6194117" y="1288899"/>
              <a:ext cx="13964" cy="6524"/>
            </a:xfrm>
            <a:custGeom>
              <a:avLst/>
              <a:pathLst>
                <a:path w="13964" h="6524">
                  <a:moveTo>
                    <a:pt x="13964" y="65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2" name="pl5472"/>
            <p:cNvSpPr/>
            <p:nvPr/>
          </p:nvSpPr>
          <p:spPr>
            <a:xfrm>
              <a:off x="6194117" y="1287769"/>
              <a:ext cx="6922" cy="1130"/>
            </a:xfrm>
            <a:custGeom>
              <a:avLst/>
              <a:pathLst>
                <a:path w="6922" h="1130">
                  <a:moveTo>
                    <a:pt x="0" y="1130"/>
                  </a:moveTo>
                  <a:lnTo>
                    <a:pt x="69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3" name="pl5473"/>
            <p:cNvSpPr/>
            <p:nvPr/>
          </p:nvSpPr>
          <p:spPr>
            <a:xfrm>
              <a:off x="6196537" y="1286094"/>
              <a:ext cx="4501" cy="1675"/>
            </a:xfrm>
            <a:custGeom>
              <a:avLst/>
              <a:pathLst>
                <a:path w="4501" h="1675">
                  <a:moveTo>
                    <a:pt x="4501" y="16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4" name="pl5474"/>
            <p:cNvSpPr/>
            <p:nvPr/>
          </p:nvSpPr>
          <p:spPr>
            <a:xfrm>
              <a:off x="6178240" y="1285312"/>
              <a:ext cx="14689" cy="10827"/>
            </a:xfrm>
            <a:custGeom>
              <a:avLst/>
              <a:pathLst>
                <a:path w="14689" h="10827">
                  <a:moveTo>
                    <a:pt x="14689" y="108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5" name="pl5475"/>
            <p:cNvSpPr/>
            <p:nvPr/>
          </p:nvSpPr>
          <p:spPr>
            <a:xfrm>
              <a:off x="6149529" y="1288775"/>
              <a:ext cx="37884" cy="27543"/>
            </a:xfrm>
            <a:custGeom>
              <a:avLst/>
              <a:pathLst>
                <a:path w="37884" h="27543">
                  <a:moveTo>
                    <a:pt x="37884" y="275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6" name="pl5476"/>
            <p:cNvSpPr/>
            <p:nvPr/>
          </p:nvSpPr>
          <p:spPr>
            <a:xfrm>
              <a:off x="6149529" y="1287533"/>
              <a:ext cx="8035" cy="1241"/>
            </a:xfrm>
            <a:custGeom>
              <a:avLst/>
              <a:pathLst>
                <a:path w="8035" h="1241">
                  <a:moveTo>
                    <a:pt x="0" y="1241"/>
                  </a:moveTo>
                  <a:lnTo>
                    <a:pt x="80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7" name="pl5477"/>
            <p:cNvSpPr/>
            <p:nvPr/>
          </p:nvSpPr>
          <p:spPr>
            <a:xfrm>
              <a:off x="6157564" y="1286285"/>
              <a:ext cx="6901" cy="1248"/>
            </a:xfrm>
            <a:custGeom>
              <a:avLst/>
              <a:pathLst>
                <a:path w="6901" h="1248">
                  <a:moveTo>
                    <a:pt x="0" y="1248"/>
                  </a:moveTo>
                  <a:lnTo>
                    <a:pt x="690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8" name="pl5478"/>
            <p:cNvSpPr/>
            <p:nvPr/>
          </p:nvSpPr>
          <p:spPr>
            <a:xfrm>
              <a:off x="6164466" y="1284980"/>
              <a:ext cx="4622" cy="1305"/>
            </a:xfrm>
            <a:custGeom>
              <a:avLst/>
              <a:pathLst>
                <a:path w="4622" h="1305">
                  <a:moveTo>
                    <a:pt x="0" y="1305"/>
                  </a:moveTo>
                  <a:lnTo>
                    <a:pt x="462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9" name="pl5479"/>
            <p:cNvSpPr/>
            <p:nvPr/>
          </p:nvSpPr>
          <p:spPr>
            <a:xfrm>
              <a:off x="6141629" y="1284218"/>
              <a:ext cx="7900" cy="4556"/>
            </a:xfrm>
            <a:custGeom>
              <a:avLst/>
              <a:pathLst>
                <a:path w="7900" h="4556">
                  <a:moveTo>
                    <a:pt x="7900" y="45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0" name="pl5480"/>
            <p:cNvSpPr/>
            <p:nvPr/>
          </p:nvSpPr>
          <p:spPr>
            <a:xfrm>
              <a:off x="6132473" y="1284042"/>
              <a:ext cx="27170" cy="32712"/>
            </a:xfrm>
            <a:custGeom>
              <a:avLst/>
              <a:pathLst>
                <a:path w="27170" h="32712">
                  <a:moveTo>
                    <a:pt x="27170" y="327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1" name="pl5481"/>
            <p:cNvSpPr/>
            <p:nvPr/>
          </p:nvSpPr>
          <p:spPr>
            <a:xfrm>
              <a:off x="6123317" y="1283905"/>
              <a:ext cx="17928" cy="33832"/>
            </a:xfrm>
            <a:custGeom>
              <a:avLst/>
              <a:pathLst>
                <a:path w="17928" h="33832">
                  <a:moveTo>
                    <a:pt x="17928" y="338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2" name="pl5482"/>
            <p:cNvSpPr/>
            <p:nvPr/>
          </p:nvSpPr>
          <p:spPr>
            <a:xfrm>
              <a:off x="6102706" y="1286655"/>
              <a:ext cx="19168" cy="35126"/>
            </a:xfrm>
            <a:custGeom>
              <a:avLst/>
              <a:pathLst>
                <a:path w="19168" h="35126">
                  <a:moveTo>
                    <a:pt x="19168" y="351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3" name="pl5483"/>
            <p:cNvSpPr/>
            <p:nvPr/>
          </p:nvSpPr>
          <p:spPr>
            <a:xfrm>
              <a:off x="6102706" y="1285231"/>
              <a:ext cx="6867" cy="1424"/>
            </a:xfrm>
            <a:custGeom>
              <a:avLst/>
              <a:pathLst>
                <a:path w="6867" h="1424">
                  <a:moveTo>
                    <a:pt x="0" y="1424"/>
                  </a:moveTo>
                  <a:lnTo>
                    <a:pt x="686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4" name="pl5484"/>
            <p:cNvSpPr/>
            <p:nvPr/>
          </p:nvSpPr>
          <p:spPr>
            <a:xfrm>
              <a:off x="6105004" y="1283749"/>
              <a:ext cx="4569" cy="1481"/>
            </a:xfrm>
            <a:custGeom>
              <a:avLst/>
              <a:pathLst>
                <a:path w="4569" h="1481">
                  <a:moveTo>
                    <a:pt x="4569" y="14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5" name="pl5485"/>
            <p:cNvSpPr/>
            <p:nvPr/>
          </p:nvSpPr>
          <p:spPr>
            <a:xfrm>
              <a:off x="6095847" y="1283729"/>
              <a:ext cx="6858" cy="2925"/>
            </a:xfrm>
            <a:custGeom>
              <a:avLst/>
              <a:pathLst>
                <a:path w="6858" h="2925">
                  <a:moveTo>
                    <a:pt x="6858" y="29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6" name="pl5486"/>
            <p:cNvSpPr/>
            <p:nvPr/>
          </p:nvSpPr>
          <p:spPr>
            <a:xfrm>
              <a:off x="4521094" y="2555049"/>
              <a:ext cx="950345" cy="530048"/>
            </a:xfrm>
            <a:custGeom>
              <a:avLst/>
              <a:pathLst>
                <a:path w="950345" h="530048">
                  <a:moveTo>
                    <a:pt x="950345" y="0"/>
                  </a:moveTo>
                  <a:lnTo>
                    <a:pt x="0" y="5300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7" name="pl5487"/>
            <p:cNvSpPr/>
            <p:nvPr/>
          </p:nvSpPr>
          <p:spPr>
            <a:xfrm>
              <a:off x="4521094" y="2765228"/>
              <a:ext cx="102703" cy="319868"/>
            </a:xfrm>
            <a:custGeom>
              <a:avLst/>
              <a:pathLst>
                <a:path w="102703" h="319868">
                  <a:moveTo>
                    <a:pt x="0" y="319868"/>
                  </a:moveTo>
                  <a:lnTo>
                    <a:pt x="1027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8" name="pl5488"/>
            <p:cNvSpPr/>
            <p:nvPr/>
          </p:nvSpPr>
          <p:spPr>
            <a:xfrm>
              <a:off x="4623798" y="2133153"/>
              <a:ext cx="132176" cy="632075"/>
            </a:xfrm>
            <a:custGeom>
              <a:avLst/>
              <a:pathLst>
                <a:path w="132176" h="632075">
                  <a:moveTo>
                    <a:pt x="0" y="632075"/>
                  </a:moveTo>
                  <a:lnTo>
                    <a:pt x="1321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9" name="pl5489"/>
            <p:cNvSpPr/>
            <p:nvPr/>
          </p:nvSpPr>
          <p:spPr>
            <a:xfrm>
              <a:off x="4755974" y="2099496"/>
              <a:ext cx="29235" cy="33657"/>
            </a:xfrm>
            <a:custGeom>
              <a:avLst/>
              <a:pathLst>
                <a:path w="29235" h="33657">
                  <a:moveTo>
                    <a:pt x="0" y="33657"/>
                  </a:moveTo>
                  <a:lnTo>
                    <a:pt x="292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0" name="pl5490"/>
            <p:cNvSpPr/>
            <p:nvPr/>
          </p:nvSpPr>
          <p:spPr>
            <a:xfrm>
              <a:off x="4785209" y="2047050"/>
              <a:ext cx="51090" cy="52445"/>
            </a:xfrm>
            <a:custGeom>
              <a:avLst/>
              <a:pathLst>
                <a:path w="51090" h="52445">
                  <a:moveTo>
                    <a:pt x="0" y="52445"/>
                  </a:moveTo>
                  <a:lnTo>
                    <a:pt x="510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1" name="pl5491"/>
            <p:cNvSpPr/>
            <p:nvPr/>
          </p:nvSpPr>
          <p:spPr>
            <a:xfrm>
              <a:off x="4836300" y="1953774"/>
              <a:ext cx="63802" cy="93275"/>
            </a:xfrm>
            <a:custGeom>
              <a:avLst/>
              <a:pathLst>
                <a:path w="63802" h="93275">
                  <a:moveTo>
                    <a:pt x="0" y="93275"/>
                  </a:moveTo>
                  <a:lnTo>
                    <a:pt x="6380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2" name="pl5492"/>
            <p:cNvSpPr/>
            <p:nvPr/>
          </p:nvSpPr>
          <p:spPr>
            <a:xfrm>
              <a:off x="4900102" y="1900872"/>
              <a:ext cx="65940" cy="52902"/>
            </a:xfrm>
            <a:custGeom>
              <a:avLst/>
              <a:pathLst>
                <a:path w="65940" h="52902">
                  <a:moveTo>
                    <a:pt x="0" y="52902"/>
                  </a:moveTo>
                  <a:lnTo>
                    <a:pt x="659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3" name="pl5493"/>
            <p:cNvSpPr/>
            <p:nvPr/>
          </p:nvSpPr>
          <p:spPr>
            <a:xfrm>
              <a:off x="4966042" y="1794397"/>
              <a:ext cx="98979" cy="106474"/>
            </a:xfrm>
            <a:custGeom>
              <a:avLst/>
              <a:pathLst>
                <a:path w="98979" h="106474">
                  <a:moveTo>
                    <a:pt x="0" y="106474"/>
                  </a:moveTo>
                  <a:lnTo>
                    <a:pt x="989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4" name="pl5494"/>
            <p:cNvSpPr/>
            <p:nvPr/>
          </p:nvSpPr>
          <p:spPr>
            <a:xfrm>
              <a:off x="5065021" y="1730466"/>
              <a:ext cx="103041" cy="63931"/>
            </a:xfrm>
            <a:custGeom>
              <a:avLst/>
              <a:pathLst>
                <a:path w="103041" h="63931">
                  <a:moveTo>
                    <a:pt x="0" y="63931"/>
                  </a:moveTo>
                  <a:lnTo>
                    <a:pt x="1030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5" name="pl5495"/>
            <p:cNvSpPr/>
            <p:nvPr/>
          </p:nvSpPr>
          <p:spPr>
            <a:xfrm>
              <a:off x="5168062" y="1594133"/>
              <a:ext cx="155449" cy="136332"/>
            </a:xfrm>
            <a:custGeom>
              <a:avLst/>
              <a:pathLst>
                <a:path w="155449" h="136332">
                  <a:moveTo>
                    <a:pt x="0" y="136332"/>
                  </a:moveTo>
                  <a:lnTo>
                    <a:pt x="15544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6" name="pl5496"/>
            <p:cNvSpPr/>
            <p:nvPr/>
          </p:nvSpPr>
          <p:spPr>
            <a:xfrm>
              <a:off x="5323512" y="1547207"/>
              <a:ext cx="83505" cy="46926"/>
            </a:xfrm>
            <a:custGeom>
              <a:avLst/>
              <a:pathLst>
                <a:path w="83505" h="46926">
                  <a:moveTo>
                    <a:pt x="0" y="46926"/>
                  </a:moveTo>
                  <a:lnTo>
                    <a:pt x="835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7" name="pl5497"/>
            <p:cNvSpPr/>
            <p:nvPr/>
          </p:nvSpPr>
          <p:spPr>
            <a:xfrm>
              <a:off x="5407017" y="1496713"/>
              <a:ext cx="70924" cy="50494"/>
            </a:xfrm>
            <a:custGeom>
              <a:avLst/>
              <a:pathLst>
                <a:path w="70924" h="50494">
                  <a:moveTo>
                    <a:pt x="0" y="50494"/>
                  </a:moveTo>
                  <a:lnTo>
                    <a:pt x="709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8" name="pl5498"/>
            <p:cNvSpPr/>
            <p:nvPr/>
          </p:nvSpPr>
          <p:spPr>
            <a:xfrm>
              <a:off x="5477941" y="1474188"/>
              <a:ext cx="70028" cy="22524"/>
            </a:xfrm>
            <a:custGeom>
              <a:avLst/>
              <a:pathLst>
                <a:path w="70028" h="22524">
                  <a:moveTo>
                    <a:pt x="0" y="22524"/>
                  </a:moveTo>
                  <a:lnTo>
                    <a:pt x="700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9" name="pl5499"/>
            <p:cNvSpPr/>
            <p:nvPr/>
          </p:nvSpPr>
          <p:spPr>
            <a:xfrm>
              <a:off x="5547970" y="1438445"/>
              <a:ext cx="127258" cy="35743"/>
            </a:xfrm>
            <a:custGeom>
              <a:avLst/>
              <a:pathLst>
                <a:path w="127258" h="35743">
                  <a:moveTo>
                    <a:pt x="0" y="35743"/>
                  </a:moveTo>
                  <a:lnTo>
                    <a:pt x="1272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0" name="pl5500"/>
            <p:cNvSpPr/>
            <p:nvPr/>
          </p:nvSpPr>
          <p:spPr>
            <a:xfrm>
              <a:off x="5675228" y="1357920"/>
              <a:ext cx="175642" cy="80525"/>
            </a:xfrm>
            <a:custGeom>
              <a:avLst/>
              <a:pathLst>
                <a:path w="175642" h="80525">
                  <a:moveTo>
                    <a:pt x="0" y="80525"/>
                  </a:moveTo>
                  <a:lnTo>
                    <a:pt x="1756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1" name="pl5501"/>
            <p:cNvSpPr/>
            <p:nvPr/>
          </p:nvSpPr>
          <p:spPr>
            <a:xfrm>
              <a:off x="5850871" y="1329406"/>
              <a:ext cx="81844" cy="28513"/>
            </a:xfrm>
            <a:custGeom>
              <a:avLst/>
              <a:pathLst>
                <a:path w="81844" h="28513">
                  <a:moveTo>
                    <a:pt x="0" y="28513"/>
                  </a:moveTo>
                  <a:lnTo>
                    <a:pt x="818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2" name="pl5502"/>
            <p:cNvSpPr/>
            <p:nvPr/>
          </p:nvSpPr>
          <p:spPr>
            <a:xfrm>
              <a:off x="5932715" y="1310137"/>
              <a:ext cx="48659" cy="19269"/>
            </a:xfrm>
            <a:custGeom>
              <a:avLst/>
              <a:pathLst>
                <a:path w="48659" h="19269">
                  <a:moveTo>
                    <a:pt x="0" y="19269"/>
                  </a:moveTo>
                  <a:lnTo>
                    <a:pt x="4865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3" name="pl5503"/>
            <p:cNvSpPr/>
            <p:nvPr/>
          </p:nvSpPr>
          <p:spPr>
            <a:xfrm>
              <a:off x="5981375" y="1302845"/>
              <a:ext cx="31261" cy="7291"/>
            </a:xfrm>
            <a:custGeom>
              <a:avLst/>
              <a:pathLst>
                <a:path w="31261" h="7291">
                  <a:moveTo>
                    <a:pt x="0" y="7291"/>
                  </a:moveTo>
                  <a:lnTo>
                    <a:pt x="312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4" name="pl5504"/>
            <p:cNvSpPr/>
            <p:nvPr/>
          </p:nvSpPr>
          <p:spPr>
            <a:xfrm>
              <a:off x="6012637" y="1294694"/>
              <a:ext cx="26115" cy="8151"/>
            </a:xfrm>
            <a:custGeom>
              <a:avLst/>
              <a:pathLst>
                <a:path w="26115" h="8151">
                  <a:moveTo>
                    <a:pt x="0" y="8151"/>
                  </a:moveTo>
                  <a:lnTo>
                    <a:pt x="261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5" name="pl5505"/>
            <p:cNvSpPr/>
            <p:nvPr/>
          </p:nvSpPr>
          <p:spPr>
            <a:xfrm>
              <a:off x="6038752" y="1291509"/>
              <a:ext cx="11183" cy="3185"/>
            </a:xfrm>
            <a:custGeom>
              <a:avLst/>
              <a:pathLst>
                <a:path w="11183" h="3185">
                  <a:moveTo>
                    <a:pt x="0" y="3185"/>
                  </a:moveTo>
                  <a:lnTo>
                    <a:pt x="111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6" name="pl5506"/>
            <p:cNvSpPr/>
            <p:nvPr/>
          </p:nvSpPr>
          <p:spPr>
            <a:xfrm>
              <a:off x="6049936" y="1289880"/>
              <a:ext cx="8813" cy="1628"/>
            </a:xfrm>
            <a:custGeom>
              <a:avLst/>
              <a:pathLst>
                <a:path w="8813" h="1628">
                  <a:moveTo>
                    <a:pt x="0" y="1628"/>
                  </a:moveTo>
                  <a:lnTo>
                    <a:pt x="88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7" name="pl5507"/>
            <p:cNvSpPr/>
            <p:nvPr/>
          </p:nvSpPr>
          <p:spPr>
            <a:xfrm>
              <a:off x="6058750" y="1288292"/>
              <a:ext cx="8540" cy="1588"/>
            </a:xfrm>
            <a:custGeom>
              <a:avLst/>
              <a:pathLst>
                <a:path w="8540" h="1588">
                  <a:moveTo>
                    <a:pt x="0" y="1588"/>
                  </a:moveTo>
                  <a:lnTo>
                    <a:pt x="85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8" name="pl5508"/>
            <p:cNvSpPr/>
            <p:nvPr/>
          </p:nvSpPr>
          <p:spPr>
            <a:xfrm>
              <a:off x="6067291" y="1286743"/>
              <a:ext cx="7981" cy="1549"/>
            </a:xfrm>
            <a:custGeom>
              <a:avLst/>
              <a:pathLst>
                <a:path w="7981" h="1549">
                  <a:moveTo>
                    <a:pt x="0" y="1549"/>
                  </a:moveTo>
                  <a:lnTo>
                    <a:pt x="79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9" name="pl5509"/>
            <p:cNvSpPr/>
            <p:nvPr/>
          </p:nvSpPr>
          <p:spPr>
            <a:xfrm>
              <a:off x="6075272" y="1285231"/>
              <a:ext cx="6848" cy="1512"/>
            </a:xfrm>
            <a:custGeom>
              <a:avLst/>
              <a:pathLst>
                <a:path w="6848" h="1512">
                  <a:moveTo>
                    <a:pt x="0" y="1512"/>
                  </a:moveTo>
                  <a:lnTo>
                    <a:pt x="68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0" name="pl5510"/>
            <p:cNvSpPr/>
            <p:nvPr/>
          </p:nvSpPr>
          <p:spPr>
            <a:xfrm>
              <a:off x="6082121" y="1283749"/>
              <a:ext cx="4569" cy="1481"/>
            </a:xfrm>
            <a:custGeom>
              <a:avLst/>
              <a:pathLst>
                <a:path w="4569" h="1481">
                  <a:moveTo>
                    <a:pt x="0" y="1481"/>
                  </a:moveTo>
                  <a:lnTo>
                    <a:pt x="45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1" name="pl5511"/>
            <p:cNvSpPr/>
            <p:nvPr/>
          </p:nvSpPr>
          <p:spPr>
            <a:xfrm>
              <a:off x="6059221" y="1284042"/>
              <a:ext cx="8069" cy="4249"/>
            </a:xfrm>
            <a:custGeom>
              <a:avLst/>
              <a:pathLst>
                <a:path w="8069" h="4249">
                  <a:moveTo>
                    <a:pt x="8069" y="42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2" name="pl5512"/>
            <p:cNvSpPr/>
            <p:nvPr/>
          </p:nvSpPr>
          <p:spPr>
            <a:xfrm>
              <a:off x="6040911" y="1284433"/>
              <a:ext cx="9024" cy="7076"/>
            </a:xfrm>
            <a:custGeom>
              <a:avLst/>
              <a:pathLst>
                <a:path w="9024" h="7076">
                  <a:moveTo>
                    <a:pt x="9024" y="70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3" name="pl5513"/>
            <p:cNvSpPr/>
            <p:nvPr/>
          </p:nvSpPr>
          <p:spPr>
            <a:xfrm>
              <a:off x="6027228" y="1286285"/>
              <a:ext cx="11524" cy="8409"/>
            </a:xfrm>
            <a:custGeom>
              <a:avLst/>
              <a:pathLst>
                <a:path w="11524" h="8409">
                  <a:moveTo>
                    <a:pt x="11524" y="84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4" name="pl5514"/>
            <p:cNvSpPr/>
            <p:nvPr/>
          </p:nvSpPr>
          <p:spPr>
            <a:xfrm>
              <a:off x="6022605" y="1284980"/>
              <a:ext cx="4622" cy="1305"/>
            </a:xfrm>
            <a:custGeom>
              <a:avLst/>
              <a:pathLst>
                <a:path w="4622" h="1305">
                  <a:moveTo>
                    <a:pt x="4622" y="13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5" name="pl5515"/>
            <p:cNvSpPr/>
            <p:nvPr/>
          </p:nvSpPr>
          <p:spPr>
            <a:xfrm>
              <a:off x="5985739" y="1292394"/>
              <a:ext cx="26897" cy="10451"/>
            </a:xfrm>
            <a:custGeom>
              <a:avLst/>
              <a:pathLst>
                <a:path w="26897" h="10451">
                  <a:moveTo>
                    <a:pt x="26897" y="1045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6" name="pl5516"/>
            <p:cNvSpPr/>
            <p:nvPr/>
          </p:nvSpPr>
          <p:spPr>
            <a:xfrm>
              <a:off x="5985739" y="1290515"/>
              <a:ext cx="8481" cy="1879"/>
            </a:xfrm>
            <a:custGeom>
              <a:avLst/>
              <a:pathLst>
                <a:path w="8481" h="1879">
                  <a:moveTo>
                    <a:pt x="0" y="1879"/>
                  </a:moveTo>
                  <a:lnTo>
                    <a:pt x="84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7" name="pl5517"/>
            <p:cNvSpPr/>
            <p:nvPr/>
          </p:nvSpPr>
          <p:spPr>
            <a:xfrm>
              <a:off x="5994221" y="1288694"/>
              <a:ext cx="7923" cy="1820"/>
            </a:xfrm>
            <a:custGeom>
              <a:avLst/>
              <a:pathLst>
                <a:path w="7923" h="1820">
                  <a:moveTo>
                    <a:pt x="0" y="1820"/>
                  </a:moveTo>
                  <a:lnTo>
                    <a:pt x="792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8" name="pl5518"/>
            <p:cNvSpPr/>
            <p:nvPr/>
          </p:nvSpPr>
          <p:spPr>
            <a:xfrm>
              <a:off x="6002145" y="1286949"/>
              <a:ext cx="6793" cy="1745"/>
            </a:xfrm>
            <a:custGeom>
              <a:avLst/>
              <a:pathLst>
                <a:path w="6793" h="1745">
                  <a:moveTo>
                    <a:pt x="0" y="1745"/>
                  </a:moveTo>
                  <a:lnTo>
                    <a:pt x="67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9" name="pl5519"/>
            <p:cNvSpPr/>
            <p:nvPr/>
          </p:nvSpPr>
          <p:spPr>
            <a:xfrm>
              <a:off x="6008938" y="1285312"/>
              <a:ext cx="4515" cy="1636"/>
            </a:xfrm>
            <a:custGeom>
              <a:avLst/>
              <a:pathLst>
                <a:path w="4515" h="1636">
                  <a:moveTo>
                    <a:pt x="0" y="1636"/>
                  </a:moveTo>
                  <a:lnTo>
                    <a:pt x="45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0" name="pl5520"/>
            <p:cNvSpPr/>
            <p:nvPr/>
          </p:nvSpPr>
          <p:spPr>
            <a:xfrm>
              <a:off x="6004305" y="1285683"/>
              <a:ext cx="4633" cy="1265"/>
            </a:xfrm>
            <a:custGeom>
              <a:avLst/>
              <a:pathLst>
                <a:path w="4633" h="1265">
                  <a:moveTo>
                    <a:pt x="4633" y="12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1" name="pl5521"/>
            <p:cNvSpPr/>
            <p:nvPr/>
          </p:nvSpPr>
          <p:spPr>
            <a:xfrm>
              <a:off x="5995157" y="1286094"/>
              <a:ext cx="6988" cy="2600"/>
            </a:xfrm>
            <a:custGeom>
              <a:avLst/>
              <a:pathLst>
                <a:path w="6988" h="2600">
                  <a:moveTo>
                    <a:pt x="6988" y="26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2" name="pl5522"/>
            <p:cNvSpPr/>
            <p:nvPr/>
          </p:nvSpPr>
          <p:spPr>
            <a:xfrm>
              <a:off x="5976867" y="1287031"/>
              <a:ext cx="8872" cy="5362"/>
            </a:xfrm>
            <a:custGeom>
              <a:avLst/>
              <a:pathLst>
                <a:path w="8872" h="5362">
                  <a:moveTo>
                    <a:pt x="8872" y="53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3" name="pl5523"/>
            <p:cNvSpPr/>
            <p:nvPr/>
          </p:nvSpPr>
          <p:spPr>
            <a:xfrm>
              <a:off x="5948607" y="1293171"/>
              <a:ext cx="32767" cy="16966"/>
            </a:xfrm>
            <a:custGeom>
              <a:avLst/>
              <a:pathLst>
                <a:path w="32767" h="16966">
                  <a:moveTo>
                    <a:pt x="32767" y="169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4" name="pl5524"/>
            <p:cNvSpPr/>
            <p:nvPr/>
          </p:nvSpPr>
          <p:spPr>
            <a:xfrm>
              <a:off x="5948607" y="1291181"/>
              <a:ext cx="7883" cy="1989"/>
            </a:xfrm>
            <a:custGeom>
              <a:avLst/>
              <a:pathLst>
                <a:path w="7883" h="1989">
                  <a:moveTo>
                    <a:pt x="0" y="1989"/>
                  </a:moveTo>
                  <a:lnTo>
                    <a:pt x="78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5" name="pl5525"/>
            <p:cNvSpPr/>
            <p:nvPr/>
          </p:nvSpPr>
          <p:spPr>
            <a:xfrm>
              <a:off x="5956491" y="1289291"/>
              <a:ext cx="6754" cy="1889"/>
            </a:xfrm>
            <a:custGeom>
              <a:avLst/>
              <a:pathLst>
                <a:path w="6754" h="1889">
                  <a:moveTo>
                    <a:pt x="0" y="1889"/>
                  </a:moveTo>
                  <a:lnTo>
                    <a:pt x="67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6" name="pl5526"/>
            <p:cNvSpPr/>
            <p:nvPr/>
          </p:nvSpPr>
          <p:spPr>
            <a:xfrm>
              <a:off x="5963245" y="1287559"/>
              <a:ext cx="4479" cy="1732"/>
            </a:xfrm>
            <a:custGeom>
              <a:avLst/>
              <a:pathLst>
                <a:path w="4479" h="1732">
                  <a:moveTo>
                    <a:pt x="0" y="1732"/>
                  </a:moveTo>
                  <a:lnTo>
                    <a:pt x="44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7" name="pl5527"/>
            <p:cNvSpPr/>
            <p:nvPr/>
          </p:nvSpPr>
          <p:spPr>
            <a:xfrm>
              <a:off x="5958586" y="1288125"/>
              <a:ext cx="4659" cy="1166"/>
            </a:xfrm>
            <a:custGeom>
              <a:avLst/>
              <a:pathLst>
                <a:path w="4659" h="1166">
                  <a:moveTo>
                    <a:pt x="4659" y="11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8" name="pl5528"/>
            <p:cNvSpPr/>
            <p:nvPr/>
          </p:nvSpPr>
          <p:spPr>
            <a:xfrm>
              <a:off x="5949449" y="1288730"/>
              <a:ext cx="7042" cy="2450"/>
            </a:xfrm>
            <a:custGeom>
              <a:avLst/>
              <a:pathLst>
                <a:path w="7042" h="2450">
                  <a:moveTo>
                    <a:pt x="7042" y="2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9" name="pl5529"/>
            <p:cNvSpPr/>
            <p:nvPr/>
          </p:nvSpPr>
          <p:spPr>
            <a:xfrm>
              <a:off x="5880781" y="1309185"/>
              <a:ext cx="51934" cy="20221"/>
            </a:xfrm>
            <a:custGeom>
              <a:avLst/>
              <a:pathLst>
                <a:path w="51934" h="20221">
                  <a:moveTo>
                    <a:pt x="51934" y="202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0" name="pl5530"/>
            <p:cNvSpPr/>
            <p:nvPr/>
          </p:nvSpPr>
          <p:spPr>
            <a:xfrm>
              <a:off x="5880781" y="1299600"/>
              <a:ext cx="23678" cy="9585"/>
            </a:xfrm>
            <a:custGeom>
              <a:avLst/>
              <a:pathLst>
                <a:path w="23678" h="9585">
                  <a:moveTo>
                    <a:pt x="0" y="9585"/>
                  </a:moveTo>
                  <a:lnTo>
                    <a:pt x="236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1" name="pl5531"/>
            <p:cNvSpPr/>
            <p:nvPr/>
          </p:nvSpPr>
          <p:spPr>
            <a:xfrm>
              <a:off x="5904459" y="1295513"/>
              <a:ext cx="13395" cy="4086"/>
            </a:xfrm>
            <a:custGeom>
              <a:avLst/>
              <a:pathLst>
                <a:path w="13395" h="4086">
                  <a:moveTo>
                    <a:pt x="0" y="4086"/>
                  </a:moveTo>
                  <a:lnTo>
                    <a:pt x="133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2" name="pl5532"/>
            <p:cNvSpPr/>
            <p:nvPr/>
          </p:nvSpPr>
          <p:spPr>
            <a:xfrm>
              <a:off x="5917855" y="1291867"/>
              <a:ext cx="8878" cy="3646"/>
            </a:xfrm>
            <a:custGeom>
              <a:avLst/>
              <a:pathLst>
                <a:path w="8878" h="3646">
                  <a:moveTo>
                    <a:pt x="0" y="3646"/>
                  </a:moveTo>
                  <a:lnTo>
                    <a:pt x="88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3" name="pl5533"/>
            <p:cNvSpPr/>
            <p:nvPr/>
          </p:nvSpPr>
          <p:spPr>
            <a:xfrm>
              <a:off x="5922054" y="1290780"/>
              <a:ext cx="4678" cy="1086"/>
            </a:xfrm>
            <a:custGeom>
              <a:avLst/>
              <a:pathLst>
                <a:path w="4678" h="1086">
                  <a:moveTo>
                    <a:pt x="4678" y="10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4" name="pl5534"/>
            <p:cNvSpPr/>
            <p:nvPr/>
          </p:nvSpPr>
          <p:spPr>
            <a:xfrm>
              <a:off x="5890271" y="1295066"/>
              <a:ext cx="14188" cy="4533"/>
            </a:xfrm>
            <a:custGeom>
              <a:avLst/>
              <a:pathLst>
                <a:path w="14188" h="4533">
                  <a:moveTo>
                    <a:pt x="14188" y="45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5" name="pl5535"/>
            <p:cNvSpPr/>
            <p:nvPr/>
          </p:nvSpPr>
          <p:spPr>
            <a:xfrm>
              <a:off x="5890271" y="1293181"/>
              <a:ext cx="4418" cy="1884"/>
            </a:xfrm>
            <a:custGeom>
              <a:avLst/>
              <a:pathLst>
                <a:path w="4418" h="1884">
                  <a:moveTo>
                    <a:pt x="0" y="1884"/>
                  </a:moveTo>
                  <a:lnTo>
                    <a:pt x="44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6" name="pl5536"/>
            <p:cNvSpPr/>
            <p:nvPr/>
          </p:nvSpPr>
          <p:spPr>
            <a:xfrm>
              <a:off x="5885574" y="1294059"/>
              <a:ext cx="4696" cy="1006"/>
            </a:xfrm>
            <a:custGeom>
              <a:avLst/>
              <a:pathLst>
                <a:path w="4696" h="1006">
                  <a:moveTo>
                    <a:pt x="4696" y="10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7" name="pl5537"/>
            <p:cNvSpPr/>
            <p:nvPr/>
          </p:nvSpPr>
          <p:spPr>
            <a:xfrm>
              <a:off x="5761424" y="1329139"/>
              <a:ext cx="89447" cy="28781"/>
            </a:xfrm>
            <a:custGeom>
              <a:avLst/>
              <a:pathLst>
                <a:path w="89447" h="28781">
                  <a:moveTo>
                    <a:pt x="89447" y="28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8" name="pl5538"/>
            <p:cNvSpPr/>
            <p:nvPr/>
          </p:nvSpPr>
          <p:spPr>
            <a:xfrm>
              <a:off x="5761424" y="1315479"/>
              <a:ext cx="31852" cy="13659"/>
            </a:xfrm>
            <a:custGeom>
              <a:avLst/>
              <a:pathLst>
                <a:path w="31852" h="13659">
                  <a:moveTo>
                    <a:pt x="0" y="13659"/>
                  </a:moveTo>
                  <a:lnTo>
                    <a:pt x="318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9" name="pl5539"/>
            <p:cNvSpPr/>
            <p:nvPr/>
          </p:nvSpPr>
          <p:spPr>
            <a:xfrm>
              <a:off x="5793277" y="1308716"/>
              <a:ext cx="16905" cy="6763"/>
            </a:xfrm>
            <a:custGeom>
              <a:avLst/>
              <a:pathLst>
                <a:path w="16905" h="6763">
                  <a:moveTo>
                    <a:pt x="0" y="6763"/>
                  </a:moveTo>
                  <a:lnTo>
                    <a:pt x="169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0" name="pl5540"/>
            <p:cNvSpPr/>
            <p:nvPr/>
          </p:nvSpPr>
          <p:spPr>
            <a:xfrm>
              <a:off x="5810182" y="1304478"/>
              <a:ext cx="9809" cy="4237"/>
            </a:xfrm>
            <a:custGeom>
              <a:avLst/>
              <a:pathLst>
                <a:path w="9809" h="4237">
                  <a:moveTo>
                    <a:pt x="0" y="4237"/>
                  </a:moveTo>
                  <a:lnTo>
                    <a:pt x="98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1" name="pl5541"/>
            <p:cNvSpPr/>
            <p:nvPr/>
          </p:nvSpPr>
          <p:spPr>
            <a:xfrm>
              <a:off x="5819992" y="1302160"/>
              <a:ext cx="6619" cy="2318"/>
            </a:xfrm>
            <a:custGeom>
              <a:avLst/>
              <a:pathLst>
                <a:path w="6619" h="2318">
                  <a:moveTo>
                    <a:pt x="0" y="2318"/>
                  </a:moveTo>
                  <a:lnTo>
                    <a:pt x="66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2" name="pl5542"/>
            <p:cNvSpPr/>
            <p:nvPr/>
          </p:nvSpPr>
          <p:spPr>
            <a:xfrm>
              <a:off x="5821887" y="1301294"/>
              <a:ext cx="4724" cy="865"/>
            </a:xfrm>
            <a:custGeom>
              <a:avLst/>
              <a:pathLst>
                <a:path w="4724" h="865">
                  <a:moveTo>
                    <a:pt x="4724" y="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3" name="pl5543"/>
            <p:cNvSpPr/>
            <p:nvPr/>
          </p:nvSpPr>
          <p:spPr>
            <a:xfrm>
              <a:off x="5799399" y="1305782"/>
              <a:ext cx="10782" cy="2933"/>
            </a:xfrm>
            <a:custGeom>
              <a:avLst/>
              <a:pathLst>
                <a:path w="10782" h="2933">
                  <a:moveTo>
                    <a:pt x="10782" y="29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4" name="pl5544"/>
            <p:cNvSpPr/>
            <p:nvPr/>
          </p:nvSpPr>
          <p:spPr>
            <a:xfrm>
              <a:off x="5799399" y="1303710"/>
              <a:ext cx="4333" cy="2071"/>
            </a:xfrm>
            <a:custGeom>
              <a:avLst/>
              <a:pathLst>
                <a:path w="4333" h="2071">
                  <a:moveTo>
                    <a:pt x="0" y="2071"/>
                  </a:moveTo>
                  <a:lnTo>
                    <a:pt x="43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5" name="pl5545"/>
            <p:cNvSpPr/>
            <p:nvPr/>
          </p:nvSpPr>
          <p:spPr>
            <a:xfrm>
              <a:off x="5794664" y="1304977"/>
              <a:ext cx="4735" cy="805"/>
            </a:xfrm>
            <a:custGeom>
              <a:avLst/>
              <a:pathLst>
                <a:path w="4735" h="805">
                  <a:moveTo>
                    <a:pt x="4735" y="80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6" name="pl5546"/>
            <p:cNvSpPr/>
            <p:nvPr/>
          </p:nvSpPr>
          <p:spPr>
            <a:xfrm>
              <a:off x="5774716" y="1310849"/>
              <a:ext cx="18560" cy="4630"/>
            </a:xfrm>
            <a:custGeom>
              <a:avLst/>
              <a:pathLst>
                <a:path w="18560" h="4630">
                  <a:moveTo>
                    <a:pt x="18560" y="46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7" name="pl5547"/>
            <p:cNvSpPr/>
            <p:nvPr/>
          </p:nvSpPr>
          <p:spPr>
            <a:xfrm>
              <a:off x="5774716" y="1308390"/>
              <a:ext cx="6568" cy="2458"/>
            </a:xfrm>
            <a:custGeom>
              <a:avLst/>
              <a:pathLst>
                <a:path w="6568" h="2458">
                  <a:moveTo>
                    <a:pt x="0" y="2458"/>
                  </a:moveTo>
                  <a:lnTo>
                    <a:pt x="65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8" name="pl5548"/>
            <p:cNvSpPr/>
            <p:nvPr/>
          </p:nvSpPr>
          <p:spPr>
            <a:xfrm>
              <a:off x="5781284" y="1306282"/>
              <a:ext cx="4315" cy="2108"/>
            </a:xfrm>
            <a:custGeom>
              <a:avLst/>
              <a:pathLst>
                <a:path w="4315" h="2108">
                  <a:moveTo>
                    <a:pt x="0" y="2108"/>
                  </a:moveTo>
                  <a:lnTo>
                    <a:pt x="43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9" name="pl5549"/>
            <p:cNvSpPr/>
            <p:nvPr/>
          </p:nvSpPr>
          <p:spPr>
            <a:xfrm>
              <a:off x="5726400" y="1323179"/>
              <a:ext cx="35023" cy="5959"/>
            </a:xfrm>
            <a:custGeom>
              <a:avLst/>
              <a:pathLst>
                <a:path w="35023" h="5959">
                  <a:moveTo>
                    <a:pt x="35023" y="59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0" name="pl5550"/>
            <p:cNvSpPr/>
            <p:nvPr/>
          </p:nvSpPr>
          <p:spPr>
            <a:xfrm>
              <a:off x="5726400" y="1319705"/>
              <a:ext cx="11559" cy="3473"/>
            </a:xfrm>
            <a:custGeom>
              <a:avLst/>
              <a:pathLst>
                <a:path w="11559" h="3473">
                  <a:moveTo>
                    <a:pt x="0" y="3473"/>
                  </a:moveTo>
                  <a:lnTo>
                    <a:pt x="1155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1" name="pl5551"/>
            <p:cNvSpPr/>
            <p:nvPr/>
          </p:nvSpPr>
          <p:spPr>
            <a:xfrm>
              <a:off x="5727083" y="1317141"/>
              <a:ext cx="10876" cy="2564"/>
            </a:xfrm>
            <a:custGeom>
              <a:avLst/>
              <a:pathLst>
                <a:path w="10876" h="2564">
                  <a:moveTo>
                    <a:pt x="10876" y="25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2" name="pl5552"/>
            <p:cNvSpPr/>
            <p:nvPr/>
          </p:nvSpPr>
          <p:spPr>
            <a:xfrm>
              <a:off x="5727083" y="1314922"/>
              <a:ext cx="4260" cy="2218"/>
            </a:xfrm>
            <a:custGeom>
              <a:avLst/>
              <a:pathLst>
                <a:path w="4260" h="2218">
                  <a:moveTo>
                    <a:pt x="0" y="2218"/>
                  </a:moveTo>
                  <a:lnTo>
                    <a:pt x="42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3" name="pl5553"/>
            <p:cNvSpPr/>
            <p:nvPr/>
          </p:nvSpPr>
          <p:spPr>
            <a:xfrm>
              <a:off x="5713309" y="1318111"/>
              <a:ext cx="13091" cy="5067"/>
            </a:xfrm>
            <a:custGeom>
              <a:avLst/>
              <a:pathLst>
                <a:path w="13091" h="5067">
                  <a:moveTo>
                    <a:pt x="13091" y="506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4" name="pl5554"/>
            <p:cNvSpPr/>
            <p:nvPr/>
          </p:nvSpPr>
          <p:spPr>
            <a:xfrm>
              <a:off x="5479021" y="1426111"/>
              <a:ext cx="196207" cy="12334"/>
            </a:xfrm>
            <a:custGeom>
              <a:avLst/>
              <a:pathLst>
                <a:path w="196207" h="12334">
                  <a:moveTo>
                    <a:pt x="196207" y="1233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5" name="pl5555"/>
            <p:cNvSpPr/>
            <p:nvPr/>
          </p:nvSpPr>
          <p:spPr>
            <a:xfrm>
              <a:off x="5479021" y="1405585"/>
              <a:ext cx="38413" cy="20525"/>
            </a:xfrm>
            <a:custGeom>
              <a:avLst/>
              <a:pathLst>
                <a:path w="38413" h="20525">
                  <a:moveTo>
                    <a:pt x="0" y="20525"/>
                  </a:moveTo>
                  <a:lnTo>
                    <a:pt x="384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6" name="pl5556"/>
            <p:cNvSpPr/>
            <p:nvPr/>
          </p:nvSpPr>
          <p:spPr>
            <a:xfrm>
              <a:off x="5517434" y="1390545"/>
              <a:ext cx="49635" cy="15040"/>
            </a:xfrm>
            <a:custGeom>
              <a:avLst/>
              <a:pathLst>
                <a:path w="49635" h="15040">
                  <a:moveTo>
                    <a:pt x="0" y="15040"/>
                  </a:moveTo>
                  <a:lnTo>
                    <a:pt x="496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7" name="pl5557"/>
            <p:cNvSpPr/>
            <p:nvPr/>
          </p:nvSpPr>
          <p:spPr>
            <a:xfrm>
              <a:off x="5567069" y="1359094"/>
              <a:ext cx="55110" cy="31450"/>
            </a:xfrm>
            <a:custGeom>
              <a:avLst/>
              <a:pathLst>
                <a:path w="55110" h="31450">
                  <a:moveTo>
                    <a:pt x="0" y="31450"/>
                  </a:moveTo>
                  <a:lnTo>
                    <a:pt x="5511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8" name="pl5558"/>
            <p:cNvSpPr/>
            <p:nvPr/>
          </p:nvSpPr>
          <p:spPr>
            <a:xfrm>
              <a:off x="5622180" y="1344797"/>
              <a:ext cx="30985" cy="14297"/>
            </a:xfrm>
            <a:custGeom>
              <a:avLst/>
              <a:pathLst>
                <a:path w="30985" h="14297">
                  <a:moveTo>
                    <a:pt x="0" y="14297"/>
                  </a:moveTo>
                  <a:lnTo>
                    <a:pt x="309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9" name="pl5559"/>
            <p:cNvSpPr/>
            <p:nvPr/>
          </p:nvSpPr>
          <p:spPr>
            <a:xfrm>
              <a:off x="5653165" y="1332655"/>
              <a:ext cx="22785" cy="12141"/>
            </a:xfrm>
            <a:custGeom>
              <a:avLst/>
              <a:pathLst>
                <a:path w="22785" h="12141">
                  <a:moveTo>
                    <a:pt x="0" y="12141"/>
                  </a:moveTo>
                  <a:lnTo>
                    <a:pt x="227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0" name="pl5560"/>
            <p:cNvSpPr/>
            <p:nvPr/>
          </p:nvSpPr>
          <p:spPr>
            <a:xfrm>
              <a:off x="5664156" y="1329100"/>
              <a:ext cx="11794" cy="3554"/>
            </a:xfrm>
            <a:custGeom>
              <a:avLst/>
              <a:pathLst>
                <a:path w="11794" h="3554">
                  <a:moveTo>
                    <a:pt x="11794" y="35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1" name="pl5561"/>
            <p:cNvSpPr/>
            <p:nvPr/>
          </p:nvSpPr>
          <p:spPr>
            <a:xfrm>
              <a:off x="5664156" y="1326756"/>
              <a:ext cx="4192" cy="2344"/>
            </a:xfrm>
            <a:custGeom>
              <a:avLst/>
              <a:pathLst>
                <a:path w="4192" h="2344">
                  <a:moveTo>
                    <a:pt x="0" y="2344"/>
                  </a:moveTo>
                  <a:lnTo>
                    <a:pt x="419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2" name="pl5562"/>
            <p:cNvSpPr/>
            <p:nvPr/>
          </p:nvSpPr>
          <p:spPr>
            <a:xfrm>
              <a:off x="5627093" y="1341543"/>
              <a:ext cx="26072" cy="3254"/>
            </a:xfrm>
            <a:custGeom>
              <a:avLst/>
              <a:pathLst>
                <a:path w="26072" h="3254">
                  <a:moveTo>
                    <a:pt x="26072" y="325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3" name="pl5563"/>
            <p:cNvSpPr/>
            <p:nvPr/>
          </p:nvSpPr>
          <p:spPr>
            <a:xfrm>
              <a:off x="5627093" y="1337648"/>
              <a:ext cx="10832" cy="3895"/>
            </a:xfrm>
            <a:custGeom>
              <a:avLst/>
              <a:pathLst>
                <a:path w="10832" h="3895">
                  <a:moveTo>
                    <a:pt x="0" y="3895"/>
                  </a:moveTo>
                  <a:lnTo>
                    <a:pt x="1083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4" name="pl5564"/>
            <p:cNvSpPr/>
            <p:nvPr/>
          </p:nvSpPr>
          <p:spPr>
            <a:xfrm>
              <a:off x="5637926" y="1332862"/>
              <a:ext cx="8319" cy="4785"/>
            </a:xfrm>
            <a:custGeom>
              <a:avLst/>
              <a:pathLst>
                <a:path w="8319" h="4785">
                  <a:moveTo>
                    <a:pt x="0" y="4785"/>
                  </a:moveTo>
                  <a:lnTo>
                    <a:pt x="83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5" name="pl5565"/>
            <p:cNvSpPr/>
            <p:nvPr/>
          </p:nvSpPr>
          <p:spPr>
            <a:xfrm>
              <a:off x="5641464" y="1332402"/>
              <a:ext cx="4781" cy="459"/>
            </a:xfrm>
            <a:custGeom>
              <a:avLst/>
              <a:pathLst>
                <a:path w="4781" h="459">
                  <a:moveTo>
                    <a:pt x="4781" y="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6" name="pl5566"/>
            <p:cNvSpPr/>
            <p:nvPr/>
          </p:nvSpPr>
          <p:spPr>
            <a:xfrm>
              <a:off x="5628367" y="1336777"/>
              <a:ext cx="9558" cy="870"/>
            </a:xfrm>
            <a:custGeom>
              <a:avLst/>
              <a:pathLst>
                <a:path w="9558" h="870">
                  <a:moveTo>
                    <a:pt x="9558" y="8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7" name="pl5567"/>
            <p:cNvSpPr/>
            <p:nvPr/>
          </p:nvSpPr>
          <p:spPr>
            <a:xfrm>
              <a:off x="5623582" y="1336357"/>
              <a:ext cx="4785" cy="419"/>
            </a:xfrm>
            <a:custGeom>
              <a:avLst/>
              <a:pathLst>
                <a:path w="4785" h="419">
                  <a:moveTo>
                    <a:pt x="4785" y="4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8" name="pl5568"/>
            <p:cNvSpPr/>
            <p:nvPr/>
          </p:nvSpPr>
          <p:spPr>
            <a:xfrm>
              <a:off x="5585977" y="1351203"/>
              <a:ext cx="36203" cy="7891"/>
            </a:xfrm>
            <a:custGeom>
              <a:avLst/>
              <a:pathLst>
                <a:path w="36203" h="7891">
                  <a:moveTo>
                    <a:pt x="36203" y="78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9" name="pl5569"/>
            <p:cNvSpPr/>
            <p:nvPr/>
          </p:nvSpPr>
          <p:spPr>
            <a:xfrm>
              <a:off x="5585977" y="1345944"/>
              <a:ext cx="9302" cy="5258"/>
            </a:xfrm>
            <a:custGeom>
              <a:avLst/>
              <a:pathLst>
                <a:path w="9302" h="5258">
                  <a:moveTo>
                    <a:pt x="0" y="5258"/>
                  </a:moveTo>
                  <a:lnTo>
                    <a:pt x="930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0" name="pl5570"/>
            <p:cNvSpPr/>
            <p:nvPr/>
          </p:nvSpPr>
          <p:spPr>
            <a:xfrm>
              <a:off x="5595280" y="1342934"/>
              <a:ext cx="6335" cy="3009"/>
            </a:xfrm>
            <a:custGeom>
              <a:avLst/>
              <a:pathLst>
                <a:path w="6335" h="3009">
                  <a:moveTo>
                    <a:pt x="0" y="3009"/>
                  </a:moveTo>
                  <a:lnTo>
                    <a:pt x="63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1" name="pl5571"/>
            <p:cNvSpPr/>
            <p:nvPr/>
          </p:nvSpPr>
          <p:spPr>
            <a:xfrm>
              <a:off x="5601615" y="1340465"/>
              <a:ext cx="4120" cy="2468"/>
            </a:xfrm>
            <a:custGeom>
              <a:avLst/>
              <a:pathLst>
                <a:path w="4120" h="2468">
                  <a:moveTo>
                    <a:pt x="0" y="2468"/>
                  </a:moveTo>
                  <a:lnTo>
                    <a:pt x="41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2" name="pl5572"/>
            <p:cNvSpPr/>
            <p:nvPr/>
          </p:nvSpPr>
          <p:spPr>
            <a:xfrm>
              <a:off x="5596825" y="1342576"/>
              <a:ext cx="4790" cy="357"/>
            </a:xfrm>
            <a:custGeom>
              <a:avLst/>
              <a:pathLst>
                <a:path w="4790" h="357">
                  <a:moveTo>
                    <a:pt x="4790" y="3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3" name="pl5573"/>
            <p:cNvSpPr/>
            <p:nvPr/>
          </p:nvSpPr>
          <p:spPr>
            <a:xfrm>
              <a:off x="5574943" y="1349434"/>
              <a:ext cx="11034" cy="1768"/>
            </a:xfrm>
            <a:custGeom>
              <a:avLst/>
              <a:pathLst>
                <a:path w="11034" h="1768">
                  <a:moveTo>
                    <a:pt x="11034" y="17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4" name="pl5574"/>
            <p:cNvSpPr/>
            <p:nvPr/>
          </p:nvSpPr>
          <p:spPr>
            <a:xfrm>
              <a:off x="5570149" y="1349138"/>
              <a:ext cx="4794" cy="296"/>
            </a:xfrm>
            <a:custGeom>
              <a:avLst/>
              <a:pathLst>
                <a:path w="4794" h="296">
                  <a:moveTo>
                    <a:pt x="4794" y="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5" name="pl5575"/>
            <p:cNvSpPr/>
            <p:nvPr/>
          </p:nvSpPr>
          <p:spPr>
            <a:xfrm>
              <a:off x="5501994" y="1384251"/>
              <a:ext cx="65075" cy="6294"/>
            </a:xfrm>
            <a:custGeom>
              <a:avLst/>
              <a:pathLst>
                <a:path w="65075" h="6294">
                  <a:moveTo>
                    <a:pt x="65075" y="62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6" name="pl5576"/>
            <p:cNvSpPr/>
            <p:nvPr/>
          </p:nvSpPr>
          <p:spPr>
            <a:xfrm>
              <a:off x="5501994" y="1371423"/>
              <a:ext cx="23854" cy="12827"/>
            </a:xfrm>
            <a:custGeom>
              <a:avLst/>
              <a:pathLst>
                <a:path w="23854" h="12827">
                  <a:moveTo>
                    <a:pt x="0" y="12827"/>
                  </a:moveTo>
                  <a:lnTo>
                    <a:pt x="238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7" name="pl5577"/>
            <p:cNvSpPr/>
            <p:nvPr/>
          </p:nvSpPr>
          <p:spPr>
            <a:xfrm>
              <a:off x="5525848" y="1362557"/>
              <a:ext cx="15903" cy="8866"/>
            </a:xfrm>
            <a:custGeom>
              <a:avLst/>
              <a:pathLst>
                <a:path w="15903" h="8866">
                  <a:moveTo>
                    <a:pt x="0" y="8866"/>
                  </a:moveTo>
                  <a:lnTo>
                    <a:pt x="1590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8" name="pl5578"/>
            <p:cNvSpPr/>
            <p:nvPr/>
          </p:nvSpPr>
          <p:spPr>
            <a:xfrm>
              <a:off x="5530682" y="1361024"/>
              <a:ext cx="11069" cy="1532"/>
            </a:xfrm>
            <a:custGeom>
              <a:avLst/>
              <a:pathLst>
                <a:path w="11069" h="1532">
                  <a:moveTo>
                    <a:pt x="11069" y="15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9" name="pl5579"/>
            <p:cNvSpPr/>
            <p:nvPr/>
          </p:nvSpPr>
          <p:spPr>
            <a:xfrm>
              <a:off x="5525883" y="1360830"/>
              <a:ext cx="4799" cy="194"/>
            </a:xfrm>
            <a:custGeom>
              <a:avLst/>
              <a:pathLst>
                <a:path w="4799" h="194">
                  <a:moveTo>
                    <a:pt x="4799" y="1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0" name="pl5580"/>
            <p:cNvSpPr/>
            <p:nvPr/>
          </p:nvSpPr>
          <p:spPr>
            <a:xfrm>
              <a:off x="5473284" y="1380620"/>
              <a:ext cx="28709" cy="3631"/>
            </a:xfrm>
            <a:custGeom>
              <a:avLst/>
              <a:pathLst>
                <a:path w="28709" h="3631">
                  <a:moveTo>
                    <a:pt x="28709" y="36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1" name="pl5581"/>
            <p:cNvSpPr/>
            <p:nvPr/>
          </p:nvSpPr>
          <p:spPr>
            <a:xfrm>
              <a:off x="5473284" y="1376913"/>
              <a:ext cx="7236" cy="3706"/>
            </a:xfrm>
            <a:custGeom>
              <a:avLst/>
              <a:pathLst>
                <a:path w="7236" h="3706">
                  <a:moveTo>
                    <a:pt x="0" y="3706"/>
                  </a:moveTo>
                  <a:lnTo>
                    <a:pt x="723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2" name="pl5582"/>
            <p:cNvSpPr/>
            <p:nvPr/>
          </p:nvSpPr>
          <p:spPr>
            <a:xfrm>
              <a:off x="5480520" y="1373556"/>
              <a:ext cx="6158" cy="3356"/>
            </a:xfrm>
            <a:custGeom>
              <a:avLst/>
              <a:pathLst>
                <a:path w="6158" h="3356">
                  <a:moveTo>
                    <a:pt x="0" y="3356"/>
                  </a:moveTo>
                  <a:lnTo>
                    <a:pt x="61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3" name="pl5583"/>
            <p:cNvSpPr/>
            <p:nvPr/>
          </p:nvSpPr>
          <p:spPr>
            <a:xfrm>
              <a:off x="5481876" y="1373464"/>
              <a:ext cx="4802" cy="91"/>
            </a:xfrm>
            <a:custGeom>
              <a:avLst/>
              <a:pathLst>
                <a:path w="4802" h="91">
                  <a:moveTo>
                    <a:pt x="4802" y="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4" name="pl5584"/>
            <p:cNvSpPr/>
            <p:nvPr/>
          </p:nvSpPr>
          <p:spPr>
            <a:xfrm>
              <a:off x="5473108" y="1376104"/>
              <a:ext cx="7412" cy="808"/>
            </a:xfrm>
            <a:custGeom>
              <a:avLst/>
              <a:pathLst>
                <a:path w="7412" h="808">
                  <a:moveTo>
                    <a:pt x="7412" y="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5" name="pl5585"/>
            <p:cNvSpPr/>
            <p:nvPr/>
          </p:nvSpPr>
          <p:spPr>
            <a:xfrm>
              <a:off x="5464351" y="1378781"/>
              <a:ext cx="8933" cy="1838"/>
            </a:xfrm>
            <a:custGeom>
              <a:avLst/>
              <a:pathLst>
                <a:path w="8933" h="1838">
                  <a:moveTo>
                    <a:pt x="8933" y="1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6" name="pl5586"/>
            <p:cNvSpPr/>
            <p:nvPr/>
          </p:nvSpPr>
          <p:spPr>
            <a:xfrm>
              <a:off x="5455605" y="1381495"/>
              <a:ext cx="61828" cy="24090"/>
            </a:xfrm>
            <a:custGeom>
              <a:avLst/>
              <a:pathLst>
                <a:path w="61828" h="24090">
                  <a:moveTo>
                    <a:pt x="61828" y="24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7" name="pl5587"/>
            <p:cNvSpPr/>
            <p:nvPr/>
          </p:nvSpPr>
          <p:spPr>
            <a:xfrm>
              <a:off x="5425201" y="1398924"/>
              <a:ext cx="53819" cy="27186"/>
            </a:xfrm>
            <a:custGeom>
              <a:avLst/>
              <a:pathLst>
                <a:path w="53819" h="27186">
                  <a:moveTo>
                    <a:pt x="53819" y="271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8" name="pl5588"/>
            <p:cNvSpPr/>
            <p:nvPr/>
          </p:nvSpPr>
          <p:spPr>
            <a:xfrm>
              <a:off x="5425201" y="1390512"/>
              <a:ext cx="11666" cy="8412"/>
            </a:xfrm>
            <a:custGeom>
              <a:avLst/>
              <a:pathLst>
                <a:path w="11666" h="8412">
                  <a:moveTo>
                    <a:pt x="0" y="8412"/>
                  </a:moveTo>
                  <a:lnTo>
                    <a:pt x="1166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9" name="pl5589"/>
            <p:cNvSpPr/>
            <p:nvPr/>
          </p:nvSpPr>
          <p:spPr>
            <a:xfrm>
              <a:off x="5436868" y="1387024"/>
              <a:ext cx="6085" cy="3487"/>
            </a:xfrm>
            <a:custGeom>
              <a:avLst/>
              <a:pathLst>
                <a:path w="6085" h="3487">
                  <a:moveTo>
                    <a:pt x="0" y="3487"/>
                  </a:moveTo>
                  <a:lnTo>
                    <a:pt x="60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0" name="pl5590"/>
            <p:cNvSpPr/>
            <p:nvPr/>
          </p:nvSpPr>
          <p:spPr>
            <a:xfrm>
              <a:off x="5442953" y="1384246"/>
              <a:ext cx="3918" cy="2777"/>
            </a:xfrm>
            <a:custGeom>
              <a:avLst/>
              <a:pathLst>
                <a:path w="3918" h="2777">
                  <a:moveTo>
                    <a:pt x="0" y="2777"/>
                  </a:moveTo>
                  <a:lnTo>
                    <a:pt x="39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1" name="pl5591"/>
            <p:cNvSpPr/>
            <p:nvPr/>
          </p:nvSpPr>
          <p:spPr>
            <a:xfrm>
              <a:off x="5429440" y="1389861"/>
              <a:ext cx="7427" cy="650"/>
            </a:xfrm>
            <a:custGeom>
              <a:avLst/>
              <a:pathLst>
                <a:path w="7427" h="650">
                  <a:moveTo>
                    <a:pt x="7427" y="6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2" name="pl5592"/>
            <p:cNvSpPr/>
            <p:nvPr/>
          </p:nvSpPr>
          <p:spPr>
            <a:xfrm>
              <a:off x="5368818" y="1410680"/>
              <a:ext cx="109123" cy="86032"/>
            </a:xfrm>
            <a:custGeom>
              <a:avLst/>
              <a:pathLst>
                <a:path w="109123" h="86032">
                  <a:moveTo>
                    <a:pt x="109123" y="860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3" name="pl5593"/>
            <p:cNvSpPr/>
            <p:nvPr/>
          </p:nvSpPr>
          <p:spPr>
            <a:xfrm>
              <a:off x="5284596" y="1468247"/>
              <a:ext cx="122421" cy="78960"/>
            </a:xfrm>
            <a:custGeom>
              <a:avLst/>
              <a:pathLst>
                <a:path w="122421" h="78960">
                  <a:moveTo>
                    <a:pt x="122421" y="789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4" name="pl5594"/>
            <p:cNvSpPr/>
            <p:nvPr/>
          </p:nvSpPr>
          <p:spPr>
            <a:xfrm>
              <a:off x="5284596" y="1441237"/>
              <a:ext cx="35945" cy="27009"/>
            </a:xfrm>
            <a:custGeom>
              <a:avLst/>
              <a:pathLst>
                <a:path w="35945" h="27009">
                  <a:moveTo>
                    <a:pt x="0" y="27009"/>
                  </a:moveTo>
                  <a:lnTo>
                    <a:pt x="359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5" name="pl5595"/>
            <p:cNvSpPr/>
            <p:nvPr/>
          </p:nvSpPr>
          <p:spPr>
            <a:xfrm>
              <a:off x="5320542" y="1430199"/>
              <a:ext cx="16509" cy="11038"/>
            </a:xfrm>
            <a:custGeom>
              <a:avLst/>
              <a:pathLst>
                <a:path w="16509" h="11038">
                  <a:moveTo>
                    <a:pt x="0" y="11038"/>
                  </a:moveTo>
                  <a:lnTo>
                    <a:pt x="165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6" name="pl5596"/>
            <p:cNvSpPr/>
            <p:nvPr/>
          </p:nvSpPr>
          <p:spPr>
            <a:xfrm>
              <a:off x="5337051" y="1422650"/>
              <a:ext cx="11796" cy="7548"/>
            </a:xfrm>
            <a:custGeom>
              <a:avLst/>
              <a:pathLst>
                <a:path w="11796" h="7548">
                  <a:moveTo>
                    <a:pt x="0" y="7548"/>
                  </a:moveTo>
                  <a:lnTo>
                    <a:pt x="117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7" name="pl5597"/>
            <p:cNvSpPr/>
            <p:nvPr/>
          </p:nvSpPr>
          <p:spPr>
            <a:xfrm>
              <a:off x="5348848" y="1416744"/>
              <a:ext cx="7565" cy="5906"/>
            </a:xfrm>
            <a:custGeom>
              <a:avLst/>
              <a:pathLst>
                <a:path w="7565" h="5906">
                  <a:moveTo>
                    <a:pt x="0" y="5906"/>
                  </a:moveTo>
                  <a:lnTo>
                    <a:pt x="75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8" name="pl5598"/>
            <p:cNvSpPr/>
            <p:nvPr/>
          </p:nvSpPr>
          <p:spPr>
            <a:xfrm>
              <a:off x="5356413" y="1413802"/>
              <a:ext cx="3796" cy="2942"/>
            </a:xfrm>
            <a:custGeom>
              <a:avLst/>
              <a:pathLst>
                <a:path w="3796" h="2942">
                  <a:moveTo>
                    <a:pt x="0" y="2942"/>
                  </a:moveTo>
                  <a:lnTo>
                    <a:pt x="37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9" name="pl5599"/>
            <p:cNvSpPr/>
            <p:nvPr/>
          </p:nvSpPr>
          <p:spPr>
            <a:xfrm>
              <a:off x="5351615" y="1416744"/>
              <a:ext cx="4798" cy="215"/>
            </a:xfrm>
            <a:custGeom>
              <a:avLst/>
              <a:pathLst>
                <a:path w="4798" h="215">
                  <a:moveTo>
                    <a:pt x="4798" y="0"/>
                  </a:moveTo>
                  <a:lnTo>
                    <a:pt x="0" y="2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0" name="pl5600"/>
            <p:cNvSpPr/>
            <p:nvPr/>
          </p:nvSpPr>
          <p:spPr>
            <a:xfrm>
              <a:off x="5322166" y="1429662"/>
              <a:ext cx="14885" cy="537"/>
            </a:xfrm>
            <a:custGeom>
              <a:avLst/>
              <a:pathLst>
                <a:path w="14885" h="537">
                  <a:moveTo>
                    <a:pt x="14885" y="5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1" name="pl5601"/>
            <p:cNvSpPr/>
            <p:nvPr/>
          </p:nvSpPr>
          <p:spPr>
            <a:xfrm>
              <a:off x="5322166" y="1426655"/>
              <a:ext cx="3745" cy="3006"/>
            </a:xfrm>
            <a:custGeom>
              <a:avLst/>
              <a:pathLst>
                <a:path w="3745" h="3006">
                  <a:moveTo>
                    <a:pt x="0" y="3006"/>
                  </a:moveTo>
                  <a:lnTo>
                    <a:pt x="37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2" name="pl5602"/>
            <p:cNvSpPr/>
            <p:nvPr/>
          </p:nvSpPr>
          <p:spPr>
            <a:xfrm>
              <a:off x="5317371" y="1429662"/>
              <a:ext cx="4794" cy="297"/>
            </a:xfrm>
            <a:custGeom>
              <a:avLst/>
              <a:pathLst>
                <a:path w="4794" h="297">
                  <a:moveTo>
                    <a:pt x="4794" y="0"/>
                  </a:moveTo>
                  <a:lnTo>
                    <a:pt x="0" y="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3" name="pl5603"/>
            <p:cNvSpPr/>
            <p:nvPr/>
          </p:nvSpPr>
          <p:spPr>
            <a:xfrm>
              <a:off x="5299292" y="1440234"/>
              <a:ext cx="21249" cy="1003"/>
            </a:xfrm>
            <a:custGeom>
              <a:avLst/>
              <a:pathLst>
                <a:path w="21249" h="1003">
                  <a:moveTo>
                    <a:pt x="21249" y="100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4" name="pl5604"/>
            <p:cNvSpPr/>
            <p:nvPr/>
          </p:nvSpPr>
          <p:spPr>
            <a:xfrm>
              <a:off x="5291837" y="1440092"/>
              <a:ext cx="7455" cy="142"/>
            </a:xfrm>
            <a:custGeom>
              <a:avLst/>
              <a:pathLst>
                <a:path w="7455" h="142">
                  <a:moveTo>
                    <a:pt x="7455" y="1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5" name="pl5605"/>
            <p:cNvSpPr/>
            <p:nvPr/>
          </p:nvSpPr>
          <p:spPr>
            <a:xfrm>
              <a:off x="5239490" y="1468247"/>
              <a:ext cx="45105" cy="4948"/>
            </a:xfrm>
            <a:custGeom>
              <a:avLst/>
              <a:pathLst>
                <a:path w="45105" h="4948">
                  <a:moveTo>
                    <a:pt x="45105" y="0"/>
                  </a:moveTo>
                  <a:lnTo>
                    <a:pt x="0" y="49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6" name="pl5606"/>
            <p:cNvSpPr/>
            <p:nvPr/>
          </p:nvSpPr>
          <p:spPr>
            <a:xfrm>
              <a:off x="5239490" y="1467090"/>
              <a:ext cx="10393" cy="6105"/>
            </a:xfrm>
            <a:custGeom>
              <a:avLst/>
              <a:pathLst>
                <a:path w="10393" h="6105">
                  <a:moveTo>
                    <a:pt x="0" y="6105"/>
                  </a:moveTo>
                  <a:lnTo>
                    <a:pt x="103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7" name="pl5607"/>
            <p:cNvSpPr/>
            <p:nvPr/>
          </p:nvSpPr>
          <p:spPr>
            <a:xfrm>
              <a:off x="5249884" y="1459927"/>
              <a:ext cx="13060" cy="7162"/>
            </a:xfrm>
            <a:custGeom>
              <a:avLst/>
              <a:pathLst>
                <a:path w="13060" h="7162">
                  <a:moveTo>
                    <a:pt x="0" y="7162"/>
                  </a:moveTo>
                  <a:lnTo>
                    <a:pt x="130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8" name="pl5608"/>
            <p:cNvSpPr/>
            <p:nvPr/>
          </p:nvSpPr>
          <p:spPr>
            <a:xfrm>
              <a:off x="5248625" y="1459927"/>
              <a:ext cx="14319" cy="1357"/>
            </a:xfrm>
            <a:custGeom>
              <a:avLst/>
              <a:pathLst>
                <a:path w="14319" h="1357">
                  <a:moveTo>
                    <a:pt x="14319" y="0"/>
                  </a:moveTo>
                  <a:lnTo>
                    <a:pt x="0" y="135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9" name="pl5609"/>
            <p:cNvSpPr/>
            <p:nvPr/>
          </p:nvSpPr>
          <p:spPr>
            <a:xfrm>
              <a:off x="5241169" y="1461284"/>
              <a:ext cx="7456" cy="48"/>
            </a:xfrm>
            <a:custGeom>
              <a:avLst/>
              <a:pathLst>
                <a:path w="7456" h="48">
                  <a:moveTo>
                    <a:pt x="7456" y="0"/>
                  </a:moveTo>
                  <a:lnTo>
                    <a:pt x="0" y="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0" name="pl5610"/>
            <p:cNvSpPr/>
            <p:nvPr/>
          </p:nvSpPr>
          <p:spPr>
            <a:xfrm>
              <a:off x="5175643" y="1504026"/>
              <a:ext cx="147869" cy="90106"/>
            </a:xfrm>
            <a:custGeom>
              <a:avLst/>
              <a:pathLst>
                <a:path w="147869" h="90106">
                  <a:moveTo>
                    <a:pt x="147869" y="901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1" name="pl5611"/>
            <p:cNvSpPr/>
            <p:nvPr/>
          </p:nvSpPr>
          <p:spPr>
            <a:xfrm>
              <a:off x="5175643" y="1493127"/>
              <a:ext cx="12806" cy="10899"/>
            </a:xfrm>
            <a:custGeom>
              <a:avLst/>
              <a:pathLst>
                <a:path w="12806" h="10899">
                  <a:moveTo>
                    <a:pt x="0" y="10899"/>
                  </a:moveTo>
                  <a:lnTo>
                    <a:pt x="1280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2" name="pl5612"/>
            <p:cNvSpPr/>
            <p:nvPr/>
          </p:nvSpPr>
          <p:spPr>
            <a:xfrm>
              <a:off x="5188450" y="1486751"/>
              <a:ext cx="10248" cy="6376"/>
            </a:xfrm>
            <a:custGeom>
              <a:avLst/>
              <a:pathLst>
                <a:path w="10248" h="6376">
                  <a:moveTo>
                    <a:pt x="0" y="6376"/>
                  </a:moveTo>
                  <a:lnTo>
                    <a:pt x="102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3" name="pl5613"/>
            <p:cNvSpPr/>
            <p:nvPr/>
          </p:nvSpPr>
          <p:spPr>
            <a:xfrm>
              <a:off x="5198698" y="1479813"/>
              <a:ext cx="8127" cy="6937"/>
            </a:xfrm>
            <a:custGeom>
              <a:avLst/>
              <a:pathLst>
                <a:path w="8127" h="6937">
                  <a:moveTo>
                    <a:pt x="0" y="6937"/>
                  </a:moveTo>
                  <a:lnTo>
                    <a:pt x="812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4" name="pl5614"/>
            <p:cNvSpPr/>
            <p:nvPr/>
          </p:nvSpPr>
          <p:spPr>
            <a:xfrm>
              <a:off x="5206826" y="1475649"/>
              <a:ext cx="5644" cy="4163"/>
            </a:xfrm>
            <a:custGeom>
              <a:avLst/>
              <a:pathLst>
                <a:path w="5644" h="4163">
                  <a:moveTo>
                    <a:pt x="0" y="4163"/>
                  </a:moveTo>
                  <a:lnTo>
                    <a:pt x="56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5" name="pl5615"/>
            <p:cNvSpPr/>
            <p:nvPr/>
          </p:nvSpPr>
          <p:spPr>
            <a:xfrm>
              <a:off x="5212470" y="1472439"/>
              <a:ext cx="3573" cy="3210"/>
            </a:xfrm>
            <a:custGeom>
              <a:avLst/>
              <a:pathLst>
                <a:path w="3573" h="3210">
                  <a:moveTo>
                    <a:pt x="0" y="3210"/>
                  </a:moveTo>
                  <a:lnTo>
                    <a:pt x="357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6" name="pl5616"/>
            <p:cNvSpPr/>
            <p:nvPr/>
          </p:nvSpPr>
          <p:spPr>
            <a:xfrm>
              <a:off x="5187530" y="1486751"/>
              <a:ext cx="11168" cy="370"/>
            </a:xfrm>
            <a:custGeom>
              <a:avLst/>
              <a:pathLst>
                <a:path w="11168" h="370">
                  <a:moveTo>
                    <a:pt x="11168" y="0"/>
                  </a:moveTo>
                  <a:lnTo>
                    <a:pt x="0" y="3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7" name="pl5617"/>
            <p:cNvSpPr/>
            <p:nvPr/>
          </p:nvSpPr>
          <p:spPr>
            <a:xfrm>
              <a:off x="5187530" y="1483865"/>
              <a:ext cx="3531" cy="3255"/>
            </a:xfrm>
            <a:custGeom>
              <a:avLst/>
              <a:pathLst>
                <a:path w="3531" h="3255">
                  <a:moveTo>
                    <a:pt x="0" y="3255"/>
                  </a:moveTo>
                  <a:lnTo>
                    <a:pt x="35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8" name="pl5618"/>
            <p:cNvSpPr/>
            <p:nvPr/>
          </p:nvSpPr>
          <p:spPr>
            <a:xfrm>
              <a:off x="5182767" y="1487121"/>
              <a:ext cx="4762" cy="624"/>
            </a:xfrm>
            <a:custGeom>
              <a:avLst/>
              <a:pathLst>
                <a:path w="4762" h="624">
                  <a:moveTo>
                    <a:pt x="4762" y="0"/>
                  </a:moveTo>
                  <a:lnTo>
                    <a:pt x="0" y="62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9" name="pl5619"/>
            <p:cNvSpPr/>
            <p:nvPr/>
          </p:nvSpPr>
          <p:spPr>
            <a:xfrm>
              <a:off x="5157203" y="1503218"/>
              <a:ext cx="18440" cy="808"/>
            </a:xfrm>
            <a:custGeom>
              <a:avLst/>
              <a:pathLst>
                <a:path w="18440" h="808">
                  <a:moveTo>
                    <a:pt x="18440" y="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0" name="pl5620"/>
            <p:cNvSpPr/>
            <p:nvPr/>
          </p:nvSpPr>
          <p:spPr>
            <a:xfrm>
              <a:off x="5157203" y="1498911"/>
              <a:ext cx="5535" cy="4307"/>
            </a:xfrm>
            <a:custGeom>
              <a:avLst/>
              <a:pathLst>
                <a:path w="5535" h="4307">
                  <a:moveTo>
                    <a:pt x="0" y="4307"/>
                  </a:moveTo>
                  <a:lnTo>
                    <a:pt x="55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1" name="pl5621"/>
            <p:cNvSpPr/>
            <p:nvPr/>
          </p:nvSpPr>
          <p:spPr>
            <a:xfrm>
              <a:off x="5157984" y="1498911"/>
              <a:ext cx="4754" cy="685"/>
            </a:xfrm>
            <a:custGeom>
              <a:avLst/>
              <a:pathLst>
                <a:path w="4754" h="685">
                  <a:moveTo>
                    <a:pt x="4754" y="0"/>
                  </a:moveTo>
                  <a:lnTo>
                    <a:pt x="0" y="6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2" name="pl5622"/>
            <p:cNvSpPr/>
            <p:nvPr/>
          </p:nvSpPr>
          <p:spPr>
            <a:xfrm>
              <a:off x="4912444" y="1704677"/>
              <a:ext cx="255618" cy="25789"/>
            </a:xfrm>
            <a:custGeom>
              <a:avLst/>
              <a:pathLst>
                <a:path w="255618" h="25789">
                  <a:moveTo>
                    <a:pt x="255618" y="257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3" name="pl5623"/>
            <p:cNvSpPr/>
            <p:nvPr/>
          </p:nvSpPr>
          <p:spPr>
            <a:xfrm>
              <a:off x="4912444" y="1683068"/>
              <a:ext cx="29474" cy="21609"/>
            </a:xfrm>
            <a:custGeom>
              <a:avLst/>
              <a:pathLst>
                <a:path w="29474" h="21609">
                  <a:moveTo>
                    <a:pt x="0" y="21609"/>
                  </a:moveTo>
                  <a:lnTo>
                    <a:pt x="294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4" name="pl5624"/>
            <p:cNvSpPr/>
            <p:nvPr/>
          </p:nvSpPr>
          <p:spPr>
            <a:xfrm>
              <a:off x="4941918" y="1648056"/>
              <a:ext cx="27305" cy="35012"/>
            </a:xfrm>
            <a:custGeom>
              <a:avLst/>
              <a:pathLst>
                <a:path w="27305" h="35012">
                  <a:moveTo>
                    <a:pt x="0" y="35012"/>
                  </a:moveTo>
                  <a:lnTo>
                    <a:pt x="2730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5" name="pl5625"/>
            <p:cNvSpPr/>
            <p:nvPr/>
          </p:nvSpPr>
          <p:spPr>
            <a:xfrm>
              <a:off x="4969223" y="1639084"/>
              <a:ext cx="8795" cy="8971"/>
            </a:xfrm>
            <a:custGeom>
              <a:avLst/>
              <a:pathLst>
                <a:path w="8795" h="8971">
                  <a:moveTo>
                    <a:pt x="0" y="8971"/>
                  </a:moveTo>
                  <a:lnTo>
                    <a:pt x="87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6" name="pl5626"/>
            <p:cNvSpPr/>
            <p:nvPr/>
          </p:nvSpPr>
          <p:spPr>
            <a:xfrm>
              <a:off x="4978019" y="1632069"/>
              <a:ext cx="8534" cy="7014"/>
            </a:xfrm>
            <a:custGeom>
              <a:avLst/>
              <a:pathLst>
                <a:path w="8534" h="7014">
                  <a:moveTo>
                    <a:pt x="0" y="7014"/>
                  </a:moveTo>
                  <a:lnTo>
                    <a:pt x="85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7" name="pl5627"/>
            <p:cNvSpPr/>
            <p:nvPr/>
          </p:nvSpPr>
          <p:spPr>
            <a:xfrm>
              <a:off x="4986554" y="1624084"/>
              <a:ext cx="10236" cy="7985"/>
            </a:xfrm>
            <a:custGeom>
              <a:avLst/>
              <a:pathLst>
                <a:path w="10236" h="7985">
                  <a:moveTo>
                    <a:pt x="0" y="7985"/>
                  </a:moveTo>
                  <a:lnTo>
                    <a:pt x="1023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8" name="pl5628"/>
            <p:cNvSpPr/>
            <p:nvPr/>
          </p:nvSpPr>
          <p:spPr>
            <a:xfrm>
              <a:off x="4996790" y="1614158"/>
              <a:ext cx="13626" cy="9925"/>
            </a:xfrm>
            <a:custGeom>
              <a:avLst/>
              <a:pathLst>
                <a:path w="13626" h="9925">
                  <a:moveTo>
                    <a:pt x="0" y="9925"/>
                  </a:moveTo>
                  <a:lnTo>
                    <a:pt x="136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9" name="pl5629"/>
            <p:cNvSpPr/>
            <p:nvPr/>
          </p:nvSpPr>
          <p:spPr>
            <a:xfrm>
              <a:off x="5010416" y="1600407"/>
              <a:ext cx="20430" cy="13750"/>
            </a:xfrm>
            <a:custGeom>
              <a:avLst/>
              <a:pathLst>
                <a:path w="20430" h="13750">
                  <a:moveTo>
                    <a:pt x="0" y="13750"/>
                  </a:moveTo>
                  <a:lnTo>
                    <a:pt x="2043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0" name="pl5630"/>
            <p:cNvSpPr/>
            <p:nvPr/>
          </p:nvSpPr>
          <p:spPr>
            <a:xfrm>
              <a:off x="5030847" y="1580189"/>
              <a:ext cx="29519" cy="20218"/>
            </a:xfrm>
            <a:custGeom>
              <a:avLst/>
              <a:pathLst>
                <a:path w="29519" h="20218">
                  <a:moveTo>
                    <a:pt x="0" y="20218"/>
                  </a:moveTo>
                  <a:lnTo>
                    <a:pt x="295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1" name="pl5631"/>
            <p:cNvSpPr/>
            <p:nvPr/>
          </p:nvSpPr>
          <p:spPr>
            <a:xfrm>
              <a:off x="5060366" y="1547620"/>
              <a:ext cx="35340" cy="32569"/>
            </a:xfrm>
            <a:custGeom>
              <a:avLst/>
              <a:pathLst>
                <a:path w="35340" h="32569">
                  <a:moveTo>
                    <a:pt x="0" y="32569"/>
                  </a:moveTo>
                  <a:lnTo>
                    <a:pt x="353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2" name="pl5632"/>
            <p:cNvSpPr/>
            <p:nvPr/>
          </p:nvSpPr>
          <p:spPr>
            <a:xfrm>
              <a:off x="5095707" y="1530191"/>
              <a:ext cx="17541" cy="17429"/>
            </a:xfrm>
            <a:custGeom>
              <a:avLst/>
              <a:pathLst>
                <a:path w="17541" h="17429">
                  <a:moveTo>
                    <a:pt x="0" y="17429"/>
                  </a:moveTo>
                  <a:lnTo>
                    <a:pt x="175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3" name="pl5633"/>
            <p:cNvSpPr/>
            <p:nvPr/>
          </p:nvSpPr>
          <p:spPr>
            <a:xfrm>
              <a:off x="5113249" y="1524197"/>
              <a:ext cx="8465" cy="5994"/>
            </a:xfrm>
            <a:custGeom>
              <a:avLst/>
              <a:pathLst>
                <a:path w="8465" h="5994">
                  <a:moveTo>
                    <a:pt x="0" y="5994"/>
                  </a:moveTo>
                  <a:lnTo>
                    <a:pt x="84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4" name="pl5634"/>
            <p:cNvSpPr/>
            <p:nvPr/>
          </p:nvSpPr>
          <p:spPr>
            <a:xfrm>
              <a:off x="5121715" y="1517726"/>
              <a:ext cx="9520" cy="6471"/>
            </a:xfrm>
            <a:custGeom>
              <a:avLst/>
              <a:pathLst>
                <a:path w="9520" h="6471">
                  <a:moveTo>
                    <a:pt x="0" y="6471"/>
                  </a:moveTo>
                  <a:lnTo>
                    <a:pt x="95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5" name="pl5635"/>
            <p:cNvSpPr/>
            <p:nvPr/>
          </p:nvSpPr>
          <p:spPr>
            <a:xfrm>
              <a:off x="5131235" y="1511018"/>
              <a:ext cx="6864" cy="6707"/>
            </a:xfrm>
            <a:custGeom>
              <a:avLst/>
              <a:pathLst>
                <a:path w="6864" h="6707">
                  <a:moveTo>
                    <a:pt x="0" y="6707"/>
                  </a:moveTo>
                  <a:lnTo>
                    <a:pt x="686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6" name="pl5636"/>
            <p:cNvSpPr/>
            <p:nvPr/>
          </p:nvSpPr>
          <p:spPr>
            <a:xfrm>
              <a:off x="5138100" y="1507673"/>
              <a:ext cx="3447" cy="3344"/>
            </a:xfrm>
            <a:custGeom>
              <a:avLst/>
              <a:pathLst>
                <a:path w="3447" h="3344">
                  <a:moveTo>
                    <a:pt x="0" y="3344"/>
                  </a:moveTo>
                  <a:lnTo>
                    <a:pt x="344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7" name="pl5637"/>
            <p:cNvSpPr/>
            <p:nvPr/>
          </p:nvSpPr>
          <p:spPr>
            <a:xfrm>
              <a:off x="5108883" y="1524197"/>
              <a:ext cx="12831" cy="48"/>
            </a:xfrm>
            <a:custGeom>
              <a:avLst/>
              <a:pathLst>
                <a:path w="12831" h="48">
                  <a:moveTo>
                    <a:pt x="12831" y="0"/>
                  </a:moveTo>
                  <a:lnTo>
                    <a:pt x="0" y="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8" name="pl5638"/>
            <p:cNvSpPr/>
            <p:nvPr/>
          </p:nvSpPr>
          <p:spPr>
            <a:xfrm>
              <a:off x="5070750" y="1547620"/>
              <a:ext cx="24957" cy="3512"/>
            </a:xfrm>
            <a:custGeom>
              <a:avLst/>
              <a:pathLst>
                <a:path w="24957" h="3512">
                  <a:moveTo>
                    <a:pt x="24957" y="0"/>
                  </a:moveTo>
                  <a:lnTo>
                    <a:pt x="0" y="3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9" name="pl5639"/>
            <p:cNvSpPr/>
            <p:nvPr/>
          </p:nvSpPr>
          <p:spPr>
            <a:xfrm>
              <a:off x="5070750" y="1545764"/>
              <a:ext cx="6829" cy="5369"/>
            </a:xfrm>
            <a:custGeom>
              <a:avLst/>
              <a:pathLst>
                <a:path w="6829" h="5369">
                  <a:moveTo>
                    <a:pt x="0" y="5369"/>
                  </a:moveTo>
                  <a:lnTo>
                    <a:pt x="68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0" name="pl5640"/>
            <p:cNvSpPr/>
            <p:nvPr/>
          </p:nvSpPr>
          <p:spPr>
            <a:xfrm>
              <a:off x="5077580" y="1540689"/>
              <a:ext cx="6352" cy="5074"/>
            </a:xfrm>
            <a:custGeom>
              <a:avLst/>
              <a:pathLst>
                <a:path w="6352" h="5074">
                  <a:moveTo>
                    <a:pt x="0" y="5074"/>
                  </a:moveTo>
                  <a:lnTo>
                    <a:pt x="635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1" name="pl5641"/>
            <p:cNvSpPr/>
            <p:nvPr/>
          </p:nvSpPr>
          <p:spPr>
            <a:xfrm>
              <a:off x="5083932" y="1536173"/>
              <a:ext cx="5366" cy="4516"/>
            </a:xfrm>
            <a:custGeom>
              <a:avLst/>
              <a:pathLst>
                <a:path w="5366" h="4516">
                  <a:moveTo>
                    <a:pt x="0" y="4516"/>
                  </a:moveTo>
                  <a:lnTo>
                    <a:pt x="536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2" name="pl5642"/>
            <p:cNvSpPr/>
            <p:nvPr/>
          </p:nvSpPr>
          <p:spPr>
            <a:xfrm>
              <a:off x="5089298" y="1532741"/>
              <a:ext cx="3360" cy="3432"/>
            </a:xfrm>
            <a:custGeom>
              <a:avLst/>
              <a:pathLst>
                <a:path w="3360" h="3432">
                  <a:moveTo>
                    <a:pt x="0" y="3432"/>
                  </a:moveTo>
                  <a:lnTo>
                    <a:pt x="336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3" name="pl5643"/>
            <p:cNvSpPr/>
            <p:nvPr/>
          </p:nvSpPr>
          <p:spPr>
            <a:xfrm>
              <a:off x="5011913" y="1580189"/>
              <a:ext cx="48453" cy="9352"/>
            </a:xfrm>
            <a:custGeom>
              <a:avLst/>
              <a:pathLst>
                <a:path w="48453" h="9352">
                  <a:moveTo>
                    <a:pt x="48453" y="0"/>
                  </a:moveTo>
                  <a:lnTo>
                    <a:pt x="0" y="935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4" name="pl5644"/>
            <p:cNvSpPr/>
            <p:nvPr/>
          </p:nvSpPr>
          <p:spPr>
            <a:xfrm>
              <a:off x="5011913" y="1582525"/>
              <a:ext cx="9096" cy="7016"/>
            </a:xfrm>
            <a:custGeom>
              <a:avLst/>
              <a:pathLst>
                <a:path w="9096" h="7016">
                  <a:moveTo>
                    <a:pt x="0" y="7016"/>
                  </a:moveTo>
                  <a:lnTo>
                    <a:pt x="90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5" name="pl5645"/>
            <p:cNvSpPr/>
            <p:nvPr/>
          </p:nvSpPr>
          <p:spPr>
            <a:xfrm>
              <a:off x="5021009" y="1574417"/>
              <a:ext cx="11119" cy="8108"/>
            </a:xfrm>
            <a:custGeom>
              <a:avLst/>
              <a:pathLst>
                <a:path w="11119" h="8108">
                  <a:moveTo>
                    <a:pt x="0" y="8108"/>
                  </a:moveTo>
                  <a:lnTo>
                    <a:pt x="11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6" name="pl5646"/>
            <p:cNvSpPr/>
            <p:nvPr/>
          </p:nvSpPr>
          <p:spPr>
            <a:xfrm>
              <a:off x="5032129" y="1565107"/>
              <a:ext cx="10462" cy="9310"/>
            </a:xfrm>
            <a:custGeom>
              <a:avLst/>
              <a:pathLst>
                <a:path w="10462" h="9310">
                  <a:moveTo>
                    <a:pt x="0" y="9310"/>
                  </a:moveTo>
                  <a:lnTo>
                    <a:pt x="1046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7" name="pl5647"/>
            <p:cNvSpPr/>
            <p:nvPr/>
          </p:nvSpPr>
          <p:spPr>
            <a:xfrm>
              <a:off x="5042591" y="1558084"/>
              <a:ext cx="6542" cy="7022"/>
            </a:xfrm>
            <a:custGeom>
              <a:avLst/>
              <a:pathLst>
                <a:path w="6542" h="7022">
                  <a:moveTo>
                    <a:pt x="0" y="7022"/>
                  </a:moveTo>
                  <a:lnTo>
                    <a:pt x="65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8" name="pl5648"/>
            <p:cNvSpPr/>
            <p:nvPr/>
          </p:nvSpPr>
          <p:spPr>
            <a:xfrm>
              <a:off x="5044428" y="1558084"/>
              <a:ext cx="4704" cy="967"/>
            </a:xfrm>
            <a:custGeom>
              <a:avLst/>
              <a:pathLst>
                <a:path w="4704" h="967">
                  <a:moveTo>
                    <a:pt x="4704" y="0"/>
                  </a:moveTo>
                  <a:lnTo>
                    <a:pt x="0" y="9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9" name="pl5649"/>
            <p:cNvSpPr/>
            <p:nvPr/>
          </p:nvSpPr>
          <p:spPr>
            <a:xfrm>
              <a:off x="5033200" y="1565107"/>
              <a:ext cx="9391" cy="1981"/>
            </a:xfrm>
            <a:custGeom>
              <a:avLst/>
              <a:pathLst>
                <a:path w="9391" h="1981">
                  <a:moveTo>
                    <a:pt x="9391" y="0"/>
                  </a:moveTo>
                  <a:lnTo>
                    <a:pt x="0" y="19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0" name="pl5650"/>
            <p:cNvSpPr/>
            <p:nvPr/>
          </p:nvSpPr>
          <p:spPr>
            <a:xfrm>
              <a:off x="5028503" y="1567088"/>
              <a:ext cx="4696" cy="1007"/>
            </a:xfrm>
            <a:custGeom>
              <a:avLst/>
              <a:pathLst>
                <a:path w="4696" h="1007">
                  <a:moveTo>
                    <a:pt x="4696" y="0"/>
                  </a:moveTo>
                  <a:lnTo>
                    <a:pt x="0" y="100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1" name="pl5651"/>
            <p:cNvSpPr/>
            <p:nvPr/>
          </p:nvSpPr>
          <p:spPr>
            <a:xfrm>
              <a:off x="5017343" y="1574417"/>
              <a:ext cx="14785" cy="1810"/>
            </a:xfrm>
            <a:custGeom>
              <a:avLst/>
              <a:pathLst>
                <a:path w="14785" h="1810">
                  <a:moveTo>
                    <a:pt x="14785" y="0"/>
                  </a:moveTo>
                  <a:lnTo>
                    <a:pt x="0" y="181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2" name="pl5652"/>
            <p:cNvSpPr/>
            <p:nvPr/>
          </p:nvSpPr>
          <p:spPr>
            <a:xfrm>
              <a:off x="5012656" y="1576228"/>
              <a:ext cx="4687" cy="1048"/>
            </a:xfrm>
            <a:custGeom>
              <a:avLst/>
              <a:pathLst>
                <a:path w="4687" h="1048">
                  <a:moveTo>
                    <a:pt x="4687" y="0"/>
                  </a:moveTo>
                  <a:lnTo>
                    <a:pt x="0" y="104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3" name="pl5653"/>
            <p:cNvSpPr/>
            <p:nvPr/>
          </p:nvSpPr>
          <p:spPr>
            <a:xfrm>
              <a:off x="5004762" y="1581916"/>
              <a:ext cx="16247" cy="609"/>
            </a:xfrm>
            <a:custGeom>
              <a:avLst/>
              <a:pathLst>
                <a:path w="16247" h="609">
                  <a:moveTo>
                    <a:pt x="16247" y="6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4" name="pl5654"/>
            <p:cNvSpPr/>
            <p:nvPr/>
          </p:nvSpPr>
          <p:spPr>
            <a:xfrm>
              <a:off x="4957819" y="1610462"/>
              <a:ext cx="28734" cy="21607"/>
            </a:xfrm>
            <a:custGeom>
              <a:avLst/>
              <a:pathLst>
                <a:path w="28734" h="21607">
                  <a:moveTo>
                    <a:pt x="28734" y="216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5" name="pl5655"/>
            <p:cNvSpPr/>
            <p:nvPr/>
          </p:nvSpPr>
          <p:spPr>
            <a:xfrm>
              <a:off x="4950067" y="1615337"/>
              <a:ext cx="27951" cy="23747"/>
            </a:xfrm>
            <a:custGeom>
              <a:avLst/>
              <a:pathLst>
                <a:path w="27951" h="23747">
                  <a:moveTo>
                    <a:pt x="27951" y="237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6" name="pl5656"/>
            <p:cNvSpPr/>
            <p:nvPr/>
          </p:nvSpPr>
          <p:spPr>
            <a:xfrm>
              <a:off x="4939265" y="1623937"/>
              <a:ext cx="29958" cy="24118"/>
            </a:xfrm>
            <a:custGeom>
              <a:avLst/>
              <a:pathLst>
                <a:path w="29958" h="24118">
                  <a:moveTo>
                    <a:pt x="29958" y="24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7" name="pl5657"/>
            <p:cNvSpPr/>
            <p:nvPr/>
          </p:nvSpPr>
          <p:spPr>
            <a:xfrm>
              <a:off x="4939265" y="1620244"/>
              <a:ext cx="3071" cy="3693"/>
            </a:xfrm>
            <a:custGeom>
              <a:avLst/>
              <a:pathLst>
                <a:path w="3071" h="3693">
                  <a:moveTo>
                    <a:pt x="0" y="3693"/>
                  </a:moveTo>
                  <a:lnTo>
                    <a:pt x="307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8" name="pl5658"/>
            <p:cNvSpPr/>
            <p:nvPr/>
          </p:nvSpPr>
          <p:spPr>
            <a:xfrm>
              <a:off x="4884934" y="1674072"/>
              <a:ext cx="56984" cy="8995"/>
            </a:xfrm>
            <a:custGeom>
              <a:avLst/>
              <a:pathLst>
                <a:path w="56984" h="8995">
                  <a:moveTo>
                    <a:pt x="56984" y="8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9" name="pl5659"/>
            <p:cNvSpPr/>
            <p:nvPr/>
          </p:nvSpPr>
          <p:spPr>
            <a:xfrm>
              <a:off x="4884934" y="1661386"/>
              <a:ext cx="13390" cy="12686"/>
            </a:xfrm>
            <a:custGeom>
              <a:avLst/>
              <a:pathLst>
                <a:path w="13390" h="12686">
                  <a:moveTo>
                    <a:pt x="0" y="12686"/>
                  </a:moveTo>
                  <a:lnTo>
                    <a:pt x="133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0" name="pl5660"/>
            <p:cNvSpPr/>
            <p:nvPr/>
          </p:nvSpPr>
          <p:spPr>
            <a:xfrm>
              <a:off x="4898325" y="1648852"/>
              <a:ext cx="10811" cy="12533"/>
            </a:xfrm>
            <a:custGeom>
              <a:avLst/>
              <a:pathLst>
                <a:path w="10811" h="12533">
                  <a:moveTo>
                    <a:pt x="0" y="12533"/>
                  </a:moveTo>
                  <a:lnTo>
                    <a:pt x="1081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1" name="pl5661"/>
            <p:cNvSpPr/>
            <p:nvPr/>
          </p:nvSpPr>
          <p:spPr>
            <a:xfrm>
              <a:off x="4909136" y="1641329"/>
              <a:ext cx="8713" cy="7523"/>
            </a:xfrm>
            <a:custGeom>
              <a:avLst/>
              <a:pathLst>
                <a:path w="8713" h="7523">
                  <a:moveTo>
                    <a:pt x="0" y="7523"/>
                  </a:moveTo>
                  <a:lnTo>
                    <a:pt x="87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2" name="pl5662"/>
            <p:cNvSpPr/>
            <p:nvPr/>
          </p:nvSpPr>
          <p:spPr>
            <a:xfrm>
              <a:off x="4908615" y="1641329"/>
              <a:ext cx="9234" cy="2617"/>
            </a:xfrm>
            <a:custGeom>
              <a:avLst/>
              <a:pathLst>
                <a:path w="9234" h="2617">
                  <a:moveTo>
                    <a:pt x="9234" y="0"/>
                  </a:moveTo>
                  <a:lnTo>
                    <a:pt x="0" y="261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3" name="pl5663"/>
            <p:cNvSpPr/>
            <p:nvPr/>
          </p:nvSpPr>
          <p:spPr>
            <a:xfrm>
              <a:off x="4903999" y="1643946"/>
              <a:ext cx="4616" cy="1326"/>
            </a:xfrm>
            <a:custGeom>
              <a:avLst/>
              <a:pathLst>
                <a:path w="4616" h="1326">
                  <a:moveTo>
                    <a:pt x="4616" y="0"/>
                  </a:moveTo>
                  <a:lnTo>
                    <a:pt x="0" y="13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4" name="pl5664"/>
            <p:cNvSpPr/>
            <p:nvPr/>
          </p:nvSpPr>
          <p:spPr>
            <a:xfrm>
              <a:off x="4896396" y="1648852"/>
              <a:ext cx="12740" cy="1523"/>
            </a:xfrm>
            <a:custGeom>
              <a:avLst/>
              <a:pathLst>
                <a:path w="12740" h="1523">
                  <a:moveTo>
                    <a:pt x="12740" y="0"/>
                  </a:moveTo>
                  <a:lnTo>
                    <a:pt x="0" y="15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5" name="pl5665"/>
            <p:cNvSpPr/>
            <p:nvPr/>
          </p:nvSpPr>
          <p:spPr>
            <a:xfrm>
              <a:off x="4881022" y="1661386"/>
              <a:ext cx="17302" cy="2992"/>
            </a:xfrm>
            <a:custGeom>
              <a:avLst/>
              <a:pathLst>
                <a:path w="17302" h="2992">
                  <a:moveTo>
                    <a:pt x="17302" y="0"/>
                  </a:moveTo>
                  <a:lnTo>
                    <a:pt x="0" y="299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6" name="pl5666"/>
            <p:cNvSpPr/>
            <p:nvPr/>
          </p:nvSpPr>
          <p:spPr>
            <a:xfrm>
              <a:off x="4873719" y="1664378"/>
              <a:ext cx="7303" cy="1502"/>
            </a:xfrm>
            <a:custGeom>
              <a:avLst/>
              <a:pathLst>
                <a:path w="7303" h="1502">
                  <a:moveTo>
                    <a:pt x="7303" y="0"/>
                  </a:moveTo>
                  <a:lnTo>
                    <a:pt x="0" y="15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7" name="pl5667"/>
            <p:cNvSpPr/>
            <p:nvPr/>
          </p:nvSpPr>
          <p:spPr>
            <a:xfrm>
              <a:off x="4851242" y="1681675"/>
              <a:ext cx="61201" cy="23001"/>
            </a:xfrm>
            <a:custGeom>
              <a:avLst/>
              <a:pathLst>
                <a:path w="61201" h="23001">
                  <a:moveTo>
                    <a:pt x="61201" y="230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8" name="pl5668"/>
            <p:cNvSpPr/>
            <p:nvPr/>
          </p:nvSpPr>
          <p:spPr>
            <a:xfrm>
              <a:off x="4716394" y="1826215"/>
              <a:ext cx="249648" cy="74656"/>
            </a:xfrm>
            <a:custGeom>
              <a:avLst/>
              <a:pathLst>
                <a:path w="249648" h="74656">
                  <a:moveTo>
                    <a:pt x="249648" y="746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9" name="pl5669"/>
            <p:cNvSpPr/>
            <p:nvPr/>
          </p:nvSpPr>
          <p:spPr>
            <a:xfrm>
              <a:off x="4716394" y="1812553"/>
              <a:ext cx="9263" cy="13662"/>
            </a:xfrm>
            <a:custGeom>
              <a:avLst/>
              <a:pathLst>
                <a:path w="9263" h="13662">
                  <a:moveTo>
                    <a:pt x="0" y="13662"/>
                  </a:moveTo>
                  <a:lnTo>
                    <a:pt x="92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0" name="pl5670"/>
            <p:cNvSpPr/>
            <p:nvPr/>
          </p:nvSpPr>
          <p:spPr>
            <a:xfrm>
              <a:off x="4725658" y="1804013"/>
              <a:ext cx="7868" cy="8539"/>
            </a:xfrm>
            <a:custGeom>
              <a:avLst/>
              <a:pathLst>
                <a:path w="7868" h="8539">
                  <a:moveTo>
                    <a:pt x="0" y="8539"/>
                  </a:moveTo>
                  <a:lnTo>
                    <a:pt x="78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1" name="pl5671"/>
            <p:cNvSpPr/>
            <p:nvPr/>
          </p:nvSpPr>
          <p:spPr>
            <a:xfrm>
              <a:off x="4733526" y="1793934"/>
              <a:ext cx="9826" cy="10079"/>
            </a:xfrm>
            <a:custGeom>
              <a:avLst/>
              <a:pathLst>
                <a:path w="9826" h="10079">
                  <a:moveTo>
                    <a:pt x="0" y="10079"/>
                  </a:moveTo>
                  <a:lnTo>
                    <a:pt x="98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2" name="pl5672"/>
            <p:cNvSpPr/>
            <p:nvPr/>
          </p:nvSpPr>
          <p:spPr>
            <a:xfrm>
              <a:off x="4743353" y="1780786"/>
              <a:ext cx="13740" cy="13147"/>
            </a:xfrm>
            <a:custGeom>
              <a:avLst/>
              <a:pathLst>
                <a:path w="13740" h="13147">
                  <a:moveTo>
                    <a:pt x="0" y="13147"/>
                  </a:moveTo>
                  <a:lnTo>
                    <a:pt x="137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3" name="pl5673"/>
            <p:cNvSpPr/>
            <p:nvPr/>
          </p:nvSpPr>
          <p:spPr>
            <a:xfrm>
              <a:off x="4757094" y="1763535"/>
              <a:ext cx="14485" cy="17250"/>
            </a:xfrm>
            <a:custGeom>
              <a:avLst/>
              <a:pathLst>
                <a:path w="14485" h="17250">
                  <a:moveTo>
                    <a:pt x="0" y="17250"/>
                  </a:moveTo>
                  <a:lnTo>
                    <a:pt x="144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4" name="pl5674"/>
            <p:cNvSpPr/>
            <p:nvPr/>
          </p:nvSpPr>
          <p:spPr>
            <a:xfrm>
              <a:off x="4771580" y="1749316"/>
              <a:ext cx="13339" cy="14219"/>
            </a:xfrm>
            <a:custGeom>
              <a:avLst/>
              <a:pathLst>
                <a:path w="13339" h="14219">
                  <a:moveTo>
                    <a:pt x="0" y="14219"/>
                  </a:moveTo>
                  <a:lnTo>
                    <a:pt x="1333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5" name="pl5675"/>
            <p:cNvSpPr/>
            <p:nvPr/>
          </p:nvSpPr>
          <p:spPr>
            <a:xfrm>
              <a:off x="4784919" y="1734760"/>
              <a:ext cx="11669" cy="14556"/>
            </a:xfrm>
            <a:custGeom>
              <a:avLst/>
              <a:pathLst>
                <a:path w="11669" h="14556">
                  <a:moveTo>
                    <a:pt x="0" y="14556"/>
                  </a:moveTo>
                  <a:lnTo>
                    <a:pt x="116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6" name="pl5676"/>
            <p:cNvSpPr/>
            <p:nvPr/>
          </p:nvSpPr>
          <p:spPr>
            <a:xfrm>
              <a:off x="4796589" y="1725616"/>
              <a:ext cx="7183" cy="9144"/>
            </a:xfrm>
            <a:custGeom>
              <a:avLst/>
              <a:pathLst>
                <a:path w="7183" h="9144">
                  <a:moveTo>
                    <a:pt x="0" y="9144"/>
                  </a:moveTo>
                  <a:lnTo>
                    <a:pt x="71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7" name="pl5677"/>
            <p:cNvSpPr/>
            <p:nvPr/>
          </p:nvSpPr>
          <p:spPr>
            <a:xfrm>
              <a:off x="4792312" y="1725186"/>
              <a:ext cx="11460" cy="430"/>
            </a:xfrm>
            <a:custGeom>
              <a:avLst/>
              <a:pathLst>
                <a:path w="11460" h="430">
                  <a:moveTo>
                    <a:pt x="11460" y="4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8" name="pl5678"/>
            <p:cNvSpPr/>
            <p:nvPr/>
          </p:nvSpPr>
          <p:spPr>
            <a:xfrm>
              <a:off x="4763432" y="1749316"/>
              <a:ext cx="21487" cy="2078"/>
            </a:xfrm>
            <a:custGeom>
              <a:avLst/>
              <a:pathLst>
                <a:path w="21487" h="2078">
                  <a:moveTo>
                    <a:pt x="21487" y="0"/>
                  </a:moveTo>
                  <a:lnTo>
                    <a:pt x="0" y="20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9" name="pl5679"/>
            <p:cNvSpPr/>
            <p:nvPr/>
          </p:nvSpPr>
          <p:spPr>
            <a:xfrm>
              <a:off x="4763432" y="1745994"/>
              <a:ext cx="4474" cy="5401"/>
            </a:xfrm>
            <a:custGeom>
              <a:avLst/>
              <a:pathLst>
                <a:path w="4474" h="5401">
                  <a:moveTo>
                    <a:pt x="0" y="5401"/>
                  </a:moveTo>
                  <a:lnTo>
                    <a:pt x="44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0" name="pl5680"/>
            <p:cNvSpPr/>
            <p:nvPr/>
          </p:nvSpPr>
          <p:spPr>
            <a:xfrm>
              <a:off x="4763413" y="1745994"/>
              <a:ext cx="4494" cy="1695"/>
            </a:xfrm>
            <a:custGeom>
              <a:avLst/>
              <a:pathLst>
                <a:path w="4494" h="1695">
                  <a:moveTo>
                    <a:pt x="4494" y="0"/>
                  </a:moveTo>
                  <a:lnTo>
                    <a:pt x="0" y="16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1" name="pl5681"/>
            <p:cNvSpPr/>
            <p:nvPr/>
          </p:nvSpPr>
          <p:spPr>
            <a:xfrm>
              <a:off x="4756248" y="1751395"/>
              <a:ext cx="7183" cy="1997"/>
            </a:xfrm>
            <a:custGeom>
              <a:avLst/>
              <a:pathLst>
                <a:path w="7183" h="1997">
                  <a:moveTo>
                    <a:pt x="7183" y="0"/>
                  </a:moveTo>
                  <a:lnTo>
                    <a:pt x="0" y="19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2" name="pl5682"/>
            <p:cNvSpPr/>
            <p:nvPr/>
          </p:nvSpPr>
          <p:spPr>
            <a:xfrm>
              <a:off x="4746465" y="1763136"/>
              <a:ext cx="25114" cy="399"/>
            </a:xfrm>
            <a:custGeom>
              <a:avLst/>
              <a:pathLst>
                <a:path w="25114" h="399">
                  <a:moveTo>
                    <a:pt x="25114" y="3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3" name="pl5683"/>
            <p:cNvSpPr/>
            <p:nvPr/>
          </p:nvSpPr>
          <p:spPr>
            <a:xfrm>
              <a:off x="4746465" y="1759125"/>
              <a:ext cx="2643" cy="4010"/>
            </a:xfrm>
            <a:custGeom>
              <a:avLst/>
              <a:pathLst>
                <a:path w="2643" h="4010">
                  <a:moveTo>
                    <a:pt x="0" y="4010"/>
                  </a:moveTo>
                  <a:lnTo>
                    <a:pt x="26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4" name="pl5684"/>
            <p:cNvSpPr/>
            <p:nvPr/>
          </p:nvSpPr>
          <p:spPr>
            <a:xfrm>
              <a:off x="4741993" y="1763136"/>
              <a:ext cx="4472" cy="1753"/>
            </a:xfrm>
            <a:custGeom>
              <a:avLst/>
              <a:pathLst>
                <a:path w="4472" h="1753">
                  <a:moveTo>
                    <a:pt x="4472" y="0"/>
                  </a:moveTo>
                  <a:lnTo>
                    <a:pt x="0" y="1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5" name="pl5685"/>
            <p:cNvSpPr/>
            <p:nvPr/>
          </p:nvSpPr>
          <p:spPr>
            <a:xfrm>
              <a:off x="4727934" y="1780211"/>
              <a:ext cx="29159" cy="574"/>
            </a:xfrm>
            <a:custGeom>
              <a:avLst/>
              <a:pathLst>
                <a:path w="29159" h="574">
                  <a:moveTo>
                    <a:pt x="29159" y="5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6" name="pl5686"/>
            <p:cNvSpPr/>
            <p:nvPr/>
          </p:nvSpPr>
          <p:spPr>
            <a:xfrm>
              <a:off x="4727934" y="1774716"/>
              <a:ext cx="4358" cy="5495"/>
            </a:xfrm>
            <a:custGeom>
              <a:avLst/>
              <a:pathLst>
                <a:path w="4358" h="5495">
                  <a:moveTo>
                    <a:pt x="0" y="5495"/>
                  </a:moveTo>
                  <a:lnTo>
                    <a:pt x="43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7" name="pl5687"/>
            <p:cNvSpPr/>
            <p:nvPr/>
          </p:nvSpPr>
          <p:spPr>
            <a:xfrm>
              <a:off x="4732293" y="1770683"/>
              <a:ext cx="2609" cy="4032"/>
            </a:xfrm>
            <a:custGeom>
              <a:avLst/>
              <a:pathLst>
                <a:path w="2609" h="4032">
                  <a:moveTo>
                    <a:pt x="0" y="4032"/>
                  </a:moveTo>
                  <a:lnTo>
                    <a:pt x="26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8" name="pl5688"/>
            <p:cNvSpPr/>
            <p:nvPr/>
          </p:nvSpPr>
          <p:spPr>
            <a:xfrm>
              <a:off x="4727836" y="1774716"/>
              <a:ext cx="4456" cy="1791"/>
            </a:xfrm>
            <a:custGeom>
              <a:avLst/>
              <a:pathLst>
                <a:path w="4456" h="1791">
                  <a:moveTo>
                    <a:pt x="4456" y="0"/>
                  </a:moveTo>
                  <a:lnTo>
                    <a:pt x="0" y="17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9" name="pl5689"/>
            <p:cNvSpPr/>
            <p:nvPr/>
          </p:nvSpPr>
          <p:spPr>
            <a:xfrm>
              <a:off x="4720795" y="1780211"/>
              <a:ext cx="7139" cy="2150"/>
            </a:xfrm>
            <a:custGeom>
              <a:avLst/>
              <a:pathLst>
                <a:path w="7139" h="2150">
                  <a:moveTo>
                    <a:pt x="7139" y="0"/>
                  </a:moveTo>
                  <a:lnTo>
                    <a:pt x="0" y="215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0" name="pl5690"/>
            <p:cNvSpPr/>
            <p:nvPr/>
          </p:nvSpPr>
          <p:spPr>
            <a:xfrm>
              <a:off x="4713779" y="1788246"/>
              <a:ext cx="29574" cy="5687"/>
            </a:xfrm>
            <a:custGeom>
              <a:avLst/>
              <a:pathLst>
                <a:path w="29574" h="5687">
                  <a:moveTo>
                    <a:pt x="29574" y="56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1" name="pl5691"/>
            <p:cNvSpPr/>
            <p:nvPr/>
          </p:nvSpPr>
          <p:spPr>
            <a:xfrm>
              <a:off x="4706788" y="1794160"/>
              <a:ext cx="26738" cy="9853"/>
            </a:xfrm>
            <a:custGeom>
              <a:avLst/>
              <a:pathLst>
                <a:path w="26738" h="9853">
                  <a:moveTo>
                    <a:pt x="26738" y="98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2" name="pl5692"/>
            <p:cNvSpPr/>
            <p:nvPr/>
          </p:nvSpPr>
          <p:spPr>
            <a:xfrm>
              <a:off x="4672216" y="1824176"/>
              <a:ext cx="227886" cy="129598"/>
            </a:xfrm>
            <a:custGeom>
              <a:avLst/>
              <a:pathLst>
                <a:path w="227886" h="129598">
                  <a:moveTo>
                    <a:pt x="227886" y="1295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3" name="pl5693"/>
            <p:cNvSpPr/>
            <p:nvPr/>
          </p:nvSpPr>
          <p:spPr>
            <a:xfrm>
              <a:off x="4581155" y="1949185"/>
              <a:ext cx="255144" cy="97865"/>
            </a:xfrm>
            <a:custGeom>
              <a:avLst/>
              <a:pathLst>
                <a:path w="255144" h="97865">
                  <a:moveTo>
                    <a:pt x="255144" y="97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4" name="pl5694"/>
            <p:cNvSpPr/>
            <p:nvPr/>
          </p:nvSpPr>
          <p:spPr>
            <a:xfrm>
              <a:off x="4581155" y="1927145"/>
              <a:ext cx="19783" cy="22039"/>
            </a:xfrm>
            <a:custGeom>
              <a:avLst/>
              <a:pathLst>
                <a:path w="19783" h="22039">
                  <a:moveTo>
                    <a:pt x="0" y="22039"/>
                  </a:moveTo>
                  <a:lnTo>
                    <a:pt x="1978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5" name="pl5695"/>
            <p:cNvSpPr/>
            <p:nvPr/>
          </p:nvSpPr>
          <p:spPr>
            <a:xfrm>
              <a:off x="4600938" y="1893365"/>
              <a:ext cx="17853" cy="33780"/>
            </a:xfrm>
            <a:custGeom>
              <a:avLst/>
              <a:pathLst>
                <a:path w="17853" h="33780">
                  <a:moveTo>
                    <a:pt x="0" y="33780"/>
                  </a:moveTo>
                  <a:lnTo>
                    <a:pt x="1785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6" name="pl5696"/>
            <p:cNvSpPr/>
            <p:nvPr/>
          </p:nvSpPr>
          <p:spPr>
            <a:xfrm>
              <a:off x="4618791" y="1882540"/>
              <a:ext cx="9219" cy="10825"/>
            </a:xfrm>
            <a:custGeom>
              <a:avLst/>
              <a:pathLst>
                <a:path w="9219" h="10825">
                  <a:moveTo>
                    <a:pt x="0" y="10825"/>
                  </a:moveTo>
                  <a:lnTo>
                    <a:pt x="92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7" name="pl5697"/>
            <p:cNvSpPr/>
            <p:nvPr/>
          </p:nvSpPr>
          <p:spPr>
            <a:xfrm>
              <a:off x="4628011" y="1868321"/>
              <a:ext cx="12989" cy="14219"/>
            </a:xfrm>
            <a:custGeom>
              <a:avLst/>
              <a:pathLst>
                <a:path w="12989" h="14219">
                  <a:moveTo>
                    <a:pt x="0" y="14219"/>
                  </a:moveTo>
                  <a:lnTo>
                    <a:pt x="1298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8" name="pl5698"/>
            <p:cNvSpPr/>
            <p:nvPr/>
          </p:nvSpPr>
          <p:spPr>
            <a:xfrm>
              <a:off x="4641001" y="1853396"/>
              <a:ext cx="7545" cy="14924"/>
            </a:xfrm>
            <a:custGeom>
              <a:avLst/>
              <a:pathLst>
                <a:path w="7545" h="14924">
                  <a:moveTo>
                    <a:pt x="0" y="14924"/>
                  </a:moveTo>
                  <a:lnTo>
                    <a:pt x="754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9" name="pl5699"/>
            <p:cNvSpPr/>
            <p:nvPr/>
          </p:nvSpPr>
          <p:spPr>
            <a:xfrm>
              <a:off x="4648546" y="1846540"/>
              <a:ext cx="5335" cy="6856"/>
            </a:xfrm>
            <a:custGeom>
              <a:avLst/>
              <a:pathLst>
                <a:path w="5335" h="6856">
                  <a:moveTo>
                    <a:pt x="0" y="6856"/>
                  </a:moveTo>
                  <a:lnTo>
                    <a:pt x="53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0" name="pl5700"/>
            <p:cNvSpPr/>
            <p:nvPr/>
          </p:nvSpPr>
          <p:spPr>
            <a:xfrm>
              <a:off x="4653881" y="1840084"/>
              <a:ext cx="4942" cy="6455"/>
            </a:xfrm>
            <a:custGeom>
              <a:avLst/>
              <a:pathLst>
                <a:path w="4942" h="6455">
                  <a:moveTo>
                    <a:pt x="0" y="6455"/>
                  </a:moveTo>
                  <a:lnTo>
                    <a:pt x="494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1" name="pl5701"/>
            <p:cNvSpPr/>
            <p:nvPr/>
          </p:nvSpPr>
          <p:spPr>
            <a:xfrm>
              <a:off x="4658824" y="1834408"/>
              <a:ext cx="4119" cy="5676"/>
            </a:xfrm>
            <a:custGeom>
              <a:avLst/>
              <a:pathLst>
                <a:path w="4119" h="5676">
                  <a:moveTo>
                    <a:pt x="0" y="5676"/>
                  </a:moveTo>
                  <a:lnTo>
                    <a:pt x="41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2" name="pl5702"/>
            <p:cNvSpPr/>
            <p:nvPr/>
          </p:nvSpPr>
          <p:spPr>
            <a:xfrm>
              <a:off x="4662944" y="1830268"/>
              <a:ext cx="2434" cy="4140"/>
            </a:xfrm>
            <a:custGeom>
              <a:avLst/>
              <a:pathLst>
                <a:path w="2434" h="4140">
                  <a:moveTo>
                    <a:pt x="0" y="4140"/>
                  </a:moveTo>
                  <a:lnTo>
                    <a:pt x="243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3" name="pl5703"/>
            <p:cNvSpPr/>
            <p:nvPr/>
          </p:nvSpPr>
          <p:spPr>
            <a:xfrm>
              <a:off x="4638292" y="1853396"/>
              <a:ext cx="10254" cy="1526"/>
            </a:xfrm>
            <a:custGeom>
              <a:avLst/>
              <a:pathLst>
                <a:path w="10254" h="1526">
                  <a:moveTo>
                    <a:pt x="10254" y="0"/>
                  </a:moveTo>
                  <a:lnTo>
                    <a:pt x="0" y="15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4" name="pl5704"/>
            <p:cNvSpPr/>
            <p:nvPr/>
          </p:nvSpPr>
          <p:spPr>
            <a:xfrm>
              <a:off x="4532198" y="1962393"/>
              <a:ext cx="253011" cy="137102"/>
            </a:xfrm>
            <a:custGeom>
              <a:avLst/>
              <a:pathLst>
                <a:path w="253011" h="137102">
                  <a:moveTo>
                    <a:pt x="253011" y="1371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5" name="pl5705"/>
            <p:cNvSpPr/>
            <p:nvPr/>
          </p:nvSpPr>
          <p:spPr>
            <a:xfrm>
              <a:off x="4528006" y="1962393"/>
              <a:ext cx="4191" cy="2345"/>
            </a:xfrm>
            <a:custGeom>
              <a:avLst/>
              <a:pathLst>
                <a:path w="4191" h="2345">
                  <a:moveTo>
                    <a:pt x="4191" y="0"/>
                  </a:moveTo>
                  <a:lnTo>
                    <a:pt x="0" y="23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6" name="pl5706"/>
            <p:cNvSpPr/>
            <p:nvPr/>
          </p:nvSpPr>
          <p:spPr>
            <a:xfrm>
              <a:off x="4519735" y="1975795"/>
              <a:ext cx="236239" cy="157358"/>
            </a:xfrm>
            <a:custGeom>
              <a:avLst/>
              <a:pathLst>
                <a:path w="236239" h="157358">
                  <a:moveTo>
                    <a:pt x="236239" y="1573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7" name="pl5707"/>
            <p:cNvSpPr/>
            <p:nvPr/>
          </p:nvSpPr>
          <p:spPr>
            <a:xfrm>
              <a:off x="4515563" y="1975795"/>
              <a:ext cx="4171" cy="2381"/>
            </a:xfrm>
            <a:custGeom>
              <a:avLst/>
              <a:pathLst>
                <a:path w="4171" h="2381">
                  <a:moveTo>
                    <a:pt x="4171" y="0"/>
                  </a:moveTo>
                  <a:lnTo>
                    <a:pt x="0" y="23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8" name="pl5708"/>
            <p:cNvSpPr/>
            <p:nvPr/>
          </p:nvSpPr>
          <p:spPr>
            <a:xfrm>
              <a:off x="4204181" y="2765228"/>
              <a:ext cx="419616" cy="514901"/>
            </a:xfrm>
            <a:custGeom>
              <a:avLst/>
              <a:pathLst>
                <a:path w="419616" h="514901">
                  <a:moveTo>
                    <a:pt x="419616" y="0"/>
                  </a:moveTo>
                  <a:lnTo>
                    <a:pt x="0" y="51490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9" name="pl5709"/>
            <p:cNvSpPr/>
            <p:nvPr/>
          </p:nvSpPr>
          <p:spPr>
            <a:xfrm>
              <a:off x="4184753" y="3196335"/>
              <a:ext cx="19428" cy="83795"/>
            </a:xfrm>
            <a:custGeom>
              <a:avLst/>
              <a:pathLst>
                <a:path w="19428" h="83795">
                  <a:moveTo>
                    <a:pt x="19428" y="83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0" name="pl5710"/>
            <p:cNvSpPr/>
            <p:nvPr/>
          </p:nvSpPr>
          <p:spPr>
            <a:xfrm>
              <a:off x="4184753" y="3149831"/>
              <a:ext cx="1818" cy="46504"/>
            </a:xfrm>
            <a:custGeom>
              <a:avLst/>
              <a:pathLst>
                <a:path w="1818" h="46504">
                  <a:moveTo>
                    <a:pt x="0" y="46504"/>
                  </a:moveTo>
                  <a:lnTo>
                    <a:pt x="18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1" name="pl5711"/>
            <p:cNvSpPr/>
            <p:nvPr/>
          </p:nvSpPr>
          <p:spPr>
            <a:xfrm>
              <a:off x="4186571" y="3076327"/>
              <a:ext cx="10719" cy="73503"/>
            </a:xfrm>
            <a:custGeom>
              <a:avLst/>
              <a:pathLst>
                <a:path w="10719" h="73503">
                  <a:moveTo>
                    <a:pt x="0" y="73503"/>
                  </a:moveTo>
                  <a:lnTo>
                    <a:pt x="107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2" name="pl5712"/>
            <p:cNvSpPr/>
            <p:nvPr/>
          </p:nvSpPr>
          <p:spPr>
            <a:xfrm>
              <a:off x="4197291" y="2949383"/>
              <a:ext cx="12990" cy="126943"/>
            </a:xfrm>
            <a:custGeom>
              <a:avLst/>
              <a:pathLst>
                <a:path w="12990" h="126943">
                  <a:moveTo>
                    <a:pt x="0" y="126943"/>
                  </a:moveTo>
                  <a:lnTo>
                    <a:pt x="129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3" name="pl5713"/>
            <p:cNvSpPr/>
            <p:nvPr/>
          </p:nvSpPr>
          <p:spPr>
            <a:xfrm>
              <a:off x="4210281" y="2781902"/>
              <a:ext cx="36818" cy="167480"/>
            </a:xfrm>
            <a:custGeom>
              <a:avLst/>
              <a:pathLst>
                <a:path w="36818" h="167480">
                  <a:moveTo>
                    <a:pt x="0" y="167480"/>
                  </a:moveTo>
                  <a:lnTo>
                    <a:pt x="3681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4" name="pl5714"/>
            <p:cNvSpPr/>
            <p:nvPr/>
          </p:nvSpPr>
          <p:spPr>
            <a:xfrm>
              <a:off x="4247099" y="2586903"/>
              <a:ext cx="27156" cy="194999"/>
            </a:xfrm>
            <a:custGeom>
              <a:avLst/>
              <a:pathLst>
                <a:path w="27156" h="194999">
                  <a:moveTo>
                    <a:pt x="0" y="194999"/>
                  </a:moveTo>
                  <a:lnTo>
                    <a:pt x="271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5" name="pl5715"/>
            <p:cNvSpPr/>
            <p:nvPr/>
          </p:nvSpPr>
          <p:spPr>
            <a:xfrm>
              <a:off x="4274256" y="2417591"/>
              <a:ext cx="31141" cy="169311"/>
            </a:xfrm>
            <a:custGeom>
              <a:avLst/>
              <a:pathLst>
                <a:path w="31141" h="169311">
                  <a:moveTo>
                    <a:pt x="0" y="169311"/>
                  </a:moveTo>
                  <a:lnTo>
                    <a:pt x="311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6" name="pl5716"/>
            <p:cNvSpPr/>
            <p:nvPr/>
          </p:nvSpPr>
          <p:spPr>
            <a:xfrm>
              <a:off x="4305397" y="2355792"/>
              <a:ext cx="32929" cy="61799"/>
            </a:xfrm>
            <a:custGeom>
              <a:avLst/>
              <a:pathLst>
                <a:path w="32929" h="61799">
                  <a:moveTo>
                    <a:pt x="0" y="61799"/>
                  </a:moveTo>
                  <a:lnTo>
                    <a:pt x="329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7" name="pl5717"/>
            <p:cNvSpPr/>
            <p:nvPr/>
          </p:nvSpPr>
          <p:spPr>
            <a:xfrm>
              <a:off x="4338327" y="2260963"/>
              <a:ext cx="50935" cy="94829"/>
            </a:xfrm>
            <a:custGeom>
              <a:avLst/>
              <a:pathLst>
                <a:path w="50935" h="94829">
                  <a:moveTo>
                    <a:pt x="0" y="94829"/>
                  </a:moveTo>
                  <a:lnTo>
                    <a:pt x="5093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8" name="pl5718"/>
            <p:cNvSpPr/>
            <p:nvPr/>
          </p:nvSpPr>
          <p:spPr>
            <a:xfrm>
              <a:off x="4389262" y="2125929"/>
              <a:ext cx="54079" cy="135033"/>
            </a:xfrm>
            <a:custGeom>
              <a:avLst/>
              <a:pathLst>
                <a:path w="54079" h="135033">
                  <a:moveTo>
                    <a:pt x="0" y="135033"/>
                  </a:moveTo>
                  <a:lnTo>
                    <a:pt x="540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9" name="pl5719"/>
            <p:cNvSpPr/>
            <p:nvPr/>
          </p:nvSpPr>
          <p:spPr>
            <a:xfrm>
              <a:off x="4443341" y="2062245"/>
              <a:ext cx="25532" cy="63684"/>
            </a:xfrm>
            <a:custGeom>
              <a:avLst/>
              <a:pathLst>
                <a:path w="25532" h="63684">
                  <a:moveTo>
                    <a:pt x="0" y="63684"/>
                  </a:moveTo>
                  <a:lnTo>
                    <a:pt x="2553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0" name="pl5720"/>
            <p:cNvSpPr/>
            <p:nvPr/>
          </p:nvSpPr>
          <p:spPr>
            <a:xfrm>
              <a:off x="4468874" y="2031603"/>
              <a:ext cx="16581" cy="30642"/>
            </a:xfrm>
            <a:custGeom>
              <a:avLst/>
              <a:pathLst>
                <a:path w="16581" h="30642">
                  <a:moveTo>
                    <a:pt x="0" y="30642"/>
                  </a:moveTo>
                  <a:lnTo>
                    <a:pt x="1658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1" name="pl5721"/>
            <p:cNvSpPr/>
            <p:nvPr/>
          </p:nvSpPr>
          <p:spPr>
            <a:xfrm>
              <a:off x="4485455" y="2010204"/>
              <a:ext cx="11019" cy="21399"/>
            </a:xfrm>
            <a:custGeom>
              <a:avLst/>
              <a:pathLst>
                <a:path w="11019" h="21399">
                  <a:moveTo>
                    <a:pt x="0" y="21399"/>
                  </a:moveTo>
                  <a:lnTo>
                    <a:pt x="1101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2" name="pl5722"/>
            <p:cNvSpPr/>
            <p:nvPr/>
          </p:nvSpPr>
          <p:spPr>
            <a:xfrm>
              <a:off x="4496475" y="1998044"/>
              <a:ext cx="6948" cy="12159"/>
            </a:xfrm>
            <a:custGeom>
              <a:avLst/>
              <a:pathLst>
                <a:path w="6948" h="12159">
                  <a:moveTo>
                    <a:pt x="0" y="12159"/>
                  </a:moveTo>
                  <a:lnTo>
                    <a:pt x="69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3" name="pl5723"/>
            <p:cNvSpPr/>
            <p:nvPr/>
          </p:nvSpPr>
          <p:spPr>
            <a:xfrm>
              <a:off x="4503424" y="1989303"/>
              <a:ext cx="3962" cy="8741"/>
            </a:xfrm>
            <a:custGeom>
              <a:avLst/>
              <a:pathLst>
                <a:path w="3962" h="8741">
                  <a:moveTo>
                    <a:pt x="0" y="8741"/>
                  </a:moveTo>
                  <a:lnTo>
                    <a:pt x="396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4" name="pl5724"/>
            <p:cNvSpPr/>
            <p:nvPr/>
          </p:nvSpPr>
          <p:spPr>
            <a:xfrm>
              <a:off x="4507387" y="1984935"/>
              <a:ext cx="1998" cy="4367"/>
            </a:xfrm>
            <a:custGeom>
              <a:avLst/>
              <a:pathLst>
                <a:path w="1998" h="4367">
                  <a:moveTo>
                    <a:pt x="0" y="4367"/>
                  </a:moveTo>
                  <a:lnTo>
                    <a:pt x="199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5" name="pl5725"/>
            <p:cNvSpPr/>
            <p:nvPr/>
          </p:nvSpPr>
          <p:spPr>
            <a:xfrm>
              <a:off x="4495154" y="1998044"/>
              <a:ext cx="8269" cy="4871"/>
            </a:xfrm>
            <a:custGeom>
              <a:avLst/>
              <a:pathLst>
                <a:path w="8269" h="4871">
                  <a:moveTo>
                    <a:pt x="8269" y="0"/>
                  </a:moveTo>
                  <a:lnTo>
                    <a:pt x="0" y="487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6" name="pl5726"/>
            <p:cNvSpPr/>
            <p:nvPr/>
          </p:nvSpPr>
          <p:spPr>
            <a:xfrm>
              <a:off x="4495154" y="1998531"/>
              <a:ext cx="1961" cy="4384"/>
            </a:xfrm>
            <a:custGeom>
              <a:avLst/>
              <a:pathLst>
                <a:path w="1961" h="4384">
                  <a:moveTo>
                    <a:pt x="0" y="4384"/>
                  </a:moveTo>
                  <a:lnTo>
                    <a:pt x="19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7" name="pl5727"/>
            <p:cNvSpPr/>
            <p:nvPr/>
          </p:nvSpPr>
          <p:spPr>
            <a:xfrm>
              <a:off x="4483038" y="2010204"/>
              <a:ext cx="13436" cy="6428"/>
            </a:xfrm>
            <a:custGeom>
              <a:avLst/>
              <a:pathLst>
                <a:path w="13436" h="6428">
                  <a:moveTo>
                    <a:pt x="13436" y="0"/>
                  </a:moveTo>
                  <a:lnTo>
                    <a:pt x="0" y="642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8" name="pl5728"/>
            <p:cNvSpPr/>
            <p:nvPr/>
          </p:nvSpPr>
          <p:spPr>
            <a:xfrm>
              <a:off x="4483038" y="2012231"/>
              <a:ext cx="1923" cy="4401"/>
            </a:xfrm>
            <a:custGeom>
              <a:avLst/>
              <a:pathLst>
                <a:path w="1923" h="4401">
                  <a:moveTo>
                    <a:pt x="0" y="4401"/>
                  </a:moveTo>
                  <a:lnTo>
                    <a:pt x="192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9" name="pl5729"/>
            <p:cNvSpPr/>
            <p:nvPr/>
          </p:nvSpPr>
          <p:spPr>
            <a:xfrm>
              <a:off x="4463600" y="2031603"/>
              <a:ext cx="21854" cy="12039"/>
            </a:xfrm>
            <a:custGeom>
              <a:avLst/>
              <a:pathLst>
                <a:path w="21854" h="12039">
                  <a:moveTo>
                    <a:pt x="21854" y="0"/>
                  </a:moveTo>
                  <a:lnTo>
                    <a:pt x="0" y="1203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0" name="pl5730"/>
            <p:cNvSpPr/>
            <p:nvPr/>
          </p:nvSpPr>
          <p:spPr>
            <a:xfrm>
              <a:off x="4463600" y="2036608"/>
              <a:ext cx="4077" cy="7033"/>
            </a:xfrm>
            <a:custGeom>
              <a:avLst/>
              <a:pathLst>
                <a:path w="4077" h="7033">
                  <a:moveTo>
                    <a:pt x="0" y="7033"/>
                  </a:moveTo>
                  <a:lnTo>
                    <a:pt x="40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1" name="pl5731"/>
            <p:cNvSpPr/>
            <p:nvPr/>
          </p:nvSpPr>
          <p:spPr>
            <a:xfrm>
              <a:off x="4467678" y="2030452"/>
              <a:ext cx="3361" cy="6155"/>
            </a:xfrm>
            <a:custGeom>
              <a:avLst/>
              <a:pathLst>
                <a:path w="3361" h="6155">
                  <a:moveTo>
                    <a:pt x="0" y="6155"/>
                  </a:moveTo>
                  <a:lnTo>
                    <a:pt x="3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2" name="pl5732"/>
            <p:cNvSpPr/>
            <p:nvPr/>
          </p:nvSpPr>
          <p:spPr>
            <a:xfrm>
              <a:off x="4471040" y="2026035"/>
              <a:ext cx="1885" cy="4417"/>
            </a:xfrm>
            <a:custGeom>
              <a:avLst/>
              <a:pathLst>
                <a:path w="1885" h="4417">
                  <a:moveTo>
                    <a:pt x="0" y="4417"/>
                  </a:moveTo>
                  <a:lnTo>
                    <a:pt x="188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3" name="pl5733"/>
            <p:cNvSpPr/>
            <p:nvPr/>
          </p:nvSpPr>
          <p:spPr>
            <a:xfrm>
              <a:off x="4455094" y="2043642"/>
              <a:ext cx="8506" cy="3289"/>
            </a:xfrm>
            <a:custGeom>
              <a:avLst/>
              <a:pathLst>
                <a:path w="8506" h="3289">
                  <a:moveTo>
                    <a:pt x="8506" y="0"/>
                  </a:moveTo>
                  <a:lnTo>
                    <a:pt x="0" y="32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4" name="pl5734"/>
            <p:cNvSpPr/>
            <p:nvPr/>
          </p:nvSpPr>
          <p:spPr>
            <a:xfrm>
              <a:off x="4435899" y="2062245"/>
              <a:ext cx="32975" cy="17022"/>
            </a:xfrm>
            <a:custGeom>
              <a:avLst/>
              <a:pathLst>
                <a:path w="32975" h="17022">
                  <a:moveTo>
                    <a:pt x="32975" y="0"/>
                  </a:moveTo>
                  <a:lnTo>
                    <a:pt x="0" y="1702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5" name="pl5735"/>
            <p:cNvSpPr/>
            <p:nvPr/>
          </p:nvSpPr>
          <p:spPr>
            <a:xfrm>
              <a:off x="4435899" y="2071711"/>
              <a:ext cx="4287" cy="7555"/>
            </a:xfrm>
            <a:custGeom>
              <a:avLst/>
              <a:pathLst>
                <a:path w="4287" h="7555">
                  <a:moveTo>
                    <a:pt x="0" y="7555"/>
                  </a:moveTo>
                  <a:lnTo>
                    <a:pt x="42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6" name="pl5736"/>
            <p:cNvSpPr/>
            <p:nvPr/>
          </p:nvSpPr>
          <p:spPr>
            <a:xfrm>
              <a:off x="4440186" y="2064609"/>
              <a:ext cx="3957" cy="7102"/>
            </a:xfrm>
            <a:custGeom>
              <a:avLst/>
              <a:pathLst>
                <a:path w="3957" h="7102">
                  <a:moveTo>
                    <a:pt x="0" y="7102"/>
                  </a:moveTo>
                  <a:lnTo>
                    <a:pt x="395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7" name="pl5737"/>
            <p:cNvSpPr/>
            <p:nvPr/>
          </p:nvSpPr>
          <p:spPr>
            <a:xfrm>
              <a:off x="4444143" y="2058396"/>
              <a:ext cx="3255" cy="6212"/>
            </a:xfrm>
            <a:custGeom>
              <a:avLst/>
              <a:pathLst>
                <a:path w="3255" h="6212">
                  <a:moveTo>
                    <a:pt x="0" y="6212"/>
                  </a:moveTo>
                  <a:lnTo>
                    <a:pt x="325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8" name="pl5738"/>
            <p:cNvSpPr/>
            <p:nvPr/>
          </p:nvSpPr>
          <p:spPr>
            <a:xfrm>
              <a:off x="4443355" y="2058396"/>
              <a:ext cx="4044" cy="2591"/>
            </a:xfrm>
            <a:custGeom>
              <a:avLst/>
              <a:pathLst>
                <a:path w="4044" h="2591">
                  <a:moveTo>
                    <a:pt x="4044" y="0"/>
                  </a:moveTo>
                  <a:lnTo>
                    <a:pt x="0" y="25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9" name="pl5739"/>
            <p:cNvSpPr/>
            <p:nvPr/>
          </p:nvSpPr>
          <p:spPr>
            <a:xfrm>
              <a:off x="4437531" y="2064609"/>
              <a:ext cx="6612" cy="3445"/>
            </a:xfrm>
            <a:custGeom>
              <a:avLst/>
              <a:pathLst>
                <a:path w="6612" h="3445">
                  <a:moveTo>
                    <a:pt x="6612" y="0"/>
                  </a:moveTo>
                  <a:lnTo>
                    <a:pt x="0" y="34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0" name="pl5740"/>
            <p:cNvSpPr/>
            <p:nvPr/>
          </p:nvSpPr>
          <p:spPr>
            <a:xfrm>
              <a:off x="4431737" y="2071711"/>
              <a:ext cx="8449" cy="3433"/>
            </a:xfrm>
            <a:custGeom>
              <a:avLst/>
              <a:pathLst>
                <a:path w="8449" h="3433">
                  <a:moveTo>
                    <a:pt x="8449" y="0"/>
                  </a:moveTo>
                  <a:lnTo>
                    <a:pt x="0" y="34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1" name="pl5741"/>
            <p:cNvSpPr/>
            <p:nvPr/>
          </p:nvSpPr>
          <p:spPr>
            <a:xfrm>
              <a:off x="4425973" y="2079267"/>
              <a:ext cx="9925" cy="2993"/>
            </a:xfrm>
            <a:custGeom>
              <a:avLst/>
              <a:pathLst>
                <a:path w="9925" h="2993">
                  <a:moveTo>
                    <a:pt x="9925" y="0"/>
                  </a:moveTo>
                  <a:lnTo>
                    <a:pt x="0" y="299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2" name="pl5742"/>
            <p:cNvSpPr/>
            <p:nvPr/>
          </p:nvSpPr>
          <p:spPr>
            <a:xfrm>
              <a:off x="4386195" y="2125929"/>
              <a:ext cx="57146" cy="38813"/>
            </a:xfrm>
            <a:custGeom>
              <a:avLst/>
              <a:pathLst>
                <a:path w="57146" h="38813">
                  <a:moveTo>
                    <a:pt x="57146" y="0"/>
                  </a:moveTo>
                  <a:lnTo>
                    <a:pt x="0" y="3881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3" name="pl5743"/>
            <p:cNvSpPr/>
            <p:nvPr/>
          </p:nvSpPr>
          <p:spPr>
            <a:xfrm>
              <a:off x="4386195" y="2136848"/>
              <a:ext cx="11817" cy="27895"/>
            </a:xfrm>
            <a:custGeom>
              <a:avLst/>
              <a:pathLst>
                <a:path w="11817" h="27895">
                  <a:moveTo>
                    <a:pt x="0" y="27895"/>
                  </a:moveTo>
                  <a:lnTo>
                    <a:pt x="1181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4" name="pl5744"/>
            <p:cNvSpPr/>
            <p:nvPr/>
          </p:nvSpPr>
          <p:spPr>
            <a:xfrm>
              <a:off x="4398013" y="2121292"/>
              <a:ext cx="8265" cy="15556"/>
            </a:xfrm>
            <a:custGeom>
              <a:avLst/>
              <a:pathLst>
                <a:path w="8265" h="15556">
                  <a:moveTo>
                    <a:pt x="0" y="15556"/>
                  </a:moveTo>
                  <a:lnTo>
                    <a:pt x="826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5" name="pl5745"/>
            <p:cNvSpPr/>
            <p:nvPr/>
          </p:nvSpPr>
          <p:spPr>
            <a:xfrm>
              <a:off x="4392960" y="2121292"/>
              <a:ext cx="13317" cy="7760"/>
            </a:xfrm>
            <a:custGeom>
              <a:avLst/>
              <a:pathLst>
                <a:path w="13317" h="7760">
                  <a:moveTo>
                    <a:pt x="13317" y="0"/>
                  </a:moveTo>
                  <a:lnTo>
                    <a:pt x="0" y="77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6" name="pl5746"/>
            <p:cNvSpPr/>
            <p:nvPr/>
          </p:nvSpPr>
          <p:spPr>
            <a:xfrm>
              <a:off x="4392960" y="2122719"/>
              <a:ext cx="3014" cy="6332"/>
            </a:xfrm>
            <a:custGeom>
              <a:avLst/>
              <a:pathLst>
                <a:path w="3014" h="6332">
                  <a:moveTo>
                    <a:pt x="0" y="6332"/>
                  </a:moveTo>
                  <a:lnTo>
                    <a:pt x="301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7" name="pl5747"/>
            <p:cNvSpPr/>
            <p:nvPr/>
          </p:nvSpPr>
          <p:spPr>
            <a:xfrm>
              <a:off x="4395975" y="2118204"/>
              <a:ext cx="1638" cy="4515"/>
            </a:xfrm>
            <a:custGeom>
              <a:avLst/>
              <a:pathLst>
                <a:path w="1638" h="4515">
                  <a:moveTo>
                    <a:pt x="0" y="4515"/>
                  </a:moveTo>
                  <a:lnTo>
                    <a:pt x="16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8" name="pl5748"/>
            <p:cNvSpPr/>
            <p:nvPr/>
          </p:nvSpPr>
          <p:spPr>
            <a:xfrm>
              <a:off x="4379387" y="2136848"/>
              <a:ext cx="18625" cy="7745"/>
            </a:xfrm>
            <a:custGeom>
              <a:avLst/>
              <a:pathLst>
                <a:path w="18625" h="7745">
                  <a:moveTo>
                    <a:pt x="18625" y="0"/>
                  </a:moveTo>
                  <a:lnTo>
                    <a:pt x="0" y="77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9" name="pl5749"/>
            <p:cNvSpPr/>
            <p:nvPr/>
          </p:nvSpPr>
          <p:spPr>
            <a:xfrm>
              <a:off x="4379387" y="2140057"/>
              <a:ext cx="1580" cy="4536"/>
            </a:xfrm>
            <a:custGeom>
              <a:avLst/>
              <a:pathLst>
                <a:path w="1580" h="4536">
                  <a:moveTo>
                    <a:pt x="0" y="4536"/>
                  </a:moveTo>
                  <a:lnTo>
                    <a:pt x="158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0" name="pl5750"/>
            <p:cNvSpPr/>
            <p:nvPr/>
          </p:nvSpPr>
          <p:spPr>
            <a:xfrm>
              <a:off x="4358252" y="2164743"/>
              <a:ext cx="27943" cy="16070"/>
            </a:xfrm>
            <a:custGeom>
              <a:avLst/>
              <a:pathLst>
                <a:path w="27943" h="16070">
                  <a:moveTo>
                    <a:pt x="27943" y="0"/>
                  </a:moveTo>
                  <a:lnTo>
                    <a:pt x="0" y="160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1" name="pl5751"/>
            <p:cNvSpPr/>
            <p:nvPr/>
          </p:nvSpPr>
          <p:spPr>
            <a:xfrm>
              <a:off x="4358252" y="2173015"/>
              <a:ext cx="3828" cy="7798"/>
            </a:xfrm>
            <a:custGeom>
              <a:avLst/>
              <a:pathLst>
                <a:path w="3828" h="7798">
                  <a:moveTo>
                    <a:pt x="0" y="7798"/>
                  </a:moveTo>
                  <a:lnTo>
                    <a:pt x="382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2" name="pl5752"/>
            <p:cNvSpPr/>
            <p:nvPr/>
          </p:nvSpPr>
          <p:spPr>
            <a:xfrm>
              <a:off x="4362080" y="2165689"/>
              <a:ext cx="3526" cy="7326"/>
            </a:xfrm>
            <a:custGeom>
              <a:avLst/>
              <a:pathLst>
                <a:path w="3526" h="7326">
                  <a:moveTo>
                    <a:pt x="0" y="7326"/>
                  </a:moveTo>
                  <a:lnTo>
                    <a:pt x="35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3" name="pl5753"/>
            <p:cNvSpPr/>
            <p:nvPr/>
          </p:nvSpPr>
          <p:spPr>
            <a:xfrm>
              <a:off x="4365606" y="2159293"/>
              <a:ext cx="2878" cy="6395"/>
            </a:xfrm>
            <a:custGeom>
              <a:avLst/>
              <a:pathLst>
                <a:path w="2878" h="6395">
                  <a:moveTo>
                    <a:pt x="0" y="6395"/>
                  </a:moveTo>
                  <a:lnTo>
                    <a:pt x="287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4" name="pl5754"/>
            <p:cNvSpPr/>
            <p:nvPr/>
          </p:nvSpPr>
          <p:spPr>
            <a:xfrm>
              <a:off x="4368485" y="2154744"/>
              <a:ext cx="1541" cy="4549"/>
            </a:xfrm>
            <a:custGeom>
              <a:avLst/>
              <a:pathLst>
                <a:path w="1541" h="4549">
                  <a:moveTo>
                    <a:pt x="0" y="4549"/>
                  </a:moveTo>
                  <a:lnTo>
                    <a:pt x="15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5" name="pl5755"/>
            <p:cNvSpPr/>
            <p:nvPr/>
          </p:nvSpPr>
          <p:spPr>
            <a:xfrm>
              <a:off x="4359211" y="2165689"/>
              <a:ext cx="6394" cy="3834"/>
            </a:xfrm>
            <a:custGeom>
              <a:avLst/>
              <a:pathLst>
                <a:path w="6394" h="3834">
                  <a:moveTo>
                    <a:pt x="6394" y="0"/>
                  </a:moveTo>
                  <a:lnTo>
                    <a:pt x="0" y="383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6" name="pl5756"/>
            <p:cNvSpPr/>
            <p:nvPr/>
          </p:nvSpPr>
          <p:spPr>
            <a:xfrm>
              <a:off x="4353851" y="2173015"/>
              <a:ext cx="8229" cy="3932"/>
            </a:xfrm>
            <a:custGeom>
              <a:avLst/>
              <a:pathLst>
                <a:path w="8229" h="3932">
                  <a:moveTo>
                    <a:pt x="8229" y="0"/>
                  </a:moveTo>
                  <a:lnTo>
                    <a:pt x="0" y="39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7" name="pl5757"/>
            <p:cNvSpPr/>
            <p:nvPr/>
          </p:nvSpPr>
          <p:spPr>
            <a:xfrm>
              <a:off x="4277940" y="2260963"/>
              <a:ext cx="111321" cy="96331"/>
            </a:xfrm>
            <a:custGeom>
              <a:avLst/>
              <a:pathLst>
                <a:path w="111321" h="96331">
                  <a:moveTo>
                    <a:pt x="111321" y="0"/>
                  </a:moveTo>
                  <a:lnTo>
                    <a:pt x="0" y="9633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8" name="pl5758"/>
            <p:cNvSpPr/>
            <p:nvPr/>
          </p:nvSpPr>
          <p:spPr>
            <a:xfrm>
              <a:off x="4277940" y="2322623"/>
              <a:ext cx="17468" cy="34671"/>
            </a:xfrm>
            <a:custGeom>
              <a:avLst/>
              <a:pathLst>
                <a:path w="17468" h="34671">
                  <a:moveTo>
                    <a:pt x="0" y="34671"/>
                  </a:moveTo>
                  <a:lnTo>
                    <a:pt x="1746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9" name="pl5759"/>
            <p:cNvSpPr/>
            <p:nvPr/>
          </p:nvSpPr>
          <p:spPr>
            <a:xfrm>
              <a:off x="4295409" y="2272476"/>
              <a:ext cx="14406" cy="50146"/>
            </a:xfrm>
            <a:custGeom>
              <a:avLst/>
              <a:pathLst>
                <a:path w="14406" h="50146">
                  <a:moveTo>
                    <a:pt x="0" y="50146"/>
                  </a:moveTo>
                  <a:lnTo>
                    <a:pt x="1440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0" name="pl5760"/>
            <p:cNvSpPr/>
            <p:nvPr/>
          </p:nvSpPr>
          <p:spPr>
            <a:xfrm>
              <a:off x="4309816" y="2254717"/>
              <a:ext cx="8131" cy="17758"/>
            </a:xfrm>
            <a:custGeom>
              <a:avLst/>
              <a:pathLst>
                <a:path w="8131" h="17758">
                  <a:moveTo>
                    <a:pt x="0" y="17758"/>
                  </a:moveTo>
                  <a:lnTo>
                    <a:pt x="813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1" name="pl5761"/>
            <p:cNvSpPr/>
            <p:nvPr/>
          </p:nvSpPr>
          <p:spPr>
            <a:xfrm>
              <a:off x="4317947" y="2236067"/>
              <a:ext cx="8943" cy="18650"/>
            </a:xfrm>
            <a:custGeom>
              <a:avLst/>
              <a:pathLst>
                <a:path w="8943" h="18650">
                  <a:moveTo>
                    <a:pt x="0" y="18650"/>
                  </a:moveTo>
                  <a:lnTo>
                    <a:pt x="89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2" name="pl5762"/>
            <p:cNvSpPr/>
            <p:nvPr/>
          </p:nvSpPr>
          <p:spPr>
            <a:xfrm>
              <a:off x="4326890" y="2216654"/>
              <a:ext cx="7937" cy="19413"/>
            </a:xfrm>
            <a:custGeom>
              <a:avLst/>
              <a:pathLst>
                <a:path w="7937" h="19413">
                  <a:moveTo>
                    <a:pt x="0" y="19413"/>
                  </a:moveTo>
                  <a:lnTo>
                    <a:pt x="79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3" name="pl5763"/>
            <p:cNvSpPr/>
            <p:nvPr/>
          </p:nvSpPr>
          <p:spPr>
            <a:xfrm>
              <a:off x="4334827" y="2202901"/>
              <a:ext cx="4213" cy="13752"/>
            </a:xfrm>
            <a:custGeom>
              <a:avLst/>
              <a:pathLst>
                <a:path w="4213" h="13752">
                  <a:moveTo>
                    <a:pt x="0" y="13752"/>
                  </a:moveTo>
                  <a:lnTo>
                    <a:pt x="421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4" name="pl5764"/>
            <p:cNvSpPr/>
            <p:nvPr/>
          </p:nvSpPr>
          <p:spPr>
            <a:xfrm>
              <a:off x="4339040" y="2196446"/>
              <a:ext cx="2741" cy="6455"/>
            </a:xfrm>
            <a:custGeom>
              <a:avLst/>
              <a:pathLst>
                <a:path w="2741" h="6455">
                  <a:moveTo>
                    <a:pt x="0" y="6455"/>
                  </a:moveTo>
                  <a:lnTo>
                    <a:pt x="274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5" name="pl5765"/>
            <p:cNvSpPr/>
            <p:nvPr/>
          </p:nvSpPr>
          <p:spPr>
            <a:xfrm>
              <a:off x="4337961" y="2196446"/>
              <a:ext cx="3820" cy="2911"/>
            </a:xfrm>
            <a:custGeom>
              <a:avLst/>
              <a:pathLst>
                <a:path w="3820" h="2911">
                  <a:moveTo>
                    <a:pt x="3820" y="0"/>
                  </a:moveTo>
                  <a:lnTo>
                    <a:pt x="0" y="291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6" name="pl5766"/>
            <p:cNvSpPr/>
            <p:nvPr/>
          </p:nvSpPr>
          <p:spPr>
            <a:xfrm>
              <a:off x="4253402" y="2322623"/>
              <a:ext cx="42006" cy="33308"/>
            </a:xfrm>
            <a:custGeom>
              <a:avLst/>
              <a:pathLst>
                <a:path w="42006" h="33308">
                  <a:moveTo>
                    <a:pt x="42006" y="0"/>
                  </a:moveTo>
                  <a:lnTo>
                    <a:pt x="0" y="3330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7" name="pl5767"/>
            <p:cNvSpPr/>
            <p:nvPr/>
          </p:nvSpPr>
          <p:spPr>
            <a:xfrm>
              <a:off x="4253402" y="2342986"/>
              <a:ext cx="5907" cy="12944"/>
            </a:xfrm>
            <a:custGeom>
              <a:avLst/>
              <a:pathLst>
                <a:path w="5907" h="12944">
                  <a:moveTo>
                    <a:pt x="0" y="12944"/>
                  </a:moveTo>
                  <a:lnTo>
                    <a:pt x="590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8" name="pl5768"/>
            <p:cNvSpPr/>
            <p:nvPr/>
          </p:nvSpPr>
          <p:spPr>
            <a:xfrm>
              <a:off x="4243075" y="2342986"/>
              <a:ext cx="16233" cy="7509"/>
            </a:xfrm>
            <a:custGeom>
              <a:avLst/>
              <a:pathLst>
                <a:path w="16233" h="7509">
                  <a:moveTo>
                    <a:pt x="16233" y="0"/>
                  </a:moveTo>
                  <a:lnTo>
                    <a:pt x="0" y="750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9" name="pl5769"/>
            <p:cNvSpPr/>
            <p:nvPr/>
          </p:nvSpPr>
          <p:spPr>
            <a:xfrm>
              <a:off x="4243075" y="2345808"/>
              <a:ext cx="1048" cy="4687"/>
            </a:xfrm>
            <a:custGeom>
              <a:avLst/>
              <a:pathLst>
                <a:path w="1048" h="4687">
                  <a:moveTo>
                    <a:pt x="0" y="4687"/>
                  </a:moveTo>
                  <a:lnTo>
                    <a:pt x="104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0" name="pl5770"/>
            <p:cNvSpPr/>
            <p:nvPr/>
          </p:nvSpPr>
          <p:spPr>
            <a:xfrm>
              <a:off x="4215718" y="2355792"/>
              <a:ext cx="122608" cy="55323"/>
            </a:xfrm>
            <a:custGeom>
              <a:avLst/>
              <a:pathLst>
                <a:path w="122608" h="55323">
                  <a:moveTo>
                    <a:pt x="122608" y="0"/>
                  </a:moveTo>
                  <a:lnTo>
                    <a:pt x="0" y="553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1" name="pl5771"/>
            <p:cNvSpPr/>
            <p:nvPr/>
          </p:nvSpPr>
          <p:spPr>
            <a:xfrm>
              <a:off x="4215718" y="2396992"/>
              <a:ext cx="2724" cy="14123"/>
            </a:xfrm>
            <a:custGeom>
              <a:avLst/>
              <a:pathLst>
                <a:path w="2724" h="14123">
                  <a:moveTo>
                    <a:pt x="0" y="14123"/>
                  </a:moveTo>
                  <a:lnTo>
                    <a:pt x="272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2" name="pl5772"/>
            <p:cNvSpPr/>
            <p:nvPr/>
          </p:nvSpPr>
          <p:spPr>
            <a:xfrm>
              <a:off x="4218443" y="2390281"/>
              <a:ext cx="2038" cy="6711"/>
            </a:xfrm>
            <a:custGeom>
              <a:avLst/>
              <a:pathLst>
                <a:path w="2038" h="6711">
                  <a:moveTo>
                    <a:pt x="0" y="6711"/>
                  </a:moveTo>
                  <a:lnTo>
                    <a:pt x="20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3" name="pl5773"/>
            <p:cNvSpPr/>
            <p:nvPr/>
          </p:nvSpPr>
          <p:spPr>
            <a:xfrm>
              <a:off x="4220481" y="2385572"/>
              <a:ext cx="947" cy="4708"/>
            </a:xfrm>
            <a:custGeom>
              <a:avLst/>
              <a:pathLst>
                <a:path w="947" h="4708">
                  <a:moveTo>
                    <a:pt x="0" y="4708"/>
                  </a:moveTo>
                  <a:lnTo>
                    <a:pt x="94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4" name="pl5774"/>
            <p:cNvSpPr/>
            <p:nvPr/>
          </p:nvSpPr>
          <p:spPr>
            <a:xfrm>
              <a:off x="4212590" y="2396992"/>
              <a:ext cx="5852" cy="4619"/>
            </a:xfrm>
            <a:custGeom>
              <a:avLst/>
              <a:pathLst>
                <a:path w="5852" h="4619">
                  <a:moveTo>
                    <a:pt x="5852" y="0"/>
                  </a:moveTo>
                  <a:lnTo>
                    <a:pt x="0" y="461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5" name="pl5775"/>
            <p:cNvSpPr/>
            <p:nvPr/>
          </p:nvSpPr>
          <p:spPr>
            <a:xfrm>
              <a:off x="4194497" y="2417591"/>
              <a:ext cx="110900" cy="21054"/>
            </a:xfrm>
            <a:custGeom>
              <a:avLst/>
              <a:pathLst>
                <a:path w="110900" h="21054">
                  <a:moveTo>
                    <a:pt x="110900" y="0"/>
                  </a:moveTo>
                  <a:lnTo>
                    <a:pt x="0" y="210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6" name="pl5776"/>
            <p:cNvSpPr/>
            <p:nvPr/>
          </p:nvSpPr>
          <p:spPr>
            <a:xfrm>
              <a:off x="4194497" y="2433914"/>
              <a:ext cx="826" cy="4731"/>
            </a:xfrm>
            <a:custGeom>
              <a:avLst/>
              <a:pathLst>
                <a:path w="826" h="4731">
                  <a:moveTo>
                    <a:pt x="0" y="4731"/>
                  </a:moveTo>
                  <a:lnTo>
                    <a:pt x="82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7" name="pl5777"/>
            <p:cNvSpPr/>
            <p:nvPr/>
          </p:nvSpPr>
          <p:spPr>
            <a:xfrm>
              <a:off x="4191093" y="2438646"/>
              <a:ext cx="3403" cy="3389"/>
            </a:xfrm>
            <a:custGeom>
              <a:avLst/>
              <a:pathLst>
                <a:path w="3403" h="3389">
                  <a:moveTo>
                    <a:pt x="3403" y="0"/>
                  </a:moveTo>
                  <a:lnTo>
                    <a:pt x="0" y="33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8" name="pl5778"/>
            <p:cNvSpPr/>
            <p:nvPr/>
          </p:nvSpPr>
          <p:spPr>
            <a:xfrm>
              <a:off x="4127146" y="2586903"/>
              <a:ext cx="147109" cy="119346"/>
            </a:xfrm>
            <a:custGeom>
              <a:avLst/>
              <a:pathLst>
                <a:path w="147109" h="119346">
                  <a:moveTo>
                    <a:pt x="147109" y="0"/>
                  </a:moveTo>
                  <a:lnTo>
                    <a:pt x="0" y="11934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9" name="pl5779"/>
            <p:cNvSpPr/>
            <p:nvPr/>
          </p:nvSpPr>
          <p:spPr>
            <a:xfrm>
              <a:off x="4127146" y="2672289"/>
              <a:ext cx="9677" cy="33961"/>
            </a:xfrm>
            <a:custGeom>
              <a:avLst/>
              <a:pathLst>
                <a:path w="9677" h="33961">
                  <a:moveTo>
                    <a:pt x="0" y="33961"/>
                  </a:moveTo>
                  <a:lnTo>
                    <a:pt x="967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0" name="pl5780"/>
            <p:cNvSpPr/>
            <p:nvPr/>
          </p:nvSpPr>
          <p:spPr>
            <a:xfrm>
              <a:off x="4136824" y="2622432"/>
              <a:ext cx="16837" cy="49856"/>
            </a:xfrm>
            <a:custGeom>
              <a:avLst/>
              <a:pathLst>
                <a:path w="16837" h="49856">
                  <a:moveTo>
                    <a:pt x="0" y="49856"/>
                  </a:moveTo>
                  <a:lnTo>
                    <a:pt x="1683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1" name="pl5781"/>
            <p:cNvSpPr/>
            <p:nvPr/>
          </p:nvSpPr>
          <p:spPr>
            <a:xfrm>
              <a:off x="4153662" y="2553300"/>
              <a:ext cx="6156" cy="69132"/>
            </a:xfrm>
            <a:custGeom>
              <a:avLst/>
              <a:pathLst>
                <a:path w="6156" h="69132">
                  <a:moveTo>
                    <a:pt x="0" y="69132"/>
                  </a:moveTo>
                  <a:lnTo>
                    <a:pt x="61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2" name="pl5782"/>
            <p:cNvSpPr/>
            <p:nvPr/>
          </p:nvSpPr>
          <p:spPr>
            <a:xfrm>
              <a:off x="4159818" y="2536902"/>
              <a:ext cx="2684" cy="16397"/>
            </a:xfrm>
            <a:custGeom>
              <a:avLst/>
              <a:pathLst>
                <a:path w="2684" h="16397">
                  <a:moveTo>
                    <a:pt x="0" y="16397"/>
                  </a:moveTo>
                  <a:lnTo>
                    <a:pt x="26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3" name="pl5783"/>
            <p:cNvSpPr/>
            <p:nvPr/>
          </p:nvSpPr>
          <p:spPr>
            <a:xfrm>
              <a:off x="4162502" y="2525724"/>
              <a:ext cx="3587" cy="11177"/>
            </a:xfrm>
            <a:custGeom>
              <a:avLst/>
              <a:pathLst>
                <a:path w="3587" h="11177">
                  <a:moveTo>
                    <a:pt x="0" y="11177"/>
                  </a:moveTo>
                  <a:lnTo>
                    <a:pt x="3587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4" name="pl5784"/>
            <p:cNvSpPr/>
            <p:nvPr/>
          </p:nvSpPr>
          <p:spPr>
            <a:xfrm>
              <a:off x="4166090" y="2512248"/>
              <a:ext cx="4751" cy="13476"/>
            </a:xfrm>
            <a:custGeom>
              <a:avLst/>
              <a:pathLst>
                <a:path w="4751" h="13476">
                  <a:moveTo>
                    <a:pt x="0" y="13476"/>
                  </a:moveTo>
                  <a:lnTo>
                    <a:pt x="47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5" name="pl5785"/>
            <p:cNvSpPr/>
            <p:nvPr/>
          </p:nvSpPr>
          <p:spPr>
            <a:xfrm>
              <a:off x="4170842" y="2494186"/>
              <a:ext cx="7084" cy="18061"/>
            </a:xfrm>
            <a:custGeom>
              <a:avLst/>
              <a:pathLst>
                <a:path w="7084" h="18061">
                  <a:moveTo>
                    <a:pt x="0" y="18061"/>
                  </a:moveTo>
                  <a:lnTo>
                    <a:pt x="708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6" name="pl5786"/>
            <p:cNvSpPr/>
            <p:nvPr/>
          </p:nvSpPr>
          <p:spPr>
            <a:xfrm>
              <a:off x="4177926" y="2472184"/>
              <a:ext cx="4361" cy="22001"/>
            </a:xfrm>
            <a:custGeom>
              <a:avLst/>
              <a:pathLst>
                <a:path w="4361" h="22001">
                  <a:moveTo>
                    <a:pt x="0" y="22001"/>
                  </a:moveTo>
                  <a:lnTo>
                    <a:pt x="4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7" name="pl5787"/>
            <p:cNvSpPr/>
            <p:nvPr/>
          </p:nvSpPr>
          <p:spPr>
            <a:xfrm>
              <a:off x="4182287" y="2461690"/>
              <a:ext cx="2015" cy="10493"/>
            </a:xfrm>
            <a:custGeom>
              <a:avLst/>
              <a:pathLst>
                <a:path w="2015" h="10493">
                  <a:moveTo>
                    <a:pt x="0" y="10493"/>
                  </a:moveTo>
                  <a:lnTo>
                    <a:pt x="20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8" name="pl5788"/>
            <p:cNvSpPr/>
            <p:nvPr/>
          </p:nvSpPr>
          <p:spPr>
            <a:xfrm>
              <a:off x="4184303" y="2454914"/>
              <a:ext cx="1808" cy="6776"/>
            </a:xfrm>
            <a:custGeom>
              <a:avLst/>
              <a:pathLst>
                <a:path w="1808" h="6776">
                  <a:moveTo>
                    <a:pt x="0" y="6776"/>
                  </a:moveTo>
                  <a:lnTo>
                    <a:pt x="180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9" name="pl5789"/>
            <p:cNvSpPr/>
            <p:nvPr/>
          </p:nvSpPr>
          <p:spPr>
            <a:xfrm>
              <a:off x="4182737" y="2454914"/>
              <a:ext cx="3374" cy="3418"/>
            </a:xfrm>
            <a:custGeom>
              <a:avLst/>
              <a:pathLst>
                <a:path w="3374" h="3418">
                  <a:moveTo>
                    <a:pt x="3374" y="0"/>
                  </a:moveTo>
                  <a:lnTo>
                    <a:pt x="0" y="34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0" name="pl5790"/>
            <p:cNvSpPr/>
            <p:nvPr/>
          </p:nvSpPr>
          <p:spPr>
            <a:xfrm>
              <a:off x="4178611" y="2461690"/>
              <a:ext cx="5691" cy="4816"/>
            </a:xfrm>
            <a:custGeom>
              <a:avLst/>
              <a:pathLst>
                <a:path w="5691" h="4816">
                  <a:moveTo>
                    <a:pt x="5691" y="0"/>
                  </a:moveTo>
                  <a:lnTo>
                    <a:pt x="0" y="48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1" name="pl5791"/>
            <p:cNvSpPr/>
            <p:nvPr/>
          </p:nvSpPr>
          <p:spPr>
            <a:xfrm>
              <a:off x="4173795" y="2472184"/>
              <a:ext cx="8492" cy="7263"/>
            </a:xfrm>
            <a:custGeom>
              <a:avLst/>
              <a:pathLst>
                <a:path w="8492" h="7263">
                  <a:moveTo>
                    <a:pt x="8492" y="0"/>
                  </a:moveTo>
                  <a:lnTo>
                    <a:pt x="0" y="72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2" name="pl5792"/>
            <p:cNvSpPr/>
            <p:nvPr/>
          </p:nvSpPr>
          <p:spPr>
            <a:xfrm>
              <a:off x="4173795" y="2474699"/>
              <a:ext cx="725" cy="4748"/>
            </a:xfrm>
            <a:custGeom>
              <a:avLst/>
              <a:pathLst>
                <a:path w="725" h="4748">
                  <a:moveTo>
                    <a:pt x="0" y="4748"/>
                  </a:moveTo>
                  <a:lnTo>
                    <a:pt x="72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3" name="pl5793"/>
            <p:cNvSpPr/>
            <p:nvPr/>
          </p:nvSpPr>
          <p:spPr>
            <a:xfrm>
              <a:off x="4170465" y="2479448"/>
              <a:ext cx="3330" cy="3461"/>
            </a:xfrm>
            <a:custGeom>
              <a:avLst/>
              <a:pathLst>
                <a:path w="3330" h="3461">
                  <a:moveTo>
                    <a:pt x="3330" y="0"/>
                  </a:moveTo>
                  <a:lnTo>
                    <a:pt x="0" y="3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4" name="pl5794"/>
            <p:cNvSpPr/>
            <p:nvPr/>
          </p:nvSpPr>
          <p:spPr>
            <a:xfrm>
              <a:off x="4161966" y="2494186"/>
              <a:ext cx="15960" cy="16364"/>
            </a:xfrm>
            <a:custGeom>
              <a:avLst/>
              <a:pathLst>
                <a:path w="15960" h="16364">
                  <a:moveTo>
                    <a:pt x="15960" y="0"/>
                  </a:moveTo>
                  <a:lnTo>
                    <a:pt x="0" y="163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5" name="pl5795"/>
            <p:cNvSpPr/>
            <p:nvPr/>
          </p:nvSpPr>
          <p:spPr>
            <a:xfrm>
              <a:off x="4161966" y="2502704"/>
              <a:ext cx="2129" cy="7846"/>
            </a:xfrm>
            <a:custGeom>
              <a:avLst/>
              <a:pathLst>
                <a:path w="2129" h="7846">
                  <a:moveTo>
                    <a:pt x="0" y="7846"/>
                  </a:moveTo>
                  <a:lnTo>
                    <a:pt x="212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6" name="pl5796"/>
            <p:cNvSpPr/>
            <p:nvPr/>
          </p:nvSpPr>
          <p:spPr>
            <a:xfrm>
              <a:off x="4164095" y="2495891"/>
              <a:ext cx="1663" cy="6813"/>
            </a:xfrm>
            <a:custGeom>
              <a:avLst/>
              <a:pathLst>
                <a:path w="1663" h="6813">
                  <a:moveTo>
                    <a:pt x="0" y="6813"/>
                  </a:moveTo>
                  <a:lnTo>
                    <a:pt x="166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7" name="pl5797"/>
            <p:cNvSpPr/>
            <p:nvPr/>
          </p:nvSpPr>
          <p:spPr>
            <a:xfrm>
              <a:off x="4162458" y="2495891"/>
              <a:ext cx="3300" cy="3489"/>
            </a:xfrm>
            <a:custGeom>
              <a:avLst/>
              <a:pathLst>
                <a:path w="3300" h="3489">
                  <a:moveTo>
                    <a:pt x="3300" y="0"/>
                  </a:moveTo>
                  <a:lnTo>
                    <a:pt x="0" y="34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8" name="pl5798"/>
            <p:cNvSpPr/>
            <p:nvPr/>
          </p:nvSpPr>
          <p:spPr>
            <a:xfrm>
              <a:off x="4137285" y="2553300"/>
              <a:ext cx="22532" cy="7528"/>
            </a:xfrm>
            <a:custGeom>
              <a:avLst/>
              <a:pathLst>
                <a:path w="22532" h="7528">
                  <a:moveTo>
                    <a:pt x="22532" y="0"/>
                  </a:moveTo>
                  <a:lnTo>
                    <a:pt x="0" y="752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9" name="pl5799"/>
            <p:cNvSpPr/>
            <p:nvPr/>
          </p:nvSpPr>
          <p:spPr>
            <a:xfrm>
              <a:off x="4137285" y="2553968"/>
              <a:ext cx="1458" cy="6860"/>
            </a:xfrm>
            <a:custGeom>
              <a:avLst/>
              <a:pathLst>
                <a:path w="1458" h="6860">
                  <a:moveTo>
                    <a:pt x="0" y="6860"/>
                  </a:moveTo>
                  <a:lnTo>
                    <a:pt x="145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0" name="pl5800"/>
            <p:cNvSpPr/>
            <p:nvPr/>
          </p:nvSpPr>
          <p:spPr>
            <a:xfrm>
              <a:off x="4135549" y="2553968"/>
              <a:ext cx="3194" cy="3586"/>
            </a:xfrm>
            <a:custGeom>
              <a:avLst/>
              <a:pathLst>
                <a:path w="3194" h="3586">
                  <a:moveTo>
                    <a:pt x="3194" y="0"/>
                  </a:moveTo>
                  <a:lnTo>
                    <a:pt x="0" y="35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1" name="pl5801"/>
            <p:cNvSpPr/>
            <p:nvPr/>
          </p:nvSpPr>
          <p:spPr>
            <a:xfrm>
              <a:off x="4109033" y="2622432"/>
              <a:ext cx="44628" cy="53155"/>
            </a:xfrm>
            <a:custGeom>
              <a:avLst/>
              <a:pathLst>
                <a:path w="44628" h="53155">
                  <a:moveTo>
                    <a:pt x="44628" y="0"/>
                  </a:moveTo>
                  <a:lnTo>
                    <a:pt x="0" y="531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2" name="pl5802"/>
            <p:cNvSpPr/>
            <p:nvPr/>
          </p:nvSpPr>
          <p:spPr>
            <a:xfrm>
              <a:off x="4109033" y="2654094"/>
              <a:ext cx="5154" cy="21493"/>
            </a:xfrm>
            <a:custGeom>
              <a:avLst/>
              <a:pathLst>
                <a:path w="5154" h="21493">
                  <a:moveTo>
                    <a:pt x="0" y="21493"/>
                  </a:moveTo>
                  <a:lnTo>
                    <a:pt x="515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3" name="pl5803"/>
            <p:cNvSpPr/>
            <p:nvPr/>
          </p:nvSpPr>
          <p:spPr>
            <a:xfrm>
              <a:off x="4114187" y="2630697"/>
              <a:ext cx="4593" cy="23397"/>
            </a:xfrm>
            <a:custGeom>
              <a:avLst/>
              <a:pathLst>
                <a:path w="4593" h="23397">
                  <a:moveTo>
                    <a:pt x="0" y="23397"/>
                  </a:moveTo>
                  <a:lnTo>
                    <a:pt x="459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4" name="pl5804"/>
            <p:cNvSpPr/>
            <p:nvPr/>
          </p:nvSpPr>
          <p:spPr>
            <a:xfrm>
              <a:off x="4118780" y="2610860"/>
              <a:ext cx="3392" cy="19836"/>
            </a:xfrm>
            <a:custGeom>
              <a:avLst/>
              <a:pathLst>
                <a:path w="3392" h="19836">
                  <a:moveTo>
                    <a:pt x="0" y="19836"/>
                  </a:moveTo>
                  <a:lnTo>
                    <a:pt x="3392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5" name="pl5805"/>
            <p:cNvSpPr/>
            <p:nvPr/>
          </p:nvSpPr>
          <p:spPr>
            <a:xfrm>
              <a:off x="4122173" y="2596581"/>
              <a:ext cx="2815" cy="14279"/>
            </a:xfrm>
            <a:custGeom>
              <a:avLst/>
              <a:pathLst>
                <a:path w="2815" h="14279">
                  <a:moveTo>
                    <a:pt x="0" y="14279"/>
                  </a:moveTo>
                  <a:lnTo>
                    <a:pt x="28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6" name="pl5806"/>
            <p:cNvSpPr/>
            <p:nvPr/>
          </p:nvSpPr>
          <p:spPr>
            <a:xfrm>
              <a:off x="4124988" y="2585979"/>
              <a:ext cx="1340" cy="10601"/>
            </a:xfrm>
            <a:custGeom>
              <a:avLst/>
              <a:pathLst>
                <a:path w="1340" h="10601">
                  <a:moveTo>
                    <a:pt x="0" y="10601"/>
                  </a:moveTo>
                  <a:lnTo>
                    <a:pt x="134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7" name="pl5807"/>
            <p:cNvSpPr/>
            <p:nvPr/>
          </p:nvSpPr>
          <p:spPr>
            <a:xfrm>
              <a:off x="4120956" y="2585979"/>
              <a:ext cx="5371" cy="5171"/>
            </a:xfrm>
            <a:custGeom>
              <a:avLst/>
              <a:pathLst>
                <a:path w="5371" h="5171">
                  <a:moveTo>
                    <a:pt x="5371" y="0"/>
                  </a:moveTo>
                  <a:lnTo>
                    <a:pt x="0" y="517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8" name="pl5808"/>
            <p:cNvSpPr/>
            <p:nvPr/>
          </p:nvSpPr>
          <p:spPr>
            <a:xfrm>
              <a:off x="4116978" y="2596581"/>
              <a:ext cx="8010" cy="7791"/>
            </a:xfrm>
            <a:custGeom>
              <a:avLst/>
              <a:pathLst>
                <a:path w="8010" h="7791">
                  <a:moveTo>
                    <a:pt x="8010" y="0"/>
                  </a:moveTo>
                  <a:lnTo>
                    <a:pt x="0" y="779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9" name="pl5809"/>
            <p:cNvSpPr/>
            <p:nvPr/>
          </p:nvSpPr>
          <p:spPr>
            <a:xfrm>
              <a:off x="4116978" y="2599588"/>
              <a:ext cx="420" cy="4784"/>
            </a:xfrm>
            <a:custGeom>
              <a:avLst/>
              <a:pathLst>
                <a:path w="420" h="4784">
                  <a:moveTo>
                    <a:pt x="0" y="4784"/>
                  </a:moveTo>
                  <a:lnTo>
                    <a:pt x="42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0" name="pl5810"/>
            <p:cNvSpPr/>
            <p:nvPr/>
          </p:nvSpPr>
          <p:spPr>
            <a:xfrm>
              <a:off x="4113876" y="2604373"/>
              <a:ext cx="3101" cy="3667"/>
            </a:xfrm>
            <a:custGeom>
              <a:avLst/>
              <a:pathLst>
                <a:path w="3101" h="3667">
                  <a:moveTo>
                    <a:pt x="3101" y="0"/>
                  </a:moveTo>
                  <a:lnTo>
                    <a:pt x="0" y="366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1" name="pl5811"/>
            <p:cNvSpPr/>
            <p:nvPr/>
          </p:nvSpPr>
          <p:spPr>
            <a:xfrm>
              <a:off x="4102022" y="2630697"/>
              <a:ext cx="16758" cy="14497"/>
            </a:xfrm>
            <a:custGeom>
              <a:avLst/>
              <a:pathLst>
                <a:path w="16758" h="14497">
                  <a:moveTo>
                    <a:pt x="16758" y="0"/>
                  </a:moveTo>
                  <a:lnTo>
                    <a:pt x="0" y="144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2" name="pl5812"/>
            <p:cNvSpPr/>
            <p:nvPr/>
          </p:nvSpPr>
          <p:spPr>
            <a:xfrm>
              <a:off x="4096807" y="2645195"/>
              <a:ext cx="5215" cy="5329"/>
            </a:xfrm>
            <a:custGeom>
              <a:avLst/>
              <a:pathLst>
                <a:path w="5215" h="5329">
                  <a:moveTo>
                    <a:pt x="5215" y="0"/>
                  </a:moveTo>
                  <a:lnTo>
                    <a:pt x="0" y="53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3" name="pl5813"/>
            <p:cNvSpPr/>
            <p:nvPr/>
          </p:nvSpPr>
          <p:spPr>
            <a:xfrm>
              <a:off x="4092149" y="2654094"/>
              <a:ext cx="22037" cy="16696"/>
            </a:xfrm>
            <a:custGeom>
              <a:avLst/>
              <a:pathLst>
                <a:path w="22037" h="16696">
                  <a:moveTo>
                    <a:pt x="22037" y="0"/>
                  </a:moveTo>
                  <a:lnTo>
                    <a:pt x="0" y="166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4" name="pl5814"/>
            <p:cNvSpPr/>
            <p:nvPr/>
          </p:nvSpPr>
          <p:spPr>
            <a:xfrm>
              <a:off x="4087003" y="2670790"/>
              <a:ext cx="5146" cy="5395"/>
            </a:xfrm>
            <a:custGeom>
              <a:avLst/>
              <a:pathLst>
                <a:path w="5146" h="5395">
                  <a:moveTo>
                    <a:pt x="5146" y="0"/>
                  </a:moveTo>
                  <a:lnTo>
                    <a:pt x="0" y="5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5" name="pl5815"/>
            <p:cNvSpPr/>
            <p:nvPr/>
          </p:nvSpPr>
          <p:spPr>
            <a:xfrm>
              <a:off x="4083592" y="2675588"/>
              <a:ext cx="25441" cy="13977"/>
            </a:xfrm>
            <a:custGeom>
              <a:avLst/>
              <a:pathLst>
                <a:path w="25441" h="13977">
                  <a:moveTo>
                    <a:pt x="25441" y="0"/>
                  </a:moveTo>
                  <a:lnTo>
                    <a:pt x="0" y="1397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6" name="pl5816"/>
            <p:cNvSpPr/>
            <p:nvPr/>
          </p:nvSpPr>
          <p:spPr>
            <a:xfrm>
              <a:off x="4083592" y="2684767"/>
              <a:ext cx="215" cy="4798"/>
            </a:xfrm>
            <a:custGeom>
              <a:avLst/>
              <a:pathLst>
                <a:path w="215" h="4798">
                  <a:moveTo>
                    <a:pt x="0" y="4798"/>
                  </a:moveTo>
                  <a:lnTo>
                    <a:pt x="21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7" name="pl5817"/>
            <p:cNvSpPr/>
            <p:nvPr/>
          </p:nvSpPr>
          <p:spPr>
            <a:xfrm>
              <a:off x="4080649" y="2689565"/>
              <a:ext cx="2942" cy="3796"/>
            </a:xfrm>
            <a:custGeom>
              <a:avLst/>
              <a:pathLst>
                <a:path w="2942" h="3796">
                  <a:moveTo>
                    <a:pt x="2942" y="0"/>
                  </a:moveTo>
                  <a:lnTo>
                    <a:pt x="0" y="37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8" name="pl5818"/>
            <p:cNvSpPr/>
            <p:nvPr/>
          </p:nvSpPr>
          <p:spPr>
            <a:xfrm>
              <a:off x="4077353" y="2672289"/>
              <a:ext cx="59470" cy="34481"/>
            </a:xfrm>
            <a:custGeom>
              <a:avLst/>
              <a:pathLst>
                <a:path w="59470" h="34481">
                  <a:moveTo>
                    <a:pt x="59470" y="0"/>
                  </a:moveTo>
                  <a:lnTo>
                    <a:pt x="0" y="344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9" name="pl5819"/>
            <p:cNvSpPr/>
            <p:nvPr/>
          </p:nvSpPr>
          <p:spPr>
            <a:xfrm>
              <a:off x="4077353" y="2701970"/>
              <a:ext cx="174" cy="4800"/>
            </a:xfrm>
            <a:custGeom>
              <a:avLst/>
              <a:pathLst>
                <a:path w="174" h="4800">
                  <a:moveTo>
                    <a:pt x="0" y="4800"/>
                  </a:moveTo>
                  <a:lnTo>
                    <a:pt x="17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0" name="pl5820"/>
            <p:cNvSpPr/>
            <p:nvPr/>
          </p:nvSpPr>
          <p:spPr>
            <a:xfrm>
              <a:off x="4071261" y="2706250"/>
              <a:ext cx="55885" cy="17778"/>
            </a:xfrm>
            <a:custGeom>
              <a:avLst/>
              <a:pathLst>
                <a:path w="55885" h="17778">
                  <a:moveTo>
                    <a:pt x="55885" y="0"/>
                  </a:moveTo>
                  <a:lnTo>
                    <a:pt x="0" y="1777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1" name="pl5821"/>
            <p:cNvSpPr/>
            <p:nvPr/>
          </p:nvSpPr>
          <p:spPr>
            <a:xfrm>
              <a:off x="4071261" y="2719227"/>
              <a:ext cx="133" cy="4801"/>
            </a:xfrm>
            <a:custGeom>
              <a:avLst/>
              <a:pathLst>
                <a:path w="133" h="4801">
                  <a:moveTo>
                    <a:pt x="0" y="4801"/>
                  </a:moveTo>
                  <a:lnTo>
                    <a:pt x="13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2" name="pl5822"/>
            <p:cNvSpPr/>
            <p:nvPr/>
          </p:nvSpPr>
          <p:spPr>
            <a:xfrm>
              <a:off x="4057544" y="2781902"/>
              <a:ext cx="189555" cy="147512"/>
            </a:xfrm>
            <a:custGeom>
              <a:avLst/>
              <a:pathLst>
                <a:path w="189555" h="147512">
                  <a:moveTo>
                    <a:pt x="189555" y="0"/>
                  </a:moveTo>
                  <a:lnTo>
                    <a:pt x="0" y="1475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3" name="pl5823"/>
            <p:cNvSpPr/>
            <p:nvPr/>
          </p:nvSpPr>
          <p:spPr>
            <a:xfrm>
              <a:off x="4056783" y="2857717"/>
              <a:ext cx="760" cy="71698"/>
            </a:xfrm>
            <a:custGeom>
              <a:avLst/>
              <a:pathLst>
                <a:path w="760" h="71698">
                  <a:moveTo>
                    <a:pt x="760" y="716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4" name="pl5824"/>
            <p:cNvSpPr/>
            <p:nvPr/>
          </p:nvSpPr>
          <p:spPr>
            <a:xfrm>
              <a:off x="4056783" y="2814393"/>
              <a:ext cx="1979" cy="43323"/>
            </a:xfrm>
            <a:custGeom>
              <a:avLst/>
              <a:pathLst>
                <a:path w="1979" h="43323">
                  <a:moveTo>
                    <a:pt x="0" y="43323"/>
                  </a:moveTo>
                  <a:lnTo>
                    <a:pt x="197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5" name="pl5825"/>
            <p:cNvSpPr/>
            <p:nvPr/>
          </p:nvSpPr>
          <p:spPr>
            <a:xfrm>
              <a:off x="4058762" y="2788677"/>
              <a:ext cx="296" cy="25715"/>
            </a:xfrm>
            <a:custGeom>
              <a:avLst/>
              <a:pathLst>
                <a:path w="296" h="25715">
                  <a:moveTo>
                    <a:pt x="0" y="25715"/>
                  </a:moveTo>
                  <a:lnTo>
                    <a:pt x="2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6" name="pl5826"/>
            <p:cNvSpPr/>
            <p:nvPr/>
          </p:nvSpPr>
          <p:spPr>
            <a:xfrm>
              <a:off x="4059059" y="2776425"/>
              <a:ext cx="2361" cy="12252"/>
            </a:xfrm>
            <a:custGeom>
              <a:avLst/>
              <a:pathLst>
                <a:path w="2361" h="12252">
                  <a:moveTo>
                    <a:pt x="0" y="12252"/>
                  </a:moveTo>
                  <a:lnTo>
                    <a:pt x="236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7" name="pl5827"/>
            <p:cNvSpPr/>
            <p:nvPr/>
          </p:nvSpPr>
          <p:spPr>
            <a:xfrm>
              <a:off x="4061421" y="2764945"/>
              <a:ext cx="651" cy="11479"/>
            </a:xfrm>
            <a:custGeom>
              <a:avLst/>
              <a:pathLst>
                <a:path w="651" h="11479">
                  <a:moveTo>
                    <a:pt x="0" y="11479"/>
                  </a:moveTo>
                  <a:lnTo>
                    <a:pt x="651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8" name="pl5828"/>
            <p:cNvSpPr/>
            <p:nvPr/>
          </p:nvSpPr>
          <p:spPr>
            <a:xfrm>
              <a:off x="4062073" y="2756354"/>
              <a:ext cx="1290" cy="8591"/>
            </a:xfrm>
            <a:custGeom>
              <a:avLst/>
              <a:pathLst>
                <a:path w="1290" h="8591">
                  <a:moveTo>
                    <a:pt x="0" y="8591"/>
                  </a:moveTo>
                  <a:lnTo>
                    <a:pt x="129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9" name="pl5829"/>
            <p:cNvSpPr/>
            <p:nvPr/>
          </p:nvSpPr>
          <p:spPr>
            <a:xfrm>
              <a:off x="4063363" y="2748305"/>
              <a:ext cx="1144" cy="8049"/>
            </a:xfrm>
            <a:custGeom>
              <a:avLst/>
              <a:pathLst>
                <a:path w="1144" h="8049">
                  <a:moveTo>
                    <a:pt x="0" y="8049"/>
                  </a:moveTo>
                  <a:lnTo>
                    <a:pt x="1144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0" name="pl5830"/>
            <p:cNvSpPr/>
            <p:nvPr/>
          </p:nvSpPr>
          <p:spPr>
            <a:xfrm>
              <a:off x="4064507" y="2741338"/>
              <a:ext cx="809" cy="6967"/>
            </a:xfrm>
            <a:custGeom>
              <a:avLst/>
              <a:pathLst>
                <a:path w="809" h="6967">
                  <a:moveTo>
                    <a:pt x="0" y="6967"/>
                  </a:moveTo>
                  <a:lnTo>
                    <a:pt x="80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1" name="pl5831"/>
            <p:cNvSpPr/>
            <p:nvPr/>
          </p:nvSpPr>
          <p:spPr>
            <a:xfrm>
              <a:off x="4062472" y="2741338"/>
              <a:ext cx="2844" cy="3870"/>
            </a:xfrm>
            <a:custGeom>
              <a:avLst/>
              <a:pathLst>
                <a:path w="2844" h="3870">
                  <a:moveTo>
                    <a:pt x="2844" y="0"/>
                  </a:moveTo>
                  <a:lnTo>
                    <a:pt x="0" y="387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2" name="pl5832"/>
            <p:cNvSpPr/>
            <p:nvPr/>
          </p:nvSpPr>
          <p:spPr>
            <a:xfrm>
              <a:off x="4053883" y="2764945"/>
              <a:ext cx="8189" cy="6356"/>
            </a:xfrm>
            <a:custGeom>
              <a:avLst/>
              <a:pathLst>
                <a:path w="8189" h="6356">
                  <a:moveTo>
                    <a:pt x="8189" y="0"/>
                  </a:moveTo>
                  <a:lnTo>
                    <a:pt x="0" y="635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3" name="pl5833"/>
            <p:cNvSpPr/>
            <p:nvPr/>
          </p:nvSpPr>
          <p:spPr>
            <a:xfrm>
              <a:off x="4051104" y="2776425"/>
              <a:ext cx="10317" cy="8402"/>
            </a:xfrm>
            <a:custGeom>
              <a:avLst/>
              <a:pathLst>
                <a:path w="10317" h="8402">
                  <a:moveTo>
                    <a:pt x="10317" y="0"/>
                  </a:moveTo>
                  <a:lnTo>
                    <a:pt x="0" y="840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4" name="pl5834"/>
            <p:cNvSpPr/>
            <p:nvPr/>
          </p:nvSpPr>
          <p:spPr>
            <a:xfrm>
              <a:off x="4048342" y="2784827"/>
              <a:ext cx="2761" cy="3930"/>
            </a:xfrm>
            <a:custGeom>
              <a:avLst/>
              <a:pathLst>
                <a:path w="2761" h="3930">
                  <a:moveTo>
                    <a:pt x="2761" y="0"/>
                  </a:moveTo>
                  <a:lnTo>
                    <a:pt x="0" y="393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5" name="pl5835"/>
            <p:cNvSpPr/>
            <p:nvPr/>
          </p:nvSpPr>
          <p:spPr>
            <a:xfrm>
              <a:off x="4045628" y="2788677"/>
              <a:ext cx="13430" cy="8826"/>
            </a:xfrm>
            <a:custGeom>
              <a:avLst/>
              <a:pathLst>
                <a:path w="13430" h="8826">
                  <a:moveTo>
                    <a:pt x="13430" y="0"/>
                  </a:moveTo>
                  <a:lnTo>
                    <a:pt x="0" y="88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6" name="pl5836"/>
            <p:cNvSpPr/>
            <p:nvPr/>
          </p:nvSpPr>
          <p:spPr>
            <a:xfrm>
              <a:off x="4040587" y="2814393"/>
              <a:ext cx="18175" cy="20374"/>
            </a:xfrm>
            <a:custGeom>
              <a:avLst/>
              <a:pathLst>
                <a:path w="18175" h="20374">
                  <a:moveTo>
                    <a:pt x="18175" y="0"/>
                  </a:moveTo>
                  <a:lnTo>
                    <a:pt x="0" y="203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7" name="pl5837"/>
            <p:cNvSpPr/>
            <p:nvPr/>
          </p:nvSpPr>
          <p:spPr>
            <a:xfrm>
              <a:off x="4040587" y="2826138"/>
              <a:ext cx="995" cy="8630"/>
            </a:xfrm>
            <a:custGeom>
              <a:avLst/>
              <a:pathLst>
                <a:path w="995" h="8630">
                  <a:moveTo>
                    <a:pt x="0" y="8630"/>
                  </a:moveTo>
                  <a:lnTo>
                    <a:pt x="995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8" name="pl5838"/>
            <p:cNvSpPr/>
            <p:nvPr/>
          </p:nvSpPr>
          <p:spPr>
            <a:xfrm>
              <a:off x="4041583" y="2818054"/>
              <a:ext cx="869" cy="8083"/>
            </a:xfrm>
            <a:custGeom>
              <a:avLst/>
              <a:pathLst>
                <a:path w="869" h="8083">
                  <a:moveTo>
                    <a:pt x="0" y="8083"/>
                  </a:moveTo>
                  <a:lnTo>
                    <a:pt x="86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9" name="pl5839"/>
            <p:cNvSpPr/>
            <p:nvPr/>
          </p:nvSpPr>
          <p:spPr>
            <a:xfrm>
              <a:off x="4042452" y="2811063"/>
              <a:ext cx="570" cy="6990"/>
            </a:xfrm>
            <a:custGeom>
              <a:avLst/>
              <a:pathLst>
                <a:path w="570" h="6990">
                  <a:moveTo>
                    <a:pt x="0" y="6990"/>
                  </a:moveTo>
                  <a:lnTo>
                    <a:pt x="57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0" name="pl5840"/>
            <p:cNvSpPr/>
            <p:nvPr/>
          </p:nvSpPr>
          <p:spPr>
            <a:xfrm>
              <a:off x="4042951" y="2806260"/>
              <a:ext cx="71" cy="4802"/>
            </a:xfrm>
            <a:custGeom>
              <a:avLst/>
              <a:pathLst>
                <a:path w="71" h="4802">
                  <a:moveTo>
                    <a:pt x="71" y="48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1" name="pl5841"/>
            <p:cNvSpPr/>
            <p:nvPr/>
          </p:nvSpPr>
          <p:spPr>
            <a:xfrm>
              <a:off x="4035146" y="2826138"/>
              <a:ext cx="6437" cy="6461"/>
            </a:xfrm>
            <a:custGeom>
              <a:avLst/>
              <a:pathLst>
                <a:path w="6437" h="6461">
                  <a:moveTo>
                    <a:pt x="6437" y="0"/>
                  </a:moveTo>
                  <a:lnTo>
                    <a:pt x="0" y="64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2" name="pl5842"/>
            <p:cNvSpPr/>
            <p:nvPr/>
          </p:nvSpPr>
          <p:spPr>
            <a:xfrm>
              <a:off x="4027500" y="2857717"/>
              <a:ext cx="29283" cy="35854"/>
            </a:xfrm>
            <a:custGeom>
              <a:avLst/>
              <a:pathLst>
                <a:path w="29283" h="35854">
                  <a:moveTo>
                    <a:pt x="29283" y="0"/>
                  </a:moveTo>
                  <a:lnTo>
                    <a:pt x="0" y="358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3" name="pl5843"/>
            <p:cNvSpPr/>
            <p:nvPr/>
          </p:nvSpPr>
          <p:spPr>
            <a:xfrm>
              <a:off x="4027500" y="2881344"/>
              <a:ext cx="1696" cy="12227"/>
            </a:xfrm>
            <a:custGeom>
              <a:avLst/>
              <a:pathLst>
                <a:path w="1696" h="12227">
                  <a:moveTo>
                    <a:pt x="0" y="12227"/>
                  </a:moveTo>
                  <a:lnTo>
                    <a:pt x="16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4" name="pl5844"/>
            <p:cNvSpPr/>
            <p:nvPr/>
          </p:nvSpPr>
          <p:spPr>
            <a:xfrm>
              <a:off x="4029185" y="2870115"/>
              <a:ext cx="11" cy="11229"/>
            </a:xfrm>
            <a:custGeom>
              <a:avLst/>
              <a:pathLst>
                <a:path w="11" h="11229">
                  <a:moveTo>
                    <a:pt x="11" y="112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5" name="pl5845"/>
            <p:cNvSpPr/>
            <p:nvPr/>
          </p:nvSpPr>
          <p:spPr>
            <a:xfrm>
              <a:off x="4029185" y="2862014"/>
              <a:ext cx="696" cy="8100"/>
            </a:xfrm>
            <a:custGeom>
              <a:avLst/>
              <a:pathLst>
                <a:path w="696" h="8100">
                  <a:moveTo>
                    <a:pt x="0" y="8100"/>
                  </a:moveTo>
                  <a:lnTo>
                    <a:pt x="69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6" name="pl5846"/>
            <p:cNvSpPr/>
            <p:nvPr/>
          </p:nvSpPr>
          <p:spPr>
            <a:xfrm>
              <a:off x="4025264" y="2862014"/>
              <a:ext cx="4617" cy="5854"/>
            </a:xfrm>
            <a:custGeom>
              <a:avLst/>
              <a:pathLst>
                <a:path w="4617" h="5854">
                  <a:moveTo>
                    <a:pt x="4617" y="0"/>
                  </a:moveTo>
                  <a:lnTo>
                    <a:pt x="0" y="58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7" name="pl5847"/>
            <p:cNvSpPr/>
            <p:nvPr/>
          </p:nvSpPr>
          <p:spPr>
            <a:xfrm>
              <a:off x="4013732" y="2929415"/>
              <a:ext cx="43811" cy="61118"/>
            </a:xfrm>
            <a:custGeom>
              <a:avLst/>
              <a:pathLst>
                <a:path w="43811" h="61118">
                  <a:moveTo>
                    <a:pt x="43811" y="0"/>
                  </a:moveTo>
                  <a:lnTo>
                    <a:pt x="0" y="611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8" name="pl5848"/>
            <p:cNvSpPr/>
            <p:nvPr/>
          </p:nvSpPr>
          <p:spPr>
            <a:xfrm>
              <a:off x="3997404" y="2990533"/>
              <a:ext cx="16328" cy="21641"/>
            </a:xfrm>
            <a:custGeom>
              <a:avLst/>
              <a:pathLst>
                <a:path w="16328" h="21641">
                  <a:moveTo>
                    <a:pt x="16328" y="0"/>
                  </a:moveTo>
                  <a:lnTo>
                    <a:pt x="0" y="2164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9" name="pl5849"/>
            <p:cNvSpPr/>
            <p:nvPr/>
          </p:nvSpPr>
          <p:spPr>
            <a:xfrm>
              <a:off x="3997404" y="3003492"/>
              <a:ext cx="256" cy="8683"/>
            </a:xfrm>
            <a:custGeom>
              <a:avLst/>
              <a:pathLst>
                <a:path w="256" h="8683">
                  <a:moveTo>
                    <a:pt x="0" y="8683"/>
                  </a:moveTo>
                  <a:lnTo>
                    <a:pt x="25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0" name="pl5850"/>
            <p:cNvSpPr/>
            <p:nvPr/>
          </p:nvSpPr>
          <p:spPr>
            <a:xfrm>
              <a:off x="3997660" y="2995363"/>
              <a:ext cx="176" cy="8128"/>
            </a:xfrm>
            <a:custGeom>
              <a:avLst/>
              <a:pathLst>
                <a:path w="176" h="8128">
                  <a:moveTo>
                    <a:pt x="0" y="8128"/>
                  </a:moveTo>
                  <a:lnTo>
                    <a:pt x="176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1" name="pl5851"/>
            <p:cNvSpPr/>
            <p:nvPr/>
          </p:nvSpPr>
          <p:spPr>
            <a:xfrm>
              <a:off x="3997810" y="2988349"/>
              <a:ext cx="27" cy="7013"/>
            </a:xfrm>
            <a:custGeom>
              <a:avLst/>
              <a:pathLst>
                <a:path w="27" h="7013">
                  <a:moveTo>
                    <a:pt x="27" y="70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2" name="pl5852"/>
            <p:cNvSpPr/>
            <p:nvPr/>
          </p:nvSpPr>
          <p:spPr>
            <a:xfrm>
              <a:off x="3997329" y="2983570"/>
              <a:ext cx="480" cy="4779"/>
            </a:xfrm>
            <a:custGeom>
              <a:avLst/>
              <a:pathLst>
                <a:path w="480" h="4779">
                  <a:moveTo>
                    <a:pt x="480" y="47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3" name="pl5853"/>
            <p:cNvSpPr/>
            <p:nvPr/>
          </p:nvSpPr>
          <p:spPr>
            <a:xfrm>
              <a:off x="3995447" y="2988349"/>
              <a:ext cx="2362" cy="4182"/>
            </a:xfrm>
            <a:custGeom>
              <a:avLst/>
              <a:pathLst>
                <a:path w="2362" h="4182">
                  <a:moveTo>
                    <a:pt x="2362" y="0"/>
                  </a:moveTo>
                  <a:lnTo>
                    <a:pt x="0" y="418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4" name="pl5854"/>
            <p:cNvSpPr/>
            <p:nvPr/>
          </p:nvSpPr>
          <p:spPr>
            <a:xfrm>
              <a:off x="3990030" y="3012175"/>
              <a:ext cx="7373" cy="7287"/>
            </a:xfrm>
            <a:custGeom>
              <a:avLst/>
              <a:pathLst>
                <a:path w="7373" h="7287">
                  <a:moveTo>
                    <a:pt x="7373" y="0"/>
                  </a:moveTo>
                  <a:lnTo>
                    <a:pt x="0" y="728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5" name="pl5855"/>
            <p:cNvSpPr/>
            <p:nvPr/>
          </p:nvSpPr>
          <p:spPr>
            <a:xfrm>
              <a:off x="3989989" y="2949383"/>
              <a:ext cx="220291" cy="136601"/>
            </a:xfrm>
            <a:custGeom>
              <a:avLst/>
              <a:pathLst>
                <a:path w="220291" h="136601">
                  <a:moveTo>
                    <a:pt x="220291" y="0"/>
                  </a:moveTo>
                  <a:lnTo>
                    <a:pt x="0" y="13660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6" name="pl5856"/>
            <p:cNvSpPr/>
            <p:nvPr/>
          </p:nvSpPr>
          <p:spPr>
            <a:xfrm>
              <a:off x="3989093" y="3073567"/>
              <a:ext cx="895" cy="12417"/>
            </a:xfrm>
            <a:custGeom>
              <a:avLst/>
              <a:pathLst>
                <a:path w="895" h="12417">
                  <a:moveTo>
                    <a:pt x="895" y="124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7" name="pl5857"/>
            <p:cNvSpPr/>
            <p:nvPr/>
          </p:nvSpPr>
          <p:spPr>
            <a:xfrm>
              <a:off x="3989093" y="3062924"/>
              <a:ext cx="343" cy="10642"/>
            </a:xfrm>
            <a:custGeom>
              <a:avLst/>
              <a:pathLst>
                <a:path w="343" h="10642">
                  <a:moveTo>
                    <a:pt x="0" y="10642"/>
                  </a:moveTo>
                  <a:lnTo>
                    <a:pt x="343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8" name="pl5858"/>
            <p:cNvSpPr/>
            <p:nvPr/>
          </p:nvSpPr>
          <p:spPr>
            <a:xfrm>
              <a:off x="3989437" y="3050871"/>
              <a:ext cx="649" cy="12052"/>
            </a:xfrm>
            <a:custGeom>
              <a:avLst/>
              <a:pathLst>
                <a:path w="649" h="12052">
                  <a:moveTo>
                    <a:pt x="0" y="12052"/>
                  </a:moveTo>
                  <a:lnTo>
                    <a:pt x="649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9" name="pl5859"/>
            <p:cNvSpPr/>
            <p:nvPr/>
          </p:nvSpPr>
          <p:spPr>
            <a:xfrm>
              <a:off x="3989061" y="3040235"/>
              <a:ext cx="1026" cy="10636"/>
            </a:xfrm>
            <a:custGeom>
              <a:avLst/>
              <a:pathLst>
                <a:path w="1026" h="10636">
                  <a:moveTo>
                    <a:pt x="1026" y="1063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0" name="pl5860"/>
            <p:cNvSpPr/>
            <p:nvPr/>
          </p:nvSpPr>
          <p:spPr>
            <a:xfrm>
              <a:off x="3984959" y="3040235"/>
              <a:ext cx="4101" cy="6226"/>
            </a:xfrm>
            <a:custGeom>
              <a:avLst/>
              <a:pathLst>
                <a:path w="4101" h="6226">
                  <a:moveTo>
                    <a:pt x="4101" y="0"/>
                  </a:moveTo>
                  <a:lnTo>
                    <a:pt x="0" y="622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1" name="pl5861"/>
            <p:cNvSpPr/>
            <p:nvPr/>
          </p:nvSpPr>
          <p:spPr>
            <a:xfrm>
              <a:off x="3983989" y="3050871"/>
              <a:ext cx="6098" cy="9364"/>
            </a:xfrm>
            <a:custGeom>
              <a:avLst/>
              <a:pathLst>
                <a:path w="6098" h="9364">
                  <a:moveTo>
                    <a:pt x="6098" y="0"/>
                  </a:moveTo>
                  <a:lnTo>
                    <a:pt x="0" y="936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2" name="pl5862"/>
            <p:cNvSpPr/>
            <p:nvPr/>
          </p:nvSpPr>
          <p:spPr>
            <a:xfrm>
              <a:off x="3983345" y="3055475"/>
              <a:ext cx="643" cy="4760"/>
            </a:xfrm>
            <a:custGeom>
              <a:avLst/>
              <a:pathLst>
                <a:path w="643" h="4760">
                  <a:moveTo>
                    <a:pt x="643" y="47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3" name="pl5863"/>
            <p:cNvSpPr/>
            <p:nvPr/>
          </p:nvSpPr>
          <p:spPr>
            <a:xfrm>
              <a:off x="3978735" y="3073567"/>
              <a:ext cx="10358" cy="8989"/>
            </a:xfrm>
            <a:custGeom>
              <a:avLst/>
              <a:pathLst>
                <a:path w="10358" h="8989">
                  <a:moveTo>
                    <a:pt x="10358" y="0"/>
                  </a:moveTo>
                  <a:lnTo>
                    <a:pt x="0" y="89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4" name="pl5864"/>
            <p:cNvSpPr/>
            <p:nvPr/>
          </p:nvSpPr>
          <p:spPr>
            <a:xfrm>
              <a:off x="3978000" y="3085984"/>
              <a:ext cx="11988" cy="10360"/>
            </a:xfrm>
            <a:custGeom>
              <a:avLst/>
              <a:pathLst>
                <a:path w="11988" h="10360">
                  <a:moveTo>
                    <a:pt x="11988" y="0"/>
                  </a:moveTo>
                  <a:lnTo>
                    <a:pt x="0" y="1036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5" name="pl5865"/>
            <p:cNvSpPr/>
            <p:nvPr/>
          </p:nvSpPr>
          <p:spPr>
            <a:xfrm>
              <a:off x="3977276" y="3091597"/>
              <a:ext cx="724" cy="4748"/>
            </a:xfrm>
            <a:custGeom>
              <a:avLst/>
              <a:pathLst>
                <a:path w="724" h="4748">
                  <a:moveTo>
                    <a:pt x="724" y="47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6" name="pl5866"/>
            <p:cNvSpPr/>
            <p:nvPr/>
          </p:nvSpPr>
          <p:spPr>
            <a:xfrm>
              <a:off x="3975855" y="3096345"/>
              <a:ext cx="2145" cy="4297"/>
            </a:xfrm>
            <a:custGeom>
              <a:avLst/>
              <a:pathLst>
                <a:path w="2145" h="4297">
                  <a:moveTo>
                    <a:pt x="2145" y="0"/>
                  </a:moveTo>
                  <a:lnTo>
                    <a:pt x="0" y="429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7" name="pl5867"/>
            <p:cNvSpPr/>
            <p:nvPr/>
          </p:nvSpPr>
          <p:spPr>
            <a:xfrm>
              <a:off x="3978583" y="3076327"/>
              <a:ext cx="218707" cy="101132"/>
            </a:xfrm>
            <a:custGeom>
              <a:avLst/>
              <a:pathLst>
                <a:path w="218707" h="101132">
                  <a:moveTo>
                    <a:pt x="218707" y="0"/>
                  </a:moveTo>
                  <a:lnTo>
                    <a:pt x="0" y="10113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8" name="pl5868"/>
            <p:cNvSpPr/>
            <p:nvPr/>
          </p:nvSpPr>
          <p:spPr>
            <a:xfrm>
              <a:off x="3978583" y="3161892"/>
              <a:ext cx="438" cy="15567"/>
            </a:xfrm>
            <a:custGeom>
              <a:avLst/>
              <a:pathLst>
                <a:path w="438" h="15567">
                  <a:moveTo>
                    <a:pt x="0" y="15567"/>
                  </a:moveTo>
                  <a:lnTo>
                    <a:pt x="438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9" name="pl5869"/>
            <p:cNvSpPr/>
            <p:nvPr/>
          </p:nvSpPr>
          <p:spPr>
            <a:xfrm>
              <a:off x="3978376" y="3144289"/>
              <a:ext cx="645" cy="17603"/>
            </a:xfrm>
            <a:custGeom>
              <a:avLst/>
              <a:pathLst>
                <a:path w="645" h="17603">
                  <a:moveTo>
                    <a:pt x="645" y="1760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0" name="pl5870"/>
            <p:cNvSpPr/>
            <p:nvPr/>
          </p:nvSpPr>
          <p:spPr>
            <a:xfrm>
              <a:off x="3975993" y="3129561"/>
              <a:ext cx="2383" cy="14727"/>
            </a:xfrm>
            <a:custGeom>
              <a:avLst/>
              <a:pathLst>
                <a:path w="2383" h="14727">
                  <a:moveTo>
                    <a:pt x="2383" y="147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1" name="pl5871"/>
            <p:cNvSpPr/>
            <p:nvPr/>
          </p:nvSpPr>
          <p:spPr>
            <a:xfrm>
              <a:off x="3975684" y="3121436"/>
              <a:ext cx="309" cy="8124"/>
            </a:xfrm>
            <a:custGeom>
              <a:avLst/>
              <a:pathLst>
                <a:path w="309" h="8124">
                  <a:moveTo>
                    <a:pt x="309" y="81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2" name="pl5872"/>
            <p:cNvSpPr/>
            <p:nvPr/>
          </p:nvSpPr>
          <p:spPr>
            <a:xfrm>
              <a:off x="3975238" y="3114437"/>
              <a:ext cx="446" cy="6999"/>
            </a:xfrm>
            <a:custGeom>
              <a:avLst/>
              <a:pathLst>
                <a:path w="446" h="6999">
                  <a:moveTo>
                    <a:pt x="446" y="69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3" name="pl5873"/>
            <p:cNvSpPr/>
            <p:nvPr/>
          </p:nvSpPr>
          <p:spPr>
            <a:xfrm>
              <a:off x="3973129" y="3114437"/>
              <a:ext cx="2108" cy="4315"/>
            </a:xfrm>
            <a:custGeom>
              <a:avLst/>
              <a:pathLst>
                <a:path w="2108" h="4315">
                  <a:moveTo>
                    <a:pt x="2108" y="0"/>
                  </a:moveTo>
                  <a:lnTo>
                    <a:pt x="0" y="43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4" name="pl5874"/>
            <p:cNvSpPr/>
            <p:nvPr/>
          </p:nvSpPr>
          <p:spPr>
            <a:xfrm>
              <a:off x="3978177" y="3280130"/>
              <a:ext cx="226004" cy="72762"/>
            </a:xfrm>
            <a:custGeom>
              <a:avLst/>
              <a:pathLst>
                <a:path w="226004" h="72762">
                  <a:moveTo>
                    <a:pt x="226004" y="0"/>
                  </a:moveTo>
                  <a:lnTo>
                    <a:pt x="0" y="727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5" name="pl5875"/>
            <p:cNvSpPr/>
            <p:nvPr/>
          </p:nvSpPr>
          <p:spPr>
            <a:xfrm>
              <a:off x="3970665" y="3323850"/>
              <a:ext cx="7511" cy="29042"/>
            </a:xfrm>
            <a:custGeom>
              <a:avLst/>
              <a:pathLst>
                <a:path w="7511" h="29042">
                  <a:moveTo>
                    <a:pt x="7511" y="290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6" name="pl5876"/>
            <p:cNvSpPr/>
            <p:nvPr/>
          </p:nvSpPr>
          <p:spPr>
            <a:xfrm>
              <a:off x="3967187" y="3306984"/>
              <a:ext cx="3477" cy="16865"/>
            </a:xfrm>
            <a:custGeom>
              <a:avLst/>
              <a:pathLst>
                <a:path w="3477" h="16865">
                  <a:moveTo>
                    <a:pt x="3477" y="1686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7" name="pl5877"/>
            <p:cNvSpPr/>
            <p:nvPr/>
          </p:nvSpPr>
          <p:spPr>
            <a:xfrm>
              <a:off x="3966508" y="3294046"/>
              <a:ext cx="679" cy="12938"/>
            </a:xfrm>
            <a:custGeom>
              <a:avLst/>
              <a:pathLst>
                <a:path w="679" h="12938">
                  <a:moveTo>
                    <a:pt x="679" y="129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8" name="pl5878"/>
            <p:cNvSpPr/>
            <p:nvPr/>
          </p:nvSpPr>
          <p:spPr>
            <a:xfrm>
              <a:off x="3964400" y="3281776"/>
              <a:ext cx="2108" cy="12269"/>
            </a:xfrm>
            <a:custGeom>
              <a:avLst/>
              <a:pathLst>
                <a:path w="2108" h="12269">
                  <a:moveTo>
                    <a:pt x="2108" y="122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9" name="pl5879"/>
            <p:cNvSpPr/>
            <p:nvPr/>
          </p:nvSpPr>
          <p:spPr>
            <a:xfrm>
              <a:off x="3963699" y="3271151"/>
              <a:ext cx="700" cy="10625"/>
            </a:xfrm>
            <a:custGeom>
              <a:avLst/>
              <a:pathLst>
                <a:path w="700" h="10625">
                  <a:moveTo>
                    <a:pt x="700" y="106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0" name="pl5880"/>
            <p:cNvSpPr/>
            <p:nvPr/>
          </p:nvSpPr>
          <p:spPr>
            <a:xfrm>
              <a:off x="3963164" y="3259093"/>
              <a:ext cx="535" cy="12058"/>
            </a:xfrm>
            <a:custGeom>
              <a:avLst/>
              <a:pathLst>
                <a:path w="535" h="12058">
                  <a:moveTo>
                    <a:pt x="535" y="120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1" name="pl5881"/>
            <p:cNvSpPr/>
            <p:nvPr/>
          </p:nvSpPr>
          <p:spPr>
            <a:xfrm>
              <a:off x="3961100" y="3248608"/>
              <a:ext cx="2063" cy="10484"/>
            </a:xfrm>
            <a:custGeom>
              <a:avLst/>
              <a:pathLst>
                <a:path w="2063" h="10484">
                  <a:moveTo>
                    <a:pt x="2063" y="1048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2" name="pl5882"/>
            <p:cNvSpPr/>
            <p:nvPr/>
          </p:nvSpPr>
          <p:spPr>
            <a:xfrm>
              <a:off x="3960236" y="3241647"/>
              <a:ext cx="863" cy="6960"/>
            </a:xfrm>
            <a:custGeom>
              <a:avLst/>
              <a:pathLst>
                <a:path w="863" h="6960">
                  <a:moveTo>
                    <a:pt x="863" y="69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3" name="pl5883"/>
            <p:cNvSpPr/>
            <p:nvPr/>
          </p:nvSpPr>
          <p:spPr>
            <a:xfrm>
              <a:off x="3959190" y="3236960"/>
              <a:ext cx="1046" cy="4687"/>
            </a:xfrm>
            <a:custGeom>
              <a:avLst/>
              <a:pathLst>
                <a:path w="1046" h="4687">
                  <a:moveTo>
                    <a:pt x="1046" y="46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4" name="pl5884"/>
            <p:cNvSpPr/>
            <p:nvPr/>
          </p:nvSpPr>
          <p:spPr>
            <a:xfrm>
              <a:off x="3958012" y="3259093"/>
              <a:ext cx="5151" cy="9916"/>
            </a:xfrm>
            <a:custGeom>
              <a:avLst/>
              <a:pathLst>
                <a:path w="5151" h="9916">
                  <a:moveTo>
                    <a:pt x="5151" y="0"/>
                  </a:moveTo>
                  <a:lnTo>
                    <a:pt x="0" y="991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5" name="pl5885"/>
            <p:cNvSpPr/>
            <p:nvPr/>
          </p:nvSpPr>
          <p:spPr>
            <a:xfrm>
              <a:off x="3956906" y="3264335"/>
              <a:ext cx="1106" cy="4674"/>
            </a:xfrm>
            <a:custGeom>
              <a:avLst/>
              <a:pathLst>
                <a:path w="1106" h="4674">
                  <a:moveTo>
                    <a:pt x="1106" y="46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6" name="pl5886"/>
            <p:cNvSpPr/>
            <p:nvPr/>
          </p:nvSpPr>
          <p:spPr>
            <a:xfrm>
              <a:off x="3954973" y="3281776"/>
              <a:ext cx="9427" cy="9961"/>
            </a:xfrm>
            <a:custGeom>
              <a:avLst/>
              <a:pathLst>
                <a:path w="9427" h="9961">
                  <a:moveTo>
                    <a:pt x="9427" y="0"/>
                  </a:moveTo>
                  <a:lnTo>
                    <a:pt x="0" y="996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7" name="pl5887"/>
            <p:cNvSpPr/>
            <p:nvPr/>
          </p:nvSpPr>
          <p:spPr>
            <a:xfrm>
              <a:off x="3958401" y="3352893"/>
              <a:ext cx="19776" cy="28199"/>
            </a:xfrm>
            <a:custGeom>
              <a:avLst/>
              <a:pathLst>
                <a:path w="19776" h="28199">
                  <a:moveTo>
                    <a:pt x="19776" y="0"/>
                  </a:moveTo>
                  <a:lnTo>
                    <a:pt x="0" y="2819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8" name="pl5888"/>
            <p:cNvSpPr/>
            <p:nvPr/>
          </p:nvSpPr>
          <p:spPr>
            <a:xfrm>
              <a:off x="3954381" y="3367282"/>
              <a:ext cx="4019" cy="13810"/>
            </a:xfrm>
            <a:custGeom>
              <a:avLst/>
              <a:pathLst>
                <a:path w="4019" h="13810">
                  <a:moveTo>
                    <a:pt x="4019" y="138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9" name="pl5889"/>
            <p:cNvSpPr/>
            <p:nvPr/>
          </p:nvSpPr>
          <p:spPr>
            <a:xfrm>
              <a:off x="3953133" y="3360380"/>
              <a:ext cx="1248" cy="6901"/>
            </a:xfrm>
            <a:custGeom>
              <a:avLst/>
              <a:pathLst>
                <a:path w="1248" h="6901">
                  <a:moveTo>
                    <a:pt x="1248" y="69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0" name="pl5890"/>
            <p:cNvSpPr/>
            <p:nvPr/>
          </p:nvSpPr>
          <p:spPr>
            <a:xfrm>
              <a:off x="3951827" y="3355758"/>
              <a:ext cx="1305" cy="4622"/>
            </a:xfrm>
            <a:custGeom>
              <a:avLst/>
              <a:pathLst>
                <a:path w="1305" h="4622">
                  <a:moveTo>
                    <a:pt x="1305" y="46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1" name="pl5891"/>
            <p:cNvSpPr/>
            <p:nvPr/>
          </p:nvSpPr>
          <p:spPr>
            <a:xfrm>
              <a:off x="3951534" y="3360380"/>
              <a:ext cx="1598" cy="4529"/>
            </a:xfrm>
            <a:custGeom>
              <a:avLst/>
              <a:pathLst>
                <a:path w="1598" h="4529">
                  <a:moveTo>
                    <a:pt x="1598" y="0"/>
                  </a:moveTo>
                  <a:lnTo>
                    <a:pt x="0" y="45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2" name="pl5892"/>
            <p:cNvSpPr/>
            <p:nvPr/>
          </p:nvSpPr>
          <p:spPr>
            <a:xfrm>
              <a:off x="3951280" y="3367282"/>
              <a:ext cx="3100" cy="6781"/>
            </a:xfrm>
            <a:custGeom>
              <a:avLst/>
              <a:pathLst>
                <a:path w="3100" h="6781">
                  <a:moveTo>
                    <a:pt x="3100" y="0"/>
                  </a:moveTo>
                  <a:lnTo>
                    <a:pt x="0" y="67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3" name="pl5893"/>
            <p:cNvSpPr/>
            <p:nvPr/>
          </p:nvSpPr>
          <p:spPr>
            <a:xfrm>
              <a:off x="4182309" y="3136465"/>
              <a:ext cx="1017136" cy="925673"/>
            </a:xfrm>
            <a:custGeom>
              <a:avLst/>
              <a:pathLst>
                <a:path w="1017136" h="925673">
                  <a:moveTo>
                    <a:pt x="1017136" y="0"/>
                  </a:moveTo>
                  <a:lnTo>
                    <a:pt x="0" y="92567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4" name="pl5894"/>
            <p:cNvSpPr/>
            <p:nvPr/>
          </p:nvSpPr>
          <p:spPr>
            <a:xfrm>
              <a:off x="4137900" y="3971049"/>
              <a:ext cx="44409" cy="91090"/>
            </a:xfrm>
            <a:custGeom>
              <a:avLst/>
              <a:pathLst>
                <a:path w="44409" h="91090">
                  <a:moveTo>
                    <a:pt x="44409" y="910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5" name="pl5895"/>
            <p:cNvSpPr/>
            <p:nvPr/>
          </p:nvSpPr>
          <p:spPr>
            <a:xfrm>
              <a:off x="4092303" y="3898536"/>
              <a:ext cx="45596" cy="72513"/>
            </a:xfrm>
            <a:custGeom>
              <a:avLst/>
              <a:pathLst>
                <a:path w="45596" h="72513">
                  <a:moveTo>
                    <a:pt x="45596" y="725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6" name="pl5896"/>
            <p:cNvSpPr/>
            <p:nvPr/>
          </p:nvSpPr>
          <p:spPr>
            <a:xfrm>
              <a:off x="4077880" y="3853823"/>
              <a:ext cx="14423" cy="44713"/>
            </a:xfrm>
            <a:custGeom>
              <a:avLst/>
              <a:pathLst>
                <a:path w="14423" h="44713">
                  <a:moveTo>
                    <a:pt x="14423" y="447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7" name="pl5897"/>
            <p:cNvSpPr/>
            <p:nvPr/>
          </p:nvSpPr>
          <p:spPr>
            <a:xfrm>
              <a:off x="4055976" y="3794747"/>
              <a:ext cx="21904" cy="59075"/>
            </a:xfrm>
            <a:custGeom>
              <a:avLst/>
              <a:pathLst>
                <a:path w="21904" h="59075">
                  <a:moveTo>
                    <a:pt x="21904" y="590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8" name="pl5898"/>
            <p:cNvSpPr/>
            <p:nvPr/>
          </p:nvSpPr>
          <p:spPr>
            <a:xfrm>
              <a:off x="4038106" y="3730336"/>
              <a:ext cx="17869" cy="64411"/>
            </a:xfrm>
            <a:custGeom>
              <a:avLst/>
              <a:pathLst>
                <a:path w="17869" h="64411">
                  <a:moveTo>
                    <a:pt x="17869" y="644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9" name="pl5899"/>
            <p:cNvSpPr/>
            <p:nvPr/>
          </p:nvSpPr>
          <p:spPr>
            <a:xfrm>
              <a:off x="4007345" y="3662811"/>
              <a:ext cx="30760" cy="67524"/>
            </a:xfrm>
            <a:custGeom>
              <a:avLst/>
              <a:pathLst>
                <a:path w="30760" h="67524">
                  <a:moveTo>
                    <a:pt x="30760" y="675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0" name="pl5900"/>
            <p:cNvSpPr/>
            <p:nvPr/>
          </p:nvSpPr>
          <p:spPr>
            <a:xfrm>
              <a:off x="4001288" y="3632929"/>
              <a:ext cx="6057" cy="29882"/>
            </a:xfrm>
            <a:custGeom>
              <a:avLst/>
              <a:pathLst>
                <a:path w="6057" h="29882">
                  <a:moveTo>
                    <a:pt x="6057" y="2988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1" name="pl5901"/>
            <p:cNvSpPr/>
            <p:nvPr/>
          </p:nvSpPr>
          <p:spPr>
            <a:xfrm>
              <a:off x="3992025" y="3594127"/>
              <a:ext cx="9263" cy="38801"/>
            </a:xfrm>
            <a:custGeom>
              <a:avLst/>
              <a:pathLst>
                <a:path w="9263" h="38801">
                  <a:moveTo>
                    <a:pt x="9263" y="388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2" name="pl5902"/>
            <p:cNvSpPr/>
            <p:nvPr/>
          </p:nvSpPr>
          <p:spPr>
            <a:xfrm>
              <a:off x="3980805" y="3559064"/>
              <a:ext cx="11219" cy="35063"/>
            </a:xfrm>
            <a:custGeom>
              <a:avLst/>
              <a:pathLst>
                <a:path w="11219" h="35063">
                  <a:moveTo>
                    <a:pt x="11219" y="3506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3" name="pl5903"/>
            <p:cNvSpPr/>
            <p:nvPr/>
          </p:nvSpPr>
          <p:spPr>
            <a:xfrm>
              <a:off x="3975008" y="3533438"/>
              <a:ext cx="5797" cy="25626"/>
            </a:xfrm>
            <a:custGeom>
              <a:avLst/>
              <a:pathLst>
                <a:path w="5797" h="25626">
                  <a:moveTo>
                    <a:pt x="5797" y="2562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4" name="pl5904"/>
            <p:cNvSpPr/>
            <p:nvPr/>
          </p:nvSpPr>
          <p:spPr>
            <a:xfrm>
              <a:off x="3968155" y="3510138"/>
              <a:ext cx="6852" cy="23299"/>
            </a:xfrm>
            <a:custGeom>
              <a:avLst/>
              <a:pathLst>
                <a:path w="6852" h="23299">
                  <a:moveTo>
                    <a:pt x="6852" y="2329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5" name="pl5905"/>
            <p:cNvSpPr/>
            <p:nvPr/>
          </p:nvSpPr>
          <p:spPr>
            <a:xfrm>
              <a:off x="3954187" y="3510138"/>
              <a:ext cx="13967" cy="14912"/>
            </a:xfrm>
            <a:custGeom>
              <a:avLst/>
              <a:pathLst>
                <a:path w="13967" h="14912">
                  <a:moveTo>
                    <a:pt x="13967" y="0"/>
                  </a:moveTo>
                  <a:lnTo>
                    <a:pt x="0" y="1491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6" name="pl5906"/>
            <p:cNvSpPr/>
            <p:nvPr/>
          </p:nvSpPr>
          <p:spPr>
            <a:xfrm>
              <a:off x="3952531" y="3520542"/>
              <a:ext cx="1656" cy="4508"/>
            </a:xfrm>
            <a:custGeom>
              <a:avLst/>
              <a:pathLst>
                <a:path w="1656" h="4508">
                  <a:moveTo>
                    <a:pt x="1656" y="45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7" name="pl5907"/>
            <p:cNvSpPr/>
            <p:nvPr/>
          </p:nvSpPr>
          <p:spPr>
            <a:xfrm>
              <a:off x="3969283" y="3632929"/>
              <a:ext cx="32004" cy="43395"/>
            </a:xfrm>
            <a:custGeom>
              <a:avLst/>
              <a:pathLst>
                <a:path w="32004" h="43395">
                  <a:moveTo>
                    <a:pt x="32004" y="0"/>
                  </a:moveTo>
                  <a:lnTo>
                    <a:pt x="0" y="4339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8" name="pl5908"/>
            <p:cNvSpPr/>
            <p:nvPr/>
          </p:nvSpPr>
          <p:spPr>
            <a:xfrm>
              <a:off x="3966926" y="3668543"/>
              <a:ext cx="2357" cy="7781"/>
            </a:xfrm>
            <a:custGeom>
              <a:avLst/>
              <a:pathLst>
                <a:path w="2357" h="7781">
                  <a:moveTo>
                    <a:pt x="2357" y="77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9" name="pl5909"/>
            <p:cNvSpPr/>
            <p:nvPr/>
          </p:nvSpPr>
          <p:spPr>
            <a:xfrm>
              <a:off x="3964721" y="3661884"/>
              <a:ext cx="2204" cy="6658"/>
            </a:xfrm>
            <a:custGeom>
              <a:avLst/>
              <a:pathLst>
                <a:path w="2204" h="6658">
                  <a:moveTo>
                    <a:pt x="2204" y="66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0" name="pl5910"/>
            <p:cNvSpPr/>
            <p:nvPr/>
          </p:nvSpPr>
          <p:spPr>
            <a:xfrm>
              <a:off x="3962780" y="3657491"/>
              <a:ext cx="1941" cy="4393"/>
            </a:xfrm>
            <a:custGeom>
              <a:avLst/>
              <a:pathLst>
                <a:path w="1941" h="4393">
                  <a:moveTo>
                    <a:pt x="1941" y="439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1" name="pl5911"/>
            <p:cNvSpPr/>
            <p:nvPr/>
          </p:nvSpPr>
          <p:spPr>
            <a:xfrm>
              <a:off x="3965880" y="3676324"/>
              <a:ext cx="3402" cy="8462"/>
            </a:xfrm>
            <a:custGeom>
              <a:avLst/>
              <a:pathLst>
                <a:path w="3402" h="8462">
                  <a:moveTo>
                    <a:pt x="3402" y="0"/>
                  </a:moveTo>
                  <a:lnTo>
                    <a:pt x="0" y="846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2" name="pl5912"/>
            <p:cNvSpPr/>
            <p:nvPr/>
          </p:nvSpPr>
          <p:spPr>
            <a:xfrm>
              <a:off x="4005054" y="3730336"/>
              <a:ext cx="33051" cy="77668"/>
            </a:xfrm>
            <a:custGeom>
              <a:avLst/>
              <a:pathLst>
                <a:path w="33051" h="77668">
                  <a:moveTo>
                    <a:pt x="33051" y="0"/>
                  </a:moveTo>
                  <a:lnTo>
                    <a:pt x="0" y="7766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3" name="pl5913"/>
            <p:cNvSpPr/>
            <p:nvPr/>
          </p:nvSpPr>
          <p:spPr>
            <a:xfrm>
              <a:off x="3995975" y="3790117"/>
              <a:ext cx="9078" cy="17887"/>
            </a:xfrm>
            <a:custGeom>
              <a:avLst/>
              <a:pathLst>
                <a:path w="9078" h="17887">
                  <a:moveTo>
                    <a:pt x="9078" y="178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4" name="pl5914"/>
            <p:cNvSpPr/>
            <p:nvPr/>
          </p:nvSpPr>
          <p:spPr>
            <a:xfrm>
              <a:off x="3992863" y="3780479"/>
              <a:ext cx="3112" cy="9637"/>
            </a:xfrm>
            <a:custGeom>
              <a:avLst/>
              <a:pathLst>
                <a:path w="3112" h="9637">
                  <a:moveTo>
                    <a:pt x="3112" y="963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5" name="pl5915"/>
            <p:cNvSpPr/>
            <p:nvPr/>
          </p:nvSpPr>
          <p:spPr>
            <a:xfrm>
              <a:off x="3989647" y="3769908"/>
              <a:ext cx="3215" cy="10571"/>
            </a:xfrm>
            <a:custGeom>
              <a:avLst/>
              <a:pathLst>
                <a:path w="3215" h="10571">
                  <a:moveTo>
                    <a:pt x="3215" y="105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6" name="pl5916"/>
            <p:cNvSpPr/>
            <p:nvPr/>
          </p:nvSpPr>
          <p:spPr>
            <a:xfrm>
              <a:off x="3986199" y="3757483"/>
              <a:ext cx="3448" cy="12424"/>
            </a:xfrm>
            <a:custGeom>
              <a:avLst/>
              <a:pathLst>
                <a:path w="3448" h="12424">
                  <a:moveTo>
                    <a:pt x="3448" y="124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7" name="pl5917"/>
            <p:cNvSpPr/>
            <p:nvPr/>
          </p:nvSpPr>
          <p:spPr>
            <a:xfrm>
              <a:off x="3982279" y="3741365"/>
              <a:ext cx="3919" cy="16118"/>
            </a:xfrm>
            <a:custGeom>
              <a:avLst/>
              <a:pathLst>
                <a:path w="3919" h="16118">
                  <a:moveTo>
                    <a:pt x="3919" y="16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8" name="pl5918"/>
            <p:cNvSpPr/>
            <p:nvPr/>
          </p:nvSpPr>
          <p:spPr>
            <a:xfrm>
              <a:off x="3975516" y="3725044"/>
              <a:ext cx="6762" cy="16320"/>
            </a:xfrm>
            <a:custGeom>
              <a:avLst/>
              <a:pathLst>
                <a:path w="6762" h="16320">
                  <a:moveTo>
                    <a:pt x="6762" y="163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9" name="pl5919"/>
            <p:cNvSpPr/>
            <p:nvPr/>
          </p:nvSpPr>
          <p:spPr>
            <a:xfrm>
              <a:off x="3973914" y="3725044"/>
              <a:ext cx="1602" cy="9463"/>
            </a:xfrm>
            <a:custGeom>
              <a:avLst/>
              <a:pathLst>
                <a:path w="1602" h="9463">
                  <a:moveTo>
                    <a:pt x="1602" y="0"/>
                  </a:moveTo>
                  <a:lnTo>
                    <a:pt x="0" y="94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0" name="pl5920"/>
            <p:cNvSpPr/>
            <p:nvPr/>
          </p:nvSpPr>
          <p:spPr>
            <a:xfrm>
              <a:off x="3971824" y="3730183"/>
              <a:ext cx="2090" cy="4324"/>
            </a:xfrm>
            <a:custGeom>
              <a:avLst/>
              <a:pathLst>
                <a:path w="2090" h="4324">
                  <a:moveTo>
                    <a:pt x="2090" y="43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1" name="pl5921"/>
            <p:cNvSpPr/>
            <p:nvPr/>
          </p:nvSpPr>
          <p:spPr>
            <a:xfrm>
              <a:off x="3973129" y="3734508"/>
              <a:ext cx="785" cy="4738"/>
            </a:xfrm>
            <a:custGeom>
              <a:avLst/>
              <a:pathLst>
                <a:path w="785" h="4738">
                  <a:moveTo>
                    <a:pt x="785" y="0"/>
                  </a:moveTo>
                  <a:lnTo>
                    <a:pt x="0" y="473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2" name="pl5922"/>
            <p:cNvSpPr/>
            <p:nvPr/>
          </p:nvSpPr>
          <p:spPr>
            <a:xfrm>
              <a:off x="3979087" y="3741365"/>
              <a:ext cx="3192" cy="17803"/>
            </a:xfrm>
            <a:custGeom>
              <a:avLst/>
              <a:pathLst>
                <a:path w="3192" h="17803">
                  <a:moveTo>
                    <a:pt x="3192" y="0"/>
                  </a:moveTo>
                  <a:lnTo>
                    <a:pt x="0" y="178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3" name="pl5923"/>
            <p:cNvSpPr/>
            <p:nvPr/>
          </p:nvSpPr>
          <p:spPr>
            <a:xfrm>
              <a:off x="3977276" y="3759169"/>
              <a:ext cx="1810" cy="7233"/>
            </a:xfrm>
            <a:custGeom>
              <a:avLst/>
              <a:pathLst>
                <a:path w="1810" h="7233">
                  <a:moveTo>
                    <a:pt x="1810" y="0"/>
                  </a:moveTo>
                  <a:lnTo>
                    <a:pt x="0" y="723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4" name="pl5924"/>
            <p:cNvSpPr/>
            <p:nvPr/>
          </p:nvSpPr>
          <p:spPr>
            <a:xfrm>
              <a:off x="3981770" y="3780479"/>
              <a:ext cx="11092" cy="13023"/>
            </a:xfrm>
            <a:custGeom>
              <a:avLst/>
              <a:pathLst>
                <a:path w="11092" h="13023">
                  <a:moveTo>
                    <a:pt x="11092" y="0"/>
                  </a:moveTo>
                  <a:lnTo>
                    <a:pt x="0" y="1302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5" name="pl5925"/>
            <p:cNvSpPr/>
            <p:nvPr/>
          </p:nvSpPr>
          <p:spPr>
            <a:xfrm>
              <a:off x="3992810" y="3808004"/>
              <a:ext cx="12243" cy="21845"/>
            </a:xfrm>
            <a:custGeom>
              <a:avLst/>
              <a:pathLst>
                <a:path w="12243" h="21845">
                  <a:moveTo>
                    <a:pt x="12243" y="0"/>
                  </a:moveTo>
                  <a:lnTo>
                    <a:pt x="0" y="218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6" name="pl5926"/>
            <p:cNvSpPr/>
            <p:nvPr/>
          </p:nvSpPr>
          <p:spPr>
            <a:xfrm>
              <a:off x="3989895" y="3822260"/>
              <a:ext cx="2915" cy="7589"/>
            </a:xfrm>
            <a:custGeom>
              <a:avLst/>
              <a:pathLst>
                <a:path w="2915" h="7589">
                  <a:moveTo>
                    <a:pt x="2915" y="75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7" name="pl5927"/>
            <p:cNvSpPr/>
            <p:nvPr/>
          </p:nvSpPr>
          <p:spPr>
            <a:xfrm>
              <a:off x="3987214" y="3815779"/>
              <a:ext cx="2681" cy="6480"/>
            </a:xfrm>
            <a:custGeom>
              <a:avLst/>
              <a:pathLst>
                <a:path w="2681" h="6480">
                  <a:moveTo>
                    <a:pt x="2681" y="64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8" name="pl5928"/>
            <p:cNvSpPr/>
            <p:nvPr/>
          </p:nvSpPr>
          <p:spPr>
            <a:xfrm>
              <a:off x="3986611" y="3815779"/>
              <a:ext cx="602" cy="4765"/>
            </a:xfrm>
            <a:custGeom>
              <a:avLst/>
              <a:pathLst>
                <a:path w="602" h="4765">
                  <a:moveTo>
                    <a:pt x="602" y="0"/>
                  </a:moveTo>
                  <a:lnTo>
                    <a:pt x="0" y="476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9" name="pl5929"/>
            <p:cNvSpPr/>
            <p:nvPr/>
          </p:nvSpPr>
          <p:spPr>
            <a:xfrm>
              <a:off x="3988301" y="3822260"/>
              <a:ext cx="1593" cy="7284"/>
            </a:xfrm>
            <a:custGeom>
              <a:avLst/>
              <a:pathLst>
                <a:path w="1593" h="7284">
                  <a:moveTo>
                    <a:pt x="1593" y="0"/>
                  </a:moveTo>
                  <a:lnTo>
                    <a:pt x="0" y="728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0" name="pl5930"/>
            <p:cNvSpPr/>
            <p:nvPr/>
          </p:nvSpPr>
          <p:spPr>
            <a:xfrm>
              <a:off x="4003150" y="3794747"/>
              <a:ext cx="52825" cy="79029"/>
            </a:xfrm>
            <a:custGeom>
              <a:avLst/>
              <a:pathLst>
                <a:path w="52825" h="79029">
                  <a:moveTo>
                    <a:pt x="52825" y="0"/>
                  </a:moveTo>
                  <a:lnTo>
                    <a:pt x="0" y="7902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1" name="pl5931"/>
            <p:cNvSpPr/>
            <p:nvPr/>
          </p:nvSpPr>
          <p:spPr>
            <a:xfrm>
              <a:off x="3999250" y="3873777"/>
              <a:ext cx="3900" cy="9605"/>
            </a:xfrm>
            <a:custGeom>
              <a:avLst/>
              <a:pathLst>
                <a:path w="3900" h="9605">
                  <a:moveTo>
                    <a:pt x="3900" y="0"/>
                  </a:moveTo>
                  <a:lnTo>
                    <a:pt x="0" y="960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2" name="pl5932"/>
            <p:cNvSpPr/>
            <p:nvPr/>
          </p:nvSpPr>
          <p:spPr>
            <a:xfrm>
              <a:off x="4019329" y="3853823"/>
              <a:ext cx="58551" cy="77983"/>
            </a:xfrm>
            <a:custGeom>
              <a:avLst/>
              <a:pathLst>
                <a:path w="58551" h="77983">
                  <a:moveTo>
                    <a:pt x="58551" y="0"/>
                  </a:moveTo>
                  <a:lnTo>
                    <a:pt x="0" y="7798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3" name="pl5933"/>
            <p:cNvSpPr/>
            <p:nvPr/>
          </p:nvSpPr>
          <p:spPr>
            <a:xfrm>
              <a:off x="4015061" y="3920223"/>
              <a:ext cx="4268" cy="11583"/>
            </a:xfrm>
            <a:custGeom>
              <a:avLst/>
              <a:pathLst>
                <a:path w="4268" h="11583">
                  <a:moveTo>
                    <a:pt x="4268" y="1158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4" name="pl5934"/>
            <p:cNvSpPr/>
            <p:nvPr/>
          </p:nvSpPr>
          <p:spPr>
            <a:xfrm>
              <a:off x="4009757" y="3910325"/>
              <a:ext cx="5303" cy="9898"/>
            </a:xfrm>
            <a:custGeom>
              <a:avLst/>
              <a:pathLst>
                <a:path w="5303" h="9898">
                  <a:moveTo>
                    <a:pt x="5303" y="98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5" name="pl5935"/>
            <p:cNvSpPr/>
            <p:nvPr/>
          </p:nvSpPr>
          <p:spPr>
            <a:xfrm>
              <a:off x="4006553" y="3902852"/>
              <a:ext cx="3204" cy="7472"/>
            </a:xfrm>
            <a:custGeom>
              <a:avLst/>
              <a:pathLst>
                <a:path w="3204" h="7472">
                  <a:moveTo>
                    <a:pt x="3204" y="74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6" name="pl5936"/>
            <p:cNvSpPr/>
            <p:nvPr/>
          </p:nvSpPr>
          <p:spPr>
            <a:xfrm>
              <a:off x="4003624" y="3896479"/>
              <a:ext cx="2928" cy="6373"/>
            </a:xfrm>
            <a:custGeom>
              <a:avLst/>
              <a:pathLst>
                <a:path w="2928" h="6373">
                  <a:moveTo>
                    <a:pt x="2928" y="637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7" name="pl5937"/>
            <p:cNvSpPr/>
            <p:nvPr/>
          </p:nvSpPr>
          <p:spPr>
            <a:xfrm>
              <a:off x="4003205" y="3896479"/>
              <a:ext cx="419" cy="4785"/>
            </a:xfrm>
            <a:custGeom>
              <a:avLst/>
              <a:pathLst>
                <a:path w="419" h="4785">
                  <a:moveTo>
                    <a:pt x="419" y="0"/>
                  </a:moveTo>
                  <a:lnTo>
                    <a:pt x="0" y="478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8" name="pl5938"/>
            <p:cNvSpPr/>
            <p:nvPr/>
          </p:nvSpPr>
          <p:spPr>
            <a:xfrm>
              <a:off x="4005240" y="3902852"/>
              <a:ext cx="1312" cy="7339"/>
            </a:xfrm>
            <a:custGeom>
              <a:avLst/>
              <a:pathLst>
                <a:path w="1312" h="7339">
                  <a:moveTo>
                    <a:pt x="1312" y="0"/>
                  </a:moveTo>
                  <a:lnTo>
                    <a:pt x="0" y="733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9" name="pl5939"/>
            <p:cNvSpPr/>
            <p:nvPr/>
          </p:nvSpPr>
          <p:spPr>
            <a:xfrm>
              <a:off x="4007313" y="3910325"/>
              <a:ext cx="2444" cy="8786"/>
            </a:xfrm>
            <a:custGeom>
              <a:avLst/>
              <a:pathLst>
                <a:path w="2444" h="8786">
                  <a:moveTo>
                    <a:pt x="2444" y="0"/>
                  </a:moveTo>
                  <a:lnTo>
                    <a:pt x="0" y="878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0" name="pl5940"/>
            <p:cNvSpPr/>
            <p:nvPr/>
          </p:nvSpPr>
          <p:spPr>
            <a:xfrm>
              <a:off x="4076406" y="3971049"/>
              <a:ext cx="61494" cy="104753"/>
            </a:xfrm>
            <a:custGeom>
              <a:avLst/>
              <a:pathLst>
                <a:path w="61494" h="104753">
                  <a:moveTo>
                    <a:pt x="61494" y="0"/>
                  </a:moveTo>
                  <a:lnTo>
                    <a:pt x="0" y="10475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1" name="pl5941"/>
            <p:cNvSpPr/>
            <p:nvPr/>
          </p:nvSpPr>
          <p:spPr>
            <a:xfrm>
              <a:off x="4058333" y="4042179"/>
              <a:ext cx="18073" cy="33623"/>
            </a:xfrm>
            <a:custGeom>
              <a:avLst/>
              <a:pathLst>
                <a:path w="18073" h="33623">
                  <a:moveTo>
                    <a:pt x="18073" y="33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2" name="pl5942"/>
            <p:cNvSpPr/>
            <p:nvPr/>
          </p:nvSpPr>
          <p:spPr>
            <a:xfrm>
              <a:off x="4041733" y="4016670"/>
              <a:ext cx="16599" cy="25509"/>
            </a:xfrm>
            <a:custGeom>
              <a:avLst/>
              <a:pathLst>
                <a:path w="16599" h="25509">
                  <a:moveTo>
                    <a:pt x="16599" y="255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3" name="pl5943"/>
            <p:cNvSpPr/>
            <p:nvPr/>
          </p:nvSpPr>
          <p:spPr>
            <a:xfrm>
              <a:off x="4035897" y="4006763"/>
              <a:ext cx="5835" cy="9906"/>
            </a:xfrm>
            <a:custGeom>
              <a:avLst/>
              <a:pathLst>
                <a:path w="5835" h="9906">
                  <a:moveTo>
                    <a:pt x="5835" y="990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4" name="pl5944"/>
            <p:cNvSpPr/>
            <p:nvPr/>
          </p:nvSpPr>
          <p:spPr>
            <a:xfrm>
              <a:off x="4032196" y="3998903"/>
              <a:ext cx="3700" cy="7859"/>
            </a:xfrm>
            <a:custGeom>
              <a:avLst/>
              <a:pathLst>
                <a:path w="3700" h="7859">
                  <a:moveTo>
                    <a:pt x="3700" y="78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5" name="pl5945"/>
            <p:cNvSpPr/>
            <p:nvPr/>
          </p:nvSpPr>
          <p:spPr>
            <a:xfrm>
              <a:off x="4028676" y="3991575"/>
              <a:ext cx="3520" cy="7328"/>
            </a:xfrm>
            <a:custGeom>
              <a:avLst/>
              <a:pathLst>
                <a:path w="3520" h="7328">
                  <a:moveTo>
                    <a:pt x="3520" y="732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6" name="pl5946"/>
            <p:cNvSpPr/>
            <p:nvPr/>
          </p:nvSpPr>
          <p:spPr>
            <a:xfrm>
              <a:off x="4027678" y="3991575"/>
              <a:ext cx="998" cy="7389"/>
            </a:xfrm>
            <a:custGeom>
              <a:avLst/>
              <a:pathLst>
                <a:path w="998" h="7389">
                  <a:moveTo>
                    <a:pt x="998" y="0"/>
                  </a:moveTo>
                  <a:lnTo>
                    <a:pt x="0" y="738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7" name="pl5947"/>
            <p:cNvSpPr/>
            <p:nvPr/>
          </p:nvSpPr>
          <p:spPr>
            <a:xfrm>
              <a:off x="4057179" y="4042179"/>
              <a:ext cx="1153" cy="30872"/>
            </a:xfrm>
            <a:custGeom>
              <a:avLst/>
              <a:pathLst>
                <a:path w="1153" h="30872">
                  <a:moveTo>
                    <a:pt x="1153" y="0"/>
                  </a:moveTo>
                  <a:lnTo>
                    <a:pt x="0" y="308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8" name="pl5948"/>
            <p:cNvSpPr/>
            <p:nvPr/>
          </p:nvSpPr>
          <p:spPr>
            <a:xfrm>
              <a:off x="4052210" y="4062052"/>
              <a:ext cx="4968" cy="11000"/>
            </a:xfrm>
            <a:custGeom>
              <a:avLst/>
              <a:pathLst>
                <a:path w="4968" h="11000">
                  <a:moveTo>
                    <a:pt x="4968" y="110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9" name="pl5949"/>
            <p:cNvSpPr/>
            <p:nvPr/>
          </p:nvSpPr>
          <p:spPr>
            <a:xfrm>
              <a:off x="4046406" y="4053080"/>
              <a:ext cx="5804" cy="8971"/>
            </a:xfrm>
            <a:custGeom>
              <a:avLst/>
              <a:pathLst>
                <a:path w="5804" h="8971">
                  <a:moveTo>
                    <a:pt x="5804" y="8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0" name="pl5950"/>
            <p:cNvSpPr/>
            <p:nvPr/>
          </p:nvSpPr>
          <p:spPr>
            <a:xfrm>
              <a:off x="4045628" y="4053080"/>
              <a:ext cx="777" cy="7415"/>
            </a:xfrm>
            <a:custGeom>
              <a:avLst/>
              <a:pathLst>
                <a:path w="777" h="7415">
                  <a:moveTo>
                    <a:pt x="777" y="0"/>
                  </a:moveTo>
                  <a:lnTo>
                    <a:pt x="0" y="741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1" name="pl5951"/>
            <p:cNvSpPr/>
            <p:nvPr/>
          </p:nvSpPr>
          <p:spPr>
            <a:xfrm>
              <a:off x="4051104" y="4062052"/>
              <a:ext cx="1106" cy="11120"/>
            </a:xfrm>
            <a:custGeom>
              <a:avLst/>
              <a:pathLst>
                <a:path w="1106" h="11120">
                  <a:moveTo>
                    <a:pt x="1106" y="0"/>
                  </a:moveTo>
                  <a:lnTo>
                    <a:pt x="0" y="1112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2" name="pl5952"/>
            <p:cNvSpPr/>
            <p:nvPr/>
          </p:nvSpPr>
          <p:spPr>
            <a:xfrm>
              <a:off x="4051094" y="4073172"/>
              <a:ext cx="9" cy="4803"/>
            </a:xfrm>
            <a:custGeom>
              <a:avLst/>
              <a:pathLst>
                <a:path w="9" h="4803">
                  <a:moveTo>
                    <a:pt x="9" y="0"/>
                  </a:moveTo>
                  <a:lnTo>
                    <a:pt x="0" y="48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3" name="pl5953"/>
            <p:cNvSpPr/>
            <p:nvPr/>
          </p:nvSpPr>
          <p:spPr>
            <a:xfrm>
              <a:off x="4053883" y="4073052"/>
              <a:ext cx="3295" cy="13645"/>
            </a:xfrm>
            <a:custGeom>
              <a:avLst/>
              <a:pathLst>
                <a:path w="3295" h="13645">
                  <a:moveTo>
                    <a:pt x="3295" y="0"/>
                  </a:moveTo>
                  <a:lnTo>
                    <a:pt x="0" y="136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4" name="pl5954"/>
            <p:cNvSpPr/>
            <p:nvPr/>
          </p:nvSpPr>
          <p:spPr>
            <a:xfrm>
              <a:off x="4070191" y="4075802"/>
              <a:ext cx="6214" cy="41618"/>
            </a:xfrm>
            <a:custGeom>
              <a:avLst/>
              <a:pathLst>
                <a:path w="6214" h="41618">
                  <a:moveTo>
                    <a:pt x="6214" y="0"/>
                  </a:moveTo>
                  <a:lnTo>
                    <a:pt x="0" y="41618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5" name="pl5955"/>
            <p:cNvSpPr/>
            <p:nvPr/>
          </p:nvSpPr>
          <p:spPr>
            <a:xfrm>
              <a:off x="4065164" y="4107065"/>
              <a:ext cx="5026" cy="10356"/>
            </a:xfrm>
            <a:custGeom>
              <a:avLst/>
              <a:pathLst>
                <a:path w="5026" h="10356">
                  <a:moveTo>
                    <a:pt x="5026" y="103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6" name="pl5956"/>
            <p:cNvSpPr/>
            <p:nvPr/>
          </p:nvSpPr>
          <p:spPr>
            <a:xfrm>
              <a:off x="4065164" y="4107065"/>
              <a:ext cx="152" cy="9596"/>
            </a:xfrm>
            <a:custGeom>
              <a:avLst/>
              <a:pathLst>
                <a:path w="152" h="9596">
                  <a:moveTo>
                    <a:pt x="0" y="0"/>
                  </a:moveTo>
                  <a:lnTo>
                    <a:pt x="152" y="95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7" name="pl5957"/>
            <p:cNvSpPr/>
            <p:nvPr/>
          </p:nvSpPr>
          <p:spPr>
            <a:xfrm>
              <a:off x="4062472" y="4112791"/>
              <a:ext cx="2844" cy="3870"/>
            </a:xfrm>
            <a:custGeom>
              <a:avLst/>
              <a:pathLst>
                <a:path w="2844" h="3870">
                  <a:moveTo>
                    <a:pt x="2844" y="38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8" name="pl5958"/>
            <p:cNvSpPr/>
            <p:nvPr/>
          </p:nvSpPr>
          <p:spPr>
            <a:xfrm>
              <a:off x="4068383" y="4117421"/>
              <a:ext cx="1807" cy="12703"/>
            </a:xfrm>
            <a:custGeom>
              <a:avLst/>
              <a:pathLst>
                <a:path w="1807" h="12703">
                  <a:moveTo>
                    <a:pt x="1807" y="0"/>
                  </a:moveTo>
                  <a:lnTo>
                    <a:pt x="0" y="1270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9" name="pl5959"/>
            <p:cNvSpPr/>
            <p:nvPr/>
          </p:nvSpPr>
          <p:spPr>
            <a:xfrm>
              <a:off x="4108563" y="4062139"/>
              <a:ext cx="73746" cy="135344"/>
            </a:xfrm>
            <a:custGeom>
              <a:avLst/>
              <a:pathLst>
                <a:path w="73746" h="135344">
                  <a:moveTo>
                    <a:pt x="73746" y="0"/>
                  </a:moveTo>
                  <a:lnTo>
                    <a:pt x="0" y="1353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0" name="pl5960"/>
            <p:cNvSpPr/>
            <p:nvPr/>
          </p:nvSpPr>
          <p:spPr>
            <a:xfrm>
              <a:off x="4098612" y="4183698"/>
              <a:ext cx="9950" cy="13785"/>
            </a:xfrm>
            <a:custGeom>
              <a:avLst/>
              <a:pathLst>
                <a:path w="9950" h="13785">
                  <a:moveTo>
                    <a:pt x="9950" y="137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1" name="pl5961"/>
            <p:cNvSpPr/>
            <p:nvPr/>
          </p:nvSpPr>
          <p:spPr>
            <a:xfrm>
              <a:off x="4092900" y="4172604"/>
              <a:ext cx="5711" cy="11094"/>
            </a:xfrm>
            <a:custGeom>
              <a:avLst/>
              <a:pathLst>
                <a:path w="5711" h="11094">
                  <a:moveTo>
                    <a:pt x="5711" y="110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2" name="pl5962"/>
            <p:cNvSpPr/>
            <p:nvPr/>
          </p:nvSpPr>
          <p:spPr>
            <a:xfrm>
              <a:off x="4086321" y="4163174"/>
              <a:ext cx="6579" cy="9429"/>
            </a:xfrm>
            <a:custGeom>
              <a:avLst/>
              <a:pathLst>
                <a:path w="6579" h="9429">
                  <a:moveTo>
                    <a:pt x="6579" y="942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3" name="pl5963"/>
            <p:cNvSpPr/>
            <p:nvPr/>
          </p:nvSpPr>
          <p:spPr>
            <a:xfrm>
              <a:off x="4082028" y="4155621"/>
              <a:ext cx="4292" cy="7552"/>
            </a:xfrm>
            <a:custGeom>
              <a:avLst/>
              <a:pathLst>
                <a:path w="4292" h="7552">
                  <a:moveTo>
                    <a:pt x="4292" y="75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4" name="pl5964"/>
            <p:cNvSpPr/>
            <p:nvPr/>
          </p:nvSpPr>
          <p:spPr>
            <a:xfrm>
              <a:off x="4077956" y="4148584"/>
              <a:ext cx="4072" cy="7036"/>
            </a:xfrm>
            <a:custGeom>
              <a:avLst/>
              <a:pathLst>
                <a:path w="4072" h="7036">
                  <a:moveTo>
                    <a:pt x="4072" y="703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5" name="pl5965"/>
            <p:cNvSpPr/>
            <p:nvPr/>
          </p:nvSpPr>
          <p:spPr>
            <a:xfrm>
              <a:off x="4074288" y="4142606"/>
              <a:ext cx="3667" cy="5978"/>
            </a:xfrm>
            <a:custGeom>
              <a:avLst/>
              <a:pathLst>
                <a:path w="3667" h="5978">
                  <a:moveTo>
                    <a:pt x="3667" y="59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6" name="pl5966"/>
            <p:cNvSpPr/>
            <p:nvPr/>
          </p:nvSpPr>
          <p:spPr>
            <a:xfrm>
              <a:off x="4071395" y="4138772"/>
              <a:ext cx="2893" cy="3833"/>
            </a:xfrm>
            <a:custGeom>
              <a:avLst/>
              <a:pathLst>
                <a:path w="2893" h="3833">
                  <a:moveTo>
                    <a:pt x="2893" y="38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7" name="pl5967"/>
            <p:cNvSpPr/>
            <p:nvPr/>
          </p:nvSpPr>
          <p:spPr>
            <a:xfrm>
              <a:off x="4077528" y="4148584"/>
              <a:ext cx="428" cy="7444"/>
            </a:xfrm>
            <a:custGeom>
              <a:avLst/>
              <a:pathLst>
                <a:path w="428" h="7444">
                  <a:moveTo>
                    <a:pt x="428" y="0"/>
                  </a:moveTo>
                  <a:lnTo>
                    <a:pt x="0" y="744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8" name="pl5968"/>
            <p:cNvSpPr/>
            <p:nvPr/>
          </p:nvSpPr>
          <p:spPr>
            <a:xfrm>
              <a:off x="4089978" y="4172604"/>
              <a:ext cx="2922" cy="12981"/>
            </a:xfrm>
            <a:custGeom>
              <a:avLst/>
              <a:pathLst>
                <a:path w="2922" h="12981">
                  <a:moveTo>
                    <a:pt x="2922" y="0"/>
                  </a:moveTo>
                  <a:lnTo>
                    <a:pt x="0" y="12981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9" name="pl5969"/>
            <p:cNvSpPr/>
            <p:nvPr/>
          </p:nvSpPr>
          <p:spPr>
            <a:xfrm>
              <a:off x="4089978" y="4185585"/>
              <a:ext cx="256" cy="4796"/>
            </a:xfrm>
            <a:custGeom>
              <a:avLst/>
              <a:pathLst>
                <a:path w="256" h="4796">
                  <a:moveTo>
                    <a:pt x="0" y="0"/>
                  </a:moveTo>
                  <a:lnTo>
                    <a:pt x="256" y="4796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0" name="pl5970"/>
            <p:cNvSpPr/>
            <p:nvPr/>
          </p:nvSpPr>
          <p:spPr>
            <a:xfrm>
              <a:off x="4093503" y="4183698"/>
              <a:ext cx="5109" cy="15237"/>
            </a:xfrm>
            <a:custGeom>
              <a:avLst/>
              <a:pathLst>
                <a:path w="5109" h="15237">
                  <a:moveTo>
                    <a:pt x="5109" y="0"/>
                  </a:moveTo>
                  <a:lnTo>
                    <a:pt x="0" y="15237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1" name="pl5971"/>
            <p:cNvSpPr/>
            <p:nvPr/>
          </p:nvSpPr>
          <p:spPr>
            <a:xfrm>
              <a:off x="4103700" y="4197484"/>
              <a:ext cx="4862" cy="19574"/>
            </a:xfrm>
            <a:custGeom>
              <a:avLst/>
              <a:pathLst>
                <a:path w="4862" h="19574">
                  <a:moveTo>
                    <a:pt x="4862" y="0"/>
                  </a:moveTo>
                  <a:lnTo>
                    <a:pt x="0" y="1957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2" name="pl5972"/>
            <p:cNvSpPr/>
            <p:nvPr/>
          </p:nvSpPr>
          <p:spPr>
            <a:xfrm>
              <a:off x="4099830" y="4211208"/>
              <a:ext cx="3869" cy="5849"/>
            </a:xfrm>
            <a:custGeom>
              <a:avLst/>
              <a:pathLst>
                <a:path w="3869" h="5849">
                  <a:moveTo>
                    <a:pt x="3869" y="584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3" name="pl5973"/>
            <p:cNvSpPr/>
            <p:nvPr/>
          </p:nvSpPr>
          <p:spPr>
            <a:xfrm>
              <a:off x="4096807" y="4207475"/>
              <a:ext cx="3022" cy="3732"/>
            </a:xfrm>
            <a:custGeom>
              <a:avLst/>
              <a:pathLst>
                <a:path w="3022" h="3732">
                  <a:moveTo>
                    <a:pt x="3022" y="37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4" name="pl5974"/>
            <p:cNvSpPr/>
            <p:nvPr/>
          </p:nvSpPr>
          <p:spPr>
            <a:xfrm>
              <a:off x="4103526" y="4217058"/>
              <a:ext cx="173" cy="7454"/>
            </a:xfrm>
            <a:custGeom>
              <a:avLst/>
              <a:pathLst>
                <a:path w="173" h="7454">
                  <a:moveTo>
                    <a:pt x="173" y="0"/>
                  </a:moveTo>
                  <a:lnTo>
                    <a:pt x="0" y="7454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5" name="pl5975"/>
            <p:cNvSpPr/>
            <p:nvPr/>
          </p:nvSpPr>
          <p:spPr>
            <a:xfrm>
              <a:off x="4142314" y="3473912"/>
              <a:ext cx="1026266" cy="809363"/>
            </a:xfrm>
            <a:custGeom>
              <a:avLst/>
              <a:pathLst>
                <a:path w="1026266" h="809363">
                  <a:moveTo>
                    <a:pt x="1026266" y="0"/>
                  </a:moveTo>
                  <a:lnTo>
                    <a:pt x="0" y="809363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6" name="pl5976"/>
            <p:cNvSpPr/>
            <p:nvPr/>
          </p:nvSpPr>
          <p:spPr>
            <a:xfrm>
              <a:off x="4132691" y="4268367"/>
              <a:ext cx="9622" cy="14908"/>
            </a:xfrm>
            <a:custGeom>
              <a:avLst/>
              <a:pathLst>
                <a:path w="9622" h="14908">
                  <a:moveTo>
                    <a:pt x="9622" y="149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7" name="pl5977"/>
            <p:cNvSpPr/>
            <p:nvPr/>
          </p:nvSpPr>
          <p:spPr>
            <a:xfrm>
              <a:off x="4131766" y="4268367"/>
              <a:ext cx="925" cy="16245"/>
            </a:xfrm>
            <a:custGeom>
              <a:avLst/>
              <a:pathLst>
                <a:path w="925" h="16245">
                  <a:moveTo>
                    <a:pt x="925" y="0"/>
                  </a:moveTo>
                  <a:lnTo>
                    <a:pt x="0" y="1624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8" name="pl5978"/>
            <p:cNvSpPr/>
            <p:nvPr/>
          </p:nvSpPr>
          <p:spPr>
            <a:xfrm>
              <a:off x="4127699" y="4278898"/>
              <a:ext cx="4067" cy="5714"/>
            </a:xfrm>
            <a:custGeom>
              <a:avLst/>
              <a:pathLst>
                <a:path w="4067" h="5714">
                  <a:moveTo>
                    <a:pt x="4067" y="571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9" name="pl5979"/>
            <p:cNvSpPr/>
            <p:nvPr/>
          </p:nvSpPr>
          <p:spPr>
            <a:xfrm>
              <a:off x="4124551" y="4275271"/>
              <a:ext cx="3148" cy="3627"/>
            </a:xfrm>
            <a:custGeom>
              <a:avLst/>
              <a:pathLst>
                <a:path w="3148" h="3627">
                  <a:moveTo>
                    <a:pt x="3148" y="36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0" name="pl5980"/>
            <p:cNvSpPr/>
            <p:nvPr/>
          </p:nvSpPr>
          <p:spPr>
            <a:xfrm>
              <a:off x="4127699" y="4278898"/>
              <a:ext cx="481" cy="4779"/>
            </a:xfrm>
            <a:custGeom>
              <a:avLst/>
              <a:pathLst>
                <a:path w="481" h="4779">
                  <a:moveTo>
                    <a:pt x="0" y="0"/>
                  </a:moveTo>
                  <a:lnTo>
                    <a:pt x="481" y="4779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1" name="pl5981"/>
            <p:cNvSpPr/>
            <p:nvPr/>
          </p:nvSpPr>
          <p:spPr>
            <a:xfrm>
              <a:off x="4131766" y="4284613"/>
              <a:ext cx="80" cy="7455"/>
            </a:xfrm>
            <a:custGeom>
              <a:avLst/>
              <a:pathLst>
                <a:path w="80" h="7455">
                  <a:moveTo>
                    <a:pt x="0" y="0"/>
                  </a:moveTo>
                  <a:lnTo>
                    <a:pt x="80" y="74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2" name="pl5982"/>
            <p:cNvSpPr/>
            <p:nvPr/>
          </p:nvSpPr>
          <p:spPr>
            <a:xfrm>
              <a:off x="4138744" y="4283275"/>
              <a:ext cx="3569" cy="20755"/>
            </a:xfrm>
            <a:custGeom>
              <a:avLst/>
              <a:pathLst>
                <a:path w="3569" h="20755">
                  <a:moveTo>
                    <a:pt x="3569" y="0"/>
                  </a:moveTo>
                  <a:lnTo>
                    <a:pt x="0" y="20755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3" name="pl5983"/>
            <p:cNvSpPr/>
            <p:nvPr/>
          </p:nvSpPr>
          <p:spPr>
            <a:xfrm>
              <a:off x="4138744" y="4304031"/>
              <a:ext cx="542" cy="4772"/>
            </a:xfrm>
            <a:custGeom>
              <a:avLst/>
              <a:pathLst>
                <a:path w="542" h="4772">
                  <a:moveTo>
                    <a:pt x="0" y="0"/>
                  </a:moveTo>
                  <a:lnTo>
                    <a:pt x="542" y="4772"/>
                  </a:lnTo>
                </a:path>
              </a:pathLst>
            </a:custGeom>
            <a:ln w="8763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4" name="pl5984"/>
            <p:cNvSpPr/>
            <p:nvPr/>
          </p:nvSpPr>
          <p:spPr>
            <a:xfrm>
              <a:off x="4228639" y="3759089"/>
              <a:ext cx="1032346" cy="693233"/>
            </a:xfrm>
            <a:custGeom>
              <a:avLst/>
              <a:pathLst>
                <a:path w="1032346" h="693233">
                  <a:moveTo>
                    <a:pt x="1032346" y="0"/>
                  </a:moveTo>
                  <a:lnTo>
                    <a:pt x="0" y="693233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5" name="pl5985"/>
            <p:cNvSpPr/>
            <p:nvPr/>
          </p:nvSpPr>
          <p:spPr>
            <a:xfrm>
              <a:off x="4217201" y="4437349"/>
              <a:ext cx="11437" cy="14974"/>
            </a:xfrm>
            <a:custGeom>
              <a:avLst/>
              <a:pathLst>
                <a:path w="11437" h="14974">
                  <a:moveTo>
                    <a:pt x="11437" y="149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6" name="pl5986"/>
            <p:cNvSpPr/>
            <p:nvPr/>
          </p:nvSpPr>
          <p:spPr>
            <a:xfrm>
              <a:off x="4205684" y="4421875"/>
              <a:ext cx="11517" cy="15474"/>
            </a:xfrm>
            <a:custGeom>
              <a:avLst/>
              <a:pathLst>
                <a:path w="11517" h="15474">
                  <a:moveTo>
                    <a:pt x="11517" y="1547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7" name="pl5987"/>
            <p:cNvSpPr/>
            <p:nvPr/>
          </p:nvSpPr>
          <p:spPr>
            <a:xfrm>
              <a:off x="4193650" y="4408210"/>
              <a:ext cx="12033" cy="13664"/>
            </a:xfrm>
            <a:custGeom>
              <a:avLst/>
              <a:pathLst>
                <a:path w="12033" h="13664">
                  <a:moveTo>
                    <a:pt x="12033" y="136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8" name="pl5988"/>
            <p:cNvSpPr/>
            <p:nvPr/>
          </p:nvSpPr>
          <p:spPr>
            <a:xfrm>
              <a:off x="4186372" y="4400386"/>
              <a:ext cx="7278" cy="7824"/>
            </a:xfrm>
            <a:custGeom>
              <a:avLst/>
              <a:pathLst>
                <a:path w="7278" h="7824">
                  <a:moveTo>
                    <a:pt x="7278" y="78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9" name="pl5989"/>
            <p:cNvSpPr/>
            <p:nvPr/>
          </p:nvSpPr>
          <p:spPr>
            <a:xfrm>
              <a:off x="4181971" y="4394925"/>
              <a:ext cx="4401" cy="5461"/>
            </a:xfrm>
            <a:custGeom>
              <a:avLst/>
              <a:pathLst>
                <a:path w="4401" h="5461">
                  <a:moveTo>
                    <a:pt x="4401" y="546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0" name="pl5990"/>
            <p:cNvSpPr/>
            <p:nvPr/>
          </p:nvSpPr>
          <p:spPr>
            <a:xfrm>
              <a:off x="4178611" y="4391492"/>
              <a:ext cx="3359" cy="3432"/>
            </a:xfrm>
            <a:custGeom>
              <a:avLst/>
              <a:pathLst>
                <a:path w="3359" h="3432">
                  <a:moveTo>
                    <a:pt x="3359" y="34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1" name="pl5991"/>
            <p:cNvSpPr/>
            <p:nvPr/>
          </p:nvSpPr>
          <p:spPr>
            <a:xfrm>
              <a:off x="4561985" y="4813913"/>
              <a:ext cx="106778" cy="52847"/>
            </a:xfrm>
            <a:custGeom>
              <a:avLst/>
              <a:pathLst>
                <a:path w="106778" h="52847">
                  <a:moveTo>
                    <a:pt x="106778" y="528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2" name="pl5992"/>
            <p:cNvSpPr/>
            <p:nvPr/>
          </p:nvSpPr>
          <p:spPr>
            <a:xfrm>
              <a:off x="4543604" y="4795485"/>
              <a:ext cx="18381" cy="18427"/>
            </a:xfrm>
            <a:custGeom>
              <a:avLst/>
              <a:pathLst>
                <a:path w="18381" h="18427">
                  <a:moveTo>
                    <a:pt x="18381" y="184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3" name="pl5993"/>
            <p:cNvSpPr/>
            <p:nvPr/>
          </p:nvSpPr>
          <p:spPr>
            <a:xfrm>
              <a:off x="4514308" y="4763730"/>
              <a:ext cx="29296" cy="31755"/>
            </a:xfrm>
            <a:custGeom>
              <a:avLst/>
              <a:pathLst>
                <a:path w="29296" h="31755">
                  <a:moveTo>
                    <a:pt x="29296" y="3175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4" name="pl5994"/>
            <p:cNvSpPr/>
            <p:nvPr/>
          </p:nvSpPr>
          <p:spPr>
            <a:xfrm>
              <a:off x="4469505" y="4722851"/>
              <a:ext cx="44802" cy="40878"/>
            </a:xfrm>
            <a:custGeom>
              <a:avLst/>
              <a:pathLst>
                <a:path w="44802" h="40878">
                  <a:moveTo>
                    <a:pt x="44802" y="408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5" name="pl5995"/>
            <p:cNvSpPr/>
            <p:nvPr/>
          </p:nvSpPr>
          <p:spPr>
            <a:xfrm>
              <a:off x="4420585" y="4678454"/>
              <a:ext cx="48919" cy="44397"/>
            </a:xfrm>
            <a:custGeom>
              <a:avLst/>
              <a:pathLst>
                <a:path w="48919" h="44397">
                  <a:moveTo>
                    <a:pt x="48919" y="443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6" name="pl5996"/>
            <p:cNvSpPr/>
            <p:nvPr/>
          </p:nvSpPr>
          <p:spPr>
            <a:xfrm>
              <a:off x="4372577" y="4636934"/>
              <a:ext cx="48008" cy="41520"/>
            </a:xfrm>
            <a:custGeom>
              <a:avLst/>
              <a:pathLst>
                <a:path w="48008" h="41520">
                  <a:moveTo>
                    <a:pt x="48008" y="4152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7" name="pl5997"/>
            <p:cNvSpPr/>
            <p:nvPr/>
          </p:nvSpPr>
          <p:spPr>
            <a:xfrm>
              <a:off x="4342131" y="4594925"/>
              <a:ext cx="30445" cy="42008"/>
            </a:xfrm>
            <a:custGeom>
              <a:avLst/>
              <a:pathLst>
                <a:path w="30445" h="42008">
                  <a:moveTo>
                    <a:pt x="30445" y="420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8" name="pl5998"/>
            <p:cNvSpPr/>
            <p:nvPr/>
          </p:nvSpPr>
          <p:spPr>
            <a:xfrm>
              <a:off x="4292244" y="4549662"/>
              <a:ext cx="49886" cy="45262"/>
            </a:xfrm>
            <a:custGeom>
              <a:avLst/>
              <a:pathLst>
                <a:path w="49886" h="45262">
                  <a:moveTo>
                    <a:pt x="49886" y="452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9" name="pl5999"/>
            <p:cNvSpPr/>
            <p:nvPr/>
          </p:nvSpPr>
          <p:spPr>
            <a:xfrm>
              <a:off x="4266080" y="4526383"/>
              <a:ext cx="26163" cy="23279"/>
            </a:xfrm>
            <a:custGeom>
              <a:avLst/>
              <a:pathLst>
                <a:path w="26163" h="23279">
                  <a:moveTo>
                    <a:pt x="26163" y="2327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0" name="pl6000"/>
            <p:cNvSpPr/>
            <p:nvPr/>
          </p:nvSpPr>
          <p:spPr>
            <a:xfrm>
              <a:off x="4266080" y="4526383"/>
              <a:ext cx="485" cy="17702"/>
            </a:xfrm>
            <a:custGeom>
              <a:avLst/>
              <a:pathLst>
                <a:path w="485" h="17702">
                  <a:moveTo>
                    <a:pt x="0" y="0"/>
                  </a:moveTo>
                  <a:lnTo>
                    <a:pt x="485" y="17702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1" name="pl6001"/>
            <p:cNvSpPr/>
            <p:nvPr/>
          </p:nvSpPr>
          <p:spPr>
            <a:xfrm>
              <a:off x="4261759" y="4538978"/>
              <a:ext cx="4807" cy="5107"/>
            </a:xfrm>
            <a:custGeom>
              <a:avLst/>
              <a:pathLst>
                <a:path w="4807" h="5107">
                  <a:moveTo>
                    <a:pt x="4807" y="51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2" name="pl6002"/>
            <p:cNvSpPr/>
            <p:nvPr/>
          </p:nvSpPr>
          <p:spPr>
            <a:xfrm>
              <a:off x="4258145" y="4535813"/>
              <a:ext cx="3613" cy="3164"/>
            </a:xfrm>
            <a:custGeom>
              <a:avLst/>
              <a:pathLst>
                <a:path w="3613" h="3164">
                  <a:moveTo>
                    <a:pt x="3613" y="316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3" name="pl6003"/>
            <p:cNvSpPr/>
            <p:nvPr/>
          </p:nvSpPr>
          <p:spPr>
            <a:xfrm>
              <a:off x="4292244" y="4549662"/>
              <a:ext cx="6831" cy="35345"/>
            </a:xfrm>
            <a:custGeom>
              <a:avLst/>
              <a:pathLst>
                <a:path w="6831" h="35345">
                  <a:moveTo>
                    <a:pt x="0" y="0"/>
                  </a:moveTo>
                  <a:lnTo>
                    <a:pt x="6831" y="3534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4" name="pl6004"/>
            <p:cNvSpPr/>
            <p:nvPr/>
          </p:nvSpPr>
          <p:spPr>
            <a:xfrm>
              <a:off x="4288944" y="4574559"/>
              <a:ext cx="10131" cy="10448"/>
            </a:xfrm>
            <a:custGeom>
              <a:avLst/>
              <a:pathLst>
                <a:path w="10131" h="10448">
                  <a:moveTo>
                    <a:pt x="10131" y="104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5" name="pl6005"/>
            <p:cNvSpPr/>
            <p:nvPr/>
          </p:nvSpPr>
          <p:spPr>
            <a:xfrm>
              <a:off x="4280995" y="4567418"/>
              <a:ext cx="7949" cy="7141"/>
            </a:xfrm>
            <a:custGeom>
              <a:avLst/>
              <a:pathLst>
                <a:path w="7949" h="7141">
                  <a:moveTo>
                    <a:pt x="7949" y="71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6" name="pl6006"/>
            <p:cNvSpPr/>
            <p:nvPr/>
          </p:nvSpPr>
          <p:spPr>
            <a:xfrm>
              <a:off x="4276122" y="4562373"/>
              <a:ext cx="4872" cy="5045"/>
            </a:xfrm>
            <a:custGeom>
              <a:avLst/>
              <a:pathLst>
                <a:path w="4872" h="5045">
                  <a:moveTo>
                    <a:pt x="4872" y="50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7" name="pl6007"/>
            <p:cNvSpPr/>
            <p:nvPr/>
          </p:nvSpPr>
          <p:spPr>
            <a:xfrm>
              <a:off x="4272469" y="4559255"/>
              <a:ext cx="3653" cy="3118"/>
            </a:xfrm>
            <a:custGeom>
              <a:avLst/>
              <a:pathLst>
                <a:path w="3653" h="3118">
                  <a:moveTo>
                    <a:pt x="3653" y="31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8" name="pl6008"/>
            <p:cNvSpPr/>
            <p:nvPr/>
          </p:nvSpPr>
          <p:spPr>
            <a:xfrm>
              <a:off x="4276122" y="4562373"/>
              <a:ext cx="1187" cy="4654"/>
            </a:xfrm>
            <a:custGeom>
              <a:avLst/>
              <a:pathLst>
                <a:path w="1187" h="4654">
                  <a:moveTo>
                    <a:pt x="0" y="0"/>
                  </a:moveTo>
                  <a:lnTo>
                    <a:pt x="1187" y="465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9" name="pl6009"/>
            <p:cNvSpPr/>
            <p:nvPr/>
          </p:nvSpPr>
          <p:spPr>
            <a:xfrm>
              <a:off x="4299076" y="4585008"/>
              <a:ext cx="1648" cy="15941"/>
            </a:xfrm>
            <a:custGeom>
              <a:avLst/>
              <a:pathLst>
                <a:path w="1648" h="15941">
                  <a:moveTo>
                    <a:pt x="0" y="0"/>
                  </a:moveTo>
                  <a:lnTo>
                    <a:pt x="1648" y="1594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0" name="pl6010"/>
            <p:cNvSpPr/>
            <p:nvPr/>
          </p:nvSpPr>
          <p:spPr>
            <a:xfrm>
              <a:off x="4297005" y="4597909"/>
              <a:ext cx="3719" cy="3039"/>
            </a:xfrm>
            <a:custGeom>
              <a:avLst/>
              <a:pathLst>
                <a:path w="3719" h="3039">
                  <a:moveTo>
                    <a:pt x="3719" y="303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1" name="pl6011"/>
            <p:cNvSpPr/>
            <p:nvPr/>
          </p:nvSpPr>
          <p:spPr>
            <a:xfrm>
              <a:off x="4342131" y="4594925"/>
              <a:ext cx="17679" cy="66890"/>
            </a:xfrm>
            <a:custGeom>
              <a:avLst/>
              <a:pathLst>
                <a:path w="17679" h="66890">
                  <a:moveTo>
                    <a:pt x="0" y="0"/>
                  </a:moveTo>
                  <a:lnTo>
                    <a:pt x="17679" y="6689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2" name="pl6012"/>
            <p:cNvSpPr/>
            <p:nvPr/>
          </p:nvSpPr>
          <p:spPr>
            <a:xfrm>
              <a:off x="4345423" y="4651511"/>
              <a:ext cx="14387" cy="10304"/>
            </a:xfrm>
            <a:custGeom>
              <a:avLst/>
              <a:pathLst>
                <a:path w="14387" h="10304">
                  <a:moveTo>
                    <a:pt x="14387" y="10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3" name="pl6013"/>
            <p:cNvSpPr/>
            <p:nvPr/>
          </p:nvSpPr>
          <p:spPr>
            <a:xfrm>
              <a:off x="4338131" y="4643568"/>
              <a:ext cx="7292" cy="7942"/>
            </a:xfrm>
            <a:custGeom>
              <a:avLst/>
              <a:pathLst>
                <a:path w="7292" h="7942">
                  <a:moveTo>
                    <a:pt x="7292" y="794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4" name="pl6014"/>
            <p:cNvSpPr/>
            <p:nvPr/>
          </p:nvSpPr>
          <p:spPr>
            <a:xfrm>
              <a:off x="4329990" y="4634288"/>
              <a:ext cx="8141" cy="9280"/>
            </a:xfrm>
            <a:custGeom>
              <a:avLst/>
              <a:pathLst>
                <a:path w="8141" h="9280">
                  <a:moveTo>
                    <a:pt x="8141" y="92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5" name="pl6015"/>
            <p:cNvSpPr/>
            <p:nvPr/>
          </p:nvSpPr>
          <p:spPr>
            <a:xfrm>
              <a:off x="4321487" y="4626953"/>
              <a:ext cx="8502" cy="7335"/>
            </a:xfrm>
            <a:custGeom>
              <a:avLst/>
              <a:pathLst>
                <a:path w="8502" h="7335">
                  <a:moveTo>
                    <a:pt x="8502" y="73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6" name="pl6016"/>
            <p:cNvSpPr/>
            <p:nvPr/>
          </p:nvSpPr>
          <p:spPr>
            <a:xfrm>
              <a:off x="4315815" y="4621129"/>
              <a:ext cx="5672" cy="5824"/>
            </a:xfrm>
            <a:custGeom>
              <a:avLst/>
              <a:pathLst>
                <a:path w="5672" h="5824">
                  <a:moveTo>
                    <a:pt x="5672" y="58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7" name="pl6017"/>
            <p:cNvSpPr/>
            <p:nvPr/>
          </p:nvSpPr>
          <p:spPr>
            <a:xfrm>
              <a:off x="4310794" y="4616231"/>
              <a:ext cx="5020" cy="4897"/>
            </a:xfrm>
            <a:custGeom>
              <a:avLst/>
              <a:pathLst>
                <a:path w="5020" h="4897">
                  <a:moveTo>
                    <a:pt x="5020" y="48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8" name="pl6018"/>
            <p:cNvSpPr/>
            <p:nvPr/>
          </p:nvSpPr>
          <p:spPr>
            <a:xfrm>
              <a:off x="4307049" y="4613223"/>
              <a:ext cx="3744" cy="3007"/>
            </a:xfrm>
            <a:custGeom>
              <a:avLst/>
              <a:pathLst>
                <a:path w="3744" h="3007">
                  <a:moveTo>
                    <a:pt x="3744" y="30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9" name="pl6019"/>
            <p:cNvSpPr/>
            <p:nvPr/>
          </p:nvSpPr>
          <p:spPr>
            <a:xfrm>
              <a:off x="4310794" y="4616231"/>
              <a:ext cx="1326" cy="4616"/>
            </a:xfrm>
            <a:custGeom>
              <a:avLst/>
              <a:pathLst>
                <a:path w="1326" h="4616">
                  <a:moveTo>
                    <a:pt x="0" y="0"/>
                  </a:moveTo>
                  <a:lnTo>
                    <a:pt x="1326" y="461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0" name="pl6020"/>
            <p:cNvSpPr/>
            <p:nvPr/>
          </p:nvSpPr>
          <p:spPr>
            <a:xfrm>
              <a:off x="4329990" y="4634288"/>
              <a:ext cx="1333" cy="12246"/>
            </a:xfrm>
            <a:custGeom>
              <a:avLst/>
              <a:pathLst>
                <a:path w="1333" h="12246">
                  <a:moveTo>
                    <a:pt x="0" y="0"/>
                  </a:moveTo>
                  <a:lnTo>
                    <a:pt x="1333" y="1224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1" name="pl6021"/>
            <p:cNvSpPr/>
            <p:nvPr/>
          </p:nvSpPr>
          <p:spPr>
            <a:xfrm>
              <a:off x="4331324" y="4646534"/>
              <a:ext cx="1404" cy="4593"/>
            </a:xfrm>
            <a:custGeom>
              <a:avLst/>
              <a:pathLst>
                <a:path w="1404" h="4593">
                  <a:moveTo>
                    <a:pt x="0" y="0"/>
                  </a:moveTo>
                  <a:lnTo>
                    <a:pt x="1404" y="4593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2" name="pl6022"/>
            <p:cNvSpPr/>
            <p:nvPr/>
          </p:nvSpPr>
          <p:spPr>
            <a:xfrm>
              <a:off x="4359810" y="4661816"/>
              <a:ext cx="261" cy="20391"/>
            </a:xfrm>
            <a:custGeom>
              <a:avLst/>
              <a:pathLst>
                <a:path w="261" h="20391">
                  <a:moveTo>
                    <a:pt x="0" y="0"/>
                  </a:moveTo>
                  <a:lnTo>
                    <a:pt x="261" y="2039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3" name="pl6023"/>
            <p:cNvSpPr/>
            <p:nvPr/>
          </p:nvSpPr>
          <p:spPr>
            <a:xfrm>
              <a:off x="4352368" y="4676483"/>
              <a:ext cx="7703" cy="5724"/>
            </a:xfrm>
            <a:custGeom>
              <a:avLst/>
              <a:pathLst>
                <a:path w="7703" h="5724">
                  <a:moveTo>
                    <a:pt x="7703" y="57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4" name="pl6024"/>
            <p:cNvSpPr/>
            <p:nvPr/>
          </p:nvSpPr>
          <p:spPr>
            <a:xfrm>
              <a:off x="4348522" y="4673604"/>
              <a:ext cx="3845" cy="2878"/>
            </a:xfrm>
            <a:custGeom>
              <a:avLst/>
              <a:pathLst>
                <a:path w="3845" h="2878">
                  <a:moveTo>
                    <a:pt x="3845" y="28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5" name="pl6025"/>
            <p:cNvSpPr/>
            <p:nvPr/>
          </p:nvSpPr>
          <p:spPr>
            <a:xfrm>
              <a:off x="4352368" y="4676483"/>
              <a:ext cx="1482" cy="4568"/>
            </a:xfrm>
            <a:custGeom>
              <a:avLst/>
              <a:pathLst>
                <a:path w="1482" h="4568">
                  <a:moveTo>
                    <a:pt x="0" y="0"/>
                  </a:moveTo>
                  <a:lnTo>
                    <a:pt x="1482" y="456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6" name="pl6026"/>
            <p:cNvSpPr/>
            <p:nvPr/>
          </p:nvSpPr>
          <p:spPr>
            <a:xfrm>
              <a:off x="4360072" y="4682207"/>
              <a:ext cx="3009" cy="9113"/>
            </a:xfrm>
            <a:custGeom>
              <a:avLst/>
              <a:pathLst>
                <a:path w="3009" h="9113">
                  <a:moveTo>
                    <a:pt x="0" y="0"/>
                  </a:moveTo>
                  <a:lnTo>
                    <a:pt x="3009" y="9113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7" name="pl6027"/>
            <p:cNvSpPr/>
            <p:nvPr/>
          </p:nvSpPr>
          <p:spPr>
            <a:xfrm>
              <a:off x="4359211" y="4688476"/>
              <a:ext cx="3869" cy="2845"/>
            </a:xfrm>
            <a:custGeom>
              <a:avLst/>
              <a:pathLst>
                <a:path w="3869" h="2845">
                  <a:moveTo>
                    <a:pt x="3869" y="28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8" name="pl6028"/>
            <p:cNvSpPr/>
            <p:nvPr/>
          </p:nvSpPr>
          <p:spPr>
            <a:xfrm>
              <a:off x="4363081" y="4691321"/>
              <a:ext cx="1521" cy="4555"/>
            </a:xfrm>
            <a:custGeom>
              <a:avLst/>
              <a:pathLst>
                <a:path w="1521" h="4555">
                  <a:moveTo>
                    <a:pt x="0" y="0"/>
                  </a:moveTo>
                  <a:lnTo>
                    <a:pt x="1521" y="455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9" name="pl6029"/>
            <p:cNvSpPr/>
            <p:nvPr/>
          </p:nvSpPr>
          <p:spPr>
            <a:xfrm>
              <a:off x="4370026" y="4636934"/>
              <a:ext cx="2550" cy="66321"/>
            </a:xfrm>
            <a:custGeom>
              <a:avLst/>
              <a:pathLst>
                <a:path w="2550" h="66321">
                  <a:moveTo>
                    <a:pt x="2550" y="0"/>
                  </a:moveTo>
                  <a:lnTo>
                    <a:pt x="0" y="6632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0" name="pl6030"/>
            <p:cNvSpPr/>
            <p:nvPr/>
          </p:nvSpPr>
          <p:spPr>
            <a:xfrm>
              <a:off x="4420585" y="4678454"/>
              <a:ext cx="4408" cy="75055"/>
            </a:xfrm>
            <a:custGeom>
              <a:avLst/>
              <a:pathLst>
                <a:path w="4408" h="75055">
                  <a:moveTo>
                    <a:pt x="0" y="0"/>
                  </a:moveTo>
                  <a:lnTo>
                    <a:pt x="4408" y="7505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1" name="pl6031"/>
            <p:cNvSpPr/>
            <p:nvPr/>
          </p:nvSpPr>
          <p:spPr>
            <a:xfrm>
              <a:off x="4414427" y="4744805"/>
              <a:ext cx="10566" cy="8704"/>
            </a:xfrm>
            <a:custGeom>
              <a:avLst/>
              <a:pathLst>
                <a:path w="10566" h="8704">
                  <a:moveTo>
                    <a:pt x="10566" y="87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2" name="pl6032"/>
            <p:cNvSpPr/>
            <p:nvPr/>
          </p:nvSpPr>
          <p:spPr>
            <a:xfrm>
              <a:off x="4405232" y="4735354"/>
              <a:ext cx="9195" cy="9450"/>
            </a:xfrm>
            <a:custGeom>
              <a:avLst/>
              <a:pathLst>
                <a:path w="9195" h="9450">
                  <a:moveTo>
                    <a:pt x="9195" y="945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3" name="pl6033"/>
            <p:cNvSpPr/>
            <p:nvPr/>
          </p:nvSpPr>
          <p:spPr>
            <a:xfrm>
              <a:off x="4395277" y="4727178"/>
              <a:ext cx="9954" cy="8176"/>
            </a:xfrm>
            <a:custGeom>
              <a:avLst/>
              <a:pathLst>
                <a:path w="9954" h="8176">
                  <a:moveTo>
                    <a:pt x="9954" y="817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4" name="pl6034"/>
            <p:cNvSpPr/>
            <p:nvPr/>
          </p:nvSpPr>
          <p:spPr>
            <a:xfrm>
              <a:off x="4387212" y="4718964"/>
              <a:ext cx="8065" cy="8213"/>
            </a:xfrm>
            <a:custGeom>
              <a:avLst/>
              <a:pathLst>
                <a:path w="8065" h="8213">
                  <a:moveTo>
                    <a:pt x="8065" y="82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5" name="pl6035"/>
            <p:cNvSpPr/>
            <p:nvPr/>
          </p:nvSpPr>
          <p:spPr>
            <a:xfrm>
              <a:off x="4379387" y="4713406"/>
              <a:ext cx="7824" cy="5558"/>
            </a:xfrm>
            <a:custGeom>
              <a:avLst/>
              <a:pathLst>
                <a:path w="7824" h="5558">
                  <a:moveTo>
                    <a:pt x="7824" y="555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6" name="pl6036"/>
            <p:cNvSpPr/>
            <p:nvPr/>
          </p:nvSpPr>
          <p:spPr>
            <a:xfrm>
              <a:off x="4375481" y="4710610"/>
              <a:ext cx="3906" cy="2795"/>
            </a:xfrm>
            <a:custGeom>
              <a:avLst/>
              <a:pathLst>
                <a:path w="3906" h="2795">
                  <a:moveTo>
                    <a:pt x="3906" y="27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7" name="pl6037"/>
            <p:cNvSpPr/>
            <p:nvPr/>
          </p:nvSpPr>
          <p:spPr>
            <a:xfrm>
              <a:off x="4387212" y="4718964"/>
              <a:ext cx="3202" cy="9047"/>
            </a:xfrm>
            <a:custGeom>
              <a:avLst/>
              <a:pathLst>
                <a:path w="3202" h="9047">
                  <a:moveTo>
                    <a:pt x="0" y="0"/>
                  </a:moveTo>
                  <a:lnTo>
                    <a:pt x="3202" y="904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8" name="pl6038"/>
            <p:cNvSpPr/>
            <p:nvPr/>
          </p:nvSpPr>
          <p:spPr>
            <a:xfrm>
              <a:off x="4386485" y="4725250"/>
              <a:ext cx="3929" cy="2762"/>
            </a:xfrm>
            <a:custGeom>
              <a:avLst/>
              <a:pathLst>
                <a:path w="3929" h="2762">
                  <a:moveTo>
                    <a:pt x="3929" y="27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9" name="pl6039"/>
            <p:cNvSpPr/>
            <p:nvPr/>
          </p:nvSpPr>
          <p:spPr>
            <a:xfrm>
              <a:off x="4395277" y="4727178"/>
              <a:ext cx="2335" cy="12616"/>
            </a:xfrm>
            <a:custGeom>
              <a:avLst/>
              <a:pathLst>
                <a:path w="2335" h="12616">
                  <a:moveTo>
                    <a:pt x="0" y="0"/>
                  </a:moveTo>
                  <a:lnTo>
                    <a:pt x="2335" y="12616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0" name="pl6040"/>
            <p:cNvSpPr/>
            <p:nvPr/>
          </p:nvSpPr>
          <p:spPr>
            <a:xfrm>
              <a:off x="4405232" y="4735354"/>
              <a:ext cx="1956" cy="14389"/>
            </a:xfrm>
            <a:custGeom>
              <a:avLst/>
              <a:pathLst>
                <a:path w="1956" h="14389">
                  <a:moveTo>
                    <a:pt x="0" y="0"/>
                  </a:moveTo>
                  <a:lnTo>
                    <a:pt x="1956" y="14389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1" name="pl6041"/>
            <p:cNvSpPr/>
            <p:nvPr/>
          </p:nvSpPr>
          <p:spPr>
            <a:xfrm>
              <a:off x="4403223" y="4747032"/>
              <a:ext cx="3964" cy="2711"/>
            </a:xfrm>
            <a:custGeom>
              <a:avLst/>
              <a:pathLst>
                <a:path w="3964" h="2711">
                  <a:moveTo>
                    <a:pt x="3964" y="27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2" name="pl6042"/>
            <p:cNvSpPr/>
            <p:nvPr/>
          </p:nvSpPr>
          <p:spPr>
            <a:xfrm>
              <a:off x="4407188" y="4749744"/>
              <a:ext cx="1676" cy="4501"/>
            </a:xfrm>
            <a:custGeom>
              <a:avLst/>
              <a:pathLst>
                <a:path w="1676" h="4501">
                  <a:moveTo>
                    <a:pt x="0" y="0"/>
                  </a:moveTo>
                  <a:lnTo>
                    <a:pt x="1676" y="4501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3" name="pl6043"/>
            <p:cNvSpPr/>
            <p:nvPr/>
          </p:nvSpPr>
          <p:spPr>
            <a:xfrm>
              <a:off x="4414427" y="4744805"/>
              <a:ext cx="109" cy="16628"/>
            </a:xfrm>
            <a:custGeom>
              <a:avLst/>
              <a:pathLst>
                <a:path w="109" h="16628">
                  <a:moveTo>
                    <a:pt x="0" y="0"/>
                  </a:moveTo>
                  <a:lnTo>
                    <a:pt x="109" y="1662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4" name="pl6044"/>
            <p:cNvSpPr/>
            <p:nvPr/>
          </p:nvSpPr>
          <p:spPr>
            <a:xfrm>
              <a:off x="4424239" y="4753510"/>
              <a:ext cx="754" cy="17748"/>
            </a:xfrm>
            <a:custGeom>
              <a:avLst/>
              <a:pathLst>
                <a:path w="754" h="17748">
                  <a:moveTo>
                    <a:pt x="754" y="0"/>
                  </a:moveTo>
                  <a:lnTo>
                    <a:pt x="0" y="1774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5" name="pl6045"/>
            <p:cNvSpPr/>
            <p:nvPr/>
          </p:nvSpPr>
          <p:spPr>
            <a:xfrm>
              <a:off x="4420240" y="4768598"/>
              <a:ext cx="3999" cy="2660"/>
            </a:xfrm>
            <a:custGeom>
              <a:avLst/>
              <a:pathLst>
                <a:path w="3999" h="2660">
                  <a:moveTo>
                    <a:pt x="3999" y="266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6" name="pl6046"/>
            <p:cNvSpPr/>
            <p:nvPr/>
          </p:nvSpPr>
          <p:spPr>
            <a:xfrm>
              <a:off x="4467308" y="4722851"/>
              <a:ext cx="2196" cy="86864"/>
            </a:xfrm>
            <a:custGeom>
              <a:avLst/>
              <a:pathLst>
                <a:path w="2196" h="86864">
                  <a:moveTo>
                    <a:pt x="2196" y="0"/>
                  </a:moveTo>
                  <a:lnTo>
                    <a:pt x="0" y="8686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7" name="pl6047"/>
            <p:cNvSpPr/>
            <p:nvPr/>
          </p:nvSpPr>
          <p:spPr>
            <a:xfrm>
              <a:off x="4454803" y="4799381"/>
              <a:ext cx="12505" cy="10335"/>
            </a:xfrm>
            <a:custGeom>
              <a:avLst/>
              <a:pathLst>
                <a:path w="12505" h="10335">
                  <a:moveTo>
                    <a:pt x="12505" y="103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8" name="pl6048"/>
            <p:cNvSpPr/>
            <p:nvPr/>
          </p:nvSpPr>
          <p:spPr>
            <a:xfrm>
              <a:off x="4443813" y="4790700"/>
              <a:ext cx="10989" cy="8681"/>
            </a:xfrm>
            <a:custGeom>
              <a:avLst/>
              <a:pathLst>
                <a:path w="10989" h="8681">
                  <a:moveTo>
                    <a:pt x="10989" y="86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9" name="pl6049"/>
            <p:cNvSpPr/>
            <p:nvPr/>
          </p:nvSpPr>
          <p:spPr>
            <a:xfrm>
              <a:off x="4435759" y="4785480"/>
              <a:ext cx="8054" cy="5219"/>
            </a:xfrm>
            <a:custGeom>
              <a:avLst/>
              <a:pathLst>
                <a:path w="8054" h="5219">
                  <a:moveTo>
                    <a:pt x="8054" y="52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0" name="pl6050"/>
            <p:cNvSpPr/>
            <p:nvPr/>
          </p:nvSpPr>
          <p:spPr>
            <a:xfrm>
              <a:off x="4435759" y="4785480"/>
              <a:ext cx="1772" cy="4464"/>
            </a:xfrm>
            <a:custGeom>
              <a:avLst/>
              <a:pathLst>
                <a:path w="1772" h="4464">
                  <a:moveTo>
                    <a:pt x="0" y="0"/>
                  </a:moveTo>
                  <a:lnTo>
                    <a:pt x="1772" y="446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1" name="pl6051"/>
            <p:cNvSpPr/>
            <p:nvPr/>
          </p:nvSpPr>
          <p:spPr>
            <a:xfrm>
              <a:off x="4443813" y="4790700"/>
              <a:ext cx="3586" cy="8902"/>
            </a:xfrm>
            <a:custGeom>
              <a:avLst/>
              <a:pathLst>
                <a:path w="3586" h="8902">
                  <a:moveTo>
                    <a:pt x="0" y="0"/>
                  </a:moveTo>
                  <a:lnTo>
                    <a:pt x="3586" y="8902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2" name="pl6052"/>
            <p:cNvSpPr/>
            <p:nvPr/>
          </p:nvSpPr>
          <p:spPr>
            <a:xfrm>
              <a:off x="4447399" y="4799603"/>
              <a:ext cx="1810" cy="4449"/>
            </a:xfrm>
            <a:custGeom>
              <a:avLst/>
              <a:pathLst>
                <a:path w="1810" h="4449">
                  <a:moveTo>
                    <a:pt x="0" y="0"/>
                  </a:moveTo>
                  <a:lnTo>
                    <a:pt x="1810" y="4449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3" name="pl6053"/>
            <p:cNvSpPr/>
            <p:nvPr/>
          </p:nvSpPr>
          <p:spPr>
            <a:xfrm>
              <a:off x="4467308" y="4809716"/>
              <a:ext cx="3731" cy="17830"/>
            </a:xfrm>
            <a:custGeom>
              <a:avLst/>
              <a:pathLst>
                <a:path w="3731" h="17830">
                  <a:moveTo>
                    <a:pt x="0" y="0"/>
                  </a:moveTo>
                  <a:lnTo>
                    <a:pt x="3731" y="1783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4" name="pl6054"/>
            <p:cNvSpPr/>
            <p:nvPr/>
          </p:nvSpPr>
          <p:spPr>
            <a:xfrm>
              <a:off x="4466952" y="4825024"/>
              <a:ext cx="4087" cy="2522"/>
            </a:xfrm>
            <a:custGeom>
              <a:avLst/>
              <a:pathLst>
                <a:path w="4087" h="2522">
                  <a:moveTo>
                    <a:pt x="4087" y="25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5" name="pl6055"/>
            <p:cNvSpPr/>
            <p:nvPr/>
          </p:nvSpPr>
          <p:spPr>
            <a:xfrm>
              <a:off x="4471040" y="4827547"/>
              <a:ext cx="1885" cy="4417"/>
            </a:xfrm>
            <a:custGeom>
              <a:avLst/>
              <a:pathLst>
                <a:path w="1885" h="4417">
                  <a:moveTo>
                    <a:pt x="0" y="0"/>
                  </a:moveTo>
                  <a:lnTo>
                    <a:pt x="1885" y="441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6" name="pl6056"/>
            <p:cNvSpPr/>
            <p:nvPr/>
          </p:nvSpPr>
          <p:spPr>
            <a:xfrm>
              <a:off x="4502546" y="4763730"/>
              <a:ext cx="11762" cy="90878"/>
            </a:xfrm>
            <a:custGeom>
              <a:avLst/>
              <a:pathLst>
                <a:path w="11762" h="90878">
                  <a:moveTo>
                    <a:pt x="11762" y="0"/>
                  </a:moveTo>
                  <a:lnTo>
                    <a:pt x="0" y="90878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7" name="pl6057"/>
            <p:cNvSpPr/>
            <p:nvPr/>
          </p:nvSpPr>
          <p:spPr>
            <a:xfrm>
              <a:off x="4491266" y="4846308"/>
              <a:ext cx="11279" cy="8300"/>
            </a:xfrm>
            <a:custGeom>
              <a:avLst/>
              <a:pathLst>
                <a:path w="11279" h="8300">
                  <a:moveTo>
                    <a:pt x="11279" y="83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8" name="pl6058"/>
            <p:cNvSpPr/>
            <p:nvPr/>
          </p:nvSpPr>
          <p:spPr>
            <a:xfrm>
              <a:off x="4483038" y="4841367"/>
              <a:ext cx="8227" cy="4941"/>
            </a:xfrm>
            <a:custGeom>
              <a:avLst/>
              <a:pathLst>
                <a:path w="8227" h="4941">
                  <a:moveTo>
                    <a:pt x="8227" y="494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9" name="pl6059"/>
            <p:cNvSpPr/>
            <p:nvPr/>
          </p:nvSpPr>
          <p:spPr>
            <a:xfrm>
              <a:off x="4478929" y="4838879"/>
              <a:ext cx="4109" cy="2487"/>
            </a:xfrm>
            <a:custGeom>
              <a:avLst/>
              <a:pathLst>
                <a:path w="4109" h="2487">
                  <a:moveTo>
                    <a:pt x="4109" y="248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0" name="pl6060"/>
            <p:cNvSpPr/>
            <p:nvPr/>
          </p:nvSpPr>
          <p:spPr>
            <a:xfrm>
              <a:off x="4491266" y="4846308"/>
              <a:ext cx="3888" cy="8775"/>
            </a:xfrm>
            <a:custGeom>
              <a:avLst/>
              <a:pathLst>
                <a:path w="3888" h="8775">
                  <a:moveTo>
                    <a:pt x="0" y="0"/>
                  </a:moveTo>
                  <a:lnTo>
                    <a:pt x="3888" y="8775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1" name="pl6061"/>
            <p:cNvSpPr/>
            <p:nvPr/>
          </p:nvSpPr>
          <p:spPr>
            <a:xfrm>
              <a:off x="4491024" y="4852631"/>
              <a:ext cx="4130" cy="2452"/>
            </a:xfrm>
            <a:custGeom>
              <a:avLst/>
              <a:pathLst>
                <a:path w="4130" h="2452">
                  <a:moveTo>
                    <a:pt x="4130" y="24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2" name="pl6062"/>
            <p:cNvSpPr/>
            <p:nvPr/>
          </p:nvSpPr>
          <p:spPr>
            <a:xfrm>
              <a:off x="4495154" y="4855083"/>
              <a:ext cx="1961" cy="4384"/>
            </a:xfrm>
            <a:custGeom>
              <a:avLst/>
              <a:pathLst>
                <a:path w="1961" h="4384">
                  <a:moveTo>
                    <a:pt x="0" y="0"/>
                  </a:moveTo>
                  <a:lnTo>
                    <a:pt x="1961" y="4384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3" name="pl6063"/>
            <p:cNvSpPr/>
            <p:nvPr/>
          </p:nvSpPr>
          <p:spPr>
            <a:xfrm>
              <a:off x="4502546" y="4854609"/>
              <a:ext cx="4840" cy="14087"/>
            </a:xfrm>
            <a:custGeom>
              <a:avLst/>
              <a:pathLst>
                <a:path w="4840" h="14087">
                  <a:moveTo>
                    <a:pt x="0" y="0"/>
                  </a:moveTo>
                  <a:lnTo>
                    <a:pt x="4840" y="1408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4" name="pl6064"/>
            <p:cNvSpPr/>
            <p:nvPr/>
          </p:nvSpPr>
          <p:spPr>
            <a:xfrm>
              <a:off x="4503236" y="4866279"/>
              <a:ext cx="4150" cy="2417"/>
            </a:xfrm>
            <a:custGeom>
              <a:avLst/>
              <a:pathLst>
                <a:path w="4150" h="2417">
                  <a:moveTo>
                    <a:pt x="4150" y="24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5" name="pl6065"/>
            <p:cNvSpPr/>
            <p:nvPr/>
          </p:nvSpPr>
          <p:spPr>
            <a:xfrm>
              <a:off x="4515563" y="4795485"/>
              <a:ext cx="28040" cy="84337"/>
            </a:xfrm>
            <a:custGeom>
              <a:avLst/>
              <a:pathLst>
                <a:path w="28040" h="84337">
                  <a:moveTo>
                    <a:pt x="28040" y="0"/>
                  </a:moveTo>
                  <a:lnTo>
                    <a:pt x="0" y="84337"/>
                  </a:lnTo>
                </a:path>
              </a:pathLst>
            </a:custGeom>
            <a:ln w="8763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6" name="pl6066"/>
            <p:cNvSpPr/>
            <p:nvPr/>
          </p:nvSpPr>
          <p:spPr>
            <a:xfrm>
              <a:off x="4582600" y="4928983"/>
              <a:ext cx="31028" cy="16435"/>
            </a:xfrm>
            <a:custGeom>
              <a:avLst/>
              <a:pathLst>
                <a:path w="31028" h="16435">
                  <a:moveTo>
                    <a:pt x="31028" y="1643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7" name="pl6067"/>
            <p:cNvSpPr/>
            <p:nvPr/>
          </p:nvSpPr>
          <p:spPr>
            <a:xfrm>
              <a:off x="4564390" y="4914575"/>
              <a:ext cx="18210" cy="14407"/>
            </a:xfrm>
            <a:custGeom>
              <a:avLst/>
              <a:pathLst>
                <a:path w="18210" h="14407">
                  <a:moveTo>
                    <a:pt x="18210" y="144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8" name="pl6068"/>
            <p:cNvSpPr/>
            <p:nvPr/>
          </p:nvSpPr>
          <p:spPr>
            <a:xfrm>
              <a:off x="4547151" y="4905057"/>
              <a:ext cx="17238" cy="9517"/>
            </a:xfrm>
            <a:custGeom>
              <a:avLst/>
              <a:pathLst>
                <a:path w="17238" h="9517">
                  <a:moveTo>
                    <a:pt x="17238" y="95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9" name="pl6069"/>
            <p:cNvSpPr/>
            <p:nvPr/>
          </p:nvSpPr>
          <p:spPr>
            <a:xfrm>
              <a:off x="4537961" y="4899604"/>
              <a:ext cx="9189" cy="5453"/>
            </a:xfrm>
            <a:custGeom>
              <a:avLst/>
              <a:pathLst>
                <a:path w="9189" h="5453">
                  <a:moveTo>
                    <a:pt x="9189" y="545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0" name="pl6070"/>
            <p:cNvSpPr/>
            <p:nvPr/>
          </p:nvSpPr>
          <p:spPr>
            <a:xfrm>
              <a:off x="4532198" y="4895606"/>
              <a:ext cx="5762" cy="3997"/>
            </a:xfrm>
            <a:custGeom>
              <a:avLst/>
              <a:pathLst>
                <a:path w="5762" h="3997">
                  <a:moveTo>
                    <a:pt x="5762" y="399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1" name="pl6071"/>
            <p:cNvSpPr/>
            <p:nvPr/>
          </p:nvSpPr>
          <p:spPr>
            <a:xfrm>
              <a:off x="4528006" y="4893260"/>
              <a:ext cx="4191" cy="2345"/>
            </a:xfrm>
            <a:custGeom>
              <a:avLst/>
              <a:pathLst>
                <a:path w="4191" h="2345">
                  <a:moveTo>
                    <a:pt x="4191" y="23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2" name="pl6072"/>
            <p:cNvSpPr/>
            <p:nvPr/>
          </p:nvSpPr>
          <p:spPr>
            <a:xfrm>
              <a:off x="4537961" y="4899604"/>
              <a:ext cx="2602" cy="6987"/>
            </a:xfrm>
            <a:custGeom>
              <a:avLst/>
              <a:pathLst>
                <a:path w="2602" h="6987">
                  <a:moveTo>
                    <a:pt x="0" y="0"/>
                  </a:moveTo>
                  <a:lnTo>
                    <a:pt x="2602" y="698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3" name="pl6073"/>
            <p:cNvSpPr/>
            <p:nvPr/>
          </p:nvSpPr>
          <p:spPr>
            <a:xfrm>
              <a:off x="4582600" y="4928983"/>
              <a:ext cx="7079" cy="25596"/>
            </a:xfrm>
            <a:custGeom>
              <a:avLst/>
              <a:pathLst>
                <a:path w="7079" h="25596">
                  <a:moveTo>
                    <a:pt x="0" y="0"/>
                  </a:moveTo>
                  <a:lnTo>
                    <a:pt x="7079" y="25596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4" name="pl6074"/>
            <p:cNvSpPr/>
            <p:nvPr/>
          </p:nvSpPr>
          <p:spPr>
            <a:xfrm>
              <a:off x="4589679" y="4954579"/>
              <a:ext cx="2237" cy="4250"/>
            </a:xfrm>
            <a:custGeom>
              <a:avLst/>
              <a:pathLst>
                <a:path w="2237" h="4250">
                  <a:moveTo>
                    <a:pt x="0" y="0"/>
                  </a:moveTo>
                  <a:lnTo>
                    <a:pt x="2237" y="425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5" name="pl6075"/>
            <p:cNvSpPr/>
            <p:nvPr/>
          </p:nvSpPr>
          <p:spPr>
            <a:xfrm>
              <a:off x="4598461" y="4965235"/>
              <a:ext cx="4297" cy="2146"/>
            </a:xfrm>
            <a:custGeom>
              <a:avLst/>
              <a:pathLst>
                <a:path w="4297" h="2146">
                  <a:moveTo>
                    <a:pt x="4297" y="214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6" name="pl6076"/>
            <p:cNvSpPr/>
            <p:nvPr/>
          </p:nvSpPr>
          <p:spPr>
            <a:xfrm>
              <a:off x="4602758" y="4967381"/>
              <a:ext cx="2273" cy="4231"/>
            </a:xfrm>
            <a:custGeom>
              <a:avLst/>
              <a:pathLst>
                <a:path w="2273" h="4231">
                  <a:moveTo>
                    <a:pt x="0" y="0"/>
                  </a:moveTo>
                  <a:lnTo>
                    <a:pt x="2273" y="423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7" name="pl6077"/>
            <p:cNvSpPr/>
            <p:nvPr/>
          </p:nvSpPr>
          <p:spPr>
            <a:xfrm>
              <a:off x="4611359" y="4971640"/>
              <a:ext cx="4586" cy="8431"/>
            </a:xfrm>
            <a:custGeom>
              <a:avLst/>
              <a:pathLst>
                <a:path w="4586" h="8431">
                  <a:moveTo>
                    <a:pt x="0" y="0"/>
                  </a:moveTo>
                  <a:lnTo>
                    <a:pt x="4586" y="8431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8" name="pl6078"/>
            <p:cNvSpPr/>
            <p:nvPr/>
          </p:nvSpPr>
          <p:spPr>
            <a:xfrm>
              <a:off x="4611630" y="4977962"/>
              <a:ext cx="4315" cy="2109"/>
            </a:xfrm>
            <a:custGeom>
              <a:avLst/>
              <a:pathLst>
                <a:path w="4315" h="2109">
                  <a:moveTo>
                    <a:pt x="4315" y="210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9" name="pl6079"/>
            <p:cNvSpPr/>
            <p:nvPr/>
          </p:nvSpPr>
          <p:spPr>
            <a:xfrm>
              <a:off x="4662273" y="4975625"/>
              <a:ext cx="24185" cy="57163"/>
            </a:xfrm>
            <a:custGeom>
              <a:avLst/>
              <a:pathLst>
                <a:path w="24185" h="57163">
                  <a:moveTo>
                    <a:pt x="0" y="0"/>
                  </a:moveTo>
                  <a:lnTo>
                    <a:pt x="24185" y="5716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0" name="pl6080"/>
            <p:cNvSpPr/>
            <p:nvPr/>
          </p:nvSpPr>
          <p:spPr>
            <a:xfrm>
              <a:off x="4674919" y="5026478"/>
              <a:ext cx="11538" cy="6310"/>
            </a:xfrm>
            <a:custGeom>
              <a:avLst/>
              <a:pathLst>
                <a:path w="11538" h="6310">
                  <a:moveTo>
                    <a:pt x="11538" y="631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1" name="pl6081"/>
            <p:cNvSpPr/>
            <p:nvPr/>
          </p:nvSpPr>
          <p:spPr>
            <a:xfrm>
              <a:off x="4665017" y="5019576"/>
              <a:ext cx="9901" cy="6902"/>
            </a:xfrm>
            <a:custGeom>
              <a:avLst/>
              <a:pathLst>
                <a:path w="9901" h="6902">
                  <a:moveTo>
                    <a:pt x="9901" y="690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2" name="pl6082"/>
            <p:cNvSpPr/>
            <p:nvPr/>
          </p:nvSpPr>
          <p:spPr>
            <a:xfrm>
              <a:off x="4655436" y="5014844"/>
              <a:ext cx="9581" cy="4731"/>
            </a:xfrm>
            <a:custGeom>
              <a:avLst/>
              <a:pathLst>
                <a:path w="9581" h="4731">
                  <a:moveTo>
                    <a:pt x="9581" y="47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3" name="pl6083"/>
            <p:cNvSpPr/>
            <p:nvPr/>
          </p:nvSpPr>
          <p:spPr>
            <a:xfrm>
              <a:off x="4649383" y="5011300"/>
              <a:ext cx="6052" cy="3543"/>
            </a:xfrm>
            <a:custGeom>
              <a:avLst/>
              <a:pathLst>
                <a:path w="6052" h="3543">
                  <a:moveTo>
                    <a:pt x="6052" y="35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4" name="pl6084"/>
            <p:cNvSpPr/>
            <p:nvPr/>
          </p:nvSpPr>
          <p:spPr>
            <a:xfrm>
              <a:off x="4645024" y="5009283"/>
              <a:ext cx="4359" cy="2017"/>
            </a:xfrm>
            <a:custGeom>
              <a:avLst/>
              <a:pathLst>
                <a:path w="4359" h="2017">
                  <a:moveTo>
                    <a:pt x="4359" y="201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5" name="pl6085"/>
            <p:cNvSpPr/>
            <p:nvPr/>
          </p:nvSpPr>
          <p:spPr>
            <a:xfrm>
              <a:off x="4665017" y="5019576"/>
              <a:ext cx="4746" cy="10117"/>
            </a:xfrm>
            <a:custGeom>
              <a:avLst/>
              <a:pathLst>
                <a:path w="4746" h="10117">
                  <a:moveTo>
                    <a:pt x="0" y="0"/>
                  </a:moveTo>
                  <a:lnTo>
                    <a:pt x="4746" y="1011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6" name="pl6086"/>
            <p:cNvSpPr/>
            <p:nvPr/>
          </p:nvSpPr>
          <p:spPr>
            <a:xfrm>
              <a:off x="4669763" y="5029693"/>
              <a:ext cx="2452" cy="4130"/>
            </a:xfrm>
            <a:custGeom>
              <a:avLst/>
              <a:pathLst>
                <a:path w="2452" h="4130">
                  <a:moveTo>
                    <a:pt x="0" y="0"/>
                  </a:moveTo>
                  <a:lnTo>
                    <a:pt x="2452" y="413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7" name="pl6087"/>
            <p:cNvSpPr/>
            <p:nvPr/>
          </p:nvSpPr>
          <p:spPr>
            <a:xfrm>
              <a:off x="4686458" y="5032789"/>
              <a:ext cx="3919" cy="15033"/>
            </a:xfrm>
            <a:custGeom>
              <a:avLst/>
              <a:pathLst>
                <a:path w="3919" h="15033">
                  <a:moveTo>
                    <a:pt x="0" y="0"/>
                  </a:moveTo>
                  <a:lnTo>
                    <a:pt x="3919" y="1503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8" name="pl6088"/>
            <p:cNvSpPr/>
            <p:nvPr/>
          </p:nvSpPr>
          <p:spPr>
            <a:xfrm>
              <a:off x="4690377" y="5047822"/>
              <a:ext cx="2505" cy="4098"/>
            </a:xfrm>
            <a:custGeom>
              <a:avLst/>
              <a:pathLst>
                <a:path w="2505" h="4098">
                  <a:moveTo>
                    <a:pt x="0" y="0"/>
                  </a:moveTo>
                  <a:lnTo>
                    <a:pt x="2505" y="4098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9" name="pl6089"/>
            <p:cNvSpPr/>
            <p:nvPr/>
          </p:nvSpPr>
          <p:spPr>
            <a:xfrm>
              <a:off x="4696254" y="5002544"/>
              <a:ext cx="7993" cy="57217"/>
            </a:xfrm>
            <a:custGeom>
              <a:avLst/>
              <a:pathLst>
                <a:path w="7993" h="57217">
                  <a:moveTo>
                    <a:pt x="0" y="0"/>
                  </a:moveTo>
                  <a:lnTo>
                    <a:pt x="7993" y="57217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0" name="pl6090"/>
            <p:cNvSpPr/>
            <p:nvPr/>
          </p:nvSpPr>
          <p:spPr>
            <a:xfrm>
              <a:off x="4699822" y="5057895"/>
              <a:ext cx="4425" cy="1867"/>
            </a:xfrm>
            <a:custGeom>
              <a:avLst/>
              <a:pathLst>
                <a:path w="4425" h="1867">
                  <a:moveTo>
                    <a:pt x="4425" y="186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1" name="pl6091"/>
            <p:cNvSpPr/>
            <p:nvPr/>
          </p:nvSpPr>
          <p:spPr>
            <a:xfrm>
              <a:off x="4997928" y="5203834"/>
              <a:ext cx="93512" cy="16211"/>
            </a:xfrm>
            <a:custGeom>
              <a:avLst/>
              <a:pathLst>
                <a:path w="93512" h="16211">
                  <a:moveTo>
                    <a:pt x="93512" y="1621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2" name="pl6092"/>
            <p:cNvSpPr/>
            <p:nvPr/>
          </p:nvSpPr>
          <p:spPr>
            <a:xfrm>
              <a:off x="4955071" y="5192239"/>
              <a:ext cx="42857" cy="11595"/>
            </a:xfrm>
            <a:custGeom>
              <a:avLst/>
              <a:pathLst>
                <a:path w="42857" h="11595">
                  <a:moveTo>
                    <a:pt x="42857" y="115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3" name="pl6093"/>
            <p:cNvSpPr/>
            <p:nvPr/>
          </p:nvSpPr>
          <p:spPr>
            <a:xfrm>
              <a:off x="4942763" y="5185958"/>
              <a:ext cx="12308" cy="6281"/>
            </a:xfrm>
            <a:custGeom>
              <a:avLst/>
              <a:pathLst>
                <a:path w="12308" h="6281">
                  <a:moveTo>
                    <a:pt x="12308" y="628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4" name="pl6094"/>
            <p:cNvSpPr/>
            <p:nvPr/>
          </p:nvSpPr>
          <p:spPr>
            <a:xfrm>
              <a:off x="4926512" y="5176938"/>
              <a:ext cx="16250" cy="9019"/>
            </a:xfrm>
            <a:custGeom>
              <a:avLst/>
              <a:pathLst>
                <a:path w="16250" h="9019">
                  <a:moveTo>
                    <a:pt x="16250" y="90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5" name="pl6095"/>
            <p:cNvSpPr/>
            <p:nvPr/>
          </p:nvSpPr>
          <p:spPr>
            <a:xfrm>
              <a:off x="4902440" y="5162362"/>
              <a:ext cx="24071" cy="14575"/>
            </a:xfrm>
            <a:custGeom>
              <a:avLst/>
              <a:pathLst>
                <a:path w="24071" h="14575">
                  <a:moveTo>
                    <a:pt x="24071" y="1457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6" name="pl6096"/>
            <p:cNvSpPr/>
            <p:nvPr/>
          </p:nvSpPr>
          <p:spPr>
            <a:xfrm>
              <a:off x="4862979" y="5136319"/>
              <a:ext cx="39461" cy="26043"/>
            </a:xfrm>
            <a:custGeom>
              <a:avLst/>
              <a:pathLst>
                <a:path w="39461" h="26043">
                  <a:moveTo>
                    <a:pt x="39461" y="2604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7" name="pl6097"/>
            <p:cNvSpPr/>
            <p:nvPr/>
          </p:nvSpPr>
          <p:spPr>
            <a:xfrm>
              <a:off x="4796285" y="5110129"/>
              <a:ext cx="66694" cy="26189"/>
            </a:xfrm>
            <a:custGeom>
              <a:avLst/>
              <a:pathLst>
                <a:path w="66694" h="26189">
                  <a:moveTo>
                    <a:pt x="66694" y="2618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8" name="pl6098"/>
            <p:cNvSpPr/>
            <p:nvPr/>
          </p:nvSpPr>
          <p:spPr>
            <a:xfrm>
              <a:off x="4768664" y="5097731"/>
              <a:ext cx="27620" cy="12398"/>
            </a:xfrm>
            <a:custGeom>
              <a:avLst/>
              <a:pathLst>
                <a:path w="27620" h="12398">
                  <a:moveTo>
                    <a:pt x="27620" y="1239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9" name="pl6099"/>
            <p:cNvSpPr/>
            <p:nvPr/>
          </p:nvSpPr>
          <p:spPr>
            <a:xfrm>
              <a:off x="4754154" y="5091709"/>
              <a:ext cx="14509" cy="6021"/>
            </a:xfrm>
            <a:custGeom>
              <a:avLst/>
              <a:pathLst>
                <a:path w="14509" h="6021">
                  <a:moveTo>
                    <a:pt x="14509" y="60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0" name="pl6100"/>
            <p:cNvSpPr/>
            <p:nvPr/>
          </p:nvSpPr>
          <p:spPr>
            <a:xfrm>
              <a:off x="4745707" y="5086737"/>
              <a:ext cx="8447" cy="4971"/>
            </a:xfrm>
            <a:custGeom>
              <a:avLst/>
              <a:pathLst>
                <a:path w="8447" h="4971">
                  <a:moveTo>
                    <a:pt x="8447" y="49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1" name="pl6101"/>
            <p:cNvSpPr/>
            <p:nvPr/>
          </p:nvSpPr>
          <p:spPr>
            <a:xfrm>
              <a:off x="4745707" y="5086737"/>
              <a:ext cx="3401" cy="12136"/>
            </a:xfrm>
            <a:custGeom>
              <a:avLst/>
              <a:pathLst>
                <a:path w="3401" h="12136">
                  <a:moveTo>
                    <a:pt x="0" y="0"/>
                  </a:moveTo>
                  <a:lnTo>
                    <a:pt x="3401" y="12136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2" name="pl6102"/>
            <p:cNvSpPr/>
            <p:nvPr/>
          </p:nvSpPr>
          <p:spPr>
            <a:xfrm>
              <a:off x="4862979" y="5136319"/>
              <a:ext cx="44210" cy="57488"/>
            </a:xfrm>
            <a:custGeom>
              <a:avLst/>
              <a:pathLst>
                <a:path w="44210" h="57488">
                  <a:moveTo>
                    <a:pt x="0" y="0"/>
                  </a:moveTo>
                  <a:lnTo>
                    <a:pt x="44210" y="57488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3" name="pl6103"/>
            <p:cNvSpPr/>
            <p:nvPr/>
          </p:nvSpPr>
          <p:spPr>
            <a:xfrm>
              <a:off x="4895283" y="5189259"/>
              <a:ext cx="11906" cy="4548"/>
            </a:xfrm>
            <a:custGeom>
              <a:avLst/>
              <a:pathLst>
                <a:path w="11906" h="4548">
                  <a:moveTo>
                    <a:pt x="11906" y="454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4" name="pl6104"/>
            <p:cNvSpPr/>
            <p:nvPr/>
          </p:nvSpPr>
          <p:spPr>
            <a:xfrm>
              <a:off x="4885226" y="5184128"/>
              <a:ext cx="10056" cy="5130"/>
            </a:xfrm>
            <a:custGeom>
              <a:avLst/>
              <a:pathLst>
                <a:path w="10056" h="5130">
                  <a:moveTo>
                    <a:pt x="10056" y="513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5" name="pl6105"/>
            <p:cNvSpPr/>
            <p:nvPr/>
          </p:nvSpPr>
          <p:spPr>
            <a:xfrm>
              <a:off x="4873470" y="5177739"/>
              <a:ext cx="11756" cy="6388"/>
            </a:xfrm>
            <a:custGeom>
              <a:avLst/>
              <a:pathLst>
                <a:path w="11756" h="6388">
                  <a:moveTo>
                    <a:pt x="11756" y="638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6" name="pl6106"/>
            <p:cNvSpPr/>
            <p:nvPr/>
          </p:nvSpPr>
          <p:spPr>
            <a:xfrm>
              <a:off x="4861195" y="5172667"/>
              <a:ext cx="12275" cy="5072"/>
            </a:xfrm>
            <a:custGeom>
              <a:avLst/>
              <a:pathLst>
                <a:path w="12275" h="5072">
                  <a:moveTo>
                    <a:pt x="12275" y="50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7" name="pl6107"/>
            <p:cNvSpPr/>
            <p:nvPr/>
          </p:nvSpPr>
          <p:spPr>
            <a:xfrm>
              <a:off x="4861195" y="5172667"/>
              <a:ext cx="5009" cy="14218"/>
            </a:xfrm>
            <a:custGeom>
              <a:avLst/>
              <a:pathLst>
                <a:path w="5009" h="14218">
                  <a:moveTo>
                    <a:pt x="0" y="0"/>
                  </a:moveTo>
                  <a:lnTo>
                    <a:pt x="5009" y="14218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8" name="pl6108"/>
            <p:cNvSpPr/>
            <p:nvPr/>
          </p:nvSpPr>
          <p:spPr>
            <a:xfrm>
              <a:off x="4902440" y="5162362"/>
              <a:ext cx="16829" cy="60473"/>
            </a:xfrm>
            <a:custGeom>
              <a:avLst/>
              <a:pathLst>
                <a:path w="16829" h="60473">
                  <a:moveTo>
                    <a:pt x="0" y="0"/>
                  </a:moveTo>
                  <a:lnTo>
                    <a:pt x="16829" y="6047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9" name="pl6109"/>
            <p:cNvSpPr/>
            <p:nvPr/>
          </p:nvSpPr>
          <p:spPr>
            <a:xfrm>
              <a:off x="4926512" y="5176938"/>
              <a:ext cx="425" cy="50903"/>
            </a:xfrm>
            <a:custGeom>
              <a:avLst/>
              <a:pathLst>
                <a:path w="425" h="50903">
                  <a:moveTo>
                    <a:pt x="0" y="0"/>
                  </a:moveTo>
                  <a:lnTo>
                    <a:pt x="425" y="5090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0" name="pl6110"/>
            <p:cNvSpPr/>
            <p:nvPr/>
          </p:nvSpPr>
          <p:spPr>
            <a:xfrm>
              <a:off x="4942336" y="5192239"/>
              <a:ext cx="12734" cy="45516"/>
            </a:xfrm>
            <a:custGeom>
              <a:avLst/>
              <a:pathLst>
                <a:path w="12734" h="45516">
                  <a:moveTo>
                    <a:pt x="12734" y="0"/>
                  </a:moveTo>
                  <a:lnTo>
                    <a:pt x="0" y="45516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1" name="pl6111"/>
            <p:cNvSpPr/>
            <p:nvPr/>
          </p:nvSpPr>
          <p:spPr>
            <a:xfrm>
              <a:off x="4997928" y="5203834"/>
              <a:ext cx="12456" cy="62029"/>
            </a:xfrm>
            <a:custGeom>
              <a:avLst/>
              <a:pathLst>
                <a:path w="12456" h="62029">
                  <a:moveTo>
                    <a:pt x="0" y="0"/>
                  </a:moveTo>
                  <a:lnTo>
                    <a:pt x="12456" y="62029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2" name="pl6112"/>
            <p:cNvSpPr/>
            <p:nvPr/>
          </p:nvSpPr>
          <p:spPr>
            <a:xfrm>
              <a:off x="5001502" y="5262283"/>
              <a:ext cx="8883" cy="3580"/>
            </a:xfrm>
            <a:custGeom>
              <a:avLst/>
              <a:pathLst>
                <a:path w="8883" h="3580">
                  <a:moveTo>
                    <a:pt x="8883" y="35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3" name="pl6113"/>
            <p:cNvSpPr/>
            <p:nvPr/>
          </p:nvSpPr>
          <p:spPr>
            <a:xfrm>
              <a:off x="4992324" y="5258475"/>
              <a:ext cx="9177" cy="3807"/>
            </a:xfrm>
            <a:custGeom>
              <a:avLst/>
              <a:pathLst>
                <a:path w="9177" h="3807">
                  <a:moveTo>
                    <a:pt x="9177" y="38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4" name="pl6114"/>
            <p:cNvSpPr/>
            <p:nvPr/>
          </p:nvSpPr>
          <p:spPr>
            <a:xfrm>
              <a:off x="4982550" y="5254251"/>
              <a:ext cx="9774" cy="4224"/>
            </a:xfrm>
            <a:custGeom>
              <a:avLst/>
              <a:pathLst>
                <a:path w="9774" h="4224">
                  <a:moveTo>
                    <a:pt x="9774" y="422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5" name="pl6115"/>
            <p:cNvSpPr/>
            <p:nvPr/>
          </p:nvSpPr>
          <p:spPr>
            <a:xfrm>
              <a:off x="4971576" y="5249225"/>
              <a:ext cx="10974" cy="5025"/>
            </a:xfrm>
            <a:custGeom>
              <a:avLst/>
              <a:pathLst>
                <a:path w="10974" h="5025">
                  <a:moveTo>
                    <a:pt x="10974" y="50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6" name="pl6116"/>
            <p:cNvSpPr/>
            <p:nvPr/>
          </p:nvSpPr>
          <p:spPr>
            <a:xfrm>
              <a:off x="4961304" y="5246278"/>
              <a:ext cx="10271" cy="2947"/>
            </a:xfrm>
            <a:custGeom>
              <a:avLst/>
              <a:pathLst>
                <a:path w="10271" h="2947">
                  <a:moveTo>
                    <a:pt x="10271" y="29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7" name="pl6117"/>
            <p:cNvSpPr/>
            <p:nvPr/>
          </p:nvSpPr>
          <p:spPr>
            <a:xfrm>
              <a:off x="4954716" y="5243870"/>
              <a:ext cx="6587" cy="2407"/>
            </a:xfrm>
            <a:custGeom>
              <a:avLst/>
              <a:pathLst>
                <a:path w="6587" h="2407">
                  <a:moveTo>
                    <a:pt x="6587" y="24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8" name="pl6118"/>
            <p:cNvSpPr/>
            <p:nvPr/>
          </p:nvSpPr>
          <p:spPr>
            <a:xfrm>
              <a:off x="4950067" y="5242662"/>
              <a:ext cx="4649" cy="1207"/>
            </a:xfrm>
            <a:custGeom>
              <a:avLst/>
              <a:pathLst>
                <a:path w="4649" h="1207">
                  <a:moveTo>
                    <a:pt x="4649" y="120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9" name="pl6119"/>
            <p:cNvSpPr/>
            <p:nvPr/>
          </p:nvSpPr>
          <p:spPr>
            <a:xfrm>
              <a:off x="4982550" y="5254251"/>
              <a:ext cx="6483" cy="12450"/>
            </a:xfrm>
            <a:custGeom>
              <a:avLst/>
              <a:pathLst>
                <a:path w="6483" h="12450">
                  <a:moveTo>
                    <a:pt x="0" y="0"/>
                  </a:moveTo>
                  <a:lnTo>
                    <a:pt x="6483" y="12450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0" name="pl6120"/>
            <p:cNvSpPr/>
            <p:nvPr/>
          </p:nvSpPr>
          <p:spPr>
            <a:xfrm>
              <a:off x="4992324" y="5258475"/>
              <a:ext cx="4563" cy="12933"/>
            </a:xfrm>
            <a:custGeom>
              <a:avLst/>
              <a:pathLst>
                <a:path w="4563" h="12933">
                  <a:moveTo>
                    <a:pt x="0" y="0"/>
                  </a:moveTo>
                  <a:lnTo>
                    <a:pt x="4563" y="12933"/>
                  </a:lnTo>
                </a:path>
              </a:pathLst>
            </a:custGeom>
            <a:ln w="8763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1" name="pl6121"/>
            <p:cNvSpPr/>
            <p:nvPr/>
          </p:nvSpPr>
          <p:spPr>
            <a:xfrm>
              <a:off x="5091441" y="5220045"/>
              <a:ext cx="50760" cy="94745"/>
            </a:xfrm>
            <a:custGeom>
              <a:avLst/>
              <a:pathLst>
                <a:path w="50760" h="94745">
                  <a:moveTo>
                    <a:pt x="0" y="0"/>
                  </a:moveTo>
                  <a:lnTo>
                    <a:pt x="50760" y="94745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2" name="pl6122"/>
            <p:cNvSpPr/>
            <p:nvPr/>
          </p:nvSpPr>
          <p:spPr>
            <a:xfrm>
              <a:off x="5091505" y="5306486"/>
              <a:ext cx="50697" cy="8304"/>
            </a:xfrm>
            <a:custGeom>
              <a:avLst/>
              <a:pathLst>
                <a:path w="50697" h="8304">
                  <a:moveTo>
                    <a:pt x="50697" y="8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3" name="pl6123"/>
            <p:cNvSpPr/>
            <p:nvPr/>
          </p:nvSpPr>
          <p:spPr>
            <a:xfrm>
              <a:off x="5070796" y="5300247"/>
              <a:ext cx="20708" cy="6238"/>
            </a:xfrm>
            <a:custGeom>
              <a:avLst/>
              <a:pathLst>
                <a:path w="20708" h="6238">
                  <a:moveTo>
                    <a:pt x="20708" y="62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4" name="pl6124"/>
            <p:cNvSpPr/>
            <p:nvPr/>
          </p:nvSpPr>
          <p:spPr>
            <a:xfrm>
              <a:off x="5054184" y="5294390"/>
              <a:ext cx="16612" cy="5857"/>
            </a:xfrm>
            <a:custGeom>
              <a:avLst/>
              <a:pathLst>
                <a:path w="16612" h="5857">
                  <a:moveTo>
                    <a:pt x="16612" y="585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5" name="pl6125"/>
            <p:cNvSpPr/>
            <p:nvPr/>
          </p:nvSpPr>
          <p:spPr>
            <a:xfrm>
              <a:off x="5039609" y="5291204"/>
              <a:ext cx="14574" cy="3185"/>
            </a:xfrm>
            <a:custGeom>
              <a:avLst/>
              <a:pathLst>
                <a:path w="14574" h="3185">
                  <a:moveTo>
                    <a:pt x="14574" y="31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6" name="pl6126"/>
            <p:cNvSpPr/>
            <p:nvPr/>
          </p:nvSpPr>
          <p:spPr>
            <a:xfrm>
              <a:off x="5031937" y="5288511"/>
              <a:ext cx="7671" cy="2692"/>
            </a:xfrm>
            <a:custGeom>
              <a:avLst/>
              <a:pathLst>
                <a:path w="7671" h="2692">
                  <a:moveTo>
                    <a:pt x="7671" y="26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7" name="pl6127"/>
            <p:cNvSpPr/>
            <p:nvPr/>
          </p:nvSpPr>
          <p:spPr>
            <a:xfrm>
              <a:off x="5025262" y="5286358"/>
              <a:ext cx="6675" cy="2152"/>
            </a:xfrm>
            <a:custGeom>
              <a:avLst/>
              <a:pathLst>
                <a:path w="6675" h="2152">
                  <a:moveTo>
                    <a:pt x="6675" y="21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8" name="pl6128"/>
            <p:cNvSpPr/>
            <p:nvPr/>
          </p:nvSpPr>
          <p:spPr>
            <a:xfrm>
              <a:off x="5025262" y="5286358"/>
              <a:ext cx="3241" cy="3544"/>
            </a:xfrm>
            <a:custGeom>
              <a:avLst/>
              <a:pathLst>
                <a:path w="3241" h="3544">
                  <a:moveTo>
                    <a:pt x="0" y="0"/>
                  </a:moveTo>
                  <a:lnTo>
                    <a:pt x="3241" y="354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9" name="pl6129"/>
            <p:cNvSpPr/>
            <p:nvPr/>
          </p:nvSpPr>
          <p:spPr>
            <a:xfrm>
              <a:off x="5091505" y="5306486"/>
              <a:ext cx="12635" cy="21514"/>
            </a:xfrm>
            <a:custGeom>
              <a:avLst/>
              <a:pathLst>
                <a:path w="12635" h="21514">
                  <a:moveTo>
                    <a:pt x="0" y="0"/>
                  </a:moveTo>
                  <a:lnTo>
                    <a:pt x="12635" y="2151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0" name="pl6130"/>
            <p:cNvSpPr/>
            <p:nvPr/>
          </p:nvSpPr>
          <p:spPr>
            <a:xfrm>
              <a:off x="5097387" y="5326105"/>
              <a:ext cx="6753" cy="1894"/>
            </a:xfrm>
            <a:custGeom>
              <a:avLst/>
              <a:pathLst>
                <a:path w="6753" h="1894">
                  <a:moveTo>
                    <a:pt x="6753" y="189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1" name="pl6131"/>
            <p:cNvSpPr/>
            <p:nvPr/>
          </p:nvSpPr>
          <p:spPr>
            <a:xfrm>
              <a:off x="5092659" y="5325258"/>
              <a:ext cx="4728" cy="847"/>
            </a:xfrm>
            <a:custGeom>
              <a:avLst/>
              <a:pathLst>
                <a:path w="4728" h="847">
                  <a:moveTo>
                    <a:pt x="4728" y="84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2" name="pl6132"/>
            <p:cNvSpPr/>
            <p:nvPr/>
          </p:nvSpPr>
          <p:spPr>
            <a:xfrm>
              <a:off x="5142202" y="5314790"/>
              <a:ext cx="36109" cy="37225"/>
            </a:xfrm>
            <a:custGeom>
              <a:avLst/>
              <a:pathLst>
                <a:path w="36109" h="37225">
                  <a:moveTo>
                    <a:pt x="0" y="0"/>
                  </a:moveTo>
                  <a:lnTo>
                    <a:pt x="36109" y="37225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3" name="pl6133"/>
            <p:cNvSpPr/>
            <p:nvPr/>
          </p:nvSpPr>
          <p:spPr>
            <a:xfrm>
              <a:off x="5155916" y="5347664"/>
              <a:ext cx="22394" cy="4352"/>
            </a:xfrm>
            <a:custGeom>
              <a:avLst/>
              <a:pathLst>
                <a:path w="22394" h="4352">
                  <a:moveTo>
                    <a:pt x="22394" y="435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4" name="pl6134"/>
            <p:cNvSpPr/>
            <p:nvPr/>
          </p:nvSpPr>
          <p:spPr>
            <a:xfrm>
              <a:off x="5144651" y="5345359"/>
              <a:ext cx="11264" cy="2304"/>
            </a:xfrm>
            <a:custGeom>
              <a:avLst/>
              <a:pathLst>
                <a:path w="11264" h="2304">
                  <a:moveTo>
                    <a:pt x="11264" y="23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5" name="pl6135"/>
            <p:cNvSpPr/>
            <p:nvPr/>
          </p:nvSpPr>
          <p:spPr>
            <a:xfrm>
              <a:off x="5136337" y="5342840"/>
              <a:ext cx="8314" cy="2518"/>
            </a:xfrm>
            <a:custGeom>
              <a:avLst/>
              <a:pathLst>
                <a:path w="8314" h="2518">
                  <a:moveTo>
                    <a:pt x="8314" y="251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6" name="pl6136"/>
            <p:cNvSpPr/>
            <p:nvPr/>
          </p:nvSpPr>
          <p:spPr>
            <a:xfrm>
              <a:off x="5128538" y="5340543"/>
              <a:ext cx="7799" cy="2296"/>
            </a:xfrm>
            <a:custGeom>
              <a:avLst/>
              <a:pathLst>
                <a:path w="7799" h="2296">
                  <a:moveTo>
                    <a:pt x="7799" y="229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7" name="pl6137"/>
            <p:cNvSpPr/>
            <p:nvPr/>
          </p:nvSpPr>
          <p:spPr>
            <a:xfrm>
              <a:off x="5121761" y="5338735"/>
              <a:ext cx="6776" cy="1808"/>
            </a:xfrm>
            <a:custGeom>
              <a:avLst/>
              <a:pathLst>
                <a:path w="6776" h="1808">
                  <a:moveTo>
                    <a:pt x="6776" y="180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8" name="pl6138"/>
            <p:cNvSpPr/>
            <p:nvPr/>
          </p:nvSpPr>
          <p:spPr>
            <a:xfrm>
              <a:off x="5117023" y="5337949"/>
              <a:ext cx="4738" cy="786"/>
            </a:xfrm>
            <a:custGeom>
              <a:avLst/>
              <a:pathLst>
                <a:path w="4738" h="786">
                  <a:moveTo>
                    <a:pt x="4738" y="78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9" name="pl6139"/>
            <p:cNvSpPr/>
            <p:nvPr/>
          </p:nvSpPr>
          <p:spPr>
            <a:xfrm>
              <a:off x="5128538" y="5340543"/>
              <a:ext cx="4816" cy="5691"/>
            </a:xfrm>
            <a:custGeom>
              <a:avLst/>
              <a:pathLst>
                <a:path w="4816" h="5691">
                  <a:moveTo>
                    <a:pt x="0" y="0"/>
                  </a:moveTo>
                  <a:lnTo>
                    <a:pt x="4816" y="5691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0" name="pl6140"/>
            <p:cNvSpPr/>
            <p:nvPr/>
          </p:nvSpPr>
          <p:spPr>
            <a:xfrm>
              <a:off x="5144651" y="5345359"/>
              <a:ext cx="5105" cy="9023"/>
            </a:xfrm>
            <a:custGeom>
              <a:avLst/>
              <a:pathLst>
                <a:path w="5105" h="9023">
                  <a:moveTo>
                    <a:pt x="0" y="0"/>
                  </a:moveTo>
                  <a:lnTo>
                    <a:pt x="5105" y="9023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1" name="pl6141"/>
            <p:cNvSpPr/>
            <p:nvPr/>
          </p:nvSpPr>
          <p:spPr>
            <a:xfrm>
              <a:off x="5155916" y="5347664"/>
              <a:ext cx="6822" cy="11424"/>
            </a:xfrm>
            <a:custGeom>
              <a:avLst/>
              <a:pathLst>
                <a:path w="6822" h="11424">
                  <a:moveTo>
                    <a:pt x="0" y="0"/>
                  </a:moveTo>
                  <a:lnTo>
                    <a:pt x="6822" y="1142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2" name="pl6142"/>
            <p:cNvSpPr/>
            <p:nvPr/>
          </p:nvSpPr>
          <p:spPr>
            <a:xfrm>
              <a:off x="5157984" y="5358403"/>
              <a:ext cx="4754" cy="685"/>
            </a:xfrm>
            <a:custGeom>
              <a:avLst/>
              <a:pathLst>
                <a:path w="4754" h="685">
                  <a:moveTo>
                    <a:pt x="4754" y="68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3" name="pl6143"/>
            <p:cNvSpPr/>
            <p:nvPr/>
          </p:nvSpPr>
          <p:spPr>
            <a:xfrm>
              <a:off x="5162738" y="5359088"/>
              <a:ext cx="3489" cy="3300"/>
            </a:xfrm>
            <a:custGeom>
              <a:avLst/>
              <a:pathLst>
                <a:path w="3489" h="3300">
                  <a:moveTo>
                    <a:pt x="0" y="0"/>
                  </a:moveTo>
                  <a:lnTo>
                    <a:pt x="3489" y="330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4" name="pl6144"/>
            <p:cNvSpPr/>
            <p:nvPr/>
          </p:nvSpPr>
          <p:spPr>
            <a:xfrm>
              <a:off x="5178311" y="5352016"/>
              <a:ext cx="15630" cy="18634"/>
            </a:xfrm>
            <a:custGeom>
              <a:avLst/>
              <a:pathLst>
                <a:path w="15630" h="18634">
                  <a:moveTo>
                    <a:pt x="0" y="0"/>
                  </a:moveTo>
                  <a:lnTo>
                    <a:pt x="15630" y="18634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5" name="pl6145"/>
            <p:cNvSpPr/>
            <p:nvPr/>
          </p:nvSpPr>
          <p:spPr>
            <a:xfrm>
              <a:off x="5186077" y="5368588"/>
              <a:ext cx="7864" cy="2062"/>
            </a:xfrm>
            <a:custGeom>
              <a:avLst/>
              <a:pathLst>
                <a:path w="7864" h="2062">
                  <a:moveTo>
                    <a:pt x="7864" y="206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6" name="pl6146"/>
            <p:cNvSpPr/>
            <p:nvPr/>
          </p:nvSpPr>
          <p:spPr>
            <a:xfrm>
              <a:off x="5179249" y="5366983"/>
              <a:ext cx="6827" cy="1604"/>
            </a:xfrm>
            <a:custGeom>
              <a:avLst/>
              <a:pathLst>
                <a:path w="6827" h="1604">
                  <a:moveTo>
                    <a:pt x="6827" y="160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7" name="pl6147"/>
            <p:cNvSpPr/>
            <p:nvPr/>
          </p:nvSpPr>
          <p:spPr>
            <a:xfrm>
              <a:off x="5174489" y="5366339"/>
              <a:ext cx="4759" cy="644"/>
            </a:xfrm>
            <a:custGeom>
              <a:avLst/>
              <a:pathLst>
                <a:path w="4759" h="644">
                  <a:moveTo>
                    <a:pt x="4759" y="644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8" name="pl6148"/>
            <p:cNvSpPr/>
            <p:nvPr/>
          </p:nvSpPr>
          <p:spPr>
            <a:xfrm>
              <a:off x="5248444" y="5285041"/>
              <a:ext cx="21227" cy="120602"/>
            </a:xfrm>
            <a:custGeom>
              <a:avLst/>
              <a:pathLst>
                <a:path w="21227" h="120602">
                  <a:moveTo>
                    <a:pt x="0" y="0"/>
                  </a:moveTo>
                  <a:lnTo>
                    <a:pt x="21227" y="120602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9" name="pl6149"/>
            <p:cNvSpPr/>
            <p:nvPr/>
          </p:nvSpPr>
          <p:spPr>
            <a:xfrm>
              <a:off x="5262781" y="5404331"/>
              <a:ext cx="6890" cy="1312"/>
            </a:xfrm>
            <a:custGeom>
              <a:avLst/>
              <a:pathLst>
                <a:path w="6890" h="1312">
                  <a:moveTo>
                    <a:pt x="6890" y="131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0" name="pl6150"/>
            <p:cNvSpPr/>
            <p:nvPr/>
          </p:nvSpPr>
          <p:spPr>
            <a:xfrm>
              <a:off x="5262781" y="5404331"/>
              <a:ext cx="3654" cy="3117"/>
            </a:xfrm>
            <a:custGeom>
              <a:avLst/>
              <a:pathLst>
                <a:path w="3654" h="3117">
                  <a:moveTo>
                    <a:pt x="0" y="0"/>
                  </a:moveTo>
                  <a:lnTo>
                    <a:pt x="3654" y="3117"/>
                  </a:lnTo>
                </a:path>
              </a:pathLst>
            </a:custGeom>
            <a:ln w="8763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1" name="pl6151"/>
            <p:cNvSpPr/>
            <p:nvPr/>
          </p:nvSpPr>
          <p:spPr>
            <a:xfrm>
              <a:off x="6237037" y="5294302"/>
              <a:ext cx="214817" cy="70792"/>
            </a:xfrm>
            <a:custGeom>
              <a:avLst/>
              <a:pathLst>
                <a:path w="214817" h="70792">
                  <a:moveTo>
                    <a:pt x="214817" y="0"/>
                  </a:moveTo>
                  <a:lnTo>
                    <a:pt x="0" y="7079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2" name="pl6152"/>
            <p:cNvSpPr/>
            <p:nvPr/>
          </p:nvSpPr>
          <p:spPr>
            <a:xfrm>
              <a:off x="6006387" y="5365095"/>
              <a:ext cx="230649" cy="42469"/>
            </a:xfrm>
            <a:custGeom>
              <a:avLst/>
              <a:pathLst>
                <a:path w="230649" h="42469">
                  <a:moveTo>
                    <a:pt x="230649" y="0"/>
                  </a:moveTo>
                  <a:lnTo>
                    <a:pt x="0" y="4246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3" name="pl6153"/>
            <p:cNvSpPr/>
            <p:nvPr/>
          </p:nvSpPr>
          <p:spPr>
            <a:xfrm>
              <a:off x="5759482" y="5407564"/>
              <a:ext cx="246905" cy="53063"/>
            </a:xfrm>
            <a:custGeom>
              <a:avLst/>
              <a:pathLst>
                <a:path w="246905" h="53063">
                  <a:moveTo>
                    <a:pt x="246905" y="0"/>
                  </a:moveTo>
                  <a:lnTo>
                    <a:pt x="0" y="530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4" name="pl6154"/>
            <p:cNvSpPr/>
            <p:nvPr/>
          </p:nvSpPr>
          <p:spPr>
            <a:xfrm>
              <a:off x="5709431" y="5456156"/>
              <a:ext cx="50050" cy="4471"/>
            </a:xfrm>
            <a:custGeom>
              <a:avLst/>
              <a:pathLst>
                <a:path w="50050" h="4471">
                  <a:moveTo>
                    <a:pt x="50050" y="447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5" name="pl6155"/>
            <p:cNvSpPr/>
            <p:nvPr/>
          </p:nvSpPr>
          <p:spPr>
            <a:xfrm>
              <a:off x="5642364" y="5448189"/>
              <a:ext cx="67066" cy="7966"/>
            </a:xfrm>
            <a:custGeom>
              <a:avLst/>
              <a:pathLst>
                <a:path w="67066" h="7966">
                  <a:moveTo>
                    <a:pt x="67066" y="79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6" name="pl6156"/>
            <p:cNvSpPr/>
            <p:nvPr/>
          </p:nvSpPr>
          <p:spPr>
            <a:xfrm>
              <a:off x="5557166" y="5440729"/>
              <a:ext cx="85198" cy="7459"/>
            </a:xfrm>
            <a:custGeom>
              <a:avLst/>
              <a:pathLst>
                <a:path w="85198" h="7459">
                  <a:moveTo>
                    <a:pt x="85198" y="7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7" name="pl6157"/>
            <p:cNvSpPr/>
            <p:nvPr/>
          </p:nvSpPr>
          <p:spPr>
            <a:xfrm>
              <a:off x="5452368" y="5440729"/>
              <a:ext cx="104798" cy="2654"/>
            </a:xfrm>
            <a:custGeom>
              <a:avLst/>
              <a:pathLst>
                <a:path w="104798" h="2654">
                  <a:moveTo>
                    <a:pt x="104798" y="0"/>
                  </a:moveTo>
                  <a:lnTo>
                    <a:pt x="0" y="265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8" name="pl6158"/>
            <p:cNvSpPr/>
            <p:nvPr/>
          </p:nvSpPr>
          <p:spPr>
            <a:xfrm>
              <a:off x="5434821" y="5440762"/>
              <a:ext cx="17546" cy="2621"/>
            </a:xfrm>
            <a:custGeom>
              <a:avLst/>
              <a:pathLst>
                <a:path w="17546" h="2621">
                  <a:moveTo>
                    <a:pt x="17546" y="262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9" name="pl6159"/>
            <p:cNvSpPr/>
            <p:nvPr/>
          </p:nvSpPr>
          <p:spPr>
            <a:xfrm>
              <a:off x="5417811" y="5438170"/>
              <a:ext cx="17010" cy="2592"/>
            </a:xfrm>
            <a:custGeom>
              <a:avLst/>
              <a:pathLst>
                <a:path w="17010" h="2592">
                  <a:moveTo>
                    <a:pt x="17010" y="259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0" name="pl6160"/>
            <p:cNvSpPr/>
            <p:nvPr/>
          </p:nvSpPr>
          <p:spPr>
            <a:xfrm>
              <a:off x="5398069" y="5432942"/>
              <a:ext cx="19741" cy="5227"/>
            </a:xfrm>
            <a:custGeom>
              <a:avLst/>
              <a:pathLst>
                <a:path w="19741" h="5227">
                  <a:moveTo>
                    <a:pt x="19741" y="522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1" name="pl6161"/>
            <p:cNvSpPr/>
            <p:nvPr/>
          </p:nvSpPr>
          <p:spPr>
            <a:xfrm>
              <a:off x="5373685" y="5430483"/>
              <a:ext cx="24383" cy="2459"/>
            </a:xfrm>
            <a:custGeom>
              <a:avLst/>
              <a:pathLst>
                <a:path w="24383" h="2459">
                  <a:moveTo>
                    <a:pt x="24383" y="245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2" name="pl6162"/>
            <p:cNvSpPr/>
            <p:nvPr/>
          </p:nvSpPr>
          <p:spPr>
            <a:xfrm>
              <a:off x="5358820" y="5428164"/>
              <a:ext cx="14865" cy="2319"/>
            </a:xfrm>
            <a:custGeom>
              <a:avLst/>
              <a:pathLst>
                <a:path w="14865" h="2319">
                  <a:moveTo>
                    <a:pt x="14865" y="231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3" name="pl6163"/>
            <p:cNvSpPr/>
            <p:nvPr/>
          </p:nvSpPr>
          <p:spPr>
            <a:xfrm>
              <a:off x="5347158" y="5426939"/>
              <a:ext cx="11662" cy="1225"/>
            </a:xfrm>
            <a:custGeom>
              <a:avLst/>
              <a:pathLst>
                <a:path w="11662" h="1225">
                  <a:moveTo>
                    <a:pt x="11662" y="122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4" name="pl6164"/>
            <p:cNvSpPr/>
            <p:nvPr/>
          </p:nvSpPr>
          <p:spPr>
            <a:xfrm>
              <a:off x="5338152" y="5425100"/>
              <a:ext cx="9005" cy="1838"/>
            </a:xfrm>
            <a:custGeom>
              <a:avLst/>
              <a:pathLst>
                <a:path w="9005" h="1838">
                  <a:moveTo>
                    <a:pt x="9005" y="1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5" name="pl6165"/>
            <p:cNvSpPr/>
            <p:nvPr/>
          </p:nvSpPr>
          <p:spPr>
            <a:xfrm>
              <a:off x="5329183" y="5423233"/>
              <a:ext cx="8969" cy="1866"/>
            </a:xfrm>
            <a:custGeom>
              <a:avLst/>
              <a:pathLst>
                <a:path w="8969" h="1866">
                  <a:moveTo>
                    <a:pt x="8969" y="186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6" name="pl6166"/>
            <p:cNvSpPr/>
            <p:nvPr/>
          </p:nvSpPr>
          <p:spPr>
            <a:xfrm>
              <a:off x="5320281" y="5421353"/>
              <a:ext cx="8901" cy="1880"/>
            </a:xfrm>
            <a:custGeom>
              <a:avLst/>
              <a:pathLst>
                <a:path w="8901" h="1880">
                  <a:moveTo>
                    <a:pt x="8901" y="188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7" name="pl6167"/>
            <p:cNvSpPr/>
            <p:nvPr/>
          </p:nvSpPr>
          <p:spPr>
            <a:xfrm>
              <a:off x="5311515" y="5419484"/>
              <a:ext cx="8766" cy="1868"/>
            </a:xfrm>
            <a:custGeom>
              <a:avLst/>
              <a:pathLst>
                <a:path w="8766" h="1868">
                  <a:moveTo>
                    <a:pt x="8766" y="186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8" name="pl6168"/>
            <p:cNvSpPr/>
            <p:nvPr/>
          </p:nvSpPr>
          <p:spPr>
            <a:xfrm>
              <a:off x="5303017" y="5417684"/>
              <a:ext cx="8498" cy="1800"/>
            </a:xfrm>
            <a:custGeom>
              <a:avLst/>
              <a:pathLst>
                <a:path w="8498" h="1800">
                  <a:moveTo>
                    <a:pt x="8498" y="180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9" name="pl6169"/>
            <p:cNvSpPr/>
            <p:nvPr/>
          </p:nvSpPr>
          <p:spPr>
            <a:xfrm>
              <a:off x="5295050" y="5416060"/>
              <a:ext cx="7966" cy="1623"/>
            </a:xfrm>
            <a:custGeom>
              <a:avLst/>
              <a:pathLst>
                <a:path w="7966" h="1623">
                  <a:moveTo>
                    <a:pt x="7966" y="16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0" name="pl6170"/>
            <p:cNvSpPr/>
            <p:nvPr/>
          </p:nvSpPr>
          <p:spPr>
            <a:xfrm>
              <a:off x="5288144" y="5414837"/>
              <a:ext cx="6906" cy="1223"/>
            </a:xfrm>
            <a:custGeom>
              <a:avLst/>
              <a:pathLst>
                <a:path w="6906" h="1223">
                  <a:moveTo>
                    <a:pt x="6906" y="122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1" name="pl6171"/>
            <p:cNvSpPr/>
            <p:nvPr/>
          </p:nvSpPr>
          <p:spPr>
            <a:xfrm>
              <a:off x="5288144" y="5414837"/>
              <a:ext cx="3693" cy="3070"/>
            </a:xfrm>
            <a:custGeom>
              <a:avLst/>
              <a:pathLst>
                <a:path w="3693" h="3070">
                  <a:moveTo>
                    <a:pt x="0" y="0"/>
                  </a:moveTo>
                  <a:lnTo>
                    <a:pt x="3693" y="30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2" name="pl6172"/>
            <p:cNvSpPr/>
            <p:nvPr/>
          </p:nvSpPr>
          <p:spPr>
            <a:xfrm>
              <a:off x="5295050" y="5416060"/>
              <a:ext cx="5284" cy="5260"/>
            </a:xfrm>
            <a:custGeom>
              <a:avLst/>
              <a:pathLst>
                <a:path w="5284" h="5260">
                  <a:moveTo>
                    <a:pt x="0" y="0"/>
                  </a:moveTo>
                  <a:lnTo>
                    <a:pt x="5284" y="52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3" name="pl6173"/>
            <p:cNvSpPr/>
            <p:nvPr/>
          </p:nvSpPr>
          <p:spPr>
            <a:xfrm>
              <a:off x="5303017" y="5417684"/>
              <a:ext cx="5829" cy="7014"/>
            </a:xfrm>
            <a:custGeom>
              <a:avLst/>
              <a:pathLst>
                <a:path w="5829" h="7014">
                  <a:moveTo>
                    <a:pt x="0" y="0"/>
                  </a:moveTo>
                  <a:lnTo>
                    <a:pt x="5829" y="70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4" name="pl6174"/>
            <p:cNvSpPr/>
            <p:nvPr/>
          </p:nvSpPr>
          <p:spPr>
            <a:xfrm>
              <a:off x="5311515" y="5419484"/>
              <a:ext cx="5856" cy="8554"/>
            </a:xfrm>
            <a:custGeom>
              <a:avLst/>
              <a:pathLst>
                <a:path w="5856" h="8554">
                  <a:moveTo>
                    <a:pt x="0" y="0"/>
                  </a:moveTo>
                  <a:lnTo>
                    <a:pt x="5856" y="855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5" name="pl6175"/>
            <p:cNvSpPr/>
            <p:nvPr/>
          </p:nvSpPr>
          <p:spPr>
            <a:xfrm>
              <a:off x="5338152" y="5425100"/>
              <a:ext cx="4880" cy="12743"/>
            </a:xfrm>
            <a:custGeom>
              <a:avLst/>
              <a:pathLst>
                <a:path w="4880" h="12743">
                  <a:moveTo>
                    <a:pt x="0" y="0"/>
                  </a:moveTo>
                  <a:lnTo>
                    <a:pt x="4880" y="1274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6" name="pl6176"/>
            <p:cNvSpPr/>
            <p:nvPr/>
          </p:nvSpPr>
          <p:spPr>
            <a:xfrm>
              <a:off x="5347158" y="5426939"/>
              <a:ext cx="4456" cy="14100"/>
            </a:xfrm>
            <a:custGeom>
              <a:avLst/>
              <a:pathLst>
                <a:path w="4456" h="14100">
                  <a:moveTo>
                    <a:pt x="0" y="0"/>
                  </a:moveTo>
                  <a:lnTo>
                    <a:pt x="4456" y="141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7" name="pl6177"/>
            <p:cNvSpPr/>
            <p:nvPr/>
          </p:nvSpPr>
          <p:spPr>
            <a:xfrm>
              <a:off x="5358820" y="5428164"/>
              <a:ext cx="6188" cy="16228"/>
            </a:xfrm>
            <a:custGeom>
              <a:avLst/>
              <a:pathLst>
                <a:path w="6188" h="16228">
                  <a:moveTo>
                    <a:pt x="0" y="0"/>
                  </a:moveTo>
                  <a:lnTo>
                    <a:pt x="6188" y="162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8" name="pl6178"/>
            <p:cNvSpPr/>
            <p:nvPr/>
          </p:nvSpPr>
          <p:spPr>
            <a:xfrm>
              <a:off x="5360210" y="5444197"/>
              <a:ext cx="4799" cy="195"/>
            </a:xfrm>
            <a:custGeom>
              <a:avLst/>
              <a:pathLst>
                <a:path w="4799" h="195">
                  <a:moveTo>
                    <a:pt x="4799" y="1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9" name="pl6179"/>
            <p:cNvSpPr/>
            <p:nvPr/>
          </p:nvSpPr>
          <p:spPr>
            <a:xfrm>
              <a:off x="5365009" y="5444393"/>
              <a:ext cx="3809" cy="2926"/>
            </a:xfrm>
            <a:custGeom>
              <a:avLst/>
              <a:pathLst>
                <a:path w="3809" h="2926">
                  <a:moveTo>
                    <a:pt x="0" y="0"/>
                  </a:moveTo>
                  <a:lnTo>
                    <a:pt x="3809" y="29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0" name="pl6180"/>
            <p:cNvSpPr/>
            <p:nvPr/>
          </p:nvSpPr>
          <p:spPr>
            <a:xfrm>
              <a:off x="5398069" y="5432942"/>
              <a:ext cx="16463" cy="25652"/>
            </a:xfrm>
            <a:custGeom>
              <a:avLst/>
              <a:pathLst>
                <a:path w="16463" h="25652">
                  <a:moveTo>
                    <a:pt x="0" y="0"/>
                  </a:moveTo>
                  <a:lnTo>
                    <a:pt x="16463" y="2565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1" name="pl6181"/>
            <p:cNvSpPr/>
            <p:nvPr/>
          </p:nvSpPr>
          <p:spPr>
            <a:xfrm>
              <a:off x="5406488" y="5457415"/>
              <a:ext cx="8044" cy="1178"/>
            </a:xfrm>
            <a:custGeom>
              <a:avLst/>
              <a:pathLst>
                <a:path w="8044" h="1178">
                  <a:moveTo>
                    <a:pt x="8044" y="117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2" name="pl6182"/>
            <p:cNvSpPr/>
            <p:nvPr/>
          </p:nvSpPr>
          <p:spPr>
            <a:xfrm>
              <a:off x="5399524" y="5456576"/>
              <a:ext cx="6963" cy="838"/>
            </a:xfrm>
            <a:custGeom>
              <a:avLst/>
              <a:pathLst>
                <a:path w="6963" h="838">
                  <a:moveTo>
                    <a:pt x="6963" y="838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3" name="pl6183"/>
            <p:cNvSpPr/>
            <p:nvPr/>
          </p:nvSpPr>
          <p:spPr>
            <a:xfrm>
              <a:off x="5394722" y="5456463"/>
              <a:ext cx="4802" cy="113"/>
            </a:xfrm>
            <a:custGeom>
              <a:avLst/>
              <a:pathLst>
                <a:path w="4802" h="113">
                  <a:moveTo>
                    <a:pt x="4802" y="11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4" name="pl6184"/>
            <p:cNvSpPr/>
            <p:nvPr/>
          </p:nvSpPr>
          <p:spPr>
            <a:xfrm>
              <a:off x="5414532" y="5458594"/>
              <a:ext cx="6209" cy="6680"/>
            </a:xfrm>
            <a:custGeom>
              <a:avLst/>
              <a:pathLst>
                <a:path w="6209" h="6680">
                  <a:moveTo>
                    <a:pt x="0" y="0"/>
                  </a:moveTo>
                  <a:lnTo>
                    <a:pt x="6209" y="668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5" name="pl6185"/>
            <p:cNvSpPr/>
            <p:nvPr/>
          </p:nvSpPr>
          <p:spPr>
            <a:xfrm>
              <a:off x="5434821" y="5440762"/>
              <a:ext cx="8131" cy="30212"/>
            </a:xfrm>
            <a:custGeom>
              <a:avLst/>
              <a:pathLst>
                <a:path w="8131" h="30212">
                  <a:moveTo>
                    <a:pt x="0" y="0"/>
                  </a:moveTo>
                  <a:lnTo>
                    <a:pt x="8131" y="3021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6" name="pl6186"/>
            <p:cNvSpPr/>
            <p:nvPr/>
          </p:nvSpPr>
          <p:spPr>
            <a:xfrm>
              <a:off x="5442953" y="5470975"/>
              <a:ext cx="3918" cy="2777"/>
            </a:xfrm>
            <a:custGeom>
              <a:avLst/>
              <a:pathLst>
                <a:path w="3918" h="2777">
                  <a:moveTo>
                    <a:pt x="0" y="0"/>
                  </a:moveTo>
                  <a:lnTo>
                    <a:pt x="3918" y="277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7" name="pl6187"/>
            <p:cNvSpPr/>
            <p:nvPr/>
          </p:nvSpPr>
          <p:spPr>
            <a:xfrm>
              <a:off x="5452368" y="5443384"/>
              <a:ext cx="8041" cy="33090"/>
            </a:xfrm>
            <a:custGeom>
              <a:avLst/>
              <a:pathLst>
                <a:path w="8041" h="33090">
                  <a:moveTo>
                    <a:pt x="0" y="0"/>
                  </a:moveTo>
                  <a:lnTo>
                    <a:pt x="8041" y="3309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8" name="pl6188"/>
            <p:cNvSpPr/>
            <p:nvPr/>
          </p:nvSpPr>
          <p:spPr>
            <a:xfrm>
              <a:off x="5455605" y="5476474"/>
              <a:ext cx="4803" cy="30"/>
            </a:xfrm>
            <a:custGeom>
              <a:avLst/>
              <a:pathLst>
                <a:path w="4803" h="30">
                  <a:moveTo>
                    <a:pt x="4803" y="0"/>
                  </a:moveTo>
                  <a:lnTo>
                    <a:pt x="0" y="3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9" name="pl6189"/>
            <p:cNvSpPr/>
            <p:nvPr/>
          </p:nvSpPr>
          <p:spPr>
            <a:xfrm>
              <a:off x="5557166" y="5440729"/>
              <a:ext cx="89449" cy="54667"/>
            </a:xfrm>
            <a:custGeom>
              <a:avLst/>
              <a:pathLst>
                <a:path w="89449" h="54667">
                  <a:moveTo>
                    <a:pt x="0" y="0"/>
                  </a:moveTo>
                  <a:lnTo>
                    <a:pt x="89449" y="5466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0" name="pl6190"/>
            <p:cNvSpPr/>
            <p:nvPr/>
          </p:nvSpPr>
          <p:spPr>
            <a:xfrm>
              <a:off x="5627341" y="5492607"/>
              <a:ext cx="19274" cy="2790"/>
            </a:xfrm>
            <a:custGeom>
              <a:avLst/>
              <a:pathLst>
                <a:path w="19274" h="2790">
                  <a:moveTo>
                    <a:pt x="19274" y="279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1" name="pl6191"/>
            <p:cNvSpPr/>
            <p:nvPr/>
          </p:nvSpPr>
          <p:spPr>
            <a:xfrm>
              <a:off x="5603877" y="5491635"/>
              <a:ext cx="23463" cy="972"/>
            </a:xfrm>
            <a:custGeom>
              <a:avLst/>
              <a:pathLst>
                <a:path w="23463" h="972">
                  <a:moveTo>
                    <a:pt x="23463" y="97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2" name="pl6192"/>
            <p:cNvSpPr/>
            <p:nvPr/>
          </p:nvSpPr>
          <p:spPr>
            <a:xfrm>
              <a:off x="5584325" y="5491378"/>
              <a:ext cx="19552" cy="256"/>
            </a:xfrm>
            <a:custGeom>
              <a:avLst/>
              <a:pathLst>
                <a:path w="19552" h="256">
                  <a:moveTo>
                    <a:pt x="19552" y="256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3" name="pl6193"/>
            <p:cNvSpPr/>
            <p:nvPr/>
          </p:nvSpPr>
          <p:spPr>
            <a:xfrm>
              <a:off x="5566752" y="5488444"/>
              <a:ext cx="17572" cy="2933"/>
            </a:xfrm>
            <a:custGeom>
              <a:avLst/>
              <a:pathLst>
                <a:path w="17572" h="2933">
                  <a:moveTo>
                    <a:pt x="17572" y="2933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4" name="pl6194"/>
            <p:cNvSpPr/>
            <p:nvPr/>
          </p:nvSpPr>
          <p:spPr>
            <a:xfrm>
              <a:off x="5544805" y="5485699"/>
              <a:ext cx="21947" cy="2745"/>
            </a:xfrm>
            <a:custGeom>
              <a:avLst/>
              <a:pathLst>
                <a:path w="21947" h="2745">
                  <a:moveTo>
                    <a:pt x="21947" y="274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5" name="pl6195"/>
            <p:cNvSpPr/>
            <p:nvPr/>
          </p:nvSpPr>
          <p:spPr>
            <a:xfrm>
              <a:off x="5521028" y="5483721"/>
              <a:ext cx="23777" cy="1977"/>
            </a:xfrm>
            <a:custGeom>
              <a:avLst/>
              <a:pathLst>
                <a:path w="23777" h="1977">
                  <a:moveTo>
                    <a:pt x="23777" y="1977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6" name="pl6196"/>
            <p:cNvSpPr/>
            <p:nvPr/>
          </p:nvSpPr>
          <p:spPr>
            <a:xfrm>
              <a:off x="5501615" y="5483721"/>
              <a:ext cx="19412" cy="539"/>
            </a:xfrm>
            <a:custGeom>
              <a:avLst/>
              <a:pathLst>
                <a:path w="19412" h="539">
                  <a:moveTo>
                    <a:pt x="19412" y="0"/>
                  </a:moveTo>
                  <a:lnTo>
                    <a:pt x="0" y="53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7" name="pl6197"/>
            <p:cNvSpPr/>
            <p:nvPr/>
          </p:nvSpPr>
          <p:spPr>
            <a:xfrm>
              <a:off x="5492985" y="5483264"/>
              <a:ext cx="8630" cy="995"/>
            </a:xfrm>
            <a:custGeom>
              <a:avLst/>
              <a:pathLst>
                <a:path w="8630" h="995">
                  <a:moveTo>
                    <a:pt x="8630" y="995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8" name="pl6198"/>
            <p:cNvSpPr/>
            <p:nvPr/>
          </p:nvSpPr>
          <p:spPr>
            <a:xfrm>
              <a:off x="5484901" y="5482395"/>
              <a:ext cx="8083" cy="869"/>
            </a:xfrm>
            <a:custGeom>
              <a:avLst/>
              <a:pathLst>
                <a:path w="8083" h="869">
                  <a:moveTo>
                    <a:pt x="8083" y="869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9" name="pl6199"/>
            <p:cNvSpPr/>
            <p:nvPr/>
          </p:nvSpPr>
          <p:spPr>
            <a:xfrm>
              <a:off x="5477911" y="5481824"/>
              <a:ext cx="6990" cy="570"/>
            </a:xfrm>
            <a:custGeom>
              <a:avLst/>
              <a:pathLst>
                <a:path w="6990" h="570">
                  <a:moveTo>
                    <a:pt x="6990" y="570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0" name="pl6200"/>
            <p:cNvSpPr/>
            <p:nvPr/>
          </p:nvSpPr>
          <p:spPr>
            <a:xfrm>
              <a:off x="5473108" y="5481824"/>
              <a:ext cx="4802" cy="71"/>
            </a:xfrm>
            <a:custGeom>
              <a:avLst/>
              <a:pathLst>
                <a:path w="4802" h="71">
                  <a:moveTo>
                    <a:pt x="4802" y="0"/>
                  </a:moveTo>
                  <a:lnTo>
                    <a:pt x="0" y="7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1" name="pl6201"/>
            <p:cNvSpPr/>
            <p:nvPr/>
          </p:nvSpPr>
          <p:spPr>
            <a:xfrm>
              <a:off x="5484901" y="5482395"/>
              <a:ext cx="5754" cy="4741"/>
            </a:xfrm>
            <a:custGeom>
              <a:avLst/>
              <a:pathLst>
                <a:path w="5754" h="4741">
                  <a:moveTo>
                    <a:pt x="0" y="0"/>
                  </a:moveTo>
                  <a:lnTo>
                    <a:pt x="5754" y="47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2" name="pl6202"/>
            <p:cNvSpPr/>
            <p:nvPr/>
          </p:nvSpPr>
          <p:spPr>
            <a:xfrm>
              <a:off x="5544805" y="5485699"/>
              <a:ext cx="19411" cy="18645"/>
            </a:xfrm>
            <a:custGeom>
              <a:avLst/>
              <a:pathLst>
                <a:path w="19411" h="18645">
                  <a:moveTo>
                    <a:pt x="0" y="0"/>
                  </a:moveTo>
                  <a:lnTo>
                    <a:pt x="19411" y="186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3" name="pl6203"/>
            <p:cNvSpPr/>
            <p:nvPr/>
          </p:nvSpPr>
          <p:spPr>
            <a:xfrm>
              <a:off x="5557209" y="5504042"/>
              <a:ext cx="7007" cy="301"/>
            </a:xfrm>
            <a:custGeom>
              <a:avLst/>
              <a:pathLst>
                <a:path w="7007" h="301">
                  <a:moveTo>
                    <a:pt x="7007" y="30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4" name="pl6204"/>
            <p:cNvSpPr/>
            <p:nvPr/>
          </p:nvSpPr>
          <p:spPr>
            <a:xfrm>
              <a:off x="5552413" y="5504042"/>
              <a:ext cx="4796" cy="255"/>
            </a:xfrm>
            <a:custGeom>
              <a:avLst/>
              <a:pathLst>
                <a:path w="4796" h="255">
                  <a:moveTo>
                    <a:pt x="4796" y="0"/>
                  </a:moveTo>
                  <a:lnTo>
                    <a:pt x="0" y="25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5" name="pl6205"/>
            <p:cNvSpPr/>
            <p:nvPr/>
          </p:nvSpPr>
          <p:spPr>
            <a:xfrm>
              <a:off x="5557209" y="5504042"/>
              <a:ext cx="4066" cy="2556"/>
            </a:xfrm>
            <a:custGeom>
              <a:avLst/>
              <a:pathLst>
                <a:path w="4066" h="2556">
                  <a:moveTo>
                    <a:pt x="0" y="0"/>
                  </a:moveTo>
                  <a:lnTo>
                    <a:pt x="4066" y="25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6" name="pl6206"/>
            <p:cNvSpPr/>
            <p:nvPr/>
          </p:nvSpPr>
          <p:spPr>
            <a:xfrm>
              <a:off x="5566752" y="5488444"/>
              <a:ext cx="17072" cy="22325"/>
            </a:xfrm>
            <a:custGeom>
              <a:avLst/>
              <a:pathLst>
                <a:path w="17072" h="22325">
                  <a:moveTo>
                    <a:pt x="0" y="0"/>
                  </a:moveTo>
                  <a:lnTo>
                    <a:pt x="17072" y="2232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7" name="pl6207"/>
            <p:cNvSpPr/>
            <p:nvPr/>
          </p:nvSpPr>
          <p:spPr>
            <a:xfrm>
              <a:off x="5579031" y="5510770"/>
              <a:ext cx="4792" cy="316"/>
            </a:xfrm>
            <a:custGeom>
              <a:avLst/>
              <a:pathLst>
                <a:path w="4792" h="316">
                  <a:moveTo>
                    <a:pt x="4792" y="0"/>
                  </a:moveTo>
                  <a:lnTo>
                    <a:pt x="0" y="3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8" name="pl6208"/>
            <p:cNvSpPr/>
            <p:nvPr/>
          </p:nvSpPr>
          <p:spPr>
            <a:xfrm>
              <a:off x="5583824" y="5510770"/>
              <a:ext cx="4099" cy="2503"/>
            </a:xfrm>
            <a:custGeom>
              <a:avLst/>
              <a:pathLst>
                <a:path w="4099" h="2503">
                  <a:moveTo>
                    <a:pt x="0" y="0"/>
                  </a:moveTo>
                  <a:lnTo>
                    <a:pt x="4099" y="250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9" name="pl6209"/>
            <p:cNvSpPr/>
            <p:nvPr/>
          </p:nvSpPr>
          <p:spPr>
            <a:xfrm>
              <a:off x="5603877" y="5491635"/>
              <a:ext cx="13658" cy="25643"/>
            </a:xfrm>
            <a:custGeom>
              <a:avLst/>
              <a:pathLst>
                <a:path w="13658" h="25643">
                  <a:moveTo>
                    <a:pt x="0" y="0"/>
                  </a:moveTo>
                  <a:lnTo>
                    <a:pt x="13658" y="2564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0" name="pl6210"/>
            <p:cNvSpPr/>
            <p:nvPr/>
          </p:nvSpPr>
          <p:spPr>
            <a:xfrm>
              <a:off x="5610523" y="5517155"/>
              <a:ext cx="7012" cy="122"/>
            </a:xfrm>
            <a:custGeom>
              <a:avLst/>
              <a:pathLst>
                <a:path w="7012" h="122">
                  <a:moveTo>
                    <a:pt x="7012" y="12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1" name="pl6211"/>
            <p:cNvSpPr/>
            <p:nvPr/>
          </p:nvSpPr>
          <p:spPr>
            <a:xfrm>
              <a:off x="5605735" y="5517155"/>
              <a:ext cx="4788" cy="378"/>
            </a:xfrm>
            <a:custGeom>
              <a:avLst/>
              <a:pathLst>
                <a:path w="4788" h="378">
                  <a:moveTo>
                    <a:pt x="4788" y="0"/>
                  </a:moveTo>
                  <a:lnTo>
                    <a:pt x="0" y="3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2" name="pl6212"/>
            <p:cNvSpPr/>
            <p:nvPr/>
          </p:nvSpPr>
          <p:spPr>
            <a:xfrm>
              <a:off x="5610523" y="5517155"/>
              <a:ext cx="4130" cy="2451"/>
            </a:xfrm>
            <a:custGeom>
              <a:avLst/>
              <a:pathLst>
                <a:path w="4130" h="2451">
                  <a:moveTo>
                    <a:pt x="0" y="0"/>
                  </a:moveTo>
                  <a:lnTo>
                    <a:pt x="4130" y="245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3" name="pl6213"/>
            <p:cNvSpPr/>
            <p:nvPr/>
          </p:nvSpPr>
          <p:spPr>
            <a:xfrm>
              <a:off x="5617536" y="5517278"/>
              <a:ext cx="6046" cy="4363"/>
            </a:xfrm>
            <a:custGeom>
              <a:avLst/>
              <a:pathLst>
                <a:path w="6046" h="4363">
                  <a:moveTo>
                    <a:pt x="0" y="0"/>
                  </a:moveTo>
                  <a:lnTo>
                    <a:pt x="6046" y="436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4" name="pl6214"/>
            <p:cNvSpPr/>
            <p:nvPr/>
          </p:nvSpPr>
          <p:spPr>
            <a:xfrm>
              <a:off x="5627341" y="5492607"/>
              <a:ext cx="16975" cy="30624"/>
            </a:xfrm>
            <a:custGeom>
              <a:avLst/>
              <a:pathLst>
                <a:path w="16975" h="30624">
                  <a:moveTo>
                    <a:pt x="0" y="0"/>
                  </a:moveTo>
                  <a:lnTo>
                    <a:pt x="16975" y="306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5" name="pl6215"/>
            <p:cNvSpPr/>
            <p:nvPr/>
          </p:nvSpPr>
          <p:spPr>
            <a:xfrm>
              <a:off x="5637302" y="5523199"/>
              <a:ext cx="7013" cy="32"/>
            </a:xfrm>
            <a:custGeom>
              <a:avLst/>
              <a:pathLst>
                <a:path w="7013" h="32">
                  <a:moveTo>
                    <a:pt x="7013" y="3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6" name="pl6216"/>
            <p:cNvSpPr/>
            <p:nvPr/>
          </p:nvSpPr>
          <p:spPr>
            <a:xfrm>
              <a:off x="5637302" y="5523199"/>
              <a:ext cx="4161" cy="2398"/>
            </a:xfrm>
            <a:custGeom>
              <a:avLst/>
              <a:pathLst>
                <a:path w="4161" h="2398">
                  <a:moveTo>
                    <a:pt x="0" y="0"/>
                  </a:moveTo>
                  <a:lnTo>
                    <a:pt x="4161" y="239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7" name="pl6217"/>
            <p:cNvSpPr/>
            <p:nvPr/>
          </p:nvSpPr>
          <p:spPr>
            <a:xfrm>
              <a:off x="5644316" y="5523231"/>
              <a:ext cx="6101" cy="4286"/>
            </a:xfrm>
            <a:custGeom>
              <a:avLst/>
              <a:pathLst>
                <a:path w="6101" h="4286">
                  <a:moveTo>
                    <a:pt x="0" y="0"/>
                  </a:moveTo>
                  <a:lnTo>
                    <a:pt x="6101" y="42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8" name="pl6218"/>
            <p:cNvSpPr/>
            <p:nvPr/>
          </p:nvSpPr>
          <p:spPr>
            <a:xfrm>
              <a:off x="5642364" y="5448189"/>
              <a:ext cx="71063" cy="79870"/>
            </a:xfrm>
            <a:custGeom>
              <a:avLst/>
              <a:pathLst>
                <a:path w="71063" h="79870">
                  <a:moveTo>
                    <a:pt x="0" y="0"/>
                  </a:moveTo>
                  <a:lnTo>
                    <a:pt x="71063" y="7987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9" name="pl6219"/>
            <p:cNvSpPr/>
            <p:nvPr/>
          </p:nvSpPr>
          <p:spPr>
            <a:xfrm>
              <a:off x="5696952" y="5528059"/>
              <a:ext cx="16476" cy="2865"/>
            </a:xfrm>
            <a:custGeom>
              <a:avLst/>
              <a:pathLst>
                <a:path w="16476" h="2865">
                  <a:moveTo>
                    <a:pt x="16476" y="0"/>
                  </a:moveTo>
                  <a:lnTo>
                    <a:pt x="0" y="286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0" name="pl6220"/>
            <p:cNvSpPr/>
            <p:nvPr/>
          </p:nvSpPr>
          <p:spPr>
            <a:xfrm>
              <a:off x="5688266" y="5530742"/>
              <a:ext cx="8685" cy="182"/>
            </a:xfrm>
            <a:custGeom>
              <a:avLst/>
              <a:pathLst>
                <a:path w="8685" h="182">
                  <a:moveTo>
                    <a:pt x="8685" y="182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1" name="pl6221"/>
            <p:cNvSpPr/>
            <p:nvPr/>
          </p:nvSpPr>
          <p:spPr>
            <a:xfrm>
              <a:off x="5688266" y="5530742"/>
              <a:ext cx="7036" cy="5802"/>
            </a:xfrm>
            <a:custGeom>
              <a:avLst/>
              <a:pathLst>
                <a:path w="7036" h="5802">
                  <a:moveTo>
                    <a:pt x="0" y="0"/>
                  </a:moveTo>
                  <a:lnTo>
                    <a:pt x="7036" y="580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2" name="pl6222"/>
            <p:cNvSpPr/>
            <p:nvPr/>
          </p:nvSpPr>
          <p:spPr>
            <a:xfrm>
              <a:off x="5713428" y="5528059"/>
              <a:ext cx="14156" cy="9927"/>
            </a:xfrm>
            <a:custGeom>
              <a:avLst/>
              <a:pathLst>
                <a:path w="14156" h="9927">
                  <a:moveTo>
                    <a:pt x="0" y="0"/>
                  </a:moveTo>
                  <a:lnTo>
                    <a:pt x="14156" y="992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3" name="pl6223"/>
            <p:cNvSpPr/>
            <p:nvPr/>
          </p:nvSpPr>
          <p:spPr>
            <a:xfrm>
              <a:off x="5727584" y="5537987"/>
              <a:ext cx="8516" cy="4426"/>
            </a:xfrm>
            <a:custGeom>
              <a:avLst/>
              <a:pathLst>
                <a:path w="8516" h="4426">
                  <a:moveTo>
                    <a:pt x="0" y="0"/>
                  </a:moveTo>
                  <a:lnTo>
                    <a:pt x="8516" y="44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4" name="pl6224"/>
            <p:cNvSpPr/>
            <p:nvPr/>
          </p:nvSpPr>
          <p:spPr>
            <a:xfrm>
              <a:off x="5736101" y="5542413"/>
              <a:ext cx="4269" cy="2200"/>
            </a:xfrm>
            <a:custGeom>
              <a:avLst/>
              <a:pathLst>
                <a:path w="4269" h="2200">
                  <a:moveTo>
                    <a:pt x="0" y="0"/>
                  </a:moveTo>
                  <a:lnTo>
                    <a:pt x="4269" y="22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5" name="pl6225"/>
            <p:cNvSpPr/>
            <p:nvPr/>
          </p:nvSpPr>
          <p:spPr>
            <a:xfrm>
              <a:off x="5709431" y="5456156"/>
              <a:ext cx="54213" cy="87811"/>
            </a:xfrm>
            <a:custGeom>
              <a:avLst/>
              <a:pathLst>
                <a:path w="54213" h="87811">
                  <a:moveTo>
                    <a:pt x="0" y="0"/>
                  </a:moveTo>
                  <a:lnTo>
                    <a:pt x="54213" y="8781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6" name="pl6226"/>
            <p:cNvSpPr/>
            <p:nvPr/>
          </p:nvSpPr>
          <p:spPr>
            <a:xfrm>
              <a:off x="5763645" y="5543967"/>
              <a:ext cx="8590" cy="4280"/>
            </a:xfrm>
            <a:custGeom>
              <a:avLst/>
              <a:pathLst>
                <a:path w="8590" h="4280">
                  <a:moveTo>
                    <a:pt x="0" y="0"/>
                  </a:moveTo>
                  <a:lnTo>
                    <a:pt x="8590" y="428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7" name="pl6227"/>
            <p:cNvSpPr/>
            <p:nvPr/>
          </p:nvSpPr>
          <p:spPr>
            <a:xfrm>
              <a:off x="5767490" y="5548247"/>
              <a:ext cx="4745" cy="744"/>
            </a:xfrm>
            <a:custGeom>
              <a:avLst/>
              <a:pathLst>
                <a:path w="4745" h="744">
                  <a:moveTo>
                    <a:pt x="4745" y="0"/>
                  </a:moveTo>
                  <a:lnTo>
                    <a:pt x="0" y="74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8" name="pl6228"/>
            <p:cNvSpPr/>
            <p:nvPr/>
          </p:nvSpPr>
          <p:spPr>
            <a:xfrm>
              <a:off x="6006387" y="5407564"/>
              <a:ext cx="241753" cy="83849"/>
            </a:xfrm>
            <a:custGeom>
              <a:avLst/>
              <a:pathLst>
                <a:path w="241753" h="83849">
                  <a:moveTo>
                    <a:pt x="0" y="0"/>
                  </a:moveTo>
                  <a:lnTo>
                    <a:pt x="241753" y="838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9" name="pl6229"/>
            <p:cNvSpPr/>
            <p:nvPr/>
          </p:nvSpPr>
          <p:spPr>
            <a:xfrm>
              <a:off x="6213315" y="5491413"/>
              <a:ext cx="34825" cy="6655"/>
            </a:xfrm>
            <a:custGeom>
              <a:avLst/>
              <a:pathLst>
                <a:path w="34825" h="6655">
                  <a:moveTo>
                    <a:pt x="34825" y="0"/>
                  </a:moveTo>
                  <a:lnTo>
                    <a:pt x="0" y="665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0" name="pl6230"/>
            <p:cNvSpPr/>
            <p:nvPr/>
          </p:nvSpPr>
          <p:spPr>
            <a:xfrm>
              <a:off x="6170770" y="5498069"/>
              <a:ext cx="42545" cy="7810"/>
            </a:xfrm>
            <a:custGeom>
              <a:avLst/>
              <a:pathLst>
                <a:path w="42545" h="7810">
                  <a:moveTo>
                    <a:pt x="42545" y="0"/>
                  </a:moveTo>
                  <a:lnTo>
                    <a:pt x="0" y="781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1" name="pl6231"/>
            <p:cNvSpPr/>
            <p:nvPr/>
          </p:nvSpPr>
          <p:spPr>
            <a:xfrm>
              <a:off x="6117127" y="5505879"/>
              <a:ext cx="53642" cy="4156"/>
            </a:xfrm>
            <a:custGeom>
              <a:avLst/>
              <a:pathLst>
                <a:path w="53642" h="4156">
                  <a:moveTo>
                    <a:pt x="53642" y="0"/>
                  </a:moveTo>
                  <a:lnTo>
                    <a:pt x="0" y="41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2" name="pl6232"/>
            <p:cNvSpPr/>
            <p:nvPr/>
          </p:nvSpPr>
          <p:spPr>
            <a:xfrm>
              <a:off x="6042128" y="5510036"/>
              <a:ext cx="74999" cy="13994"/>
            </a:xfrm>
            <a:custGeom>
              <a:avLst/>
              <a:pathLst>
                <a:path w="74999" h="13994">
                  <a:moveTo>
                    <a:pt x="74999" y="0"/>
                  </a:moveTo>
                  <a:lnTo>
                    <a:pt x="0" y="139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3" name="pl6233"/>
            <p:cNvSpPr/>
            <p:nvPr/>
          </p:nvSpPr>
          <p:spPr>
            <a:xfrm>
              <a:off x="5981091" y="5524030"/>
              <a:ext cx="61036" cy="17978"/>
            </a:xfrm>
            <a:custGeom>
              <a:avLst/>
              <a:pathLst>
                <a:path w="61036" h="17978">
                  <a:moveTo>
                    <a:pt x="61036" y="0"/>
                  </a:moveTo>
                  <a:lnTo>
                    <a:pt x="0" y="179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4" name="pl6234"/>
            <p:cNvSpPr/>
            <p:nvPr/>
          </p:nvSpPr>
          <p:spPr>
            <a:xfrm>
              <a:off x="5965573" y="5542008"/>
              <a:ext cx="15517" cy="560"/>
            </a:xfrm>
            <a:custGeom>
              <a:avLst/>
              <a:pathLst>
                <a:path w="15517" h="560">
                  <a:moveTo>
                    <a:pt x="15517" y="0"/>
                  </a:moveTo>
                  <a:lnTo>
                    <a:pt x="0" y="5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5" name="pl6235"/>
            <p:cNvSpPr/>
            <p:nvPr/>
          </p:nvSpPr>
          <p:spPr>
            <a:xfrm>
              <a:off x="5948035" y="5542568"/>
              <a:ext cx="17537" cy="1767"/>
            </a:xfrm>
            <a:custGeom>
              <a:avLst/>
              <a:pathLst>
                <a:path w="17537" h="1767">
                  <a:moveTo>
                    <a:pt x="17537" y="0"/>
                  </a:moveTo>
                  <a:lnTo>
                    <a:pt x="0" y="176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6" name="pl6236"/>
            <p:cNvSpPr/>
            <p:nvPr/>
          </p:nvSpPr>
          <p:spPr>
            <a:xfrm>
              <a:off x="5926765" y="5544204"/>
              <a:ext cx="21270" cy="131"/>
            </a:xfrm>
            <a:custGeom>
              <a:avLst/>
              <a:pathLst>
                <a:path w="21270" h="131">
                  <a:moveTo>
                    <a:pt x="21270" y="13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7" name="pl6237"/>
            <p:cNvSpPr/>
            <p:nvPr/>
          </p:nvSpPr>
          <p:spPr>
            <a:xfrm>
              <a:off x="5897731" y="5544204"/>
              <a:ext cx="29034" cy="405"/>
            </a:xfrm>
            <a:custGeom>
              <a:avLst/>
              <a:pathLst>
                <a:path w="29034" h="405">
                  <a:moveTo>
                    <a:pt x="29034" y="0"/>
                  </a:moveTo>
                  <a:lnTo>
                    <a:pt x="0" y="40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8" name="pl6238"/>
            <p:cNvSpPr/>
            <p:nvPr/>
          </p:nvSpPr>
          <p:spPr>
            <a:xfrm>
              <a:off x="5870862" y="5544610"/>
              <a:ext cx="26868" cy="6105"/>
            </a:xfrm>
            <a:custGeom>
              <a:avLst/>
              <a:pathLst>
                <a:path w="26868" h="6105">
                  <a:moveTo>
                    <a:pt x="26868" y="0"/>
                  </a:moveTo>
                  <a:lnTo>
                    <a:pt x="0" y="610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9" name="pl6239"/>
            <p:cNvSpPr/>
            <p:nvPr/>
          </p:nvSpPr>
          <p:spPr>
            <a:xfrm>
              <a:off x="5854855" y="5550424"/>
              <a:ext cx="16006" cy="291"/>
            </a:xfrm>
            <a:custGeom>
              <a:avLst/>
              <a:pathLst>
                <a:path w="16006" h="291">
                  <a:moveTo>
                    <a:pt x="16006" y="291"/>
                  </a:moveTo>
                  <a:lnTo>
                    <a:pt x="0" y="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0" name="pl6240"/>
            <p:cNvSpPr/>
            <p:nvPr/>
          </p:nvSpPr>
          <p:spPr>
            <a:xfrm>
              <a:off x="5838489" y="5550424"/>
              <a:ext cx="16365" cy="2481"/>
            </a:xfrm>
            <a:custGeom>
              <a:avLst/>
              <a:pathLst>
                <a:path w="16365" h="2481">
                  <a:moveTo>
                    <a:pt x="16365" y="0"/>
                  </a:moveTo>
                  <a:lnTo>
                    <a:pt x="0" y="248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1" name="pl6241"/>
            <p:cNvSpPr/>
            <p:nvPr/>
          </p:nvSpPr>
          <p:spPr>
            <a:xfrm>
              <a:off x="5826977" y="5552905"/>
              <a:ext cx="11511" cy="42"/>
            </a:xfrm>
            <a:custGeom>
              <a:avLst/>
              <a:pathLst>
                <a:path w="11511" h="42">
                  <a:moveTo>
                    <a:pt x="11511" y="0"/>
                  </a:moveTo>
                  <a:lnTo>
                    <a:pt x="0" y="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2" name="pl6242"/>
            <p:cNvSpPr/>
            <p:nvPr/>
          </p:nvSpPr>
          <p:spPr>
            <a:xfrm>
              <a:off x="5817536" y="5552947"/>
              <a:ext cx="9441" cy="1723"/>
            </a:xfrm>
            <a:custGeom>
              <a:avLst/>
              <a:pathLst>
                <a:path w="9441" h="1723">
                  <a:moveTo>
                    <a:pt x="9441" y="0"/>
                  </a:moveTo>
                  <a:lnTo>
                    <a:pt x="0" y="172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3" name="pl6243"/>
            <p:cNvSpPr/>
            <p:nvPr/>
          </p:nvSpPr>
          <p:spPr>
            <a:xfrm>
              <a:off x="5817536" y="5554670"/>
              <a:ext cx="4351" cy="2034"/>
            </a:xfrm>
            <a:custGeom>
              <a:avLst/>
              <a:pathLst>
                <a:path w="4351" h="2034">
                  <a:moveTo>
                    <a:pt x="0" y="0"/>
                  </a:moveTo>
                  <a:lnTo>
                    <a:pt x="4351" y="203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4" name="pl6244"/>
            <p:cNvSpPr/>
            <p:nvPr/>
          </p:nvSpPr>
          <p:spPr>
            <a:xfrm>
              <a:off x="5826977" y="5552947"/>
              <a:ext cx="8714" cy="4021"/>
            </a:xfrm>
            <a:custGeom>
              <a:avLst/>
              <a:pathLst>
                <a:path w="8714" h="4021">
                  <a:moveTo>
                    <a:pt x="0" y="0"/>
                  </a:moveTo>
                  <a:lnTo>
                    <a:pt x="8714" y="40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5" name="pl6245"/>
            <p:cNvSpPr/>
            <p:nvPr/>
          </p:nvSpPr>
          <p:spPr>
            <a:xfrm>
              <a:off x="5835692" y="5556969"/>
              <a:ext cx="4368" cy="1997"/>
            </a:xfrm>
            <a:custGeom>
              <a:avLst/>
              <a:pathLst>
                <a:path w="4368" h="1997">
                  <a:moveTo>
                    <a:pt x="0" y="0"/>
                  </a:moveTo>
                  <a:lnTo>
                    <a:pt x="4368" y="199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6" name="pl6246"/>
            <p:cNvSpPr/>
            <p:nvPr/>
          </p:nvSpPr>
          <p:spPr>
            <a:xfrm>
              <a:off x="5838489" y="5552905"/>
              <a:ext cx="10665" cy="7133"/>
            </a:xfrm>
            <a:custGeom>
              <a:avLst/>
              <a:pathLst>
                <a:path w="10665" h="7133">
                  <a:moveTo>
                    <a:pt x="0" y="0"/>
                  </a:moveTo>
                  <a:lnTo>
                    <a:pt x="10665" y="713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7" name="pl6247"/>
            <p:cNvSpPr/>
            <p:nvPr/>
          </p:nvSpPr>
          <p:spPr>
            <a:xfrm>
              <a:off x="5854855" y="5550424"/>
              <a:ext cx="15084" cy="8987"/>
            </a:xfrm>
            <a:custGeom>
              <a:avLst/>
              <a:pathLst>
                <a:path w="15084" h="8987">
                  <a:moveTo>
                    <a:pt x="0" y="0"/>
                  </a:moveTo>
                  <a:lnTo>
                    <a:pt x="15084" y="898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8" name="pl6248"/>
            <p:cNvSpPr/>
            <p:nvPr/>
          </p:nvSpPr>
          <p:spPr>
            <a:xfrm>
              <a:off x="5862962" y="5559411"/>
              <a:ext cx="6977" cy="714"/>
            </a:xfrm>
            <a:custGeom>
              <a:avLst/>
              <a:pathLst>
                <a:path w="6977" h="714">
                  <a:moveTo>
                    <a:pt x="6977" y="0"/>
                  </a:moveTo>
                  <a:lnTo>
                    <a:pt x="0" y="7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9" name="pl6249"/>
            <p:cNvSpPr/>
            <p:nvPr/>
          </p:nvSpPr>
          <p:spPr>
            <a:xfrm>
              <a:off x="5862962" y="5560126"/>
              <a:ext cx="4393" cy="1941"/>
            </a:xfrm>
            <a:custGeom>
              <a:avLst/>
              <a:pathLst>
                <a:path w="4393" h="1941">
                  <a:moveTo>
                    <a:pt x="0" y="0"/>
                  </a:moveTo>
                  <a:lnTo>
                    <a:pt x="4393" y="19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0" name="pl6250"/>
            <p:cNvSpPr/>
            <p:nvPr/>
          </p:nvSpPr>
          <p:spPr>
            <a:xfrm>
              <a:off x="5869940" y="5559411"/>
              <a:ext cx="6523" cy="3611"/>
            </a:xfrm>
            <a:custGeom>
              <a:avLst/>
              <a:pathLst>
                <a:path w="6523" h="3611">
                  <a:moveTo>
                    <a:pt x="0" y="0"/>
                  </a:moveTo>
                  <a:lnTo>
                    <a:pt x="6523" y="361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1" name="pl6251"/>
            <p:cNvSpPr/>
            <p:nvPr/>
          </p:nvSpPr>
          <p:spPr>
            <a:xfrm>
              <a:off x="5897731" y="5544610"/>
              <a:ext cx="24914" cy="15345"/>
            </a:xfrm>
            <a:custGeom>
              <a:avLst/>
              <a:pathLst>
                <a:path w="24914" h="15345">
                  <a:moveTo>
                    <a:pt x="0" y="0"/>
                  </a:moveTo>
                  <a:lnTo>
                    <a:pt x="24914" y="153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2" name="pl6252"/>
            <p:cNvSpPr/>
            <p:nvPr/>
          </p:nvSpPr>
          <p:spPr>
            <a:xfrm>
              <a:off x="5908750" y="5559956"/>
              <a:ext cx="13894" cy="1750"/>
            </a:xfrm>
            <a:custGeom>
              <a:avLst/>
              <a:pathLst>
                <a:path w="13894" h="1750">
                  <a:moveTo>
                    <a:pt x="13894" y="0"/>
                  </a:moveTo>
                  <a:lnTo>
                    <a:pt x="0" y="175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3" name="pl6253"/>
            <p:cNvSpPr/>
            <p:nvPr/>
          </p:nvSpPr>
          <p:spPr>
            <a:xfrm>
              <a:off x="5899381" y="5561707"/>
              <a:ext cx="9368" cy="2084"/>
            </a:xfrm>
            <a:custGeom>
              <a:avLst/>
              <a:pathLst>
                <a:path w="9368" h="2084">
                  <a:moveTo>
                    <a:pt x="9368" y="0"/>
                  </a:moveTo>
                  <a:lnTo>
                    <a:pt x="0" y="208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4" name="pl6254"/>
            <p:cNvSpPr/>
            <p:nvPr/>
          </p:nvSpPr>
          <p:spPr>
            <a:xfrm>
              <a:off x="5894689" y="5563791"/>
              <a:ext cx="4692" cy="1026"/>
            </a:xfrm>
            <a:custGeom>
              <a:avLst/>
              <a:pathLst>
                <a:path w="4692" h="1026">
                  <a:moveTo>
                    <a:pt x="4692" y="0"/>
                  </a:moveTo>
                  <a:lnTo>
                    <a:pt x="0" y="10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5" name="pl6255"/>
            <p:cNvSpPr/>
            <p:nvPr/>
          </p:nvSpPr>
          <p:spPr>
            <a:xfrm>
              <a:off x="5908750" y="5561707"/>
              <a:ext cx="8862" cy="3683"/>
            </a:xfrm>
            <a:custGeom>
              <a:avLst/>
              <a:pathLst>
                <a:path w="8862" h="3683">
                  <a:moveTo>
                    <a:pt x="0" y="0"/>
                  </a:moveTo>
                  <a:lnTo>
                    <a:pt x="8862" y="368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6" name="pl6256"/>
            <p:cNvSpPr/>
            <p:nvPr/>
          </p:nvSpPr>
          <p:spPr>
            <a:xfrm>
              <a:off x="5912929" y="5565390"/>
              <a:ext cx="4683" cy="1066"/>
            </a:xfrm>
            <a:custGeom>
              <a:avLst/>
              <a:pathLst>
                <a:path w="4683" h="1066">
                  <a:moveTo>
                    <a:pt x="4683" y="0"/>
                  </a:moveTo>
                  <a:lnTo>
                    <a:pt x="0" y="106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7" name="pl6257"/>
            <p:cNvSpPr/>
            <p:nvPr/>
          </p:nvSpPr>
          <p:spPr>
            <a:xfrm>
              <a:off x="5926765" y="5544204"/>
              <a:ext cx="27348" cy="23917"/>
            </a:xfrm>
            <a:custGeom>
              <a:avLst/>
              <a:pathLst>
                <a:path w="27348" h="23917">
                  <a:moveTo>
                    <a:pt x="0" y="0"/>
                  </a:moveTo>
                  <a:lnTo>
                    <a:pt x="27348" y="2391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8" name="pl6258"/>
            <p:cNvSpPr/>
            <p:nvPr/>
          </p:nvSpPr>
          <p:spPr>
            <a:xfrm>
              <a:off x="5949449" y="5568122"/>
              <a:ext cx="4664" cy="1146"/>
            </a:xfrm>
            <a:custGeom>
              <a:avLst/>
              <a:pathLst>
                <a:path w="4664" h="1146">
                  <a:moveTo>
                    <a:pt x="4664" y="0"/>
                  </a:moveTo>
                  <a:lnTo>
                    <a:pt x="0" y="11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9" name="pl6259"/>
            <p:cNvSpPr/>
            <p:nvPr/>
          </p:nvSpPr>
          <p:spPr>
            <a:xfrm>
              <a:off x="5948035" y="5544336"/>
              <a:ext cx="19689" cy="26104"/>
            </a:xfrm>
            <a:custGeom>
              <a:avLst/>
              <a:pathLst>
                <a:path w="19689" h="26104">
                  <a:moveTo>
                    <a:pt x="0" y="0"/>
                  </a:moveTo>
                  <a:lnTo>
                    <a:pt x="19689" y="2610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0" name="pl6260"/>
            <p:cNvSpPr/>
            <p:nvPr/>
          </p:nvSpPr>
          <p:spPr>
            <a:xfrm>
              <a:off x="5965573" y="5542568"/>
              <a:ext cx="15943" cy="27193"/>
            </a:xfrm>
            <a:custGeom>
              <a:avLst/>
              <a:pathLst>
                <a:path w="15943" h="27193">
                  <a:moveTo>
                    <a:pt x="0" y="0"/>
                  </a:moveTo>
                  <a:lnTo>
                    <a:pt x="15943" y="2719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1" name="pl6261"/>
            <p:cNvSpPr/>
            <p:nvPr/>
          </p:nvSpPr>
          <p:spPr>
            <a:xfrm>
              <a:off x="5976867" y="5569762"/>
              <a:ext cx="4649" cy="1206"/>
            </a:xfrm>
            <a:custGeom>
              <a:avLst/>
              <a:pathLst>
                <a:path w="4649" h="1206">
                  <a:moveTo>
                    <a:pt x="4649" y="0"/>
                  </a:moveTo>
                  <a:lnTo>
                    <a:pt x="0" y="120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2" name="pl6262"/>
            <p:cNvSpPr/>
            <p:nvPr/>
          </p:nvSpPr>
          <p:spPr>
            <a:xfrm>
              <a:off x="5981091" y="5542008"/>
              <a:ext cx="14066" cy="29897"/>
            </a:xfrm>
            <a:custGeom>
              <a:avLst/>
              <a:pathLst>
                <a:path w="14066" h="29897">
                  <a:moveTo>
                    <a:pt x="0" y="0"/>
                  </a:moveTo>
                  <a:lnTo>
                    <a:pt x="14066" y="2989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3" name="pl6263"/>
            <p:cNvSpPr/>
            <p:nvPr/>
          </p:nvSpPr>
          <p:spPr>
            <a:xfrm>
              <a:off x="6042128" y="5524030"/>
              <a:ext cx="60065" cy="31284"/>
            </a:xfrm>
            <a:custGeom>
              <a:avLst/>
              <a:pathLst>
                <a:path w="60065" h="31284">
                  <a:moveTo>
                    <a:pt x="0" y="0"/>
                  </a:moveTo>
                  <a:lnTo>
                    <a:pt x="60065" y="3128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4" name="pl6264"/>
            <p:cNvSpPr/>
            <p:nvPr/>
          </p:nvSpPr>
          <p:spPr>
            <a:xfrm>
              <a:off x="6085835" y="5555314"/>
              <a:ext cx="16357" cy="2900"/>
            </a:xfrm>
            <a:custGeom>
              <a:avLst/>
              <a:pathLst>
                <a:path w="16357" h="2900">
                  <a:moveTo>
                    <a:pt x="16357" y="0"/>
                  </a:moveTo>
                  <a:lnTo>
                    <a:pt x="0" y="290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5" name="pl6265"/>
            <p:cNvSpPr/>
            <p:nvPr/>
          </p:nvSpPr>
          <p:spPr>
            <a:xfrm>
              <a:off x="6071246" y="5558215"/>
              <a:ext cx="14589" cy="2796"/>
            </a:xfrm>
            <a:custGeom>
              <a:avLst/>
              <a:pathLst>
                <a:path w="14589" h="2796">
                  <a:moveTo>
                    <a:pt x="14589" y="0"/>
                  </a:moveTo>
                  <a:lnTo>
                    <a:pt x="0" y="279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6" name="pl6266"/>
            <p:cNvSpPr/>
            <p:nvPr/>
          </p:nvSpPr>
          <p:spPr>
            <a:xfrm>
              <a:off x="6055721" y="5561011"/>
              <a:ext cx="15525" cy="1221"/>
            </a:xfrm>
            <a:custGeom>
              <a:avLst/>
              <a:pathLst>
                <a:path w="15525" h="1221">
                  <a:moveTo>
                    <a:pt x="15525" y="0"/>
                  </a:moveTo>
                  <a:lnTo>
                    <a:pt x="0" y="122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7" name="pl6267"/>
            <p:cNvSpPr/>
            <p:nvPr/>
          </p:nvSpPr>
          <p:spPr>
            <a:xfrm>
              <a:off x="6055721" y="5562233"/>
              <a:ext cx="17249" cy="10456"/>
            </a:xfrm>
            <a:custGeom>
              <a:avLst/>
              <a:pathLst>
                <a:path w="17249" h="10456">
                  <a:moveTo>
                    <a:pt x="0" y="0"/>
                  </a:moveTo>
                  <a:lnTo>
                    <a:pt x="17249" y="104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8" name="pl6268"/>
            <p:cNvSpPr/>
            <p:nvPr/>
          </p:nvSpPr>
          <p:spPr>
            <a:xfrm>
              <a:off x="6068377" y="5572690"/>
              <a:ext cx="4593" cy="1403"/>
            </a:xfrm>
            <a:custGeom>
              <a:avLst/>
              <a:pathLst>
                <a:path w="4593" h="1403">
                  <a:moveTo>
                    <a:pt x="4593" y="0"/>
                  </a:moveTo>
                  <a:lnTo>
                    <a:pt x="0" y="140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9" name="pl6269"/>
            <p:cNvSpPr/>
            <p:nvPr/>
          </p:nvSpPr>
          <p:spPr>
            <a:xfrm>
              <a:off x="6085835" y="5558215"/>
              <a:ext cx="14587" cy="14592"/>
            </a:xfrm>
            <a:custGeom>
              <a:avLst/>
              <a:pathLst>
                <a:path w="14587" h="14592">
                  <a:moveTo>
                    <a:pt x="0" y="0"/>
                  </a:moveTo>
                  <a:lnTo>
                    <a:pt x="14587" y="1459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0" name="pl6270"/>
            <p:cNvSpPr/>
            <p:nvPr/>
          </p:nvSpPr>
          <p:spPr>
            <a:xfrm>
              <a:off x="6095847" y="5572808"/>
              <a:ext cx="4575" cy="1462"/>
            </a:xfrm>
            <a:custGeom>
              <a:avLst/>
              <a:pathLst>
                <a:path w="4575" h="1462">
                  <a:moveTo>
                    <a:pt x="4575" y="0"/>
                  </a:moveTo>
                  <a:lnTo>
                    <a:pt x="0" y="146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1" name="pl6271"/>
            <p:cNvSpPr/>
            <p:nvPr/>
          </p:nvSpPr>
          <p:spPr>
            <a:xfrm>
              <a:off x="6100422" y="5572808"/>
              <a:ext cx="4581" cy="1442"/>
            </a:xfrm>
            <a:custGeom>
              <a:avLst/>
              <a:pathLst>
                <a:path w="4581" h="1442">
                  <a:moveTo>
                    <a:pt x="0" y="0"/>
                  </a:moveTo>
                  <a:lnTo>
                    <a:pt x="4581" y="144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2" name="pl6272"/>
            <p:cNvSpPr/>
            <p:nvPr/>
          </p:nvSpPr>
          <p:spPr>
            <a:xfrm>
              <a:off x="6117127" y="5510036"/>
              <a:ext cx="76948" cy="48853"/>
            </a:xfrm>
            <a:custGeom>
              <a:avLst/>
              <a:pathLst>
                <a:path w="76948" h="48853">
                  <a:moveTo>
                    <a:pt x="0" y="0"/>
                  </a:moveTo>
                  <a:lnTo>
                    <a:pt x="76948" y="4885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3" name="pl6273"/>
            <p:cNvSpPr/>
            <p:nvPr/>
          </p:nvSpPr>
          <p:spPr>
            <a:xfrm>
              <a:off x="6194075" y="5558889"/>
              <a:ext cx="16102" cy="10872"/>
            </a:xfrm>
            <a:custGeom>
              <a:avLst/>
              <a:pathLst>
                <a:path w="16102" h="10872">
                  <a:moveTo>
                    <a:pt x="0" y="0"/>
                  </a:moveTo>
                  <a:lnTo>
                    <a:pt x="16102" y="108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4" name="pl6274"/>
            <p:cNvSpPr/>
            <p:nvPr/>
          </p:nvSpPr>
          <p:spPr>
            <a:xfrm>
              <a:off x="6205683" y="5569762"/>
              <a:ext cx="4494" cy="1694"/>
            </a:xfrm>
            <a:custGeom>
              <a:avLst/>
              <a:pathLst>
                <a:path w="4494" h="1694">
                  <a:moveTo>
                    <a:pt x="4494" y="0"/>
                  </a:moveTo>
                  <a:lnTo>
                    <a:pt x="0" y="169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5" name="pl6275"/>
            <p:cNvSpPr/>
            <p:nvPr/>
          </p:nvSpPr>
          <p:spPr>
            <a:xfrm>
              <a:off x="6210178" y="5569762"/>
              <a:ext cx="4649" cy="1206"/>
            </a:xfrm>
            <a:custGeom>
              <a:avLst/>
              <a:pathLst>
                <a:path w="4649" h="1206">
                  <a:moveTo>
                    <a:pt x="0" y="0"/>
                  </a:moveTo>
                  <a:lnTo>
                    <a:pt x="4649" y="120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6" name="pl6276"/>
            <p:cNvSpPr/>
            <p:nvPr/>
          </p:nvSpPr>
          <p:spPr>
            <a:xfrm>
              <a:off x="6170770" y="5505879"/>
              <a:ext cx="57679" cy="62828"/>
            </a:xfrm>
            <a:custGeom>
              <a:avLst/>
              <a:pathLst>
                <a:path w="57679" h="62828">
                  <a:moveTo>
                    <a:pt x="0" y="0"/>
                  </a:moveTo>
                  <a:lnTo>
                    <a:pt x="57679" y="6282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7" name="pl6277"/>
            <p:cNvSpPr/>
            <p:nvPr/>
          </p:nvSpPr>
          <p:spPr>
            <a:xfrm>
              <a:off x="6223969" y="5568708"/>
              <a:ext cx="4479" cy="1732"/>
            </a:xfrm>
            <a:custGeom>
              <a:avLst/>
              <a:pathLst>
                <a:path w="4479" h="1732">
                  <a:moveTo>
                    <a:pt x="4479" y="0"/>
                  </a:moveTo>
                  <a:lnTo>
                    <a:pt x="0" y="173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8" name="pl6278"/>
            <p:cNvSpPr/>
            <p:nvPr/>
          </p:nvSpPr>
          <p:spPr>
            <a:xfrm>
              <a:off x="6228449" y="5568708"/>
              <a:ext cx="4659" cy="1166"/>
            </a:xfrm>
            <a:custGeom>
              <a:avLst/>
              <a:pathLst>
                <a:path w="4659" h="1166">
                  <a:moveTo>
                    <a:pt x="0" y="0"/>
                  </a:moveTo>
                  <a:lnTo>
                    <a:pt x="4659" y="116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9" name="pl6279"/>
            <p:cNvSpPr/>
            <p:nvPr/>
          </p:nvSpPr>
          <p:spPr>
            <a:xfrm>
              <a:off x="6213315" y="5498069"/>
              <a:ext cx="47999" cy="65424"/>
            </a:xfrm>
            <a:custGeom>
              <a:avLst/>
              <a:pathLst>
                <a:path w="47999" h="65424">
                  <a:moveTo>
                    <a:pt x="0" y="0"/>
                  </a:moveTo>
                  <a:lnTo>
                    <a:pt x="47999" y="654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0" name="pl6280"/>
            <p:cNvSpPr/>
            <p:nvPr/>
          </p:nvSpPr>
          <p:spPr>
            <a:xfrm>
              <a:off x="6253449" y="5563494"/>
              <a:ext cx="7866" cy="2056"/>
            </a:xfrm>
            <a:custGeom>
              <a:avLst/>
              <a:pathLst>
                <a:path w="7866" h="2056">
                  <a:moveTo>
                    <a:pt x="7866" y="0"/>
                  </a:moveTo>
                  <a:lnTo>
                    <a:pt x="0" y="205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1" name="pl6281"/>
            <p:cNvSpPr/>
            <p:nvPr/>
          </p:nvSpPr>
          <p:spPr>
            <a:xfrm>
              <a:off x="6246710" y="5565550"/>
              <a:ext cx="6738" cy="1947"/>
            </a:xfrm>
            <a:custGeom>
              <a:avLst/>
              <a:pathLst>
                <a:path w="6738" h="1947">
                  <a:moveTo>
                    <a:pt x="6738" y="0"/>
                  </a:moveTo>
                  <a:lnTo>
                    <a:pt x="0" y="194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2" name="pl6282"/>
            <p:cNvSpPr/>
            <p:nvPr/>
          </p:nvSpPr>
          <p:spPr>
            <a:xfrm>
              <a:off x="6246710" y="5567498"/>
              <a:ext cx="4669" cy="1126"/>
            </a:xfrm>
            <a:custGeom>
              <a:avLst/>
              <a:pathLst>
                <a:path w="4669" h="1126">
                  <a:moveTo>
                    <a:pt x="0" y="0"/>
                  </a:moveTo>
                  <a:lnTo>
                    <a:pt x="4669" y="11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3" name="pl6283"/>
            <p:cNvSpPr/>
            <p:nvPr/>
          </p:nvSpPr>
          <p:spPr>
            <a:xfrm>
              <a:off x="6253449" y="5565550"/>
              <a:ext cx="7062" cy="2390"/>
            </a:xfrm>
            <a:custGeom>
              <a:avLst/>
              <a:pathLst>
                <a:path w="7062" h="2390">
                  <a:moveTo>
                    <a:pt x="0" y="0"/>
                  </a:moveTo>
                  <a:lnTo>
                    <a:pt x="7062" y="239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4" name="pl6284"/>
            <p:cNvSpPr/>
            <p:nvPr/>
          </p:nvSpPr>
          <p:spPr>
            <a:xfrm>
              <a:off x="6261315" y="5563494"/>
              <a:ext cx="8325" cy="3724"/>
            </a:xfrm>
            <a:custGeom>
              <a:avLst/>
              <a:pathLst>
                <a:path w="8325" h="3724">
                  <a:moveTo>
                    <a:pt x="0" y="0"/>
                  </a:moveTo>
                  <a:lnTo>
                    <a:pt x="8325" y="37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5" name="pl6285"/>
            <p:cNvSpPr/>
            <p:nvPr/>
          </p:nvSpPr>
          <p:spPr>
            <a:xfrm>
              <a:off x="6248141" y="5491413"/>
              <a:ext cx="41762" cy="71134"/>
            </a:xfrm>
            <a:custGeom>
              <a:avLst/>
              <a:pathLst>
                <a:path w="41762" h="71134">
                  <a:moveTo>
                    <a:pt x="0" y="0"/>
                  </a:moveTo>
                  <a:lnTo>
                    <a:pt x="41762" y="7113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6" name="pl6286"/>
            <p:cNvSpPr/>
            <p:nvPr/>
          </p:nvSpPr>
          <p:spPr>
            <a:xfrm>
              <a:off x="6283199" y="5562548"/>
              <a:ext cx="6703" cy="2062"/>
            </a:xfrm>
            <a:custGeom>
              <a:avLst/>
              <a:pathLst>
                <a:path w="6703" h="2062">
                  <a:moveTo>
                    <a:pt x="6703" y="0"/>
                  </a:moveTo>
                  <a:lnTo>
                    <a:pt x="0" y="206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7" name="pl6287"/>
            <p:cNvSpPr/>
            <p:nvPr/>
          </p:nvSpPr>
          <p:spPr>
            <a:xfrm>
              <a:off x="6283199" y="5564610"/>
              <a:ext cx="4687" cy="1046"/>
            </a:xfrm>
            <a:custGeom>
              <a:avLst/>
              <a:pathLst>
                <a:path w="4687" h="1046">
                  <a:moveTo>
                    <a:pt x="0" y="0"/>
                  </a:moveTo>
                  <a:lnTo>
                    <a:pt x="4687" y="10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8" name="pl6288"/>
            <p:cNvSpPr/>
            <p:nvPr/>
          </p:nvSpPr>
          <p:spPr>
            <a:xfrm>
              <a:off x="6237037" y="5365095"/>
              <a:ext cx="258413" cy="133049"/>
            </a:xfrm>
            <a:custGeom>
              <a:avLst/>
              <a:pathLst>
                <a:path w="258413" h="133049">
                  <a:moveTo>
                    <a:pt x="0" y="0"/>
                  </a:moveTo>
                  <a:lnTo>
                    <a:pt x="258413" y="1330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9" name="pl6289"/>
            <p:cNvSpPr/>
            <p:nvPr/>
          </p:nvSpPr>
          <p:spPr>
            <a:xfrm>
              <a:off x="6464766" y="5498144"/>
              <a:ext cx="30684" cy="10131"/>
            </a:xfrm>
            <a:custGeom>
              <a:avLst/>
              <a:pathLst>
                <a:path w="30684" h="10131">
                  <a:moveTo>
                    <a:pt x="30684" y="0"/>
                  </a:moveTo>
                  <a:lnTo>
                    <a:pt x="0" y="1013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0" name="pl6290"/>
            <p:cNvSpPr/>
            <p:nvPr/>
          </p:nvSpPr>
          <p:spPr>
            <a:xfrm>
              <a:off x="6435832" y="5508276"/>
              <a:ext cx="28933" cy="10832"/>
            </a:xfrm>
            <a:custGeom>
              <a:avLst/>
              <a:pathLst>
                <a:path w="28933" h="10832">
                  <a:moveTo>
                    <a:pt x="28933" y="0"/>
                  </a:moveTo>
                  <a:lnTo>
                    <a:pt x="0" y="1083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1" name="pl6291"/>
            <p:cNvSpPr/>
            <p:nvPr/>
          </p:nvSpPr>
          <p:spPr>
            <a:xfrm>
              <a:off x="6405452" y="5519108"/>
              <a:ext cx="30379" cy="9135"/>
            </a:xfrm>
            <a:custGeom>
              <a:avLst/>
              <a:pathLst>
                <a:path w="30379" h="9135">
                  <a:moveTo>
                    <a:pt x="30379" y="0"/>
                  </a:moveTo>
                  <a:lnTo>
                    <a:pt x="0" y="913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2" name="pl6292"/>
            <p:cNvSpPr/>
            <p:nvPr/>
          </p:nvSpPr>
          <p:spPr>
            <a:xfrm>
              <a:off x="6371937" y="5528244"/>
              <a:ext cx="33515" cy="10549"/>
            </a:xfrm>
            <a:custGeom>
              <a:avLst/>
              <a:pathLst>
                <a:path w="33515" h="10549">
                  <a:moveTo>
                    <a:pt x="33515" y="0"/>
                  </a:moveTo>
                  <a:lnTo>
                    <a:pt x="0" y="1054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3" name="pl6293"/>
            <p:cNvSpPr/>
            <p:nvPr/>
          </p:nvSpPr>
          <p:spPr>
            <a:xfrm>
              <a:off x="6340968" y="5538793"/>
              <a:ext cx="30968" cy="12624"/>
            </a:xfrm>
            <a:custGeom>
              <a:avLst/>
              <a:pathLst>
                <a:path w="30968" h="12624">
                  <a:moveTo>
                    <a:pt x="30968" y="0"/>
                  </a:moveTo>
                  <a:lnTo>
                    <a:pt x="0" y="126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4" name="pl6294"/>
            <p:cNvSpPr/>
            <p:nvPr/>
          </p:nvSpPr>
          <p:spPr>
            <a:xfrm>
              <a:off x="6327122" y="5551418"/>
              <a:ext cx="13845" cy="4485"/>
            </a:xfrm>
            <a:custGeom>
              <a:avLst/>
              <a:pathLst>
                <a:path w="13845" h="4485">
                  <a:moveTo>
                    <a:pt x="13845" y="0"/>
                  </a:moveTo>
                  <a:lnTo>
                    <a:pt x="0" y="44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5" name="pl6295"/>
            <p:cNvSpPr/>
            <p:nvPr/>
          </p:nvSpPr>
          <p:spPr>
            <a:xfrm>
              <a:off x="6317207" y="5555903"/>
              <a:ext cx="9914" cy="3985"/>
            </a:xfrm>
            <a:custGeom>
              <a:avLst/>
              <a:pathLst>
                <a:path w="9914" h="3985">
                  <a:moveTo>
                    <a:pt x="9914" y="0"/>
                  </a:moveTo>
                  <a:lnTo>
                    <a:pt x="0" y="398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6" name="pl6296"/>
            <p:cNvSpPr/>
            <p:nvPr/>
          </p:nvSpPr>
          <p:spPr>
            <a:xfrm>
              <a:off x="6310530" y="5559888"/>
              <a:ext cx="6676" cy="2147"/>
            </a:xfrm>
            <a:custGeom>
              <a:avLst/>
              <a:pathLst>
                <a:path w="6676" h="2147">
                  <a:moveTo>
                    <a:pt x="6676" y="0"/>
                  </a:moveTo>
                  <a:lnTo>
                    <a:pt x="0" y="214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7" name="pl6297"/>
            <p:cNvSpPr/>
            <p:nvPr/>
          </p:nvSpPr>
          <p:spPr>
            <a:xfrm>
              <a:off x="6310530" y="5562036"/>
              <a:ext cx="4700" cy="986"/>
            </a:xfrm>
            <a:custGeom>
              <a:avLst/>
              <a:pathLst>
                <a:path w="4700" h="986">
                  <a:moveTo>
                    <a:pt x="0" y="0"/>
                  </a:moveTo>
                  <a:lnTo>
                    <a:pt x="4700" y="9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8" name="pl6298"/>
            <p:cNvSpPr/>
            <p:nvPr/>
          </p:nvSpPr>
          <p:spPr>
            <a:xfrm>
              <a:off x="6317207" y="5559888"/>
              <a:ext cx="7131" cy="2178"/>
            </a:xfrm>
            <a:custGeom>
              <a:avLst/>
              <a:pathLst>
                <a:path w="7131" h="2178">
                  <a:moveTo>
                    <a:pt x="0" y="0"/>
                  </a:moveTo>
                  <a:lnTo>
                    <a:pt x="7131" y="217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9" name="pl6299"/>
            <p:cNvSpPr/>
            <p:nvPr/>
          </p:nvSpPr>
          <p:spPr>
            <a:xfrm>
              <a:off x="6327122" y="5555903"/>
              <a:ext cx="10704" cy="3209"/>
            </a:xfrm>
            <a:custGeom>
              <a:avLst/>
              <a:pathLst>
                <a:path w="10704" h="3209">
                  <a:moveTo>
                    <a:pt x="0" y="0"/>
                  </a:moveTo>
                  <a:lnTo>
                    <a:pt x="10704" y="320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0" name="pl6300"/>
            <p:cNvSpPr/>
            <p:nvPr/>
          </p:nvSpPr>
          <p:spPr>
            <a:xfrm>
              <a:off x="6333441" y="5559112"/>
              <a:ext cx="4385" cy="1960"/>
            </a:xfrm>
            <a:custGeom>
              <a:avLst/>
              <a:pathLst>
                <a:path w="4385" h="1960">
                  <a:moveTo>
                    <a:pt x="4385" y="0"/>
                  </a:moveTo>
                  <a:lnTo>
                    <a:pt x="0" y="196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1" name="pl6301"/>
            <p:cNvSpPr/>
            <p:nvPr/>
          </p:nvSpPr>
          <p:spPr>
            <a:xfrm>
              <a:off x="6337826" y="5559112"/>
              <a:ext cx="4713" cy="926"/>
            </a:xfrm>
            <a:custGeom>
              <a:avLst/>
              <a:pathLst>
                <a:path w="4713" h="926">
                  <a:moveTo>
                    <a:pt x="0" y="0"/>
                  </a:moveTo>
                  <a:lnTo>
                    <a:pt x="4713" y="9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2" name="pl6302"/>
            <p:cNvSpPr/>
            <p:nvPr/>
          </p:nvSpPr>
          <p:spPr>
            <a:xfrm>
              <a:off x="6340968" y="5551418"/>
              <a:ext cx="15034" cy="5551"/>
            </a:xfrm>
            <a:custGeom>
              <a:avLst/>
              <a:pathLst>
                <a:path w="15034" h="5551">
                  <a:moveTo>
                    <a:pt x="0" y="0"/>
                  </a:moveTo>
                  <a:lnTo>
                    <a:pt x="15034" y="555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3" name="pl6303"/>
            <p:cNvSpPr/>
            <p:nvPr/>
          </p:nvSpPr>
          <p:spPr>
            <a:xfrm>
              <a:off x="6356002" y="5556969"/>
              <a:ext cx="4720" cy="886"/>
            </a:xfrm>
            <a:custGeom>
              <a:avLst/>
              <a:pathLst>
                <a:path w="4720" h="886">
                  <a:moveTo>
                    <a:pt x="0" y="0"/>
                  </a:moveTo>
                  <a:lnTo>
                    <a:pt x="4720" y="88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4" name="pl6304"/>
            <p:cNvSpPr/>
            <p:nvPr/>
          </p:nvSpPr>
          <p:spPr>
            <a:xfrm>
              <a:off x="6371937" y="5538793"/>
              <a:ext cx="33385" cy="5672"/>
            </a:xfrm>
            <a:custGeom>
              <a:avLst/>
              <a:pathLst>
                <a:path w="33385" h="5672">
                  <a:moveTo>
                    <a:pt x="0" y="0"/>
                  </a:moveTo>
                  <a:lnTo>
                    <a:pt x="33385" y="567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5" name="pl6305"/>
            <p:cNvSpPr/>
            <p:nvPr/>
          </p:nvSpPr>
          <p:spPr>
            <a:xfrm>
              <a:off x="6396777" y="5544466"/>
              <a:ext cx="8545" cy="2704"/>
            </a:xfrm>
            <a:custGeom>
              <a:avLst/>
              <a:pathLst>
                <a:path w="8545" h="2704">
                  <a:moveTo>
                    <a:pt x="8545" y="0"/>
                  </a:moveTo>
                  <a:lnTo>
                    <a:pt x="0" y="270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6" name="pl6306"/>
            <p:cNvSpPr/>
            <p:nvPr/>
          </p:nvSpPr>
          <p:spPr>
            <a:xfrm>
              <a:off x="6388498" y="5547170"/>
              <a:ext cx="8279" cy="2630"/>
            </a:xfrm>
            <a:custGeom>
              <a:avLst/>
              <a:pathLst>
                <a:path w="8279" h="2630">
                  <a:moveTo>
                    <a:pt x="8279" y="0"/>
                  </a:moveTo>
                  <a:lnTo>
                    <a:pt x="0" y="2630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7" name="pl6307"/>
            <p:cNvSpPr/>
            <p:nvPr/>
          </p:nvSpPr>
          <p:spPr>
            <a:xfrm>
              <a:off x="6380768" y="5549801"/>
              <a:ext cx="7729" cy="2522"/>
            </a:xfrm>
            <a:custGeom>
              <a:avLst/>
              <a:pathLst>
                <a:path w="7729" h="2522">
                  <a:moveTo>
                    <a:pt x="7729" y="0"/>
                  </a:moveTo>
                  <a:lnTo>
                    <a:pt x="0" y="2522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8" name="pl6308"/>
            <p:cNvSpPr/>
            <p:nvPr/>
          </p:nvSpPr>
          <p:spPr>
            <a:xfrm>
              <a:off x="6374159" y="5552324"/>
              <a:ext cx="6609" cy="2346"/>
            </a:xfrm>
            <a:custGeom>
              <a:avLst/>
              <a:pathLst>
                <a:path w="6609" h="2346">
                  <a:moveTo>
                    <a:pt x="6609" y="0"/>
                  </a:moveTo>
                  <a:lnTo>
                    <a:pt x="0" y="234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9" name="pl6309"/>
            <p:cNvSpPr/>
            <p:nvPr/>
          </p:nvSpPr>
          <p:spPr>
            <a:xfrm>
              <a:off x="6374159" y="5554670"/>
              <a:ext cx="4728" cy="845"/>
            </a:xfrm>
            <a:custGeom>
              <a:avLst/>
              <a:pathLst>
                <a:path w="4728" h="845">
                  <a:moveTo>
                    <a:pt x="0" y="0"/>
                  </a:moveTo>
                  <a:lnTo>
                    <a:pt x="4728" y="84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0" name="pl6310"/>
            <p:cNvSpPr/>
            <p:nvPr/>
          </p:nvSpPr>
          <p:spPr>
            <a:xfrm>
              <a:off x="6405322" y="5544466"/>
              <a:ext cx="9829" cy="5907"/>
            </a:xfrm>
            <a:custGeom>
              <a:avLst/>
              <a:pathLst>
                <a:path w="9829" h="5907">
                  <a:moveTo>
                    <a:pt x="0" y="0"/>
                  </a:moveTo>
                  <a:lnTo>
                    <a:pt x="9829" y="5907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1" name="pl6311"/>
            <p:cNvSpPr/>
            <p:nvPr/>
          </p:nvSpPr>
          <p:spPr>
            <a:xfrm>
              <a:off x="6405452" y="5528244"/>
              <a:ext cx="37259" cy="13368"/>
            </a:xfrm>
            <a:custGeom>
              <a:avLst/>
              <a:pathLst>
                <a:path w="37259" h="13368">
                  <a:moveTo>
                    <a:pt x="0" y="0"/>
                  </a:moveTo>
                  <a:lnTo>
                    <a:pt x="37259" y="1336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2" name="pl6312"/>
            <p:cNvSpPr/>
            <p:nvPr/>
          </p:nvSpPr>
          <p:spPr>
            <a:xfrm>
              <a:off x="6435049" y="5541612"/>
              <a:ext cx="7662" cy="2719"/>
            </a:xfrm>
            <a:custGeom>
              <a:avLst/>
              <a:pathLst>
                <a:path w="7662" h="2719">
                  <a:moveTo>
                    <a:pt x="7662" y="0"/>
                  </a:moveTo>
                  <a:lnTo>
                    <a:pt x="0" y="271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3" name="pl6313"/>
            <p:cNvSpPr/>
            <p:nvPr/>
          </p:nvSpPr>
          <p:spPr>
            <a:xfrm>
              <a:off x="6428502" y="5544331"/>
              <a:ext cx="6547" cy="2514"/>
            </a:xfrm>
            <a:custGeom>
              <a:avLst/>
              <a:pathLst>
                <a:path w="6547" h="2514">
                  <a:moveTo>
                    <a:pt x="6547" y="0"/>
                  </a:moveTo>
                  <a:lnTo>
                    <a:pt x="0" y="251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4" name="pl6314"/>
            <p:cNvSpPr/>
            <p:nvPr/>
          </p:nvSpPr>
          <p:spPr>
            <a:xfrm>
              <a:off x="6428502" y="5546846"/>
              <a:ext cx="4748" cy="724"/>
            </a:xfrm>
            <a:custGeom>
              <a:avLst/>
              <a:pathLst>
                <a:path w="4748" h="724">
                  <a:moveTo>
                    <a:pt x="0" y="0"/>
                  </a:moveTo>
                  <a:lnTo>
                    <a:pt x="4748" y="724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5" name="pl6315"/>
            <p:cNvSpPr/>
            <p:nvPr/>
          </p:nvSpPr>
          <p:spPr>
            <a:xfrm>
              <a:off x="6435049" y="5544331"/>
              <a:ext cx="7240" cy="1779"/>
            </a:xfrm>
            <a:custGeom>
              <a:avLst/>
              <a:pathLst>
                <a:path w="7240" h="1779">
                  <a:moveTo>
                    <a:pt x="0" y="0"/>
                  </a:moveTo>
                  <a:lnTo>
                    <a:pt x="7240" y="1779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6" name="pl6316"/>
            <p:cNvSpPr/>
            <p:nvPr/>
          </p:nvSpPr>
          <p:spPr>
            <a:xfrm>
              <a:off x="6435832" y="5519108"/>
              <a:ext cx="35282" cy="19123"/>
            </a:xfrm>
            <a:custGeom>
              <a:avLst/>
              <a:pathLst>
                <a:path w="35282" h="19123">
                  <a:moveTo>
                    <a:pt x="0" y="0"/>
                  </a:moveTo>
                  <a:lnTo>
                    <a:pt x="35282" y="19123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7" name="pl6317"/>
            <p:cNvSpPr/>
            <p:nvPr/>
          </p:nvSpPr>
          <p:spPr>
            <a:xfrm>
              <a:off x="6464611" y="5538232"/>
              <a:ext cx="6503" cy="2626"/>
            </a:xfrm>
            <a:custGeom>
              <a:avLst/>
              <a:pathLst>
                <a:path w="6503" h="2626">
                  <a:moveTo>
                    <a:pt x="6503" y="0"/>
                  </a:moveTo>
                  <a:lnTo>
                    <a:pt x="0" y="262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8" name="pl6318"/>
            <p:cNvSpPr/>
            <p:nvPr/>
          </p:nvSpPr>
          <p:spPr>
            <a:xfrm>
              <a:off x="6460351" y="5540858"/>
              <a:ext cx="4260" cy="2218"/>
            </a:xfrm>
            <a:custGeom>
              <a:avLst/>
              <a:pathLst>
                <a:path w="4260" h="2218">
                  <a:moveTo>
                    <a:pt x="4260" y="0"/>
                  </a:moveTo>
                  <a:lnTo>
                    <a:pt x="0" y="2218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9" name="pl6319"/>
            <p:cNvSpPr/>
            <p:nvPr/>
          </p:nvSpPr>
          <p:spPr>
            <a:xfrm>
              <a:off x="6464766" y="5508276"/>
              <a:ext cx="35297" cy="23116"/>
            </a:xfrm>
            <a:custGeom>
              <a:avLst/>
              <a:pathLst>
                <a:path w="35297" h="23116">
                  <a:moveTo>
                    <a:pt x="0" y="0"/>
                  </a:moveTo>
                  <a:lnTo>
                    <a:pt x="35297" y="23116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0" name="pl6320"/>
            <p:cNvSpPr/>
            <p:nvPr/>
          </p:nvSpPr>
          <p:spPr>
            <a:xfrm>
              <a:off x="6500063" y="5531392"/>
              <a:ext cx="9532" cy="1115"/>
            </a:xfrm>
            <a:custGeom>
              <a:avLst/>
              <a:pathLst>
                <a:path w="9532" h="1115">
                  <a:moveTo>
                    <a:pt x="0" y="0"/>
                  </a:moveTo>
                  <a:lnTo>
                    <a:pt x="9532" y="1115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1" name="pl6321"/>
            <p:cNvSpPr/>
            <p:nvPr/>
          </p:nvSpPr>
          <p:spPr>
            <a:xfrm>
              <a:off x="6509596" y="5532507"/>
              <a:ext cx="4772" cy="541"/>
            </a:xfrm>
            <a:custGeom>
              <a:avLst/>
              <a:pathLst>
                <a:path w="4772" h="541">
                  <a:moveTo>
                    <a:pt x="0" y="0"/>
                  </a:moveTo>
                  <a:lnTo>
                    <a:pt x="4772" y="541"/>
                  </a:lnTo>
                </a:path>
              </a:pathLst>
            </a:custGeom>
            <a:ln w="8763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2" name="pl6322"/>
            <p:cNvSpPr/>
            <p:nvPr/>
          </p:nvSpPr>
          <p:spPr>
            <a:xfrm>
              <a:off x="6451854" y="5294302"/>
              <a:ext cx="274709" cy="142423"/>
            </a:xfrm>
            <a:custGeom>
              <a:avLst/>
              <a:pathLst>
                <a:path w="274709" h="142423">
                  <a:moveTo>
                    <a:pt x="0" y="0"/>
                  </a:moveTo>
                  <a:lnTo>
                    <a:pt x="274709" y="14242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3" name="pl6323"/>
            <p:cNvSpPr/>
            <p:nvPr/>
          </p:nvSpPr>
          <p:spPr>
            <a:xfrm>
              <a:off x="6687076" y="5436725"/>
              <a:ext cx="39487" cy="25644"/>
            </a:xfrm>
            <a:custGeom>
              <a:avLst/>
              <a:pathLst>
                <a:path w="39487" h="25644">
                  <a:moveTo>
                    <a:pt x="39487" y="0"/>
                  </a:moveTo>
                  <a:lnTo>
                    <a:pt x="0" y="256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4" name="pl6324"/>
            <p:cNvSpPr/>
            <p:nvPr/>
          </p:nvSpPr>
          <p:spPr>
            <a:xfrm>
              <a:off x="6663915" y="5462369"/>
              <a:ext cx="23160" cy="8104"/>
            </a:xfrm>
            <a:custGeom>
              <a:avLst/>
              <a:pathLst>
                <a:path w="23160" h="8104">
                  <a:moveTo>
                    <a:pt x="23160" y="0"/>
                  </a:moveTo>
                  <a:lnTo>
                    <a:pt x="0" y="810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5" name="pl6325"/>
            <p:cNvSpPr/>
            <p:nvPr/>
          </p:nvSpPr>
          <p:spPr>
            <a:xfrm>
              <a:off x="6639937" y="5470474"/>
              <a:ext cx="23977" cy="12552"/>
            </a:xfrm>
            <a:custGeom>
              <a:avLst/>
              <a:pathLst>
                <a:path w="23977" h="12552">
                  <a:moveTo>
                    <a:pt x="23977" y="0"/>
                  </a:moveTo>
                  <a:lnTo>
                    <a:pt x="0" y="125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6" name="pl6326"/>
            <p:cNvSpPr/>
            <p:nvPr/>
          </p:nvSpPr>
          <p:spPr>
            <a:xfrm>
              <a:off x="6619765" y="5483026"/>
              <a:ext cx="20172" cy="11252"/>
            </a:xfrm>
            <a:custGeom>
              <a:avLst/>
              <a:pathLst>
                <a:path w="20172" h="11252">
                  <a:moveTo>
                    <a:pt x="20172" y="0"/>
                  </a:moveTo>
                  <a:lnTo>
                    <a:pt x="0" y="112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7" name="pl6327"/>
            <p:cNvSpPr/>
            <p:nvPr/>
          </p:nvSpPr>
          <p:spPr>
            <a:xfrm>
              <a:off x="6604257" y="5494279"/>
              <a:ext cx="15508" cy="5372"/>
            </a:xfrm>
            <a:custGeom>
              <a:avLst/>
              <a:pathLst>
                <a:path w="15508" h="5372">
                  <a:moveTo>
                    <a:pt x="15508" y="0"/>
                  </a:moveTo>
                  <a:lnTo>
                    <a:pt x="0" y="537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8" name="pl6328"/>
            <p:cNvSpPr/>
            <p:nvPr/>
          </p:nvSpPr>
          <p:spPr>
            <a:xfrm>
              <a:off x="6586401" y="5499651"/>
              <a:ext cx="17855" cy="7297"/>
            </a:xfrm>
            <a:custGeom>
              <a:avLst/>
              <a:pathLst>
                <a:path w="17855" h="7297">
                  <a:moveTo>
                    <a:pt x="17855" y="0"/>
                  </a:moveTo>
                  <a:lnTo>
                    <a:pt x="0" y="729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9" name="pl6329"/>
            <p:cNvSpPr/>
            <p:nvPr/>
          </p:nvSpPr>
          <p:spPr>
            <a:xfrm>
              <a:off x="6570168" y="5506949"/>
              <a:ext cx="16232" cy="8249"/>
            </a:xfrm>
            <a:custGeom>
              <a:avLst/>
              <a:pathLst>
                <a:path w="16232" h="8249">
                  <a:moveTo>
                    <a:pt x="16232" y="0"/>
                  </a:moveTo>
                  <a:lnTo>
                    <a:pt x="0" y="824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0" name="pl6330"/>
            <p:cNvSpPr/>
            <p:nvPr/>
          </p:nvSpPr>
          <p:spPr>
            <a:xfrm>
              <a:off x="6560778" y="5515198"/>
              <a:ext cx="9390" cy="5098"/>
            </a:xfrm>
            <a:custGeom>
              <a:avLst/>
              <a:pathLst>
                <a:path w="9390" h="5098">
                  <a:moveTo>
                    <a:pt x="9390" y="0"/>
                  </a:moveTo>
                  <a:lnTo>
                    <a:pt x="0" y="5098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1" name="pl6331"/>
            <p:cNvSpPr/>
            <p:nvPr/>
          </p:nvSpPr>
          <p:spPr>
            <a:xfrm>
              <a:off x="6560778" y="5520297"/>
              <a:ext cx="7334" cy="1344"/>
            </a:xfrm>
            <a:custGeom>
              <a:avLst/>
              <a:pathLst>
                <a:path w="7334" h="1344">
                  <a:moveTo>
                    <a:pt x="0" y="0"/>
                  </a:moveTo>
                  <a:lnTo>
                    <a:pt x="7334" y="13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2" name="pl6332"/>
            <p:cNvSpPr/>
            <p:nvPr/>
          </p:nvSpPr>
          <p:spPr>
            <a:xfrm>
              <a:off x="6570168" y="5515198"/>
              <a:ext cx="11002" cy="1956"/>
            </a:xfrm>
            <a:custGeom>
              <a:avLst/>
              <a:pathLst>
                <a:path w="11002" h="1956">
                  <a:moveTo>
                    <a:pt x="0" y="0"/>
                  </a:moveTo>
                  <a:lnTo>
                    <a:pt x="11002" y="195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3" name="pl6333"/>
            <p:cNvSpPr/>
            <p:nvPr/>
          </p:nvSpPr>
          <p:spPr>
            <a:xfrm>
              <a:off x="6577040" y="5517155"/>
              <a:ext cx="4130" cy="2451"/>
            </a:xfrm>
            <a:custGeom>
              <a:avLst/>
              <a:pathLst>
                <a:path w="4130" h="2451">
                  <a:moveTo>
                    <a:pt x="4130" y="0"/>
                  </a:moveTo>
                  <a:lnTo>
                    <a:pt x="0" y="2451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4" name="pl6334"/>
            <p:cNvSpPr/>
            <p:nvPr/>
          </p:nvSpPr>
          <p:spPr>
            <a:xfrm>
              <a:off x="6581171" y="5517155"/>
              <a:ext cx="4788" cy="378"/>
            </a:xfrm>
            <a:custGeom>
              <a:avLst/>
              <a:pathLst>
                <a:path w="4788" h="378">
                  <a:moveTo>
                    <a:pt x="0" y="0"/>
                  </a:moveTo>
                  <a:lnTo>
                    <a:pt x="4788" y="378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5" name="pl6335"/>
            <p:cNvSpPr/>
            <p:nvPr/>
          </p:nvSpPr>
          <p:spPr>
            <a:xfrm>
              <a:off x="6586401" y="5506949"/>
              <a:ext cx="18900" cy="2949"/>
            </a:xfrm>
            <a:custGeom>
              <a:avLst/>
              <a:pathLst>
                <a:path w="18900" h="2949">
                  <a:moveTo>
                    <a:pt x="0" y="0"/>
                  </a:moveTo>
                  <a:lnTo>
                    <a:pt x="18900" y="294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6" name="pl6336"/>
            <p:cNvSpPr/>
            <p:nvPr/>
          </p:nvSpPr>
          <p:spPr>
            <a:xfrm>
              <a:off x="6598979" y="5509899"/>
              <a:ext cx="6322" cy="3036"/>
            </a:xfrm>
            <a:custGeom>
              <a:avLst/>
              <a:pathLst>
                <a:path w="6322" h="3036">
                  <a:moveTo>
                    <a:pt x="6322" y="0"/>
                  </a:moveTo>
                  <a:lnTo>
                    <a:pt x="0" y="303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7" name="pl6337"/>
            <p:cNvSpPr/>
            <p:nvPr/>
          </p:nvSpPr>
          <p:spPr>
            <a:xfrm>
              <a:off x="6594870" y="5512936"/>
              <a:ext cx="4109" cy="2486"/>
            </a:xfrm>
            <a:custGeom>
              <a:avLst/>
              <a:pathLst>
                <a:path w="4109" h="2486">
                  <a:moveTo>
                    <a:pt x="4109" y="0"/>
                  </a:moveTo>
                  <a:lnTo>
                    <a:pt x="0" y="248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8" name="pl6338"/>
            <p:cNvSpPr/>
            <p:nvPr/>
          </p:nvSpPr>
          <p:spPr>
            <a:xfrm>
              <a:off x="6605302" y="5509899"/>
              <a:ext cx="7361" cy="1187"/>
            </a:xfrm>
            <a:custGeom>
              <a:avLst/>
              <a:pathLst>
                <a:path w="7361" h="1187">
                  <a:moveTo>
                    <a:pt x="0" y="0"/>
                  </a:moveTo>
                  <a:lnTo>
                    <a:pt x="7361" y="118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9" name="pl6339"/>
            <p:cNvSpPr/>
            <p:nvPr/>
          </p:nvSpPr>
          <p:spPr>
            <a:xfrm>
              <a:off x="6604257" y="5499651"/>
              <a:ext cx="21366" cy="6671"/>
            </a:xfrm>
            <a:custGeom>
              <a:avLst/>
              <a:pathLst>
                <a:path w="21366" h="6671">
                  <a:moveTo>
                    <a:pt x="0" y="0"/>
                  </a:moveTo>
                  <a:lnTo>
                    <a:pt x="21366" y="6671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0" name="pl6340"/>
            <p:cNvSpPr/>
            <p:nvPr/>
          </p:nvSpPr>
          <p:spPr>
            <a:xfrm>
              <a:off x="6625623" y="5506323"/>
              <a:ext cx="4795" cy="276"/>
            </a:xfrm>
            <a:custGeom>
              <a:avLst/>
              <a:pathLst>
                <a:path w="4795" h="276">
                  <a:moveTo>
                    <a:pt x="0" y="0"/>
                  </a:moveTo>
                  <a:lnTo>
                    <a:pt x="4795" y="27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1" name="pl6341"/>
            <p:cNvSpPr/>
            <p:nvPr/>
          </p:nvSpPr>
          <p:spPr>
            <a:xfrm>
              <a:off x="6663915" y="5470474"/>
              <a:ext cx="31504" cy="13752"/>
            </a:xfrm>
            <a:custGeom>
              <a:avLst/>
              <a:pathLst>
                <a:path w="31504" h="13752">
                  <a:moveTo>
                    <a:pt x="0" y="0"/>
                  </a:moveTo>
                  <a:lnTo>
                    <a:pt x="31504" y="13752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2" name="pl6342"/>
            <p:cNvSpPr/>
            <p:nvPr/>
          </p:nvSpPr>
          <p:spPr>
            <a:xfrm>
              <a:off x="6695420" y="5484226"/>
              <a:ext cx="9595" cy="216"/>
            </a:xfrm>
            <a:custGeom>
              <a:avLst/>
              <a:pathLst>
                <a:path w="9595" h="216">
                  <a:moveTo>
                    <a:pt x="0" y="0"/>
                  </a:moveTo>
                  <a:lnTo>
                    <a:pt x="9595" y="21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3" name="pl6343"/>
            <p:cNvSpPr/>
            <p:nvPr/>
          </p:nvSpPr>
          <p:spPr>
            <a:xfrm>
              <a:off x="6701038" y="5484443"/>
              <a:ext cx="3977" cy="2693"/>
            </a:xfrm>
            <a:custGeom>
              <a:avLst/>
              <a:pathLst>
                <a:path w="3977" h="2693">
                  <a:moveTo>
                    <a:pt x="3977" y="0"/>
                  </a:moveTo>
                  <a:lnTo>
                    <a:pt x="0" y="269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4" name="pl6344"/>
            <p:cNvSpPr/>
            <p:nvPr/>
          </p:nvSpPr>
          <p:spPr>
            <a:xfrm>
              <a:off x="6726564" y="5436725"/>
              <a:ext cx="52189" cy="13643"/>
            </a:xfrm>
            <a:custGeom>
              <a:avLst/>
              <a:pathLst>
                <a:path w="52189" h="13643">
                  <a:moveTo>
                    <a:pt x="0" y="0"/>
                  </a:moveTo>
                  <a:lnTo>
                    <a:pt x="52189" y="1364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5" name="pl6345"/>
            <p:cNvSpPr/>
            <p:nvPr/>
          </p:nvSpPr>
          <p:spPr>
            <a:xfrm>
              <a:off x="6764768" y="5450369"/>
              <a:ext cx="13985" cy="6205"/>
            </a:xfrm>
            <a:custGeom>
              <a:avLst/>
              <a:pathLst>
                <a:path w="13985" h="6205">
                  <a:moveTo>
                    <a:pt x="13985" y="0"/>
                  </a:moveTo>
                  <a:lnTo>
                    <a:pt x="0" y="620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6" name="pl6346"/>
            <p:cNvSpPr/>
            <p:nvPr/>
          </p:nvSpPr>
          <p:spPr>
            <a:xfrm>
              <a:off x="6752301" y="5456575"/>
              <a:ext cx="12467" cy="8664"/>
            </a:xfrm>
            <a:custGeom>
              <a:avLst/>
              <a:pathLst>
                <a:path w="12467" h="8664">
                  <a:moveTo>
                    <a:pt x="12467" y="0"/>
                  </a:moveTo>
                  <a:lnTo>
                    <a:pt x="0" y="866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7" name="pl6347"/>
            <p:cNvSpPr/>
            <p:nvPr/>
          </p:nvSpPr>
          <p:spPr>
            <a:xfrm>
              <a:off x="6744589" y="5465240"/>
              <a:ext cx="7712" cy="3999"/>
            </a:xfrm>
            <a:custGeom>
              <a:avLst/>
              <a:pathLst>
                <a:path w="7712" h="3999">
                  <a:moveTo>
                    <a:pt x="7712" y="0"/>
                  </a:moveTo>
                  <a:lnTo>
                    <a:pt x="0" y="399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8" name="pl6348"/>
            <p:cNvSpPr/>
            <p:nvPr/>
          </p:nvSpPr>
          <p:spPr>
            <a:xfrm>
              <a:off x="6737400" y="5469239"/>
              <a:ext cx="7188" cy="3799"/>
            </a:xfrm>
            <a:custGeom>
              <a:avLst/>
              <a:pathLst>
                <a:path w="7188" h="3799">
                  <a:moveTo>
                    <a:pt x="7188" y="0"/>
                  </a:moveTo>
                  <a:lnTo>
                    <a:pt x="0" y="3799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9" name="pl6349"/>
            <p:cNvSpPr/>
            <p:nvPr/>
          </p:nvSpPr>
          <p:spPr>
            <a:xfrm>
              <a:off x="6731285" y="5473039"/>
              <a:ext cx="6114" cy="3435"/>
            </a:xfrm>
            <a:custGeom>
              <a:avLst/>
              <a:pathLst>
                <a:path w="6114" h="3435">
                  <a:moveTo>
                    <a:pt x="6114" y="0"/>
                  </a:moveTo>
                  <a:lnTo>
                    <a:pt x="0" y="343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0" name="pl6350"/>
            <p:cNvSpPr/>
            <p:nvPr/>
          </p:nvSpPr>
          <p:spPr>
            <a:xfrm>
              <a:off x="6727343" y="5476474"/>
              <a:ext cx="3942" cy="2744"/>
            </a:xfrm>
            <a:custGeom>
              <a:avLst/>
              <a:pathLst>
                <a:path w="3942" h="2744">
                  <a:moveTo>
                    <a:pt x="3942" y="0"/>
                  </a:moveTo>
                  <a:lnTo>
                    <a:pt x="0" y="274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1" name="pl6351"/>
            <p:cNvSpPr/>
            <p:nvPr/>
          </p:nvSpPr>
          <p:spPr>
            <a:xfrm>
              <a:off x="6731285" y="5476474"/>
              <a:ext cx="4803" cy="30"/>
            </a:xfrm>
            <a:custGeom>
              <a:avLst/>
              <a:pathLst>
                <a:path w="4803" h="30">
                  <a:moveTo>
                    <a:pt x="0" y="0"/>
                  </a:moveTo>
                  <a:lnTo>
                    <a:pt x="4803" y="30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2" name="pl6352"/>
            <p:cNvSpPr/>
            <p:nvPr/>
          </p:nvSpPr>
          <p:spPr>
            <a:xfrm>
              <a:off x="6744589" y="5469239"/>
              <a:ext cx="8955" cy="1724"/>
            </a:xfrm>
            <a:custGeom>
              <a:avLst/>
              <a:pathLst>
                <a:path w="8955" h="1724">
                  <a:moveTo>
                    <a:pt x="0" y="0"/>
                  </a:moveTo>
                  <a:lnTo>
                    <a:pt x="8955" y="172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3" name="pl6353"/>
            <p:cNvSpPr/>
            <p:nvPr/>
          </p:nvSpPr>
          <p:spPr>
            <a:xfrm>
              <a:off x="6752301" y="5465240"/>
              <a:ext cx="9954" cy="2897"/>
            </a:xfrm>
            <a:custGeom>
              <a:avLst/>
              <a:pathLst>
                <a:path w="9954" h="2897">
                  <a:moveTo>
                    <a:pt x="0" y="0"/>
                  </a:moveTo>
                  <a:lnTo>
                    <a:pt x="9954" y="2897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4" name="pl6354"/>
            <p:cNvSpPr/>
            <p:nvPr/>
          </p:nvSpPr>
          <p:spPr>
            <a:xfrm>
              <a:off x="6764768" y="5456575"/>
              <a:ext cx="16107" cy="2306"/>
            </a:xfrm>
            <a:custGeom>
              <a:avLst/>
              <a:pathLst>
                <a:path w="16107" h="2306">
                  <a:moveTo>
                    <a:pt x="0" y="0"/>
                  </a:moveTo>
                  <a:lnTo>
                    <a:pt x="16107" y="2306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5" name="pl6355"/>
            <p:cNvSpPr/>
            <p:nvPr/>
          </p:nvSpPr>
          <p:spPr>
            <a:xfrm>
              <a:off x="6774835" y="5458882"/>
              <a:ext cx="6040" cy="3564"/>
            </a:xfrm>
            <a:custGeom>
              <a:avLst/>
              <a:pathLst>
                <a:path w="6040" h="3564">
                  <a:moveTo>
                    <a:pt x="6040" y="0"/>
                  </a:moveTo>
                  <a:lnTo>
                    <a:pt x="0" y="3564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6" name="pl6356"/>
            <p:cNvSpPr/>
            <p:nvPr/>
          </p:nvSpPr>
          <p:spPr>
            <a:xfrm>
              <a:off x="6774835" y="5462375"/>
              <a:ext cx="4802" cy="72"/>
            </a:xfrm>
            <a:custGeom>
              <a:avLst/>
              <a:pathLst>
                <a:path w="4802" h="72">
                  <a:moveTo>
                    <a:pt x="0" y="72"/>
                  </a:moveTo>
                  <a:lnTo>
                    <a:pt x="4802" y="0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7" name="pl6357"/>
            <p:cNvSpPr/>
            <p:nvPr/>
          </p:nvSpPr>
          <p:spPr>
            <a:xfrm>
              <a:off x="6780876" y="5458882"/>
              <a:ext cx="7435" cy="555"/>
            </a:xfrm>
            <a:custGeom>
              <a:avLst/>
              <a:pathLst>
                <a:path w="7435" h="555">
                  <a:moveTo>
                    <a:pt x="0" y="0"/>
                  </a:moveTo>
                  <a:lnTo>
                    <a:pt x="7435" y="555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8" name="pl6358"/>
            <p:cNvSpPr/>
            <p:nvPr/>
          </p:nvSpPr>
          <p:spPr>
            <a:xfrm>
              <a:off x="6778754" y="5450369"/>
              <a:ext cx="18218" cy="6093"/>
            </a:xfrm>
            <a:custGeom>
              <a:avLst/>
              <a:pathLst>
                <a:path w="18218" h="6093">
                  <a:moveTo>
                    <a:pt x="0" y="0"/>
                  </a:moveTo>
                  <a:lnTo>
                    <a:pt x="18218" y="6093"/>
                  </a:lnTo>
                </a:path>
              </a:pathLst>
            </a:custGeom>
            <a:ln w="8763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9" name="pl6359"/>
            <p:cNvSpPr/>
            <p:nvPr/>
          </p:nvSpPr>
          <p:spPr>
            <a:xfrm>
              <a:off x="7019128" y="5267795"/>
              <a:ext cx="48281" cy="42584"/>
            </a:xfrm>
            <a:custGeom>
              <a:avLst/>
              <a:pathLst>
                <a:path w="48281" h="42584">
                  <a:moveTo>
                    <a:pt x="48281" y="0"/>
                  </a:moveTo>
                  <a:lnTo>
                    <a:pt x="0" y="4258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0" name="pl6360"/>
            <p:cNvSpPr/>
            <p:nvPr/>
          </p:nvSpPr>
          <p:spPr>
            <a:xfrm>
              <a:off x="6981226" y="5310380"/>
              <a:ext cx="37901" cy="27774"/>
            </a:xfrm>
            <a:custGeom>
              <a:avLst/>
              <a:pathLst>
                <a:path w="37901" h="27774">
                  <a:moveTo>
                    <a:pt x="37901" y="0"/>
                  </a:moveTo>
                  <a:lnTo>
                    <a:pt x="0" y="2777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1" name="pl6361"/>
            <p:cNvSpPr/>
            <p:nvPr/>
          </p:nvSpPr>
          <p:spPr>
            <a:xfrm>
              <a:off x="6945996" y="5338154"/>
              <a:ext cx="35230" cy="20725"/>
            </a:xfrm>
            <a:custGeom>
              <a:avLst/>
              <a:pathLst>
                <a:path w="35230" h="20725">
                  <a:moveTo>
                    <a:pt x="35230" y="0"/>
                  </a:moveTo>
                  <a:lnTo>
                    <a:pt x="0" y="2072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2" name="pl6362"/>
            <p:cNvSpPr/>
            <p:nvPr/>
          </p:nvSpPr>
          <p:spPr>
            <a:xfrm>
              <a:off x="6903991" y="5358879"/>
              <a:ext cx="42004" cy="27426"/>
            </a:xfrm>
            <a:custGeom>
              <a:avLst/>
              <a:pathLst>
                <a:path w="42004" h="27426">
                  <a:moveTo>
                    <a:pt x="42004" y="0"/>
                  </a:moveTo>
                  <a:lnTo>
                    <a:pt x="0" y="2742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3" name="pl6363"/>
            <p:cNvSpPr/>
            <p:nvPr/>
          </p:nvSpPr>
          <p:spPr>
            <a:xfrm>
              <a:off x="6870225" y="5386306"/>
              <a:ext cx="33765" cy="26124"/>
            </a:xfrm>
            <a:custGeom>
              <a:avLst/>
              <a:pathLst>
                <a:path w="33765" h="26124">
                  <a:moveTo>
                    <a:pt x="33765" y="0"/>
                  </a:moveTo>
                  <a:lnTo>
                    <a:pt x="0" y="2612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4" name="pl6364"/>
            <p:cNvSpPr/>
            <p:nvPr/>
          </p:nvSpPr>
          <p:spPr>
            <a:xfrm>
              <a:off x="6851776" y="5412430"/>
              <a:ext cx="18449" cy="10222"/>
            </a:xfrm>
            <a:custGeom>
              <a:avLst/>
              <a:pathLst>
                <a:path w="18449" h="10222">
                  <a:moveTo>
                    <a:pt x="18449" y="0"/>
                  </a:moveTo>
                  <a:lnTo>
                    <a:pt x="0" y="1022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5" name="pl6365"/>
            <p:cNvSpPr/>
            <p:nvPr/>
          </p:nvSpPr>
          <p:spPr>
            <a:xfrm>
              <a:off x="6834876" y="5422652"/>
              <a:ext cx="16899" cy="12539"/>
            </a:xfrm>
            <a:custGeom>
              <a:avLst/>
              <a:pathLst>
                <a:path w="16899" h="12539">
                  <a:moveTo>
                    <a:pt x="16899" y="0"/>
                  </a:moveTo>
                  <a:lnTo>
                    <a:pt x="0" y="1253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6" name="pl6366"/>
            <p:cNvSpPr/>
            <p:nvPr/>
          </p:nvSpPr>
          <p:spPr>
            <a:xfrm>
              <a:off x="6824121" y="5435192"/>
              <a:ext cx="10754" cy="5479"/>
            </a:xfrm>
            <a:custGeom>
              <a:avLst/>
              <a:pathLst>
                <a:path w="10754" h="5479">
                  <a:moveTo>
                    <a:pt x="10754" y="0"/>
                  </a:moveTo>
                  <a:lnTo>
                    <a:pt x="0" y="547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7" name="pl6367"/>
            <p:cNvSpPr/>
            <p:nvPr/>
          </p:nvSpPr>
          <p:spPr>
            <a:xfrm>
              <a:off x="6815432" y="5440671"/>
              <a:ext cx="8689" cy="6219"/>
            </a:xfrm>
            <a:custGeom>
              <a:avLst/>
              <a:pathLst>
                <a:path w="8689" h="6219">
                  <a:moveTo>
                    <a:pt x="8689" y="0"/>
                  </a:moveTo>
                  <a:lnTo>
                    <a:pt x="0" y="621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8" name="pl6368"/>
            <p:cNvSpPr/>
            <p:nvPr/>
          </p:nvSpPr>
          <p:spPr>
            <a:xfrm>
              <a:off x="6809453" y="5446891"/>
              <a:ext cx="5978" cy="3667"/>
            </a:xfrm>
            <a:custGeom>
              <a:avLst/>
              <a:pathLst>
                <a:path w="5978" h="3667">
                  <a:moveTo>
                    <a:pt x="5978" y="0"/>
                  </a:moveTo>
                  <a:lnTo>
                    <a:pt x="0" y="366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9" name="pl6369"/>
            <p:cNvSpPr/>
            <p:nvPr/>
          </p:nvSpPr>
          <p:spPr>
            <a:xfrm>
              <a:off x="6809453" y="5450404"/>
              <a:ext cx="4800" cy="154"/>
            </a:xfrm>
            <a:custGeom>
              <a:avLst/>
              <a:pathLst>
                <a:path w="4800" h="154">
                  <a:moveTo>
                    <a:pt x="0" y="154"/>
                  </a:moveTo>
                  <a:lnTo>
                    <a:pt x="4800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0" name="pl6370"/>
            <p:cNvSpPr/>
            <p:nvPr/>
          </p:nvSpPr>
          <p:spPr>
            <a:xfrm>
              <a:off x="6824121" y="5440671"/>
              <a:ext cx="11159" cy="583"/>
            </a:xfrm>
            <a:custGeom>
              <a:avLst/>
              <a:pathLst>
                <a:path w="11159" h="583">
                  <a:moveTo>
                    <a:pt x="0" y="0"/>
                  </a:moveTo>
                  <a:lnTo>
                    <a:pt x="11159" y="58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1" name="pl6371"/>
            <p:cNvSpPr/>
            <p:nvPr/>
          </p:nvSpPr>
          <p:spPr>
            <a:xfrm>
              <a:off x="6831485" y="5441255"/>
              <a:ext cx="3796" cy="2942"/>
            </a:xfrm>
            <a:custGeom>
              <a:avLst/>
              <a:pathLst>
                <a:path w="3796" h="2942">
                  <a:moveTo>
                    <a:pt x="3796" y="0"/>
                  </a:moveTo>
                  <a:lnTo>
                    <a:pt x="0" y="294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2" name="pl6372"/>
            <p:cNvSpPr/>
            <p:nvPr/>
          </p:nvSpPr>
          <p:spPr>
            <a:xfrm>
              <a:off x="6851776" y="5422652"/>
              <a:ext cx="22024" cy="898"/>
            </a:xfrm>
            <a:custGeom>
              <a:avLst/>
              <a:pathLst>
                <a:path w="22024" h="898">
                  <a:moveTo>
                    <a:pt x="0" y="0"/>
                  </a:moveTo>
                  <a:lnTo>
                    <a:pt x="22024" y="89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3" name="pl6373"/>
            <p:cNvSpPr/>
            <p:nvPr/>
          </p:nvSpPr>
          <p:spPr>
            <a:xfrm>
              <a:off x="6866870" y="5423550"/>
              <a:ext cx="6930" cy="4251"/>
            </a:xfrm>
            <a:custGeom>
              <a:avLst/>
              <a:pathLst>
                <a:path w="6930" h="4251">
                  <a:moveTo>
                    <a:pt x="6930" y="0"/>
                  </a:moveTo>
                  <a:lnTo>
                    <a:pt x="0" y="4251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4" name="pl6374"/>
            <p:cNvSpPr/>
            <p:nvPr/>
          </p:nvSpPr>
          <p:spPr>
            <a:xfrm>
              <a:off x="6860988" y="5427802"/>
              <a:ext cx="5882" cy="3819"/>
            </a:xfrm>
            <a:custGeom>
              <a:avLst/>
              <a:pathLst>
                <a:path w="5882" h="3819">
                  <a:moveTo>
                    <a:pt x="5882" y="0"/>
                  </a:moveTo>
                  <a:lnTo>
                    <a:pt x="0" y="381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5" name="pl6375"/>
            <p:cNvSpPr/>
            <p:nvPr/>
          </p:nvSpPr>
          <p:spPr>
            <a:xfrm>
              <a:off x="6860988" y="5431344"/>
              <a:ext cx="4795" cy="277"/>
            </a:xfrm>
            <a:custGeom>
              <a:avLst/>
              <a:pathLst>
                <a:path w="4795" h="277">
                  <a:moveTo>
                    <a:pt x="0" y="277"/>
                  </a:moveTo>
                  <a:lnTo>
                    <a:pt x="4795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6" name="pl6376"/>
            <p:cNvSpPr/>
            <p:nvPr/>
          </p:nvSpPr>
          <p:spPr>
            <a:xfrm>
              <a:off x="6866870" y="5427802"/>
              <a:ext cx="7452" cy="237"/>
            </a:xfrm>
            <a:custGeom>
              <a:avLst/>
              <a:pathLst>
                <a:path w="7452" h="237">
                  <a:moveTo>
                    <a:pt x="0" y="0"/>
                  </a:moveTo>
                  <a:lnTo>
                    <a:pt x="7452" y="2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7" name="pl6377"/>
            <p:cNvSpPr/>
            <p:nvPr/>
          </p:nvSpPr>
          <p:spPr>
            <a:xfrm>
              <a:off x="6870225" y="5412430"/>
              <a:ext cx="24841" cy="5835"/>
            </a:xfrm>
            <a:custGeom>
              <a:avLst/>
              <a:pathLst>
                <a:path w="24841" h="5835">
                  <a:moveTo>
                    <a:pt x="0" y="0"/>
                  </a:moveTo>
                  <a:lnTo>
                    <a:pt x="24841" y="583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8" name="pl6378"/>
            <p:cNvSpPr/>
            <p:nvPr/>
          </p:nvSpPr>
          <p:spPr>
            <a:xfrm>
              <a:off x="6891360" y="5418266"/>
              <a:ext cx="3706" cy="3054"/>
            </a:xfrm>
            <a:custGeom>
              <a:avLst/>
              <a:pathLst>
                <a:path w="3706" h="3054">
                  <a:moveTo>
                    <a:pt x="3706" y="0"/>
                  </a:moveTo>
                  <a:lnTo>
                    <a:pt x="0" y="305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9" name="pl6379"/>
            <p:cNvSpPr/>
            <p:nvPr/>
          </p:nvSpPr>
          <p:spPr>
            <a:xfrm>
              <a:off x="6903991" y="5386306"/>
              <a:ext cx="44689" cy="37"/>
            </a:xfrm>
            <a:custGeom>
              <a:avLst/>
              <a:pathLst>
                <a:path w="44689" h="37">
                  <a:moveTo>
                    <a:pt x="0" y="0"/>
                  </a:moveTo>
                  <a:lnTo>
                    <a:pt x="44689" y="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0" name="pl6380"/>
            <p:cNvSpPr/>
            <p:nvPr/>
          </p:nvSpPr>
          <p:spPr>
            <a:xfrm>
              <a:off x="6939506" y="5386343"/>
              <a:ext cx="9174" cy="7144"/>
            </a:xfrm>
            <a:custGeom>
              <a:avLst/>
              <a:pathLst>
                <a:path w="9174" h="7144">
                  <a:moveTo>
                    <a:pt x="9174" y="0"/>
                  </a:moveTo>
                  <a:lnTo>
                    <a:pt x="0" y="7144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1" name="pl6381"/>
            <p:cNvSpPr/>
            <p:nvPr/>
          </p:nvSpPr>
          <p:spPr>
            <a:xfrm>
              <a:off x="6931945" y="5393487"/>
              <a:ext cx="7560" cy="4813"/>
            </a:xfrm>
            <a:custGeom>
              <a:avLst/>
              <a:pathLst>
                <a:path w="7560" h="4813">
                  <a:moveTo>
                    <a:pt x="7560" y="0"/>
                  </a:moveTo>
                  <a:lnTo>
                    <a:pt x="0" y="481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2" name="pl6382"/>
            <p:cNvSpPr/>
            <p:nvPr/>
          </p:nvSpPr>
          <p:spPr>
            <a:xfrm>
              <a:off x="6924622" y="5398301"/>
              <a:ext cx="7323" cy="4673"/>
            </a:xfrm>
            <a:custGeom>
              <a:avLst/>
              <a:pathLst>
                <a:path w="7323" h="4673">
                  <a:moveTo>
                    <a:pt x="7323" y="0"/>
                  </a:moveTo>
                  <a:lnTo>
                    <a:pt x="0" y="467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3" name="pl6383"/>
            <p:cNvSpPr/>
            <p:nvPr/>
          </p:nvSpPr>
          <p:spPr>
            <a:xfrm>
              <a:off x="6917803" y="5402974"/>
              <a:ext cx="6819" cy="4427"/>
            </a:xfrm>
            <a:custGeom>
              <a:avLst/>
              <a:pathLst>
                <a:path w="6819" h="4427">
                  <a:moveTo>
                    <a:pt x="6819" y="0"/>
                  </a:moveTo>
                  <a:lnTo>
                    <a:pt x="0" y="442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4" name="pl6384"/>
            <p:cNvSpPr/>
            <p:nvPr/>
          </p:nvSpPr>
          <p:spPr>
            <a:xfrm>
              <a:off x="6912020" y="5407402"/>
              <a:ext cx="5782" cy="3968"/>
            </a:xfrm>
            <a:custGeom>
              <a:avLst/>
              <a:pathLst>
                <a:path w="5782" h="3968">
                  <a:moveTo>
                    <a:pt x="5782" y="0"/>
                  </a:moveTo>
                  <a:lnTo>
                    <a:pt x="0" y="396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5" name="pl6385"/>
            <p:cNvSpPr/>
            <p:nvPr/>
          </p:nvSpPr>
          <p:spPr>
            <a:xfrm>
              <a:off x="6908339" y="5411371"/>
              <a:ext cx="3680" cy="3086"/>
            </a:xfrm>
            <a:custGeom>
              <a:avLst/>
              <a:pathLst>
                <a:path w="3680" h="3086">
                  <a:moveTo>
                    <a:pt x="3680" y="0"/>
                  </a:moveTo>
                  <a:lnTo>
                    <a:pt x="0" y="308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6" name="pl6386"/>
            <p:cNvSpPr/>
            <p:nvPr/>
          </p:nvSpPr>
          <p:spPr>
            <a:xfrm>
              <a:off x="6917803" y="5407402"/>
              <a:ext cx="7456" cy="46"/>
            </a:xfrm>
            <a:custGeom>
              <a:avLst/>
              <a:pathLst>
                <a:path w="7456" h="46">
                  <a:moveTo>
                    <a:pt x="0" y="0"/>
                  </a:moveTo>
                  <a:lnTo>
                    <a:pt x="7456" y="4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7" name="pl6387"/>
            <p:cNvSpPr/>
            <p:nvPr/>
          </p:nvSpPr>
          <p:spPr>
            <a:xfrm>
              <a:off x="6931945" y="5398301"/>
              <a:ext cx="10173" cy="1995"/>
            </a:xfrm>
            <a:custGeom>
              <a:avLst/>
              <a:pathLst>
                <a:path w="10173" h="1995">
                  <a:moveTo>
                    <a:pt x="0" y="0"/>
                  </a:moveTo>
                  <a:lnTo>
                    <a:pt x="10173" y="199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8" name="pl6388"/>
            <p:cNvSpPr/>
            <p:nvPr/>
          </p:nvSpPr>
          <p:spPr>
            <a:xfrm>
              <a:off x="6939506" y="5393487"/>
              <a:ext cx="11019" cy="3178"/>
            </a:xfrm>
            <a:custGeom>
              <a:avLst/>
              <a:pathLst>
                <a:path w="11019" h="3178">
                  <a:moveTo>
                    <a:pt x="0" y="0"/>
                  </a:moveTo>
                  <a:lnTo>
                    <a:pt x="11019" y="317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9" name="pl6389"/>
            <p:cNvSpPr/>
            <p:nvPr/>
          </p:nvSpPr>
          <p:spPr>
            <a:xfrm>
              <a:off x="6948681" y="5386343"/>
              <a:ext cx="13836" cy="3477"/>
            </a:xfrm>
            <a:custGeom>
              <a:avLst/>
              <a:pathLst>
                <a:path w="13836" h="3477">
                  <a:moveTo>
                    <a:pt x="0" y="0"/>
                  </a:moveTo>
                  <a:lnTo>
                    <a:pt x="13836" y="347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0" name="pl6390"/>
            <p:cNvSpPr/>
            <p:nvPr/>
          </p:nvSpPr>
          <p:spPr>
            <a:xfrm>
              <a:off x="6958916" y="5389820"/>
              <a:ext cx="3600" cy="3179"/>
            </a:xfrm>
            <a:custGeom>
              <a:avLst/>
              <a:pathLst>
                <a:path w="3600" h="3179">
                  <a:moveTo>
                    <a:pt x="3600" y="0"/>
                  </a:moveTo>
                  <a:lnTo>
                    <a:pt x="0" y="3179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1" name="pl6391"/>
            <p:cNvSpPr/>
            <p:nvPr/>
          </p:nvSpPr>
          <p:spPr>
            <a:xfrm>
              <a:off x="6945996" y="5358879"/>
              <a:ext cx="57248" cy="5993"/>
            </a:xfrm>
            <a:custGeom>
              <a:avLst/>
              <a:pathLst>
                <a:path w="57248" h="5993">
                  <a:moveTo>
                    <a:pt x="0" y="0"/>
                  </a:moveTo>
                  <a:lnTo>
                    <a:pt x="57248" y="599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2" name="pl6392"/>
            <p:cNvSpPr/>
            <p:nvPr/>
          </p:nvSpPr>
          <p:spPr>
            <a:xfrm>
              <a:off x="6992996" y="5364872"/>
              <a:ext cx="10248" cy="6376"/>
            </a:xfrm>
            <a:custGeom>
              <a:avLst/>
              <a:pathLst>
                <a:path w="10248" h="6376">
                  <a:moveTo>
                    <a:pt x="10248" y="0"/>
                  </a:moveTo>
                  <a:lnTo>
                    <a:pt x="0" y="637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3" name="pl6393"/>
            <p:cNvSpPr/>
            <p:nvPr/>
          </p:nvSpPr>
          <p:spPr>
            <a:xfrm>
              <a:off x="6984868" y="5371248"/>
              <a:ext cx="8127" cy="6937"/>
            </a:xfrm>
            <a:custGeom>
              <a:avLst/>
              <a:pathLst>
                <a:path w="8127" h="6937">
                  <a:moveTo>
                    <a:pt x="8127" y="0"/>
                  </a:moveTo>
                  <a:lnTo>
                    <a:pt x="0" y="693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4" name="pl6394"/>
            <p:cNvSpPr/>
            <p:nvPr/>
          </p:nvSpPr>
          <p:spPr>
            <a:xfrm>
              <a:off x="6979224" y="5378186"/>
              <a:ext cx="5644" cy="4163"/>
            </a:xfrm>
            <a:custGeom>
              <a:avLst/>
              <a:pathLst>
                <a:path w="5644" h="4163">
                  <a:moveTo>
                    <a:pt x="5644" y="0"/>
                  </a:moveTo>
                  <a:lnTo>
                    <a:pt x="0" y="4163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5" name="pl6395"/>
            <p:cNvSpPr/>
            <p:nvPr/>
          </p:nvSpPr>
          <p:spPr>
            <a:xfrm>
              <a:off x="6975651" y="5382350"/>
              <a:ext cx="3573" cy="3210"/>
            </a:xfrm>
            <a:custGeom>
              <a:avLst/>
              <a:pathLst>
                <a:path w="3573" h="3210">
                  <a:moveTo>
                    <a:pt x="3573" y="0"/>
                  </a:moveTo>
                  <a:lnTo>
                    <a:pt x="0" y="321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6" name="pl6396"/>
            <p:cNvSpPr/>
            <p:nvPr/>
          </p:nvSpPr>
          <p:spPr>
            <a:xfrm>
              <a:off x="6979224" y="5381787"/>
              <a:ext cx="4770" cy="563"/>
            </a:xfrm>
            <a:custGeom>
              <a:avLst/>
              <a:pathLst>
                <a:path w="4770" h="563">
                  <a:moveTo>
                    <a:pt x="0" y="563"/>
                  </a:moveTo>
                  <a:lnTo>
                    <a:pt x="4770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7" name="pl6397"/>
            <p:cNvSpPr/>
            <p:nvPr/>
          </p:nvSpPr>
          <p:spPr>
            <a:xfrm>
              <a:off x="6992996" y="5370878"/>
              <a:ext cx="11168" cy="370"/>
            </a:xfrm>
            <a:custGeom>
              <a:avLst/>
              <a:pathLst>
                <a:path w="11168" h="370">
                  <a:moveTo>
                    <a:pt x="0" y="370"/>
                  </a:moveTo>
                  <a:lnTo>
                    <a:pt x="11168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8" name="pl6398"/>
            <p:cNvSpPr/>
            <p:nvPr/>
          </p:nvSpPr>
          <p:spPr>
            <a:xfrm>
              <a:off x="7000633" y="5370878"/>
              <a:ext cx="3531" cy="3255"/>
            </a:xfrm>
            <a:custGeom>
              <a:avLst/>
              <a:pathLst>
                <a:path w="3531" h="3255">
                  <a:moveTo>
                    <a:pt x="3531" y="0"/>
                  </a:moveTo>
                  <a:lnTo>
                    <a:pt x="0" y="3255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9" name="pl6399"/>
            <p:cNvSpPr/>
            <p:nvPr/>
          </p:nvSpPr>
          <p:spPr>
            <a:xfrm>
              <a:off x="6981226" y="5338154"/>
              <a:ext cx="53265" cy="16626"/>
            </a:xfrm>
            <a:custGeom>
              <a:avLst/>
              <a:pathLst>
                <a:path w="53265" h="16626">
                  <a:moveTo>
                    <a:pt x="0" y="0"/>
                  </a:moveTo>
                  <a:lnTo>
                    <a:pt x="53265" y="16626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0" name="pl6400"/>
            <p:cNvSpPr/>
            <p:nvPr/>
          </p:nvSpPr>
          <p:spPr>
            <a:xfrm>
              <a:off x="7028956" y="5354781"/>
              <a:ext cx="5535" cy="4307"/>
            </a:xfrm>
            <a:custGeom>
              <a:avLst/>
              <a:pathLst>
                <a:path w="5535" h="4307">
                  <a:moveTo>
                    <a:pt x="5535" y="0"/>
                  </a:moveTo>
                  <a:lnTo>
                    <a:pt x="0" y="4307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1" name="pl6401"/>
            <p:cNvSpPr/>
            <p:nvPr/>
          </p:nvSpPr>
          <p:spPr>
            <a:xfrm>
              <a:off x="7025466" y="5359088"/>
              <a:ext cx="3489" cy="3300"/>
            </a:xfrm>
            <a:custGeom>
              <a:avLst/>
              <a:pathLst>
                <a:path w="3489" h="3300">
                  <a:moveTo>
                    <a:pt x="3489" y="0"/>
                  </a:moveTo>
                  <a:lnTo>
                    <a:pt x="0" y="330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2" name="pl6402"/>
            <p:cNvSpPr/>
            <p:nvPr/>
          </p:nvSpPr>
          <p:spPr>
            <a:xfrm>
              <a:off x="7034492" y="5354382"/>
              <a:ext cx="7445" cy="398"/>
            </a:xfrm>
            <a:custGeom>
              <a:avLst/>
              <a:pathLst>
                <a:path w="7445" h="398">
                  <a:moveTo>
                    <a:pt x="0" y="398"/>
                  </a:moveTo>
                  <a:lnTo>
                    <a:pt x="7445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3" name="pl6403"/>
            <p:cNvSpPr/>
            <p:nvPr/>
          </p:nvSpPr>
          <p:spPr>
            <a:xfrm>
              <a:off x="7019128" y="5310380"/>
              <a:ext cx="60583" cy="16772"/>
            </a:xfrm>
            <a:custGeom>
              <a:avLst/>
              <a:pathLst>
                <a:path w="60583" h="16772">
                  <a:moveTo>
                    <a:pt x="0" y="0"/>
                  </a:moveTo>
                  <a:lnTo>
                    <a:pt x="60583" y="1677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4" name="pl6404"/>
            <p:cNvSpPr/>
            <p:nvPr/>
          </p:nvSpPr>
          <p:spPr>
            <a:xfrm>
              <a:off x="7072520" y="5327152"/>
              <a:ext cx="7192" cy="5348"/>
            </a:xfrm>
            <a:custGeom>
              <a:avLst/>
              <a:pathLst>
                <a:path w="7192" h="5348">
                  <a:moveTo>
                    <a:pt x="7192" y="0"/>
                  </a:moveTo>
                  <a:lnTo>
                    <a:pt x="0" y="5348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5" name="pl6405"/>
            <p:cNvSpPr/>
            <p:nvPr/>
          </p:nvSpPr>
          <p:spPr>
            <a:xfrm>
              <a:off x="7072520" y="5332501"/>
              <a:ext cx="10291" cy="1252"/>
            </a:xfrm>
            <a:custGeom>
              <a:avLst/>
              <a:pathLst>
                <a:path w="10291" h="1252">
                  <a:moveTo>
                    <a:pt x="0" y="0"/>
                  </a:moveTo>
                  <a:lnTo>
                    <a:pt x="10291" y="1252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6" name="pl6406"/>
            <p:cNvSpPr/>
            <p:nvPr/>
          </p:nvSpPr>
          <p:spPr>
            <a:xfrm>
              <a:off x="7118438" y="5296716"/>
              <a:ext cx="11890" cy="11515"/>
            </a:xfrm>
            <a:custGeom>
              <a:avLst/>
              <a:pathLst>
                <a:path w="11890" h="11515">
                  <a:moveTo>
                    <a:pt x="11890" y="0"/>
                  </a:moveTo>
                  <a:lnTo>
                    <a:pt x="0" y="11515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7" name="pl6407"/>
            <p:cNvSpPr/>
            <p:nvPr/>
          </p:nvSpPr>
          <p:spPr>
            <a:xfrm>
              <a:off x="7118438" y="5307854"/>
              <a:ext cx="12825" cy="377"/>
            </a:xfrm>
            <a:custGeom>
              <a:avLst/>
              <a:pathLst>
                <a:path w="12825" h="377">
                  <a:moveTo>
                    <a:pt x="0" y="377"/>
                  </a:moveTo>
                  <a:lnTo>
                    <a:pt x="12825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8" name="pl6408"/>
            <p:cNvSpPr/>
            <p:nvPr/>
          </p:nvSpPr>
          <p:spPr>
            <a:xfrm>
              <a:off x="7142561" y="5295285"/>
              <a:ext cx="5268" cy="4630"/>
            </a:xfrm>
            <a:custGeom>
              <a:avLst/>
              <a:pathLst>
                <a:path w="5268" h="4630">
                  <a:moveTo>
                    <a:pt x="5268" y="0"/>
                  </a:moveTo>
                  <a:lnTo>
                    <a:pt x="0" y="4630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9" name="pl6409"/>
            <p:cNvSpPr/>
            <p:nvPr/>
          </p:nvSpPr>
          <p:spPr>
            <a:xfrm>
              <a:off x="7139275" y="5299915"/>
              <a:ext cx="3286" cy="3503"/>
            </a:xfrm>
            <a:custGeom>
              <a:avLst/>
              <a:pathLst>
                <a:path w="3286" h="3503">
                  <a:moveTo>
                    <a:pt x="3286" y="0"/>
                  </a:moveTo>
                  <a:lnTo>
                    <a:pt x="0" y="3503"/>
                  </a:lnTo>
                </a:path>
              </a:pathLst>
            </a:custGeom>
            <a:ln w="8763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0" name="pl6410"/>
            <p:cNvSpPr/>
            <p:nvPr/>
          </p:nvSpPr>
          <p:spPr>
            <a:xfrm>
              <a:off x="7147830" y="5294442"/>
              <a:ext cx="7408" cy="842"/>
            </a:xfrm>
            <a:custGeom>
              <a:avLst/>
              <a:pathLst>
                <a:path w="7408" h="842">
                  <a:moveTo>
                    <a:pt x="0" y="842"/>
                  </a:moveTo>
                  <a:lnTo>
                    <a:pt x="7408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1" name="pl6411"/>
            <p:cNvSpPr/>
            <p:nvPr/>
          </p:nvSpPr>
          <p:spPr>
            <a:xfrm>
              <a:off x="7147053" y="5281661"/>
              <a:ext cx="24588" cy="669"/>
            </a:xfrm>
            <a:custGeom>
              <a:avLst/>
              <a:pathLst>
                <a:path w="24588" h="669">
                  <a:moveTo>
                    <a:pt x="0" y="669"/>
                  </a:moveTo>
                  <a:lnTo>
                    <a:pt x="24588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2" name="pl6412"/>
            <p:cNvSpPr/>
            <p:nvPr/>
          </p:nvSpPr>
          <p:spPr>
            <a:xfrm>
              <a:off x="7166432" y="5281661"/>
              <a:ext cx="5208" cy="4697"/>
            </a:xfrm>
            <a:custGeom>
              <a:avLst/>
              <a:pathLst>
                <a:path w="5208" h="4697">
                  <a:moveTo>
                    <a:pt x="5208" y="0"/>
                  </a:moveTo>
                  <a:lnTo>
                    <a:pt x="0" y="4697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3" name="pl6413"/>
            <p:cNvSpPr/>
            <p:nvPr/>
          </p:nvSpPr>
          <p:spPr>
            <a:xfrm>
              <a:off x="7163191" y="5286358"/>
              <a:ext cx="3241" cy="3544"/>
            </a:xfrm>
            <a:custGeom>
              <a:avLst/>
              <a:pathLst>
                <a:path w="3241" h="3544">
                  <a:moveTo>
                    <a:pt x="3241" y="0"/>
                  </a:moveTo>
                  <a:lnTo>
                    <a:pt x="0" y="3544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4" name="pl6414"/>
            <p:cNvSpPr/>
            <p:nvPr/>
          </p:nvSpPr>
          <p:spPr>
            <a:xfrm>
              <a:off x="7171641" y="5280723"/>
              <a:ext cx="7397" cy="937"/>
            </a:xfrm>
            <a:custGeom>
              <a:avLst/>
              <a:pathLst>
                <a:path w="7397" h="937">
                  <a:moveTo>
                    <a:pt x="0" y="937"/>
                  </a:moveTo>
                  <a:lnTo>
                    <a:pt x="7397" y="0"/>
                  </a:lnTo>
                </a:path>
              </a:pathLst>
            </a:custGeom>
            <a:ln w="8763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5" name="pl6415"/>
            <p:cNvSpPr/>
            <p:nvPr/>
          </p:nvSpPr>
          <p:spPr>
            <a:xfrm>
              <a:off x="7201384" y="5251223"/>
              <a:ext cx="9920" cy="11143"/>
            </a:xfrm>
            <a:custGeom>
              <a:avLst/>
              <a:pathLst>
                <a:path w="9920" h="11143">
                  <a:moveTo>
                    <a:pt x="9920" y="0"/>
                  </a:moveTo>
                  <a:lnTo>
                    <a:pt x="0" y="11143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6" name="pl6416"/>
            <p:cNvSpPr/>
            <p:nvPr/>
          </p:nvSpPr>
          <p:spPr>
            <a:xfrm>
              <a:off x="7195276" y="5262366"/>
              <a:ext cx="6107" cy="5367"/>
            </a:xfrm>
            <a:custGeom>
              <a:avLst/>
              <a:pathLst>
                <a:path w="6107" h="5367">
                  <a:moveTo>
                    <a:pt x="6107" y="0"/>
                  </a:moveTo>
                  <a:lnTo>
                    <a:pt x="0" y="5367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7" name="pl6417"/>
            <p:cNvSpPr/>
            <p:nvPr/>
          </p:nvSpPr>
          <p:spPr>
            <a:xfrm>
              <a:off x="7190128" y="5267733"/>
              <a:ext cx="5148" cy="4763"/>
            </a:xfrm>
            <a:custGeom>
              <a:avLst/>
              <a:pathLst>
                <a:path w="5148" h="4763">
                  <a:moveTo>
                    <a:pt x="5148" y="0"/>
                  </a:moveTo>
                  <a:lnTo>
                    <a:pt x="0" y="4763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8" name="pl6418"/>
            <p:cNvSpPr/>
            <p:nvPr/>
          </p:nvSpPr>
          <p:spPr>
            <a:xfrm>
              <a:off x="7186933" y="5272497"/>
              <a:ext cx="3195" cy="3586"/>
            </a:xfrm>
            <a:custGeom>
              <a:avLst/>
              <a:pathLst>
                <a:path w="3195" h="3586">
                  <a:moveTo>
                    <a:pt x="3195" y="0"/>
                  </a:moveTo>
                  <a:lnTo>
                    <a:pt x="0" y="3586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9" name="pl6419"/>
            <p:cNvSpPr/>
            <p:nvPr/>
          </p:nvSpPr>
          <p:spPr>
            <a:xfrm>
              <a:off x="7195276" y="5266701"/>
              <a:ext cx="7384" cy="1032"/>
            </a:xfrm>
            <a:custGeom>
              <a:avLst/>
              <a:pathLst>
                <a:path w="7384" h="1032">
                  <a:moveTo>
                    <a:pt x="0" y="1032"/>
                  </a:moveTo>
                  <a:lnTo>
                    <a:pt x="7384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0" name="pl6420"/>
            <p:cNvSpPr/>
            <p:nvPr/>
          </p:nvSpPr>
          <p:spPr>
            <a:xfrm>
              <a:off x="7201384" y="5261960"/>
              <a:ext cx="9111" cy="406"/>
            </a:xfrm>
            <a:custGeom>
              <a:avLst/>
              <a:pathLst>
                <a:path w="9111" h="406">
                  <a:moveTo>
                    <a:pt x="0" y="406"/>
                  </a:moveTo>
                  <a:lnTo>
                    <a:pt x="9111" y="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1" name="pl6421"/>
            <p:cNvSpPr/>
            <p:nvPr/>
          </p:nvSpPr>
          <p:spPr>
            <a:xfrm>
              <a:off x="7218309" y="5253545"/>
              <a:ext cx="3134" cy="3640"/>
            </a:xfrm>
            <a:custGeom>
              <a:avLst/>
              <a:pathLst>
                <a:path w="3134" h="3640">
                  <a:moveTo>
                    <a:pt x="3134" y="0"/>
                  </a:moveTo>
                  <a:lnTo>
                    <a:pt x="0" y="3640"/>
                  </a:lnTo>
                </a:path>
              </a:pathLst>
            </a:custGeom>
            <a:ln w="8763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2" name="pl6422"/>
            <p:cNvSpPr/>
            <p:nvPr/>
          </p:nvSpPr>
          <p:spPr>
            <a:xfrm>
              <a:off x="7221443" y="5252378"/>
              <a:ext cx="4659" cy="1167"/>
            </a:xfrm>
            <a:custGeom>
              <a:avLst/>
              <a:pathLst>
                <a:path w="4659" h="1167">
                  <a:moveTo>
                    <a:pt x="0" y="1167"/>
                  </a:moveTo>
                  <a:lnTo>
                    <a:pt x="4659" y="0"/>
                  </a:lnTo>
                </a:path>
              </a:pathLst>
            </a:custGeom>
            <a:ln w="8763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3" name="pl6423"/>
            <p:cNvSpPr/>
            <p:nvPr/>
          </p:nvSpPr>
          <p:spPr>
            <a:xfrm>
              <a:off x="7202789" y="5143390"/>
              <a:ext cx="138523" cy="1304"/>
            </a:xfrm>
            <a:custGeom>
              <a:avLst/>
              <a:pathLst>
                <a:path w="138523" h="1304">
                  <a:moveTo>
                    <a:pt x="0" y="1304"/>
                  </a:moveTo>
                  <a:lnTo>
                    <a:pt x="138523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4" name="pl6424"/>
            <p:cNvSpPr/>
            <p:nvPr/>
          </p:nvSpPr>
          <p:spPr>
            <a:xfrm>
              <a:off x="7328728" y="5143390"/>
              <a:ext cx="12584" cy="14445"/>
            </a:xfrm>
            <a:custGeom>
              <a:avLst/>
              <a:pathLst>
                <a:path w="12584" h="14445">
                  <a:moveTo>
                    <a:pt x="12584" y="0"/>
                  </a:moveTo>
                  <a:lnTo>
                    <a:pt x="0" y="14445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5" name="pl6425"/>
            <p:cNvSpPr/>
            <p:nvPr/>
          </p:nvSpPr>
          <p:spPr>
            <a:xfrm>
              <a:off x="7315725" y="5157835"/>
              <a:ext cx="13002" cy="10979"/>
            </a:xfrm>
            <a:custGeom>
              <a:avLst/>
              <a:pathLst>
                <a:path w="13002" h="10979">
                  <a:moveTo>
                    <a:pt x="13002" y="0"/>
                  </a:moveTo>
                  <a:lnTo>
                    <a:pt x="0" y="1097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6" name="pl6426"/>
            <p:cNvSpPr/>
            <p:nvPr/>
          </p:nvSpPr>
          <p:spPr>
            <a:xfrm>
              <a:off x="7303380" y="5168815"/>
              <a:ext cx="12344" cy="13901"/>
            </a:xfrm>
            <a:custGeom>
              <a:avLst/>
              <a:pathLst>
                <a:path w="12344" h="13901">
                  <a:moveTo>
                    <a:pt x="12344" y="0"/>
                  </a:moveTo>
                  <a:lnTo>
                    <a:pt x="0" y="1390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7" name="pl6427"/>
            <p:cNvSpPr/>
            <p:nvPr/>
          </p:nvSpPr>
          <p:spPr>
            <a:xfrm>
              <a:off x="7291211" y="5182716"/>
              <a:ext cx="12168" cy="10077"/>
            </a:xfrm>
            <a:custGeom>
              <a:avLst/>
              <a:pathLst>
                <a:path w="12168" h="10077">
                  <a:moveTo>
                    <a:pt x="12168" y="0"/>
                  </a:moveTo>
                  <a:lnTo>
                    <a:pt x="0" y="10077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8" name="pl6428"/>
            <p:cNvSpPr/>
            <p:nvPr/>
          </p:nvSpPr>
          <p:spPr>
            <a:xfrm>
              <a:off x="7280725" y="5192794"/>
              <a:ext cx="10486" cy="12319"/>
            </a:xfrm>
            <a:custGeom>
              <a:avLst/>
              <a:pathLst>
                <a:path w="10486" h="12319">
                  <a:moveTo>
                    <a:pt x="10486" y="0"/>
                  </a:moveTo>
                  <a:lnTo>
                    <a:pt x="0" y="12319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9" name="pl6429"/>
            <p:cNvSpPr/>
            <p:nvPr/>
          </p:nvSpPr>
          <p:spPr>
            <a:xfrm>
              <a:off x="7272629" y="5205114"/>
              <a:ext cx="8096" cy="7121"/>
            </a:xfrm>
            <a:custGeom>
              <a:avLst/>
              <a:pathLst>
                <a:path w="8096" h="7121">
                  <a:moveTo>
                    <a:pt x="8096" y="0"/>
                  </a:moveTo>
                  <a:lnTo>
                    <a:pt x="0" y="712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0" name="pl6430"/>
            <p:cNvSpPr/>
            <p:nvPr/>
          </p:nvSpPr>
          <p:spPr>
            <a:xfrm>
              <a:off x="7263177" y="5212235"/>
              <a:ext cx="9451" cy="7941"/>
            </a:xfrm>
            <a:custGeom>
              <a:avLst/>
              <a:pathLst>
                <a:path w="9451" h="7941">
                  <a:moveTo>
                    <a:pt x="9451" y="0"/>
                  </a:moveTo>
                  <a:lnTo>
                    <a:pt x="0" y="7941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1" name="pl6431"/>
            <p:cNvSpPr/>
            <p:nvPr/>
          </p:nvSpPr>
          <p:spPr>
            <a:xfrm>
              <a:off x="7255662" y="5220176"/>
              <a:ext cx="7515" cy="8343"/>
            </a:xfrm>
            <a:custGeom>
              <a:avLst/>
              <a:pathLst>
                <a:path w="7515" h="8343">
                  <a:moveTo>
                    <a:pt x="7515" y="0"/>
                  </a:moveTo>
                  <a:lnTo>
                    <a:pt x="0" y="8343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2" name="pl6432"/>
            <p:cNvSpPr/>
            <p:nvPr/>
          </p:nvSpPr>
          <p:spPr>
            <a:xfrm>
              <a:off x="7255662" y="5227842"/>
              <a:ext cx="9095" cy="678"/>
            </a:xfrm>
            <a:custGeom>
              <a:avLst/>
              <a:pathLst>
                <a:path w="9095" h="678">
                  <a:moveTo>
                    <a:pt x="0" y="678"/>
                  </a:moveTo>
                  <a:lnTo>
                    <a:pt x="9095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3" name="pl6433"/>
            <p:cNvSpPr/>
            <p:nvPr/>
          </p:nvSpPr>
          <p:spPr>
            <a:xfrm>
              <a:off x="7263177" y="5219104"/>
              <a:ext cx="12271" cy="1072"/>
            </a:xfrm>
            <a:custGeom>
              <a:avLst/>
              <a:pathLst>
                <a:path w="12271" h="1072">
                  <a:moveTo>
                    <a:pt x="0" y="1072"/>
                  </a:moveTo>
                  <a:lnTo>
                    <a:pt x="12271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4" name="pl6434"/>
            <p:cNvSpPr/>
            <p:nvPr/>
          </p:nvSpPr>
          <p:spPr>
            <a:xfrm>
              <a:off x="7275448" y="5217798"/>
              <a:ext cx="4622" cy="1306"/>
            </a:xfrm>
            <a:custGeom>
              <a:avLst/>
              <a:pathLst>
                <a:path w="4622" h="1306">
                  <a:moveTo>
                    <a:pt x="0" y="1306"/>
                  </a:moveTo>
                  <a:lnTo>
                    <a:pt x="4622" y="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5" name="pl6435"/>
            <p:cNvSpPr/>
            <p:nvPr/>
          </p:nvSpPr>
          <p:spPr>
            <a:xfrm>
              <a:off x="7328728" y="5157835"/>
              <a:ext cx="26595" cy="7800"/>
            </a:xfrm>
            <a:custGeom>
              <a:avLst/>
              <a:pathLst>
                <a:path w="26595" h="7800">
                  <a:moveTo>
                    <a:pt x="0" y="0"/>
                  </a:moveTo>
                  <a:lnTo>
                    <a:pt x="26595" y="7800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6" name="pl6436"/>
            <p:cNvSpPr/>
            <p:nvPr/>
          </p:nvSpPr>
          <p:spPr>
            <a:xfrm>
              <a:off x="7341312" y="5143390"/>
              <a:ext cx="28897" cy="7726"/>
            </a:xfrm>
            <a:custGeom>
              <a:avLst/>
              <a:pathLst>
                <a:path w="28897" h="7726">
                  <a:moveTo>
                    <a:pt x="0" y="0"/>
                  </a:moveTo>
                  <a:lnTo>
                    <a:pt x="28897" y="7726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7" name="pl6437"/>
            <p:cNvSpPr/>
            <p:nvPr/>
          </p:nvSpPr>
          <p:spPr>
            <a:xfrm>
              <a:off x="7365553" y="5151116"/>
              <a:ext cx="4656" cy="5245"/>
            </a:xfrm>
            <a:custGeom>
              <a:avLst/>
              <a:pathLst>
                <a:path w="4656" h="5245">
                  <a:moveTo>
                    <a:pt x="4656" y="0"/>
                  </a:moveTo>
                  <a:lnTo>
                    <a:pt x="0" y="5245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8" name="pl6438"/>
            <p:cNvSpPr/>
            <p:nvPr/>
          </p:nvSpPr>
          <p:spPr>
            <a:xfrm>
              <a:off x="7362725" y="5156362"/>
              <a:ext cx="2828" cy="3882"/>
            </a:xfrm>
            <a:custGeom>
              <a:avLst/>
              <a:pathLst>
                <a:path w="2828" h="3882">
                  <a:moveTo>
                    <a:pt x="2828" y="0"/>
                  </a:moveTo>
                  <a:lnTo>
                    <a:pt x="0" y="3882"/>
                  </a:lnTo>
                </a:path>
              </a:pathLst>
            </a:custGeom>
            <a:ln w="8763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9" name="pl6439"/>
            <p:cNvSpPr/>
            <p:nvPr/>
          </p:nvSpPr>
          <p:spPr>
            <a:xfrm>
              <a:off x="7387568" y="5134657"/>
              <a:ext cx="4588" cy="5304"/>
            </a:xfrm>
            <a:custGeom>
              <a:avLst/>
              <a:pathLst>
                <a:path w="4588" h="5304">
                  <a:moveTo>
                    <a:pt x="4588" y="0"/>
                  </a:moveTo>
                  <a:lnTo>
                    <a:pt x="0" y="5304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0" name="pl6440"/>
            <p:cNvSpPr/>
            <p:nvPr/>
          </p:nvSpPr>
          <p:spPr>
            <a:xfrm>
              <a:off x="7384789" y="5139961"/>
              <a:ext cx="2778" cy="3917"/>
            </a:xfrm>
            <a:custGeom>
              <a:avLst/>
              <a:pathLst>
                <a:path w="2778" h="3917">
                  <a:moveTo>
                    <a:pt x="2778" y="0"/>
                  </a:moveTo>
                  <a:lnTo>
                    <a:pt x="0" y="3917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1" name="pl6441"/>
            <p:cNvSpPr/>
            <p:nvPr/>
          </p:nvSpPr>
          <p:spPr>
            <a:xfrm>
              <a:off x="7387568" y="5138362"/>
              <a:ext cx="4529" cy="1599"/>
            </a:xfrm>
            <a:custGeom>
              <a:avLst/>
              <a:pathLst>
                <a:path w="4529" h="1599">
                  <a:moveTo>
                    <a:pt x="0" y="1599"/>
                  </a:moveTo>
                  <a:lnTo>
                    <a:pt x="4529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2" name="pl6442"/>
            <p:cNvSpPr/>
            <p:nvPr/>
          </p:nvSpPr>
          <p:spPr>
            <a:xfrm>
              <a:off x="7392157" y="5132813"/>
              <a:ext cx="7224" cy="1843"/>
            </a:xfrm>
            <a:custGeom>
              <a:avLst/>
              <a:pathLst>
                <a:path w="7224" h="1843">
                  <a:moveTo>
                    <a:pt x="0" y="1843"/>
                  </a:moveTo>
                  <a:lnTo>
                    <a:pt x="722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3" name="pl6443"/>
            <p:cNvSpPr/>
            <p:nvPr/>
          </p:nvSpPr>
          <p:spPr>
            <a:xfrm>
              <a:off x="7397632" y="5127234"/>
              <a:ext cx="9010" cy="1412"/>
            </a:xfrm>
            <a:custGeom>
              <a:avLst/>
              <a:pathLst>
                <a:path w="9010" h="1412">
                  <a:moveTo>
                    <a:pt x="0" y="1412"/>
                  </a:moveTo>
                  <a:lnTo>
                    <a:pt x="9010" y="0"/>
                  </a:lnTo>
                </a:path>
              </a:pathLst>
            </a:custGeom>
            <a:ln w="8763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4" name="pl6444"/>
            <p:cNvSpPr/>
            <p:nvPr/>
          </p:nvSpPr>
          <p:spPr>
            <a:xfrm>
              <a:off x="7373178" y="4967360"/>
              <a:ext cx="157582" cy="14968"/>
            </a:xfrm>
            <a:custGeom>
              <a:avLst/>
              <a:pathLst>
                <a:path w="157582" h="14968">
                  <a:moveTo>
                    <a:pt x="0" y="0"/>
                  </a:moveTo>
                  <a:lnTo>
                    <a:pt x="157582" y="14968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5" name="pl6445"/>
            <p:cNvSpPr/>
            <p:nvPr/>
          </p:nvSpPr>
          <p:spPr>
            <a:xfrm>
              <a:off x="7514514" y="4982329"/>
              <a:ext cx="16247" cy="26624"/>
            </a:xfrm>
            <a:custGeom>
              <a:avLst/>
              <a:pathLst>
                <a:path w="16247" h="26624">
                  <a:moveTo>
                    <a:pt x="16247" y="0"/>
                  </a:moveTo>
                  <a:lnTo>
                    <a:pt x="0" y="26624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6" name="pl6446"/>
            <p:cNvSpPr/>
            <p:nvPr/>
          </p:nvSpPr>
          <p:spPr>
            <a:xfrm>
              <a:off x="7504732" y="5008953"/>
              <a:ext cx="9781" cy="10675"/>
            </a:xfrm>
            <a:custGeom>
              <a:avLst/>
              <a:pathLst>
                <a:path w="9781" h="10675">
                  <a:moveTo>
                    <a:pt x="9781" y="0"/>
                  </a:moveTo>
                  <a:lnTo>
                    <a:pt x="0" y="10675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7" name="pl6447"/>
            <p:cNvSpPr/>
            <p:nvPr/>
          </p:nvSpPr>
          <p:spPr>
            <a:xfrm>
              <a:off x="7490842" y="5019629"/>
              <a:ext cx="13890" cy="14127"/>
            </a:xfrm>
            <a:custGeom>
              <a:avLst/>
              <a:pathLst>
                <a:path w="13890" h="14127">
                  <a:moveTo>
                    <a:pt x="13890" y="0"/>
                  </a:moveTo>
                  <a:lnTo>
                    <a:pt x="0" y="14127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8" name="pl6448"/>
            <p:cNvSpPr/>
            <p:nvPr/>
          </p:nvSpPr>
          <p:spPr>
            <a:xfrm>
              <a:off x="7477551" y="5033756"/>
              <a:ext cx="13290" cy="19119"/>
            </a:xfrm>
            <a:custGeom>
              <a:avLst/>
              <a:pathLst>
                <a:path w="13290" h="19119">
                  <a:moveTo>
                    <a:pt x="13290" y="0"/>
                  </a:moveTo>
                  <a:lnTo>
                    <a:pt x="0" y="19119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9" name="pl6449"/>
            <p:cNvSpPr/>
            <p:nvPr/>
          </p:nvSpPr>
          <p:spPr>
            <a:xfrm>
              <a:off x="7477551" y="5052876"/>
              <a:ext cx="16843" cy="931"/>
            </a:xfrm>
            <a:custGeom>
              <a:avLst/>
              <a:pathLst>
                <a:path w="16843" h="931">
                  <a:moveTo>
                    <a:pt x="0" y="0"/>
                  </a:moveTo>
                  <a:lnTo>
                    <a:pt x="16843" y="931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0" name="pl6450"/>
            <p:cNvSpPr/>
            <p:nvPr/>
          </p:nvSpPr>
          <p:spPr>
            <a:xfrm>
              <a:off x="7494394" y="5051921"/>
              <a:ext cx="4417" cy="1885"/>
            </a:xfrm>
            <a:custGeom>
              <a:avLst/>
              <a:pathLst>
                <a:path w="4417" h="1885">
                  <a:moveTo>
                    <a:pt x="0" y="1885"/>
                  </a:moveTo>
                  <a:lnTo>
                    <a:pt x="4417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1" name="pl6451"/>
            <p:cNvSpPr/>
            <p:nvPr/>
          </p:nvSpPr>
          <p:spPr>
            <a:xfrm>
              <a:off x="7490842" y="5029794"/>
              <a:ext cx="26589" cy="3962"/>
            </a:xfrm>
            <a:custGeom>
              <a:avLst/>
              <a:pathLst>
                <a:path w="26589" h="3962">
                  <a:moveTo>
                    <a:pt x="0" y="3962"/>
                  </a:moveTo>
                  <a:lnTo>
                    <a:pt x="26589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2" name="pl6452"/>
            <p:cNvSpPr/>
            <p:nvPr/>
          </p:nvSpPr>
          <p:spPr>
            <a:xfrm>
              <a:off x="7517431" y="5027731"/>
              <a:ext cx="8884" cy="2062"/>
            </a:xfrm>
            <a:custGeom>
              <a:avLst/>
              <a:pathLst>
                <a:path w="8884" h="2062">
                  <a:moveTo>
                    <a:pt x="0" y="2062"/>
                  </a:moveTo>
                  <a:lnTo>
                    <a:pt x="8884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3" name="pl6453"/>
            <p:cNvSpPr/>
            <p:nvPr/>
          </p:nvSpPr>
          <p:spPr>
            <a:xfrm>
              <a:off x="7504732" y="5019629"/>
              <a:ext cx="28394" cy="1982"/>
            </a:xfrm>
            <a:custGeom>
              <a:avLst/>
              <a:pathLst>
                <a:path w="28394" h="1982">
                  <a:moveTo>
                    <a:pt x="0" y="0"/>
                  </a:moveTo>
                  <a:lnTo>
                    <a:pt x="28394" y="1982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4" name="pl6454"/>
            <p:cNvSpPr/>
            <p:nvPr/>
          </p:nvSpPr>
          <p:spPr>
            <a:xfrm>
              <a:off x="7530761" y="4978804"/>
              <a:ext cx="37865" cy="3524"/>
            </a:xfrm>
            <a:custGeom>
              <a:avLst/>
              <a:pathLst>
                <a:path w="37865" h="3524">
                  <a:moveTo>
                    <a:pt x="0" y="3524"/>
                  </a:moveTo>
                  <a:lnTo>
                    <a:pt x="37865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5" name="pl6455"/>
            <p:cNvSpPr/>
            <p:nvPr/>
          </p:nvSpPr>
          <p:spPr>
            <a:xfrm>
              <a:off x="7563205" y="4978804"/>
              <a:ext cx="5421" cy="7137"/>
            </a:xfrm>
            <a:custGeom>
              <a:avLst/>
              <a:pathLst>
                <a:path w="5421" h="7137">
                  <a:moveTo>
                    <a:pt x="5421" y="0"/>
                  </a:moveTo>
                  <a:lnTo>
                    <a:pt x="0" y="7137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6" name="pl6456"/>
            <p:cNvSpPr/>
            <p:nvPr/>
          </p:nvSpPr>
          <p:spPr>
            <a:xfrm>
              <a:off x="7557958" y="4985941"/>
              <a:ext cx="5246" cy="6924"/>
            </a:xfrm>
            <a:custGeom>
              <a:avLst/>
              <a:pathLst>
                <a:path w="5246" h="6924">
                  <a:moveTo>
                    <a:pt x="5246" y="0"/>
                  </a:moveTo>
                  <a:lnTo>
                    <a:pt x="0" y="6924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7" name="pl6457"/>
            <p:cNvSpPr/>
            <p:nvPr/>
          </p:nvSpPr>
          <p:spPr>
            <a:xfrm>
              <a:off x="7557958" y="4990576"/>
              <a:ext cx="8828" cy="2289"/>
            </a:xfrm>
            <a:custGeom>
              <a:avLst/>
              <a:pathLst>
                <a:path w="8828" h="2289">
                  <a:moveTo>
                    <a:pt x="0" y="2289"/>
                  </a:moveTo>
                  <a:lnTo>
                    <a:pt x="8828" y="0"/>
                  </a:lnTo>
                </a:path>
              </a:pathLst>
            </a:custGeom>
            <a:ln w="8763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8" name="pl6458"/>
            <p:cNvSpPr/>
            <p:nvPr/>
          </p:nvSpPr>
          <p:spPr>
            <a:xfrm>
              <a:off x="7695472" y="4741069"/>
              <a:ext cx="30804" cy="44155"/>
            </a:xfrm>
            <a:custGeom>
              <a:avLst/>
              <a:pathLst>
                <a:path w="30804" h="44155">
                  <a:moveTo>
                    <a:pt x="30804" y="0"/>
                  </a:moveTo>
                  <a:lnTo>
                    <a:pt x="0" y="44155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9" name="pl6459"/>
            <p:cNvSpPr/>
            <p:nvPr/>
          </p:nvSpPr>
          <p:spPr>
            <a:xfrm>
              <a:off x="7662568" y="4785225"/>
              <a:ext cx="32904" cy="68389"/>
            </a:xfrm>
            <a:custGeom>
              <a:avLst/>
              <a:pathLst>
                <a:path w="32904" h="68389">
                  <a:moveTo>
                    <a:pt x="32904" y="0"/>
                  </a:moveTo>
                  <a:lnTo>
                    <a:pt x="0" y="68389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0" name="pl6460"/>
            <p:cNvSpPr/>
            <p:nvPr/>
          </p:nvSpPr>
          <p:spPr>
            <a:xfrm>
              <a:off x="7646598" y="4853615"/>
              <a:ext cx="15970" cy="23781"/>
            </a:xfrm>
            <a:custGeom>
              <a:avLst/>
              <a:pathLst>
                <a:path w="15970" h="23781">
                  <a:moveTo>
                    <a:pt x="15970" y="0"/>
                  </a:moveTo>
                  <a:lnTo>
                    <a:pt x="0" y="23781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1" name="pl6461"/>
            <p:cNvSpPr/>
            <p:nvPr/>
          </p:nvSpPr>
          <p:spPr>
            <a:xfrm>
              <a:off x="7631298" y="4877396"/>
              <a:ext cx="15299" cy="24642"/>
            </a:xfrm>
            <a:custGeom>
              <a:avLst/>
              <a:pathLst>
                <a:path w="15299" h="24642">
                  <a:moveTo>
                    <a:pt x="15299" y="0"/>
                  </a:moveTo>
                  <a:lnTo>
                    <a:pt x="0" y="2464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2" name="pl6462"/>
            <p:cNvSpPr/>
            <p:nvPr/>
          </p:nvSpPr>
          <p:spPr>
            <a:xfrm>
              <a:off x="7616678" y="4902039"/>
              <a:ext cx="14619" cy="19254"/>
            </a:xfrm>
            <a:custGeom>
              <a:avLst/>
              <a:pathLst>
                <a:path w="14619" h="19254">
                  <a:moveTo>
                    <a:pt x="14619" y="0"/>
                  </a:moveTo>
                  <a:lnTo>
                    <a:pt x="0" y="19254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3" name="pl6463"/>
            <p:cNvSpPr/>
            <p:nvPr/>
          </p:nvSpPr>
          <p:spPr>
            <a:xfrm>
              <a:off x="7605612" y="4921293"/>
              <a:ext cx="11066" cy="21503"/>
            </a:xfrm>
            <a:custGeom>
              <a:avLst/>
              <a:pathLst>
                <a:path w="11066" h="21503">
                  <a:moveTo>
                    <a:pt x="11066" y="0"/>
                  </a:moveTo>
                  <a:lnTo>
                    <a:pt x="0" y="2150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4" name="pl6464"/>
            <p:cNvSpPr/>
            <p:nvPr/>
          </p:nvSpPr>
          <p:spPr>
            <a:xfrm>
              <a:off x="7598131" y="4942797"/>
              <a:ext cx="7481" cy="9472"/>
            </a:xfrm>
            <a:custGeom>
              <a:avLst/>
              <a:pathLst>
                <a:path w="7481" h="9472">
                  <a:moveTo>
                    <a:pt x="7481" y="0"/>
                  </a:moveTo>
                  <a:lnTo>
                    <a:pt x="0" y="947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5" name="pl6465"/>
            <p:cNvSpPr/>
            <p:nvPr/>
          </p:nvSpPr>
          <p:spPr>
            <a:xfrm>
              <a:off x="7592835" y="4952269"/>
              <a:ext cx="5295" cy="9281"/>
            </a:xfrm>
            <a:custGeom>
              <a:avLst/>
              <a:pathLst>
                <a:path w="5295" h="9281">
                  <a:moveTo>
                    <a:pt x="5295" y="0"/>
                  </a:moveTo>
                  <a:lnTo>
                    <a:pt x="0" y="9281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6" name="pl6466"/>
            <p:cNvSpPr/>
            <p:nvPr/>
          </p:nvSpPr>
          <p:spPr>
            <a:xfrm>
              <a:off x="7588936" y="4961551"/>
              <a:ext cx="3898" cy="5830"/>
            </a:xfrm>
            <a:custGeom>
              <a:avLst/>
              <a:pathLst>
                <a:path w="3898" h="5830">
                  <a:moveTo>
                    <a:pt x="3898" y="0"/>
                  </a:moveTo>
                  <a:lnTo>
                    <a:pt x="0" y="583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7" name="pl6467"/>
            <p:cNvSpPr/>
            <p:nvPr/>
          </p:nvSpPr>
          <p:spPr>
            <a:xfrm>
              <a:off x="7588936" y="4965235"/>
              <a:ext cx="4297" cy="2146"/>
            </a:xfrm>
            <a:custGeom>
              <a:avLst/>
              <a:pathLst>
                <a:path w="4297" h="2146">
                  <a:moveTo>
                    <a:pt x="0" y="2146"/>
                  </a:moveTo>
                  <a:lnTo>
                    <a:pt x="4297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8" name="pl6468"/>
            <p:cNvSpPr/>
            <p:nvPr/>
          </p:nvSpPr>
          <p:spPr>
            <a:xfrm>
              <a:off x="7631298" y="4895606"/>
              <a:ext cx="28198" cy="6432"/>
            </a:xfrm>
            <a:custGeom>
              <a:avLst/>
              <a:pathLst>
                <a:path w="28198" h="6432">
                  <a:moveTo>
                    <a:pt x="0" y="6432"/>
                  </a:moveTo>
                  <a:lnTo>
                    <a:pt x="28198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9" name="pl6469"/>
            <p:cNvSpPr/>
            <p:nvPr/>
          </p:nvSpPr>
          <p:spPr>
            <a:xfrm>
              <a:off x="7657423" y="4895606"/>
              <a:ext cx="2072" cy="4333"/>
            </a:xfrm>
            <a:custGeom>
              <a:avLst/>
              <a:pathLst>
                <a:path w="2072" h="4333">
                  <a:moveTo>
                    <a:pt x="2072" y="0"/>
                  </a:moveTo>
                  <a:lnTo>
                    <a:pt x="0" y="433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0" name="pl6470"/>
            <p:cNvSpPr/>
            <p:nvPr/>
          </p:nvSpPr>
          <p:spPr>
            <a:xfrm>
              <a:off x="7659496" y="4893260"/>
              <a:ext cx="4191" cy="2345"/>
            </a:xfrm>
            <a:custGeom>
              <a:avLst/>
              <a:pathLst>
                <a:path w="4191" h="2345">
                  <a:moveTo>
                    <a:pt x="0" y="2345"/>
                  </a:moveTo>
                  <a:lnTo>
                    <a:pt x="4191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1" name="pl6471"/>
            <p:cNvSpPr/>
            <p:nvPr/>
          </p:nvSpPr>
          <p:spPr>
            <a:xfrm>
              <a:off x="7646598" y="4869276"/>
              <a:ext cx="33246" cy="8120"/>
            </a:xfrm>
            <a:custGeom>
              <a:avLst/>
              <a:pathLst>
                <a:path w="33246" h="8120">
                  <a:moveTo>
                    <a:pt x="0" y="8120"/>
                  </a:moveTo>
                  <a:lnTo>
                    <a:pt x="33246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2" name="pl6472"/>
            <p:cNvSpPr/>
            <p:nvPr/>
          </p:nvSpPr>
          <p:spPr>
            <a:xfrm>
              <a:off x="7679845" y="4866279"/>
              <a:ext cx="8614" cy="2996"/>
            </a:xfrm>
            <a:custGeom>
              <a:avLst/>
              <a:pathLst>
                <a:path w="8614" h="2996">
                  <a:moveTo>
                    <a:pt x="0" y="2996"/>
                  </a:moveTo>
                  <a:lnTo>
                    <a:pt x="8614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3" name="pl6473"/>
            <p:cNvSpPr/>
            <p:nvPr/>
          </p:nvSpPr>
          <p:spPr>
            <a:xfrm>
              <a:off x="7662568" y="4848986"/>
              <a:ext cx="37437" cy="4629"/>
            </a:xfrm>
            <a:custGeom>
              <a:avLst/>
              <a:pathLst>
                <a:path w="37437" h="4629">
                  <a:moveTo>
                    <a:pt x="0" y="4629"/>
                  </a:moveTo>
                  <a:lnTo>
                    <a:pt x="37437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4" name="pl6474"/>
            <p:cNvSpPr/>
            <p:nvPr/>
          </p:nvSpPr>
          <p:spPr>
            <a:xfrm>
              <a:off x="7696540" y="4848986"/>
              <a:ext cx="3465" cy="6097"/>
            </a:xfrm>
            <a:custGeom>
              <a:avLst/>
              <a:pathLst>
                <a:path w="3465" h="6097">
                  <a:moveTo>
                    <a:pt x="3465" y="0"/>
                  </a:moveTo>
                  <a:lnTo>
                    <a:pt x="0" y="6097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5" name="pl6475"/>
            <p:cNvSpPr/>
            <p:nvPr/>
          </p:nvSpPr>
          <p:spPr>
            <a:xfrm>
              <a:off x="7696540" y="4852631"/>
              <a:ext cx="4130" cy="2452"/>
            </a:xfrm>
            <a:custGeom>
              <a:avLst/>
              <a:pathLst>
                <a:path w="4130" h="2452">
                  <a:moveTo>
                    <a:pt x="0" y="2452"/>
                  </a:moveTo>
                  <a:lnTo>
                    <a:pt x="4130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6" name="pl6476"/>
            <p:cNvSpPr/>
            <p:nvPr/>
          </p:nvSpPr>
          <p:spPr>
            <a:xfrm>
              <a:off x="7695472" y="4746997"/>
              <a:ext cx="68948" cy="38228"/>
            </a:xfrm>
            <a:custGeom>
              <a:avLst/>
              <a:pathLst>
                <a:path w="68948" h="38228">
                  <a:moveTo>
                    <a:pt x="0" y="38228"/>
                  </a:moveTo>
                  <a:lnTo>
                    <a:pt x="68948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7" name="pl6477"/>
            <p:cNvSpPr/>
            <p:nvPr/>
          </p:nvSpPr>
          <p:spPr>
            <a:xfrm>
              <a:off x="7756376" y="4746997"/>
              <a:ext cx="8044" cy="12453"/>
            </a:xfrm>
            <a:custGeom>
              <a:avLst/>
              <a:pathLst>
                <a:path w="8044" h="12453">
                  <a:moveTo>
                    <a:pt x="8044" y="0"/>
                  </a:moveTo>
                  <a:lnTo>
                    <a:pt x="0" y="1245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8" name="pl6478"/>
            <p:cNvSpPr/>
            <p:nvPr/>
          </p:nvSpPr>
          <p:spPr>
            <a:xfrm>
              <a:off x="7744650" y="4759450"/>
              <a:ext cx="11725" cy="16808"/>
            </a:xfrm>
            <a:custGeom>
              <a:avLst/>
              <a:pathLst>
                <a:path w="11725" h="16808">
                  <a:moveTo>
                    <a:pt x="11725" y="0"/>
                  </a:moveTo>
                  <a:lnTo>
                    <a:pt x="0" y="16808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9" name="pl6479"/>
            <p:cNvSpPr/>
            <p:nvPr/>
          </p:nvSpPr>
          <p:spPr>
            <a:xfrm>
              <a:off x="7732075" y="4776259"/>
              <a:ext cx="12574" cy="22066"/>
            </a:xfrm>
            <a:custGeom>
              <a:avLst/>
              <a:pathLst>
                <a:path w="12574" h="22066">
                  <a:moveTo>
                    <a:pt x="12574" y="0"/>
                  </a:moveTo>
                  <a:lnTo>
                    <a:pt x="0" y="22066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0" name="pl6480"/>
            <p:cNvSpPr/>
            <p:nvPr/>
          </p:nvSpPr>
          <p:spPr>
            <a:xfrm>
              <a:off x="7722542" y="4798325"/>
              <a:ext cx="9533" cy="20303"/>
            </a:xfrm>
            <a:custGeom>
              <a:avLst/>
              <a:pathLst>
                <a:path w="9533" h="20303">
                  <a:moveTo>
                    <a:pt x="9533" y="0"/>
                  </a:moveTo>
                  <a:lnTo>
                    <a:pt x="0" y="2030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1" name="pl6481"/>
            <p:cNvSpPr/>
            <p:nvPr/>
          </p:nvSpPr>
          <p:spPr>
            <a:xfrm>
              <a:off x="7722542" y="4813625"/>
              <a:ext cx="9992" cy="5003"/>
            </a:xfrm>
            <a:custGeom>
              <a:avLst/>
              <a:pathLst>
                <a:path w="9992" h="5003">
                  <a:moveTo>
                    <a:pt x="0" y="5003"/>
                  </a:moveTo>
                  <a:lnTo>
                    <a:pt x="999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2" name="pl6482"/>
            <p:cNvSpPr/>
            <p:nvPr/>
          </p:nvSpPr>
          <p:spPr>
            <a:xfrm>
              <a:off x="7730686" y="4813625"/>
              <a:ext cx="1848" cy="4433"/>
            </a:xfrm>
            <a:custGeom>
              <a:avLst/>
              <a:pathLst>
                <a:path w="1848" h="4433">
                  <a:moveTo>
                    <a:pt x="1848" y="0"/>
                  </a:moveTo>
                  <a:lnTo>
                    <a:pt x="0" y="4433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3" name="pl6483"/>
            <p:cNvSpPr/>
            <p:nvPr/>
          </p:nvSpPr>
          <p:spPr>
            <a:xfrm>
              <a:off x="7732534" y="4811068"/>
              <a:ext cx="4066" cy="2557"/>
            </a:xfrm>
            <a:custGeom>
              <a:avLst/>
              <a:pathLst>
                <a:path w="4066" h="2557">
                  <a:moveTo>
                    <a:pt x="0" y="2557"/>
                  </a:moveTo>
                  <a:lnTo>
                    <a:pt x="4066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4" name="pl6484"/>
            <p:cNvSpPr/>
            <p:nvPr/>
          </p:nvSpPr>
          <p:spPr>
            <a:xfrm>
              <a:off x="7732075" y="4786288"/>
              <a:ext cx="19432" cy="12037"/>
            </a:xfrm>
            <a:custGeom>
              <a:avLst/>
              <a:pathLst>
                <a:path w="19432" h="12037">
                  <a:moveTo>
                    <a:pt x="0" y="12037"/>
                  </a:moveTo>
                  <a:lnTo>
                    <a:pt x="1943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5" name="pl6485"/>
            <p:cNvSpPr/>
            <p:nvPr/>
          </p:nvSpPr>
          <p:spPr>
            <a:xfrm>
              <a:off x="7747551" y="4786288"/>
              <a:ext cx="3957" cy="7102"/>
            </a:xfrm>
            <a:custGeom>
              <a:avLst/>
              <a:pathLst>
                <a:path w="3957" h="7102">
                  <a:moveTo>
                    <a:pt x="3957" y="0"/>
                  </a:moveTo>
                  <a:lnTo>
                    <a:pt x="0" y="710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6" name="pl6486"/>
            <p:cNvSpPr/>
            <p:nvPr/>
          </p:nvSpPr>
          <p:spPr>
            <a:xfrm>
              <a:off x="7744295" y="4793390"/>
              <a:ext cx="3255" cy="6212"/>
            </a:xfrm>
            <a:custGeom>
              <a:avLst/>
              <a:pathLst>
                <a:path w="3255" h="6212">
                  <a:moveTo>
                    <a:pt x="3255" y="0"/>
                  </a:moveTo>
                  <a:lnTo>
                    <a:pt x="0" y="6212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7" name="pl6487"/>
            <p:cNvSpPr/>
            <p:nvPr/>
          </p:nvSpPr>
          <p:spPr>
            <a:xfrm>
              <a:off x="7744295" y="4797011"/>
              <a:ext cx="4044" cy="2591"/>
            </a:xfrm>
            <a:custGeom>
              <a:avLst/>
              <a:pathLst>
                <a:path w="4044" h="2591">
                  <a:moveTo>
                    <a:pt x="0" y="2591"/>
                  </a:moveTo>
                  <a:lnTo>
                    <a:pt x="4044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8" name="pl6488"/>
            <p:cNvSpPr/>
            <p:nvPr/>
          </p:nvSpPr>
          <p:spPr>
            <a:xfrm>
              <a:off x="7747551" y="4789945"/>
              <a:ext cx="6612" cy="3445"/>
            </a:xfrm>
            <a:custGeom>
              <a:avLst/>
              <a:pathLst>
                <a:path w="6612" h="3445">
                  <a:moveTo>
                    <a:pt x="0" y="3445"/>
                  </a:moveTo>
                  <a:lnTo>
                    <a:pt x="6612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9" name="pl6489"/>
            <p:cNvSpPr/>
            <p:nvPr/>
          </p:nvSpPr>
          <p:spPr>
            <a:xfrm>
              <a:off x="7756376" y="4754245"/>
              <a:ext cx="26453" cy="5205"/>
            </a:xfrm>
            <a:custGeom>
              <a:avLst/>
              <a:pathLst>
                <a:path w="26453" h="5205">
                  <a:moveTo>
                    <a:pt x="0" y="5205"/>
                  </a:moveTo>
                  <a:lnTo>
                    <a:pt x="26453" y="0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0" name="pl6490"/>
            <p:cNvSpPr/>
            <p:nvPr/>
          </p:nvSpPr>
          <p:spPr>
            <a:xfrm>
              <a:off x="7764421" y="4746997"/>
              <a:ext cx="24050" cy="34"/>
            </a:xfrm>
            <a:custGeom>
              <a:avLst/>
              <a:pathLst>
                <a:path w="24050" h="34">
                  <a:moveTo>
                    <a:pt x="0" y="0"/>
                  </a:moveTo>
                  <a:lnTo>
                    <a:pt x="24050" y="34"/>
                  </a:lnTo>
                </a:path>
              </a:pathLst>
            </a:custGeom>
            <a:ln w="8763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1" name="pl6491"/>
            <p:cNvSpPr/>
            <p:nvPr/>
          </p:nvSpPr>
          <p:spPr>
            <a:xfrm>
              <a:off x="7726277" y="4728947"/>
              <a:ext cx="72456" cy="12122"/>
            </a:xfrm>
            <a:custGeom>
              <a:avLst/>
              <a:pathLst>
                <a:path w="72456" h="12122">
                  <a:moveTo>
                    <a:pt x="0" y="12122"/>
                  </a:moveTo>
                  <a:lnTo>
                    <a:pt x="72456" y="0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2" name="pl6492"/>
            <p:cNvSpPr/>
            <p:nvPr/>
          </p:nvSpPr>
          <p:spPr>
            <a:xfrm>
              <a:off x="7795719" y="4728947"/>
              <a:ext cx="3014" cy="6332"/>
            </a:xfrm>
            <a:custGeom>
              <a:avLst/>
              <a:pathLst>
                <a:path w="3014" h="6332">
                  <a:moveTo>
                    <a:pt x="3014" y="0"/>
                  </a:moveTo>
                  <a:lnTo>
                    <a:pt x="0" y="6332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3" name="pl6493"/>
            <p:cNvSpPr/>
            <p:nvPr/>
          </p:nvSpPr>
          <p:spPr>
            <a:xfrm>
              <a:off x="7794081" y="4735280"/>
              <a:ext cx="1638" cy="4515"/>
            </a:xfrm>
            <a:custGeom>
              <a:avLst/>
              <a:pathLst>
                <a:path w="1638" h="4515">
                  <a:moveTo>
                    <a:pt x="1638" y="0"/>
                  </a:moveTo>
                  <a:lnTo>
                    <a:pt x="0" y="4515"/>
                  </a:lnTo>
                </a:path>
              </a:pathLst>
            </a:custGeom>
            <a:ln w="8763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4" name="pl6494"/>
            <p:cNvSpPr/>
            <p:nvPr/>
          </p:nvSpPr>
          <p:spPr>
            <a:xfrm>
              <a:off x="7873375" y="4559038"/>
              <a:ext cx="8153" cy="20847"/>
            </a:xfrm>
            <a:custGeom>
              <a:avLst/>
              <a:pathLst>
                <a:path w="8153" h="20847">
                  <a:moveTo>
                    <a:pt x="8153" y="0"/>
                  </a:moveTo>
                  <a:lnTo>
                    <a:pt x="0" y="20847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5" name="pl6495"/>
            <p:cNvSpPr/>
            <p:nvPr/>
          </p:nvSpPr>
          <p:spPr>
            <a:xfrm>
              <a:off x="7865356" y="4579885"/>
              <a:ext cx="8018" cy="17589"/>
            </a:xfrm>
            <a:custGeom>
              <a:avLst/>
              <a:pathLst>
                <a:path w="8018" h="17589">
                  <a:moveTo>
                    <a:pt x="8018" y="0"/>
                  </a:moveTo>
                  <a:lnTo>
                    <a:pt x="0" y="1758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6" name="pl6496"/>
            <p:cNvSpPr/>
            <p:nvPr/>
          </p:nvSpPr>
          <p:spPr>
            <a:xfrm>
              <a:off x="7859068" y="4597475"/>
              <a:ext cx="6288" cy="17319"/>
            </a:xfrm>
            <a:custGeom>
              <a:avLst/>
              <a:pathLst>
                <a:path w="6288" h="17319">
                  <a:moveTo>
                    <a:pt x="6288" y="0"/>
                  </a:moveTo>
                  <a:lnTo>
                    <a:pt x="0" y="1731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7" name="pl6497"/>
            <p:cNvSpPr/>
            <p:nvPr/>
          </p:nvSpPr>
          <p:spPr>
            <a:xfrm>
              <a:off x="7851615" y="4614795"/>
              <a:ext cx="7453" cy="13594"/>
            </a:xfrm>
            <a:custGeom>
              <a:avLst/>
              <a:pathLst>
                <a:path w="7453" h="13594">
                  <a:moveTo>
                    <a:pt x="7453" y="0"/>
                  </a:moveTo>
                  <a:lnTo>
                    <a:pt x="0" y="13594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8" name="pl6498"/>
            <p:cNvSpPr/>
            <p:nvPr/>
          </p:nvSpPr>
          <p:spPr>
            <a:xfrm>
              <a:off x="7844211" y="4628389"/>
              <a:ext cx="7403" cy="15880"/>
            </a:xfrm>
            <a:custGeom>
              <a:avLst/>
              <a:pathLst>
                <a:path w="7403" h="15880">
                  <a:moveTo>
                    <a:pt x="7403" y="0"/>
                  </a:moveTo>
                  <a:lnTo>
                    <a:pt x="0" y="1588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9" name="pl6499"/>
            <p:cNvSpPr/>
            <p:nvPr/>
          </p:nvSpPr>
          <p:spPr>
            <a:xfrm>
              <a:off x="7837178" y="4644270"/>
              <a:ext cx="7032" cy="15113"/>
            </a:xfrm>
            <a:custGeom>
              <a:avLst/>
              <a:pathLst>
                <a:path w="7032" h="15113">
                  <a:moveTo>
                    <a:pt x="7032" y="0"/>
                  </a:moveTo>
                  <a:lnTo>
                    <a:pt x="0" y="15113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0" name="pl6500"/>
            <p:cNvSpPr/>
            <p:nvPr/>
          </p:nvSpPr>
          <p:spPr>
            <a:xfrm>
              <a:off x="7827212" y="4659384"/>
              <a:ext cx="9965" cy="16480"/>
            </a:xfrm>
            <a:custGeom>
              <a:avLst/>
              <a:pathLst>
                <a:path w="9965" h="16480">
                  <a:moveTo>
                    <a:pt x="9965" y="0"/>
                  </a:moveTo>
                  <a:lnTo>
                    <a:pt x="0" y="1648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1" name="pl6501"/>
            <p:cNvSpPr/>
            <p:nvPr/>
          </p:nvSpPr>
          <p:spPr>
            <a:xfrm>
              <a:off x="7827212" y="4667343"/>
              <a:ext cx="15045" cy="8520"/>
            </a:xfrm>
            <a:custGeom>
              <a:avLst/>
              <a:pathLst>
                <a:path w="15045" h="8520">
                  <a:moveTo>
                    <a:pt x="0" y="8520"/>
                  </a:moveTo>
                  <a:lnTo>
                    <a:pt x="15045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2" name="pl6502"/>
            <p:cNvSpPr/>
            <p:nvPr/>
          </p:nvSpPr>
          <p:spPr>
            <a:xfrm>
              <a:off x="7839326" y="4667343"/>
              <a:ext cx="2931" cy="9139"/>
            </a:xfrm>
            <a:custGeom>
              <a:avLst/>
              <a:pathLst>
                <a:path w="2931" h="9139">
                  <a:moveTo>
                    <a:pt x="2931" y="0"/>
                  </a:moveTo>
                  <a:lnTo>
                    <a:pt x="0" y="9139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3" name="pl6503"/>
            <p:cNvSpPr/>
            <p:nvPr/>
          </p:nvSpPr>
          <p:spPr>
            <a:xfrm>
              <a:off x="7837843" y="4676483"/>
              <a:ext cx="1482" cy="4568"/>
            </a:xfrm>
            <a:custGeom>
              <a:avLst/>
              <a:pathLst>
                <a:path w="1482" h="4568">
                  <a:moveTo>
                    <a:pt x="1482" y="0"/>
                  </a:moveTo>
                  <a:lnTo>
                    <a:pt x="0" y="4568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4" name="pl6504"/>
            <p:cNvSpPr/>
            <p:nvPr/>
          </p:nvSpPr>
          <p:spPr>
            <a:xfrm>
              <a:off x="7859068" y="4613223"/>
              <a:ext cx="25576" cy="1571"/>
            </a:xfrm>
            <a:custGeom>
              <a:avLst/>
              <a:pathLst>
                <a:path w="25576" h="1571">
                  <a:moveTo>
                    <a:pt x="0" y="1571"/>
                  </a:moveTo>
                  <a:lnTo>
                    <a:pt x="25576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5" name="pl6505"/>
            <p:cNvSpPr/>
            <p:nvPr/>
          </p:nvSpPr>
          <p:spPr>
            <a:xfrm>
              <a:off x="7865356" y="4594404"/>
              <a:ext cx="28133" cy="3071"/>
            </a:xfrm>
            <a:custGeom>
              <a:avLst/>
              <a:pathLst>
                <a:path w="28133" h="3071">
                  <a:moveTo>
                    <a:pt x="0" y="3071"/>
                  </a:moveTo>
                  <a:lnTo>
                    <a:pt x="28133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6" name="pl6506"/>
            <p:cNvSpPr/>
            <p:nvPr/>
          </p:nvSpPr>
          <p:spPr>
            <a:xfrm>
              <a:off x="7890970" y="4594404"/>
              <a:ext cx="2519" cy="6545"/>
            </a:xfrm>
            <a:custGeom>
              <a:avLst/>
              <a:pathLst>
                <a:path w="2519" h="6545">
                  <a:moveTo>
                    <a:pt x="2519" y="0"/>
                  </a:moveTo>
                  <a:lnTo>
                    <a:pt x="0" y="6545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7" name="pl6507"/>
            <p:cNvSpPr/>
            <p:nvPr/>
          </p:nvSpPr>
          <p:spPr>
            <a:xfrm>
              <a:off x="7889684" y="4600949"/>
              <a:ext cx="1286" cy="4627"/>
            </a:xfrm>
            <a:custGeom>
              <a:avLst/>
              <a:pathLst>
                <a:path w="1286" h="4627">
                  <a:moveTo>
                    <a:pt x="1286" y="0"/>
                  </a:moveTo>
                  <a:lnTo>
                    <a:pt x="0" y="4627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8" name="pl6508"/>
            <p:cNvSpPr/>
            <p:nvPr/>
          </p:nvSpPr>
          <p:spPr>
            <a:xfrm>
              <a:off x="7890970" y="4597909"/>
              <a:ext cx="3719" cy="3039"/>
            </a:xfrm>
            <a:custGeom>
              <a:avLst/>
              <a:pathLst>
                <a:path w="3719" h="3039">
                  <a:moveTo>
                    <a:pt x="0" y="3039"/>
                  </a:moveTo>
                  <a:lnTo>
                    <a:pt x="3719" y="0"/>
                  </a:lnTo>
                </a:path>
              </a:pathLst>
            </a:custGeom>
            <a:ln w="8763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9" name="pl6509"/>
            <p:cNvSpPr/>
            <p:nvPr/>
          </p:nvSpPr>
          <p:spPr>
            <a:xfrm>
              <a:off x="7881529" y="4555775"/>
              <a:ext cx="36422" cy="3262"/>
            </a:xfrm>
            <a:custGeom>
              <a:avLst/>
              <a:pathLst>
                <a:path w="36422" h="3262">
                  <a:moveTo>
                    <a:pt x="0" y="3262"/>
                  </a:moveTo>
                  <a:lnTo>
                    <a:pt x="36422" y="0"/>
                  </a:lnTo>
                </a:path>
              </a:pathLst>
            </a:custGeom>
            <a:ln w="8763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0" name="pl6510"/>
            <p:cNvSpPr/>
            <p:nvPr/>
          </p:nvSpPr>
          <p:spPr>
            <a:xfrm>
              <a:off x="7917951" y="4551461"/>
              <a:ext cx="6081" cy="4313"/>
            </a:xfrm>
            <a:custGeom>
              <a:avLst/>
              <a:pathLst>
                <a:path w="6081" h="4313">
                  <a:moveTo>
                    <a:pt x="0" y="4313"/>
                  </a:moveTo>
                  <a:lnTo>
                    <a:pt x="6081" y="0"/>
                  </a:lnTo>
                </a:path>
              </a:pathLst>
            </a:custGeom>
            <a:ln w="8763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1" name="pl6511"/>
            <p:cNvSpPr/>
            <p:nvPr/>
          </p:nvSpPr>
          <p:spPr>
            <a:xfrm>
              <a:off x="7938201" y="4508265"/>
              <a:ext cx="3223" cy="8363"/>
            </a:xfrm>
            <a:custGeom>
              <a:avLst/>
              <a:pathLst>
                <a:path w="3223" h="8363">
                  <a:moveTo>
                    <a:pt x="3223" y="0"/>
                  </a:moveTo>
                  <a:lnTo>
                    <a:pt x="0" y="8363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2" name="pl6512"/>
            <p:cNvSpPr/>
            <p:nvPr/>
          </p:nvSpPr>
          <p:spPr>
            <a:xfrm>
              <a:off x="7935086" y="4516629"/>
              <a:ext cx="3115" cy="8109"/>
            </a:xfrm>
            <a:custGeom>
              <a:avLst/>
              <a:pathLst>
                <a:path w="3115" h="8109">
                  <a:moveTo>
                    <a:pt x="3115" y="0"/>
                  </a:moveTo>
                  <a:lnTo>
                    <a:pt x="0" y="8109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3" name="pl6513"/>
            <p:cNvSpPr/>
            <p:nvPr/>
          </p:nvSpPr>
          <p:spPr>
            <a:xfrm>
              <a:off x="7932230" y="4524738"/>
              <a:ext cx="2856" cy="7612"/>
            </a:xfrm>
            <a:custGeom>
              <a:avLst/>
              <a:pathLst>
                <a:path w="2856" h="7612">
                  <a:moveTo>
                    <a:pt x="2856" y="0"/>
                  </a:moveTo>
                  <a:lnTo>
                    <a:pt x="0" y="7612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4" name="pl6514"/>
            <p:cNvSpPr/>
            <p:nvPr/>
          </p:nvSpPr>
          <p:spPr>
            <a:xfrm>
              <a:off x="7929936" y="4532351"/>
              <a:ext cx="2294" cy="6627"/>
            </a:xfrm>
            <a:custGeom>
              <a:avLst/>
              <a:pathLst>
                <a:path w="2294" h="6627">
                  <a:moveTo>
                    <a:pt x="2294" y="0"/>
                  </a:moveTo>
                  <a:lnTo>
                    <a:pt x="0" y="6627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5" name="pl6515"/>
            <p:cNvSpPr/>
            <p:nvPr/>
          </p:nvSpPr>
          <p:spPr>
            <a:xfrm>
              <a:off x="7928808" y="4538978"/>
              <a:ext cx="1127" cy="4669"/>
            </a:xfrm>
            <a:custGeom>
              <a:avLst/>
              <a:pathLst>
                <a:path w="1127" h="4669">
                  <a:moveTo>
                    <a:pt x="1127" y="0"/>
                  </a:moveTo>
                  <a:lnTo>
                    <a:pt x="0" y="4669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6" name="pl6516"/>
            <p:cNvSpPr/>
            <p:nvPr/>
          </p:nvSpPr>
          <p:spPr>
            <a:xfrm>
              <a:off x="7929936" y="4535813"/>
              <a:ext cx="3613" cy="3164"/>
            </a:xfrm>
            <a:custGeom>
              <a:avLst/>
              <a:pathLst>
                <a:path w="3613" h="3164">
                  <a:moveTo>
                    <a:pt x="0" y="3164"/>
                  </a:moveTo>
                  <a:lnTo>
                    <a:pt x="3613" y="0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7" name="pl6517"/>
            <p:cNvSpPr/>
            <p:nvPr/>
          </p:nvSpPr>
          <p:spPr>
            <a:xfrm>
              <a:off x="7935086" y="4520085"/>
              <a:ext cx="7844" cy="4653"/>
            </a:xfrm>
            <a:custGeom>
              <a:avLst/>
              <a:pathLst>
                <a:path w="7844" h="4653">
                  <a:moveTo>
                    <a:pt x="0" y="4653"/>
                  </a:moveTo>
                  <a:lnTo>
                    <a:pt x="7844" y="0"/>
                  </a:lnTo>
                </a:path>
              </a:pathLst>
            </a:custGeom>
            <a:ln w="8763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8" name="pl6518"/>
            <p:cNvSpPr/>
            <p:nvPr/>
          </p:nvSpPr>
          <p:spPr>
            <a:xfrm>
              <a:off x="7941425" y="4504277"/>
              <a:ext cx="10752" cy="3988"/>
            </a:xfrm>
            <a:custGeom>
              <a:avLst/>
              <a:pathLst>
                <a:path w="10752" h="3988">
                  <a:moveTo>
                    <a:pt x="0" y="3988"/>
                  </a:moveTo>
                  <a:lnTo>
                    <a:pt x="10752" y="0"/>
                  </a:lnTo>
                </a:path>
              </a:pathLst>
            </a:custGeom>
            <a:ln w="8763" cap="rnd">
              <a:solidFill>
                <a:srgbClr val="F4B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9" name="pl6519"/>
            <p:cNvSpPr/>
            <p:nvPr/>
          </p:nvSpPr>
          <p:spPr>
            <a:xfrm>
              <a:off x="8038392" y="3750233"/>
              <a:ext cx="16389" cy="294602"/>
            </a:xfrm>
            <a:custGeom>
              <a:avLst/>
              <a:pathLst>
                <a:path w="16389" h="294602">
                  <a:moveTo>
                    <a:pt x="0" y="0"/>
                  </a:moveTo>
                  <a:lnTo>
                    <a:pt x="16389" y="29460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0" name="pl6520"/>
            <p:cNvSpPr/>
            <p:nvPr/>
          </p:nvSpPr>
          <p:spPr>
            <a:xfrm>
              <a:off x="8041622" y="4044836"/>
              <a:ext cx="13159" cy="80352"/>
            </a:xfrm>
            <a:custGeom>
              <a:avLst/>
              <a:pathLst>
                <a:path w="13159" h="80352">
                  <a:moveTo>
                    <a:pt x="13159" y="0"/>
                  </a:moveTo>
                  <a:lnTo>
                    <a:pt x="0" y="8035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1" name="pl6521"/>
            <p:cNvSpPr/>
            <p:nvPr/>
          </p:nvSpPr>
          <p:spPr>
            <a:xfrm>
              <a:off x="8040063" y="4125188"/>
              <a:ext cx="1558" cy="74366"/>
            </a:xfrm>
            <a:custGeom>
              <a:avLst/>
              <a:pathLst>
                <a:path w="1558" h="74366">
                  <a:moveTo>
                    <a:pt x="1558" y="0"/>
                  </a:moveTo>
                  <a:lnTo>
                    <a:pt x="0" y="74366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2" name="pl6522"/>
            <p:cNvSpPr/>
            <p:nvPr/>
          </p:nvSpPr>
          <p:spPr>
            <a:xfrm>
              <a:off x="8030017" y="4199555"/>
              <a:ext cx="10046" cy="28705"/>
            </a:xfrm>
            <a:custGeom>
              <a:avLst/>
              <a:pathLst>
                <a:path w="10046" h="28705">
                  <a:moveTo>
                    <a:pt x="10046" y="0"/>
                  </a:moveTo>
                  <a:lnTo>
                    <a:pt x="0" y="28705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3" name="pl6523"/>
            <p:cNvSpPr/>
            <p:nvPr/>
          </p:nvSpPr>
          <p:spPr>
            <a:xfrm>
              <a:off x="8010958" y="4228261"/>
              <a:ext cx="19058" cy="48254"/>
            </a:xfrm>
            <a:custGeom>
              <a:avLst/>
              <a:pathLst>
                <a:path w="19058" h="48254">
                  <a:moveTo>
                    <a:pt x="19058" y="0"/>
                  </a:moveTo>
                  <a:lnTo>
                    <a:pt x="0" y="48254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4" name="pl6524"/>
            <p:cNvSpPr/>
            <p:nvPr/>
          </p:nvSpPr>
          <p:spPr>
            <a:xfrm>
              <a:off x="7999936" y="4276516"/>
              <a:ext cx="11022" cy="58924"/>
            </a:xfrm>
            <a:custGeom>
              <a:avLst/>
              <a:pathLst>
                <a:path w="11022" h="58924">
                  <a:moveTo>
                    <a:pt x="11022" y="0"/>
                  </a:moveTo>
                  <a:lnTo>
                    <a:pt x="0" y="58924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5" name="pl6525"/>
            <p:cNvSpPr/>
            <p:nvPr/>
          </p:nvSpPr>
          <p:spPr>
            <a:xfrm>
              <a:off x="7989665" y="4335440"/>
              <a:ext cx="10270" cy="50709"/>
            </a:xfrm>
            <a:custGeom>
              <a:avLst/>
              <a:pathLst>
                <a:path w="10270" h="50709">
                  <a:moveTo>
                    <a:pt x="10270" y="0"/>
                  </a:moveTo>
                  <a:lnTo>
                    <a:pt x="0" y="5070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6" name="pl6526"/>
            <p:cNvSpPr/>
            <p:nvPr/>
          </p:nvSpPr>
          <p:spPr>
            <a:xfrm>
              <a:off x="7981621" y="4386149"/>
              <a:ext cx="8043" cy="25250"/>
            </a:xfrm>
            <a:custGeom>
              <a:avLst/>
              <a:pathLst>
                <a:path w="8043" h="25250">
                  <a:moveTo>
                    <a:pt x="8043" y="0"/>
                  </a:moveTo>
                  <a:lnTo>
                    <a:pt x="0" y="2525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7" name="pl6527"/>
            <p:cNvSpPr/>
            <p:nvPr/>
          </p:nvSpPr>
          <p:spPr>
            <a:xfrm>
              <a:off x="7975568" y="4411400"/>
              <a:ext cx="6053" cy="23943"/>
            </a:xfrm>
            <a:custGeom>
              <a:avLst/>
              <a:pathLst>
                <a:path w="6053" h="23943">
                  <a:moveTo>
                    <a:pt x="6053" y="0"/>
                  </a:moveTo>
                  <a:lnTo>
                    <a:pt x="0" y="23943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8" name="pl6528"/>
            <p:cNvSpPr/>
            <p:nvPr/>
          </p:nvSpPr>
          <p:spPr>
            <a:xfrm>
              <a:off x="7970967" y="4435344"/>
              <a:ext cx="4601" cy="14657"/>
            </a:xfrm>
            <a:custGeom>
              <a:avLst/>
              <a:pathLst>
                <a:path w="4601" h="14657">
                  <a:moveTo>
                    <a:pt x="4601" y="0"/>
                  </a:moveTo>
                  <a:lnTo>
                    <a:pt x="0" y="14657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9" name="pl6529"/>
            <p:cNvSpPr/>
            <p:nvPr/>
          </p:nvSpPr>
          <p:spPr>
            <a:xfrm>
              <a:off x="7964286" y="4450001"/>
              <a:ext cx="6680" cy="15183"/>
            </a:xfrm>
            <a:custGeom>
              <a:avLst/>
              <a:pathLst>
                <a:path w="6680" h="15183">
                  <a:moveTo>
                    <a:pt x="6680" y="0"/>
                  </a:moveTo>
                  <a:lnTo>
                    <a:pt x="0" y="15183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0" name="pl6530"/>
            <p:cNvSpPr/>
            <p:nvPr/>
          </p:nvSpPr>
          <p:spPr>
            <a:xfrm>
              <a:off x="7959740" y="4465184"/>
              <a:ext cx="4546" cy="17071"/>
            </a:xfrm>
            <a:custGeom>
              <a:avLst/>
              <a:pathLst>
                <a:path w="4546" h="17071">
                  <a:moveTo>
                    <a:pt x="4546" y="0"/>
                  </a:moveTo>
                  <a:lnTo>
                    <a:pt x="0" y="17071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1" name="pl6531"/>
            <p:cNvSpPr/>
            <p:nvPr/>
          </p:nvSpPr>
          <p:spPr>
            <a:xfrm>
              <a:off x="7957758" y="4482256"/>
              <a:ext cx="1981" cy="9391"/>
            </a:xfrm>
            <a:custGeom>
              <a:avLst/>
              <a:pathLst>
                <a:path w="1981" h="9391">
                  <a:moveTo>
                    <a:pt x="1981" y="0"/>
                  </a:moveTo>
                  <a:lnTo>
                    <a:pt x="0" y="9391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2" name="pl6532"/>
            <p:cNvSpPr/>
            <p:nvPr/>
          </p:nvSpPr>
          <p:spPr>
            <a:xfrm>
              <a:off x="7957758" y="4488391"/>
              <a:ext cx="3530" cy="3256"/>
            </a:xfrm>
            <a:custGeom>
              <a:avLst/>
              <a:pathLst>
                <a:path w="3530" h="3256">
                  <a:moveTo>
                    <a:pt x="0" y="3256"/>
                  </a:moveTo>
                  <a:lnTo>
                    <a:pt x="3530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3" name="pl6533"/>
            <p:cNvSpPr/>
            <p:nvPr/>
          </p:nvSpPr>
          <p:spPr>
            <a:xfrm>
              <a:off x="7964286" y="4452984"/>
              <a:ext cx="13353" cy="12200"/>
            </a:xfrm>
            <a:custGeom>
              <a:avLst/>
              <a:pathLst>
                <a:path w="13353" h="12200">
                  <a:moveTo>
                    <a:pt x="0" y="12200"/>
                  </a:moveTo>
                  <a:lnTo>
                    <a:pt x="13353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4" name="pl6534"/>
            <p:cNvSpPr/>
            <p:nvPr/>
          </p:nvSpPr>
          <p:spPr>
            <a:xfrm>
              <a:off x="7975630" y="4452984"/>
              <a:ext cx="2009" cy="6719"/>
            </a:xfrm>
            <a:custGeom>
              <a:avLst/>
              <a:pathLst>
                <a:path w="2009" h="6719">
                  <a:moveTo>
                    <a:pt x="2009" y="0"/>
                  </a:moveTo>
                  <a:lnTo>
                    <a:pt x="0" y="6719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5" name="pl6535"/>
            <p:cNvSpPr/>
            <p:nvPr/>
          </p:nvSpPr>
          <p:spPr>
            <a:xfrm>
              <a:off x="7974702" y="4459704"/>
              <a:ext cx="927" cy="4712"/>
            </a:xfrm>
            <a:custGeom>
              <a:avLst/>
              <a:pathLst>
                <a:path w="927" h="4712">
                  <a:moveTo>
                    <a:pt x="927" y="0"/>
                  </a:moveTo>
                  <a:lnTo>
                    <a:pt x="0" y="4712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6" name="pl6536"/>
            <p:cNvSpPr/>
            <p:nvPr/>
          </p:nvSpPr>
          <p:spPr>
            <a:xfrm>
              <a:off x="7975630" y="4456387"/>
              <a:ext cx="3474" cy="3316"/>
            </a:xfrm>
            <a:custGeom>
              <a:avLst/>
              <a:pathLst>
                <a:path w="3474" h="3316">
                  <a:moveTo>
                    <a:pt x="0" y="3316"/>
                  </a:moveTo>
                  <a:lnTo>
                    <a:pt x="347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7" name="pl6537"/>
            <p:cNvSpPr/>
            <p:nvPr/>
          </p:nvSpPr>
          <p:spPr>
            <a:xfrm>
              <a:off x="7975568" y="4427460"/>
              <a:ext cx="17384" cy="7883"/>
            </a:xfrm>
            <a:custGeom>
              <a:avLst/>
              <a:pathLst>
                <a:path w="17384" h="7883">
                  <a:moveTo>
                    <a:pt x="0" y="7883"/>
                  </a:moveTo>
                  <a:lnTo>
                    <a:pt x="17384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8" name="pl6538"/>
            <p:cNvSpPr/>
            <p:nvPr/>
          </p:nvSpPr>
          <p:spPr>
            <a:xfrm>
              <a:off x="7992953" y="4424085"/>
              <a:ext cx="3417" cy="3375"/>
            </a:xfrm>
            <a:custGeom>
              <a:avLst/>
              <a:pathLst>
                <a:path w="3417" h="3375">
                  <a:moveTo>
                    <a:pt x="0" y="3375"/>
                  </a:moveTo>
                  <a:lnTo>
                    <a:pt x="3417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9" name="pl6539"/>
            <p:cNvSpPr/>
            <p:nvPr/>
          </p:nvSpPr>
          <p:spPr>
            <a:xfrm>
              <a:off x="7989665" y="4371752"/>
              <a:ext cx="29955" cy="14397"/>
            </a:xfrm>
            <a:custGeom>
              <a:avLst/>
              <a:pathLst>
                <a:path w="29955" h="14397">
                  <a:moveTo>
                    <a:pt x="0" y="14397"/>
                  </a:moveTo>
                  <a:lnTo>
                    <a:pt x="29955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0" name="pl6540"/>
            <p:cNvSpPr/>
            <p:nvPr/>
          </p:nvSpPr>
          <p:spPr>
            <a:xfrm>
              <a:off x="8019621" y="4366863"/>
              <a:ext cx="5629" cy="4889"/>
            </a:xfrm>
            <a:custGeom>
              <a:avLst/>
              <a:pathLst>
                <a:path w="5629" h="4889">
                  <a:moveTo>
                    <a:pt x="0" y="4889"/>
                  </a:moveTo>
                  <a:lnTo>
                    <a:pt x="5629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1" name="pl6541"/>
            <p:cNvSpPr/>
            <p:nvPr/>
          </p:nvSpPr>
          <p:spPr>
            <a:xfrm>
              <a:off x="8010958" y="4237577"/>
              <a:ext cx="57776" cy="38939"/>
            </a:xfrm>
            <a:custGeom>
              <a:avLst/>
              <a:pathLst>
                <a:path w="57776" h="38939">
                  <a:moveTo>
                    <a:pt x="0" y="38939"/>
                  </a:moveTo>
                  <a:lnTo>
                    <a:pt x="57776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2" name="pl6542"/>
            <p:cNvSpPr/>
            <p:nvPr/>
          </p:nvSpPr>
          <p:spPr>
            <a:xfrm>
              <a:off x="8068734" y="4219169"/>
              <a:ext cx="15287" cy="18407"/>
            </a:xfrm>
            <a:custGeom>
              <a:avLst/>
              <a:pathLst>
                <a:path w="15287" h="18407">
                  <a:moveTo>
                    <a:pt x="0" y="18407"/>
                  </a:moveTo>
                  <a:lnTo>
                    <a:pt x="15287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3" name="pl6543"/>
            <p:cNvSpPr/>
            <p:nvPr/>
          </p:nvSpPr>
          <p:spPr>
            <a:xfrm>
              <a:off x="8082908" y="4219169"/>
              <a:ext cx="1113" cy="10627"/>
            </a:xfrm>
            <a:custGeom>
              <a:avLst/>
              <a:pathLst>
                <a:path w="1113" h="10627">
                  <a:moveTo>
                    <a:pt x="1113" y="0"/>
                  </a:moveTo>
                  <a:lnTo>
                    <a:pt x="0" y="10627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4" name="pl6544"/>
            <p:cNvSpPr/>
            <p:nvPr/>
          </p:nvSpPr>
          <p:spPr>
            <a:xfrm>
              <a:off x="8081684" y="4229797"/>
              <a:ext cx="1223" cy="6906"/>
            </a:xfrm>
            <a:custGeom>
              <a:avLst/>
              <a:pathLst>
                <a:path w="1223" h="6906">
                  <a:moveTo>
                    <a:pt x="1223" y="0"/>
                  </a:moveTo>
                  <a:lnTo>
                    <a:pt x="0" y="6906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5" name="pl6545"/>
            <p:cNvSpPr/>
            <p:nvPr/>
          </p:nvSpPr>
          <p:spPr>
            <a:xfrm>
              <a:off x="8081305" y="4236703"/>
              <a:ext cx="379" cy="4788"/>
            </a:xfrm>
            <a:custGeom>
              <a:avLst/>
              <a:pathLst>
                <a:path w="379" h="4788">
                  <a:moveTo>
                    <a:pt x="379" y="0"/>
                  </a:moveTo>
                  <a:lnTo>
                    <a:pt x="0" y="4788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6" name="pl6546"/>
            <p:cNvSpPr/>
            <p:nvPr/>
          </p:nvSpPr>
          <p:spPr>
            <a:xfrm>
              <a:off x="8081684" y="4233009"/>
              <a:ext cx="3070" cy="3693"/>
            </a:xfrm>
            <a:custGeom>
              <a:avLst/>
              <a:pathLst>
                <a:path w="3070" h="3693">
                  <a:moveTo>
                    <a:pt x="0" y="3693"/>
                  </a:moveTo>
                  <a:lnTo>
                    <a:pt x="3070" y="0"/>
                  </a:lnTo>
                </a:path>
              </a:pathLst>
            </a:custGeom>
            <a:ln w="8763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7" name="pl6547"/>
            <p:cNvSpPr/>
            <p:nvPr/>
          </p:nvSpPr>
          <p:spPr>
            <a:xfrm>
              <a:off x="8038392" y="3476793"/>
              <a:ext cx="119100" cy="273440"/>
            </a:xfrm>
            <a:custGeom>
              <a:avLst/>
              <a:pathLst>
                <a:path w="119100" h="273440">
                  <a:moveTo>
                    <a:pt x="0" y="273440"/>
                  </a:moveTo>
                  <a:lnTo>
                    <a:pt x="11910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8" name="pl6548"/>
            <p:cNvSpPr/>
            <p:nvPr/>
          </p:nvSpPr>
          <p:spPr>
            <a:xfrm>
              <a:off x="8157493" y="3476793"/>
              <a:ext cx="183" cy="39034"/>
            </a:xfrm>
            <a:custGeom>
              <a:avLst/>
              <a:pathLst>
                <a:path w="183" h="39034">
                  <a:moveTo>
                    <a:pt x="0" y="0"/>
                  </a:moveTo>
                  <a:lnTo>
                    <a:pt x="183" y="3903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9" name="pl6549"/>
            <p:cNvSpPr/>
            <p:nvPr/>
          </p:nvSpPr>
          <p:spPr>
            <a:xfrm>
              <a:off x="8156839" y="3515828"/>
              <a:ext cx="837" cy="64935"/>
            </a:xfrm>
            <a:custGeom>
              <a:avLst/>
              <a:pathLst>
                <a:path w="837" h="64935">
                  <a:moveTo>
                    <a:pt x="837" y="0"/>
                  </a:moveTo>
                  <a:lnTo>
                    <a:pt x="0" y="6493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0" name="pl6550"/>
            <p:cNvSpPr/>
            <p:nvPr/>
          </p:nvSpPr>
          <p:spPr>
            <a:xfrm>
              <a:off x="8156839" y="3580763"/>
              <a:ext cx="15215" cy="86992"/>
            </a:xfrm>
            <a:custGeom>
              <a:avLst/>
              <a:pathLst>
                <a:path w="15215" h="86992">
                  <a:moveTo>
                    <a:pt x="0" y="0"/>
                  </a:moveTo>
                  <a:lnTo>
                    <a:pt x="15215" y="8699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1" name="pl6551"/>
            <p:cNvSpPr/>
            <p:nvPr/>
          </p:nvSpPr>
          <p:spPr>
            <a:xfrm>
              <a:off x="8169497" y="3667755"/>
              <a:ext cx="2556" cy="54345"/>
            </a:xfrm>
            <a:custGeom>
              <a:avLst/>
              <a:pathLst>
                <a:path w="2556" h="54345">
                  <a:moveTo>
                    <a:pt x="2556" y="0"/>
                  </a:moveTo>
                  <a:lnTo>
                    <a:pt x="0" y="5434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2" name="pl6552"/>
            <p:cNvSpPr/>
            <p:nvPr/>
          </p:nvSpPr>
          <p:spPr>
            <a:xfrm>
              <a:off x="8169497" y="3722101"/>
              <a:ext cx="3953" cy="68494"/>
            </a:xfrm>
            <a:custGeom>
              <a:avLst/>
              <a:pathLst>
                <a:path w="3953" h="68494">
                  <a:moveTo>
                    <a:pt x="0" y="0"/>
                  </a:moveTo>
                  <a:lnTo>
                    <a:pt x="3953" y="6849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3" name="pl6553"/>
            <p:cNvSpPr/>
            <p:nvPr/>
          </p:nvSpPr>
          <p:spPr>
            <a:xfrm>
              <a:off x="8173451" y="3790595"/>
              <a:ext cx="6697" cy="59052"/>
            </a:xfrm>
            <a:custGeom>
              <a:avLst/>
              <a:pathLst>
                <a:path w="6697" h="59052">
                  <a:moveTo>
                    <a:pt x="0" y="0"/>
                  </a:moveTo>
                  <a:lnTo>
                    <a:pt x="6697" y="5905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4" name="pl6554"/>
            <p:cNvSpPr/>
            <p:nvPr/>
          </p:nvSpPr>
          <p:spPr>
            <a:xfrm>
              <a:off x="8178552" y="3849648"/>
              <a:ext cx="1595" cy="15005"/>
            </a:xfrm>
            <a:custGeom>
              <a:avLst/>
              <a:pathLst>
                <a:path w="1595" h="15005">
                  <a:moveTo>
                    <a:pt x="1595" y="0"/>
                  </a:moveTo>
                  <a:lnTo>
                    <a:pt x="0" y="1500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5" name="pl6555"/>
            <p:cNvSpPr/>
            <p:nvPr/>
          </p:nvSpPr>
          <p:spPr>
            <a:xfrm>
              <a:off x="8177975" y="3864653"/>
              <a:ext cx="576" cy="16683"/>
            </a:xfrm>
            <a:custGeom>
              <a:avLst/>
              <a:pathLst>
                <a:path w="576" h="16683">
                  <a:moveTo>
                    <a:pt x="576" y="0"/>
                  </a:moveTo>
                  <a:lnTo>
                    <a:pt x="0" y="1668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6" name="pl6556"/>
            <p:cNvSpPr/>
            <p:nvPr/>
          </p:nvSpPr>
          <p:spPr>
            <a:xfrm>
              <a:off x="8175224" y="3881337"/>
              <a:ext cx="2751" cy="19120"/>
            </a:xfrm>
            <a:custGeom>
              <a:avLst/>
              <a:pathLst>
                <a:path w="2751" h="19120">
                  <a:moveTo>
                    <a:pt x="2751" y="0"/>
                  </a:moveTo>
                  <a:lnTo>
                    <a:pt x="0" y="1912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7" name="pl6557"/>
            <p:cNvSpPr/>
            <p:nvPr/>
          </p:nvSpPr>
          <p:spPr>
            <a:xfrm>
              <a:off x="8175224" y="3900457"/>
              <a:ext cx="2128" cy="16711"/>
            </a:xfrm>
            <a:custGeom>
              <a:avLst/>
              <a:pathLst>
                <a:path w="2128" h="16711">
                  <a:moveTo>
                    <a:pt x="0" y="0"/>
                  </a:moveTo>
                  <a:lnTo>
                    <a:pt x="2128" y="167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8" name="pl6558"/>
            <p:cNvSpPr/>
            <p:nvPr/>
          </p:nvSpPr>
          <p:spPr>
            <a:xfrm>
              <a:off x="8176733" y="3917169"/>
              <a:ext cx="618" cy="8941"/>
            </a:xfrm>
            <a:custGeom>
              <a:avLst/>
              <a:pathLst>
                <a:path w="618" h="8941">
                  <a:moveTo>
                    <a:pt x="618" y="0"/>
                  </a:moveTo>
                  <a:lnTo>
                    <a:pt x="0" y="894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9" name="pl6559"/>
            <p:cNvSpPr/>
            <p:nvPr/>
          </p:nvSpPr>
          <p:spPr>
            <a:xfrm>
              <a:off x="8176733" y="3919112"/>
              <a:ext cx="7647" cy="6999"/>
            </a:xfrm>
            <a:custGeom>
              <a:avLst/>
              <a:pathLst>
                <a:path w="7647" h="6999">
                  <a:moveTo>
                    <a:pt x="0" y="6999"/>
                  </a:moveTo>
                  <a:lnTo>
                    <a:pt x="764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0" name="pl6560"/>
            <p:cNvSpPr/>
            <p:nvPr/>
          </p:nvSpPr>
          <p:spPr>
            <a:xfrm>
              <a:off x="8175224" y="3886921"/>
              <a:ext cx="11975" cy="13536"/>
            </a:xfrm>
            <a:custGeom>
              <a:avLst/>
              <a:pathLst>
                <a:path w="11975" h="13536">
                  <a:moveTo>
                    <a:pt x="0" y="13536"/>
                  </a:moveTo>
                  <a:lnTo>
                    <a:pt x="1197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1" name="pl6561"/>
            <p:cNvSpPr/>
            <p:nvPr/>
          </p:nvSpPr>
          <p:spPr>
            <a:xfrm>
              <a:off x="8187199" y="3878601"/>
              <a:ext cx="4785" cy="8319"/>
            </a:xfrm>
            <a:custGeom>
              <a:avLst/>
              <a:pathLst>
                <a:path w="4785" h="8319">
                  <a:moveTo>
                    <a:pt x="0" y="8319"/>
                  </a:moveTo>
                  <a:lnTo>
                    <a:pt x="478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2" name="pl6562"/>
            <p:cNvSpPr/>
            <p:nvPr/>
          </p:nvSpPr>
          <p:spPr>
            <a:xfrm>
              <a:off x="8191985" y="3874429"/>
              <a:ext cx="2380" cy="4172"/>
            </a:xfrm>
            <a:custGeom>
              <a:avLst/>
              <a:pathLst>
                <a:path w="2380" h="4172">
                  <a:moveTo>
                    <a:pt x="0" y="4172"/>
                  </a:moveTo>
                  <a:lnTo>
                    <a:pt x="238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3" name="pl6563"/>
            <p:cNvSpPr/>
            <p:nvPr/>
          </p:nvSpPr>
          <p:spPr>
            <a:xfrm>
              <a:off x="8177975" y="3865468"/>
              <a:ext cx="18271" cy="15869"/>
            </a:xfrm>
            <a:custGeom>
              <a:avLst/>
              <a:pathLst>
                <a:path w="18271" h="15869">
                  <a:moveTo>
                    <a:pt x="0" y="15869"/>
                  </a:moveTo>
                  <a:lnTo>
                    <a:pt x="1827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4" name="pl6564"/>
            <p:cNvSpPr/>
            <p:nvPr/>
          </p:nvSpPr>
          <p:spPr>
            <a:xfrm>
              <a:off x="8173451" y="3737701"/>
              <a:ext cx="29138" cy="52894"/>
            </a:xfrm>
            <a:custGeom>
              <a:avLst/>
              <a:pathLst>
                <a:path w="29138" h="52894">
                  <a:moveTo>
                    <a:pt x="0" y="52894"/>
                  </a:moveTo>
                  <a:lnTo>
                    <a:pt x="29138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5" name="pl6565"/>
            <p:cNvSpPr/>
            <p:nvPr/>
          </p:nvSpPr>
          <p:spPr>
            <a:xfrm>
              <a:off x="8202577" y="3737701"/>
              <a:ext cx="12" cy="9979"/>
            </a:xfrm>
            <a:custGeom>
              <a:avLst/>
              <a:pathLst>
                <a:path w="12" h="9979">
                  <a:moveTo>
                    <a:pt x="12" y="0"/>
                  </a:moveTo>
                  <a:lnTo>
                    <a:pt x="0" y="997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6" name="pl6566"/>
            <p:cNvSpPr/>
            <p:nvPr/>
          </p:nvSpPr>
          <p:spPr>
            <a:xfrm>
              <a:off x="8202396" y="3747681"/>
              <a:ext cx="180" cy="10759"/>
            </a:xfrm>
            <a:custGeom>
              <a:avLst/>
              <a:pathLst>
                <a:path w="180" h="10759">
                  <a:moveTo>
                    <a:pt x="180" y="0"/>
                  </a:moveTo>
                  <a:lnTo>
                    <a:pt x="0" y="1075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7" name="pl6567"/>
            <p:cNvSpPr/>
            <p:nvPr/>
          </p:nvSpPr>
          <p:spPr>
            <a:xfrm>
              <a:off x="8201910" y="3758440"/>
              <a:ext cx="485" cy="12310"/>
            </a:xfrm>
            <a:custGeom>
              <a:avLst/>
              <a:pathLst>
                <a:path w="485" h="12310">
                  <a:moveTo>
                    <a:pt x="485" y="0"/>
                  </a:moveTo>
                  <a:lnTo>
                    <a:pt x="0" y="1231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8" name="pl6568"/>
            <p:cNvSpPr/>
            <p:nvPr/>
          </p:nvSpPr>
          <p:spPr>
            <a:xfrm>
              <a:off x="8200831" y="3770751"/>
              <a:ext cx="1079" cy="15404"/>
            </a:xfrm>
            <a:custGeom>
              <a:avLst/>
              <a:pathLst>
                <a:path w="1079" h="15404">
                  <a:moveTo>
                    <a:pt x="1079" y="0"/>
                  </a:moveTo>
                  <a:lnTo>
                    <a:pt x="0" y="1540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9" name="pl6569"/>
            <p:cNvSpPr/>
            <p:nvPr/>
          </p:nvSpPr>
          <p:spPr>
            <a:xfrm>
              <a:off x="8200775" y="3786155"/>
              <a:ext cx="56" cy="17345"/>
            </a:xfrm>
            <a:custGeom>
              <a:avLst/>
              <a:pathLst>
                <a:path w="56" h="17345">
                  <a:moveTo>
                    <a:pt x="56" y="0"/>
                  </a:moveTo>
                  <a:lnTo>
                    <a:pt x="0" y="17345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0" name="pl6570"/>
            <p:cNvSpPr/>
            <p:nvPr/>
          </p:nvSpPr>
          <p:spPr>
            <a:xfrm>
              <a:off x="8200775" y="3803501"/>
              <a:ext cx="1858" cy="14262"/>
            </a:xfrm>
            <a:custGeom>
              <a:avLst/>
              <a:pathLst>
                <a:path w="1858" h="14262">
                  <a:moveTo>
                    <a:pt x="0" y="0"/>
                  </a:moveTo>
                  <a:lnTo>
                    <a:pt x="1858" y="14262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1" name="pl6571"/>
            <p:cNvSpPr/>
            <p:nvPr/>
          </p:nvSpPr>
          <p:spPr>
            <a:xfrm>
              <a:off x="8202634" y="3811537"/>
              <a:ext cx="4101" cy="6226"/>
            </a:xfrm>
            <a:custGeom>
              <a:avLst/>
              <a:pathLst>
                <a:path w="4101" h="6226">
                  <a:moveTo>
                    <a:pt x="0" y="6226"/>
                  </a:moveTo>
                  <a:lnTo>
                    <a:pt x="410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2" name="pl6572"/>
            <p:cNvSpPr/>
            <p:nvPr/>
          </p:nvSpPr>
          <p:spPr>
            <a:xfrm>
              <a:off x="8200775" y="3790755"/>
              <a:ext cx="6664" cy="12746"/>
            </a:xfrm>
            <a:custGeom>
              <a:avLst/>
              <a:pathLst>
                <a:path w="6664" h="12746">
                  <a:moveTo>
                    <a:pt x="0" y="12746"/>
                  </a:moveTo>
                  <a:lnTo>
                    <a:pt x="6664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3" name="pl6573"/>
            <p:cNvSpPr/>
            <p:nvPr/>
          </p:nvSpPr>
          <p:spPr>
            <a:xfrm>
              <a:off x="8207439" y="3784476"/>
              <a:ext cx="4021" cy="6278"/>
            </a:xfrm>
            <a:custGeom>
              <a:avLst/>
              <a:pathLst>
                <a:path w="4021" h="6278">
                  <a:moveTo>
                    <a:pt x="0" y="6278"/>
                  </a:moveTo>
                  <a:lnTo>
                    <a:pt x="402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4" name="pl6574"/>
            <p:cNvSpPr/>
            <p:nvPr/>
          </p:nvSpPr>
          <p:spPr>
            <a:xfrm>
              <a:off x="8200831" y="3770691"/>
              <a:ext cx="11423" cy="15464"/>
            </a:xfrm>
            <a:custGeom>
              <a:avLst/>
              <a:pathLst>
                <a:path w="11423" h="15464">
                  <a:moveTo>
                    <a:pt x="0" y="15464"/>
                  </a:moveTo>
                  <a:lnTo>
                    <a:pt x="1142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5" name="pl6575"/>
            <p:cNvSpPr/>
            <p:nvPr/>
          </p:nvSpPr>
          <p:spPr>
            <a:xfrm>
              <a:off x="8212255" y="3766402"/>
              <a:ext cx="2163" cy="4288"/>
            </a:xfrm>
            <a:custGeom>
              <a:avLst/>
              <a:pathLst>
                <a:path w="2163" h="4288">
                  <a:moveTo>
                    <a:pt x="0" y="4288"/>
                  </a:moveTo>
                  <a:lnTo>
                    <a:pt x="216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6" name="pl6576"/>
            <p:cNvSpPr/>
            <p:nvPr/>
          </p:nvSpPr>
          <p:spPr>
            <a:xfrm>
              <a:off x="8201910" y="3757356"/>
              <a:ext cx="13928" cy="13394"/>
            </a:xfrm>
            <a:custGeom>
              <a:avLst/>
              <a:pathLst>
                <a:path w="13928" h="13394">
                  <a:moveTo>
                    <a:pt x="0" y="13394"/>
                  </a:moveTo>
                  <a:lnTo>
                    <a:pt x="13928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7" name="pl6577"/>
            <p:cNvSpPr/>
            <p:nvPr/>
          </p:nvSpPr>
          <p:spPr>
            <a:xfrm>
              <a:off x="8202396" y="3748304"/>
              <a:ext cx="14825" cy="10135"/>
            </a:xfrm>
            <a:custGeom>
              <a:avLst/>
              <a:pathLst>
                <a:path w="14825" h="10135">
                  <a:moveTo>
                    <a:pt x="0" y="10135"/>
                  </a:moveTo>
                  <a:lnTo>
                    <a:pt x="1482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8" name="pl6578"/>
            <p:cNvSpPr/>
            <p:nvPr/>
          </p:nvSpPr>
          <p:spPr>
            <a:xfrm>
              <a:off x="8202589" y="3730183"/>
              <a:ext cx="17280" cy="7517"/>
            </a:xfrm>
            <a:custGeom>
              <a:avLst/>
              <a:pathLst>
                <a:path w="17280" h="7517">
                  <a:moveTo>
                    <a:pt x="0" y="7517"/>
                  </a:moveTo>
                  <a:lnTo>
                    <a:pt x="1728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9" name="pl6579"/>
            <p:cNvSpPr/>
            <p:nvPr/>
          </p:nvSpPr>
          <p:spPr>
            <a:xfrm>
              <a:off x="8169497" y="3659911"/>
              <a:ext cx="45963" cy="62189"/>
            </a:xfrm>
            <a:custGeom>
              <a:avLst/>
              <a:pathLst>
                <a:path w="45963" h="62189">
                  <a:moveTo>
                    <a:pt x="0" y="62189"/>
                  </a:moveTo>
                  <a:lnTo>
                    <a:pt x="4596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0" name="pl6580"/>
            <p:cNvSpPr/>
            <p:nvPr/>
          </p:nvSpPr>
          <p:spPr>
            <a:xfrm>
              <a:off x="8215460" y="3659911"/>
              <a:ext cx="929" cy="17719"/>
            </a:xfrm>
            <a:custGeom>
              <a:avLst/>
              <a:pathLst>
                <a:path w="929" h="17719">
                  <a:moveTo>
                    <a:pt x="0" y="0"/>
                  </a:moveTo>
                  <a:lnTo>
                    <a:pt x="929" y="1771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1" name="pl6581"/>
            <p:cNvSpPr/>
            <p:nvPr/>
          </p:nvSpPr>
          <p:spPr>
            <a:xfrm>
              <a:off x="8216390" y="3677631"/>
              <a:ext cx="2598" cy="14958"/>
            </a:xfrm>
            <a:custGeom>
              <a:avLst/>
              <a:pathLst>
                <a:path w="2598" h="14958">
                  <a:moveTo>
                    <a:pt x="0" y="0"/>
                  </a:moveTo>
                  <a:lnTo>
                    <a:pt x="2598" y="1495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2" name="pl6582"/>
            <p:cNvSpPr/>
            <p:nvPr/>
          </p:nvSpPr>
          <p:spPr>
            <a:xfrm>
              <a:off x="8218988" y="3692589"/>
              <a:ext cx="373" cy="8679"/>
            </a:xfrm>
            <a:custGeom>
              <a:avLst/>
              <a:pathLst>
                <a:path w="373" h="8679">
                  <a:moveTo>
                    <a:pt x="0" y="0"/>
                  </a:moveTo>
                  <a:lnTo>
                    <a:pt x="373" y="867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3" name="pl6583"/>
            <p:cNvSpPr/>
            <p:nvPr/>
          </p:nvSpPr>
          <p:spPr>
            <a:xfrm>
              <a:off x="8219362" y="3701269"/>
              <a:ext cx="413" cy="8119"/>
            </a:xfrm>
            <a:custGeom>
              <a:avLst/>
              <a:pathLst>
                <a:path w="413" h="8119">
                  <a:moveTo>
                    <a:pt x="0" y="0"/>
                  </a:moveTo>
                  <a:lnTo>
                    <a:pt x="413" y="811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4" name="pl6584"/>
            <p:cNvSpPr/>
            <p:nvPr/>
          </p:nvSpPr>
          <p:spPr>
            <a:xfrm>
              <a:off x="8219775" y="3702960"/>
              <a:ext cx="3777" cy="6428"/>
            </a:xfrm>
            <a:custGeom>
              <a:avLst/>
              <a:pathLst>
                <a:path w="3777" h="6428">
                  <a:moveTo>
                    <a:pt x="0" y="6428"/>
                  </a:moveTo>
                  <a:lnTo>
                    <a:pt x="377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5" name="pl6585"/>
            <p:cNvSpPr/>
            <p:nvPr/>
          </p:nvSpPr>
          <p:spPr>
            <a:xfrm>
              <a:off x="8216390" y="3663999"/>
              <a:ext cx="8885" cy="13632"/>
            </a:xfrm>
            <a:custGeom>
              <a:avLst/>
              <a:pathLst>
                <a:path w="8885" h="13632">
                  <a:moveTo>
                    <a:pt x="0" y="13632"/>
                  </a:moveTo>
                  <a:lnTo>
                    <a:pt x="888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6" name="pl6586"/>
            <p:cNvSpPr/>
            <p:nvPr/>
          </p:nvSpPr>
          <p:spPr>
            <a:xfrm>
              <a:off x="8225275" y="3663999"/>
              <a:ext cx="684" cy="6980"/>
            </a:xfrm>
            <a:custGeom>
              <a:avLst/>
              <a:pathLst>
                <a:path w="684" h="6980">
                  <a:moveTo>
                    <a:pt x="0" y="0"/>
                  </a:moveTo>
                  <a:lnTo>
                    <a:pt x="684" y="698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7" name="pl6587"/>
            <p:cNvSpPr/>
            <p:nvPr/>
          </p:nvSpPr>
          <p:spPr>
            <a:xfrm>
              <a:off x="8225960" y="3670979"/>
              <a:ext cx="926" cy="4713"/>
            </a:xfrm>
            <a:custGeom>
              <a:avLst/>
              <a:pathLst>
                <a:path w="926" h="4713">
                  <a:moveTo>
                    <a:pt x="0" y="0"/>
                  </a:moveTo>
                  <a:lnTo>
                    <a:pt x="926" y="471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8" name="pl6588"/>
            <p:cNvSpPr/>
            <p:nvPr/>
          </p:nvSpPr>
          <p:spPr>
            <a:xfrm>
              <a:off x="8225960" y="3666594"/>
              <a:ext cx="1960" cy="4385"/>
            </a:xfrm>
            <a:custGeom>
              <a:avLst/>
              <a:pathLst>
                <a:path w="1960" h="4385">
                  <a:moveTo>
                    <a:pt x="0" y="4385"/>
                  </a:moveTo>
                  <a:lnTo>
                    <a:pt x="196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9" name="pl6589"/>
            <p:cNvSpPr/>
            <p:nvPr/>
          </p:nvSpPr>
          <p:spPr>
            <a:xfrm>
              <a:off x="8215460" y="3643683"/>
              <a:ext cx="13423" cy="16228"/>
            </a:xfrm>
            <a:custGeom>
              <a:avLst/>
              <a:pathLst>
                <a:path w="13423" h="16228">
                  <a:moveTo>
                    <a:pt x="0" y="16228"/>
                  </a:moveTo>
                  <a:lnTo>
                    <a:pt x="1342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0" name="pl6590"/>
            <p:cNvSpPr/>
            <p:nvPr/>
          </p:nvSpPr>
          <p:spPr>
            <a:xfrm>
              <a:off x="8228884" y="3639273"/>
              <a:ext cx="1903" cy="4410"/>
            </a:xfrm>
            <a:custGeom>
              <a:avLst/>
              <a:pathLst>
                <a:path w="1903" h="4410">
                  <a:moveTo>
                    <a:pt x="0" y="4410"/>
                  </a:moveTo>
                  <a:lnTo>
                    <a:pt x="1903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1" name="pl6591"/>
            <p:cNvSpPr/>
            <p:nvPr/>
          </p:nvSpPr>
          <p:spPr>
            <a:xfrm>
              <a:off x="8172054" y="3618501"/>
              <a:ext cx="57751" cy="49253"/>
            </a:xfrm>
            <a:custGeom>
              <a:avLst/>
              <a:pathLst>
                <a:path w="57751" h="49253">
                  <a:moveTo>
                    <a:pt x="0" y="49253"/>
                  </a:moveTo>
                  <a:lnTo>
                    <a:pt x="5775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2" name="pl6592"/>
            <p:cNvSpPr/>
            <p:nvPr/>
          </p:nvSpPr>
          <p:spPr>
            <a:xfrm>
              <a:off x="8229805" y="3611917"/>
              <a:ext cx="3499" cy="6583"/>
            </a:xfrm>
            <a:custGeom>
              <a:avLst/>
              <a:pathLst>
                <a:path w="3499" h="6583">
                  <a:moveTo>
                    <a:pt x="0" y="6583"/>
                  </a:moveTo>
                  <a:lnTo>
                    <a:pt x="349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3" name="pl6593"/>
            <p:cNvSpPr/>
            <p:nvPr/>
          </p:nvSpPr>
          <p:spPr>
            <a:xfrm>
              <a:off x="8156839" y="3498027"/>
              <a:ext cx="61295" cy="82735"/>
            </a:xfrm>
            <a:custGeom>
              <a:avLst/>
              <a:pathLst>
                <a:path w="61295" h="82735">
                  <a:moveTo>
                    <a:pt x="0" y="82735"/>
                  </a:moveTo>
                  <a:lnTo>
                    <a:pt x="6129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4" name="pl6594"/>
            <p:cNvSpPr/>
            <p:nvPr/>
          </p:nvSpPr>
          <p:spPr>
            <a:xfrm>
              <a:off x="8218134" y="3498027"/>
              <a:ext cx="3364" cy="26163"/>
            </a:xfrm>
            <a:custGeom>
              <a:avLst/>
              <a:pathLst>
                <a:path w="3364" h="26163">
                  <a:moveTo>
                    <a:pt x="0" y="0"/>
                  </a:moveTo>
                  <a:lnTo>
                    <a:pt x="3364" y="2616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5" name="pl6595"/>
            <p:cNvSpPr/>
            <p:nvPr/>
          </p:nvSpPr>
          <p:spPr>
            <a:xfrm>
              <a:off x="8221498" y="3524191"/>
              <a:ext cx="6115" cy="23507"/>
            </a:xfrm>
            <a:custGeom>
              <a:avLst/>
              <a:pathLst>
                <a:path w="6115" h="23507">
                  <a:moveTo>
                    <a:pt x="0" y="0"/>
                  </a:moveTo>
                  <a:lnTo>
                    <a:pt x="6115" y="23507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6" name="pl6596"/>
            <p:cNvSpPr/>
            <p:nvPr/>
          </p:nvSpPr>
          <p:spPr>
            <a:xfrm>
              <a:off x="8227614" y="3547698"/>
              <a:ext cx="911" cy="9469"/>
            </a:xfrm>
            <a:custGeom>
              <a:avLst/>
              <a:pathLst>
                <a:path w="911" h="9469">
                  <a:moveTo>
                    <a:pt x="0" y="0"/>
                  </a:moveTo>
                  <a:lnTo>
                    <a:pt x="911" y="946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7" name="pl6597"/>
            <p:cNvSpPr/>
            <p:nvPr/>
          </p:nvSpPr>
          <p:spPr>
            <a:xfrm>
              <a:off x="8228525" y="3557168"/>
              <a:ext cx="851" cy="9764"/>
            </a:xfrm>
            <a:custGeom>
              <a:avLst/>
              <a:pathLst>
                <a:path w="851" h="9764">
                  <a:moveTo>
                    <a:pt x="0" y="0"/>
                  </a:moveTo>
                  <a:lnTo>
                    <a:pt x="851" y="976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8" name="pl6598"/>
            <p:cNvSpPr/>
            <p:nvPr/>
          </p:nvSpPr>
          <p:spPr>
            <a:xfrm>
              <a:off x="8229376" y="3566933"/>
              <a:ext cx="766" cy="10344"/>
            </a:xfrm>
            <a:custGeom>
              <a:avLst/>
              <a:pathLst>
                <a:path w="766" h="10344">
                  <a:moveTo>
                    <a:pt x="0" y="0"/>
                  </a:moveTo>
                  <a:lnTo>
                    <a:pt x="766" y="1034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9" name="pl6599"/>
            <p:cNvSpPr/>
            <p:nvPr/>
          </p:nvSpPr>
          <p:spPr>
            <a:xfrm>
              <a:off x="8230143" y="3577278"/>
              <a:ext cx="631" cy="11494"/>
            </a:xfrm>
            <a:custGeom>
              <a:avLst/>
              <a:pathLst>
                <a:path w="631" h="11494">
                  <a:moveTo>
                    <a:pt x="0" y="0"/>
                  </a:moveTo>
                  <a:lnTo>
                    <a:pt x="631" y="11494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0" name="pl6600"/>
            <p:cNvSpPr/>
            <p:nvPr/>
          </p:nvSpPr>
          <p:spPr>
            <a:xfrm>
              <a:off x="8230775" y="3588772"/>
              <a:ext cx="2204" cy="9341"/>
            </a:xfrm>
            <a:custGeom>
              <a:avLst/>
              <a:pathLst>
                <a:path w="2204" h="9341">
                  <a:moveTo>
                    <a:pt x="0" y="0"/>
                  </a:moveTo>
                  <a:lnTo>
                    <a:pt x="2204" y="934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1" name="pl6601"/>
            <p:cNvSpPr/>
            <p:nvPr/>
          </p:nvSpPr>
          <p:spPr>
            <a:xfrm>
              <a:off x="8232979" y="3593664"/>
              <a:ext cx="1809" cy="4449"/>
            </a:xfrm>
            <a:custGeom>
              <a:avLst/>
              <a:pathLst>
                <a:path w="1809" h="4449">
                  <a:moveTo>
                    <a:pt x="0" y="4449"/>
                  </a:moveTo>
                  <a:lnTo>
                    <a:pt x="180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2" name="pl6602"/>
            <p:cNvSpPr/>
            <p:nvPr/>
          </p:nvSpPr>
          <p:spPr>
            <a:xfrm>
              <a:off x="8230775" y="3579863"/>
              <a:ext cx="3570" cy="8909"/>
            </a:xfrm>
            <a:custGeom>
              <a:avLst/>
              <a:pathLst>
                <a:path w="3570" h="8909">
                  <a:moveTo>
                    <a:pt x="0" y="8909"/>
                  </a:moveTo>
                  <a:lnTo>
                    <a:pt x="357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3" name="pl6603"/>
            <p:cNvSpPr/>
            <p:nvPr/>
          </p:nvSpPr>
          <p:spPr>
            <a:xfrm>
              <a:off x="8234345" y="3579863"/>
              <a:ext cx="1126" cy="4669"/>
            </a:xfrm>
            <a:custGeom>
              <a:avLst/>
              <a:pathLst>
                <a:path w="1126" h="4669">
                  <a:moveTo>
                    <a:pt x="0" y="0"/>
                  </a:moveTo>
                  <a:lnTo>
                    <a:pt x="1126" y="4669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4" name="pl6604"/>
            <p:cNvSpPr/>
            <p:nvPr/>
          </p:nvSpPr>
          <p:spPr>
            <a:xfrm>
              <a:off x="8234345" y="3575398"/>
              <a:ext cx="1771" cy="4464"/>
            </a:xfrm>
            <a:custGeom>
              <a:avLst/>
              <a:pathLst>
                <a:path w="1771" h="4464">
                  <a:moveTo>
                    <a:pt x="0" y="4464"/>
                  </a:moveTo>
                  <a:lnTo>
                    <a:pt x="177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5" name="pl6605"/>
            <p:cNvSpPr/>
            <p:nvPr/>
          </p:nvSpPr>
          <p:spPr>
            <a:xfrm>
              <a:off x="8229376" y="3557121"/>
              <a:ext cx="7911" cy="9811"/>
            </a:xfrm>
            <a:custGeom>
              <a:avLst/>
              <a:pathLst>
                <a:path w="7911" h="9811">
                  <a:moveTo>
                    <a:pt x="0" y="9811"/>
                  </a:moveTo>
                  <a:lnTo>
                    <a:pt x="791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6" name="pl6606"/>
            <p:cNvSpPr/>
            <p:nvPr/>
          </p:nvSpPr>
          <p:spPr>
            <a:xfrm>
              <a:off x="8228525" y="3547980"/>
              <a:ext cx="9290" cy="9188"/>
            </a:xfrm>
            <a:custGeom>
              <a:avLst/>
              <a:pathLst>
                <a:path w="9290" h="9188">
                  <a:moveTo>
                    <a:pt x="0" y="9188"/>
                  </a:moveTo>
                  <a:lnTo>
                    <a:pt x="929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7" name="pl6607"/>
            <p:cNvSpPr/>
            <p:nvPr/>
          </p:nvSpPr>
          <p:spPr>
            <a:xfrm>
              <a:off x="8227614" y="3538836"/>
              <a:ext cx="10690" cy="8862"/>
            </a:xfrm>
            <a:custGeom>
              <a:avLst/>
              <a:pathLst>
                <a:path w="10690" h="8862">
                  <a:moveTo>
                    <a:pt x="0" y="8862"/>
                  </a:moveTo>
                  <a:lnTo>
                    <a:pt x="10690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8" name="pl6608"/>
            <p:cNvSpPr/>
            <p:nvPr/>
          </p:nvSpPr>
          <p:spPr>
            <a:xfrm>
              <a:off x="8221498" y="3501472"/>
              <a:ext cx="12561" cy="22718"/>
            </a:xfrm>
            <a:custGeom>
              <a:avLst/>
              <a:pathLst>
                <a:path w="12561" h="22718">
                  <a:moveTo>
                    <a:pt x="0" y="22718"/>
                  </a:moveTo>
                  <a:lnTo>
                    <a:pt x="1256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9" name="pl6609"/>
            <p:cNvSpPr/>
            <p:nvPr/>
          </p:nvSpPr>
          <p:spPr>
            <a:xfrm>
              <a:off x="8234060" y="3501472"/>
              <a:ext cx="1149" cy="8611"/>
            </a:xfrm>
            <a:custGeom>
              <a:avLst/>
              <a:pathLst>
                <a:path w="1149" h="8611">
                  <a:moveTo>
                    <a:pt x="0" y="0"/>
                  </a:moveTo>
                  <a:lnTo>
                    <a:pt x="1149" y="86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0" name="pl6610"/>
            <p:cNvSpPr/>
            <p:nvPr/>
          </p:nvSpPr>
          <p:spPr>
            <a:xfrm>
              <a:off x="8235209" y="3510083"/>
              <a:ext cx="1138" cy="8050"/>
            </a:xfrm>
            <a:custGeom>
              <a:avLst/>
              <a:pathLst>
                <a:path w="1138" h="8050">
                  <a:moveTo>
                    <a:pt x="0" y="0"/>
                  </a:moveTo>
                  <a:lnTo>
                    <a:pt x="1138" y="805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1" name="pl6611"/>
            <p:cNvSpPr/>
            <p:nvPr/>
          </p:nvSpPr>
          <p:spPr>
            <a:xfrm>
              <a:off x="8236348" y="3518133"/>
              <a:ext cx="1159" cy="6917"/>
            </a:xfrm>
            <a:custGeom>
              <a:avLst/>
              <a:pathLst>
                <a:path w="1159" h="6917">
                  <a:moveTo>
                    <a:pt x="0" y="0"/>
                  </a:moveTo>
                  <a:lnTo>
                    <a:pt x="1159" y="6917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2" name="pl6612"/>
            <p:cNvSpPr/>
            <p:nvPr/>
          </p:nvSpPr>
          <p:spPr>
            <a:xfrm>
              <a:off x="8237507" y="3525051"/>
              <a:ext cx="1245" cy="4638"/>
            </a:xfrm>
            <a:custGeom>
              <a:avLst/>
              <a:pathLst>
                <a:path w="1245" h="4638">
                  <a:moveTo>
                    <a:pt x="0" y="0"/>
                  </a:moveTo>
                  <a:lnTo>
                    <a:pt x="1245" y="4638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3" name="pl6613"/>
            <p:cNvSpPr/>
            <p:nvPr/>
          </p:nvSpPr>
          <p:spPr>
            <a:xfrm>
              <a:off x="8237507" y="3520542"/>
              <a:ext cx="1656" cy="4508"/>
            </a:xfrm>
            <a:custGeom>
              <a:avLst/>
              <a:pathLst>
                <a:path w="1656" h="4508">
                  <a:moveTo>
                    <a:pt x="0" y="4508"/>
                  </a:moveTo>
                  <a:lnTo>
                    <a:pt x="1656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4" name="pl6614"/>
            <p:cNvSpPr/>
            <p:nvPr/>
          </p:nvSpPr>
          <p:spPr>
            <a:xfrm>
              <a:off x="8236348" y="3511392"/>
              <a:ext cx="3186" cy="6740"/>
            </a:xfrm>
            <a:custGeom>
              <a:avLst/>
              <a:pathLst>
                <a:path w="3186" h="6740">
                  <a:moveTo>
                    <a:pt x="0" y="6740"/>
                  </a:moveTo>
                  <a:lnTo>
                    <a:pt x="3186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5" name="pl6615"/>
            <p:cNvSpPr/>
            <p:nvPr/>
          </p:nvSpPr>
          <p:spPr>
            <a:xfrm>
              <a:off x="8235209" y="3502241"/>
              <a:ext cx="4657" cy="7841"/>
            </a:xfrm>
            <a:custGeom>
              <a:avLst/>
              <a:pathLst>
                <a:path w="4657" h="7841">
                  <a:moveTo>
                    <a:pt x="0" y="7841"/>
                  </a:moveTo>
                  <a:lnTo>
                    <a:pt x="465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6" name="pl6616"/>
            <p:cNvSpPr/>
            <p:nvPr/>
          </p:nvSpPr>
          <p:spPr>
            <a:xfrm>
              <a:off x="8234060" y="3493089"/>
              <a:ext cx="6099" cy="8382"/>
            </a:xfrm>
            <a:custGeom>
              <a:avLst/>
              <a:pathLst>
                <a:path w="6099" h="8382">
                  <a:moveTo>
                    <a:pt x="0" y="8382"/>
                  </a:moveTo>
                  <a:lnTo>
                    <a:pt x="6099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7" name="pl6617"/>
            <p:cNvSpPr/>
            <p:nvPr/>
          </p:nvSpPr>
          <p:spPr>
            <a:xfrm>
              <a:off x="8218134" y="3472433"/>
              <a:ext cx="19627" cy="25594"/>
            </a:xfrm>
            <a:custGeom>
              <a:avLst/>
              <a:pathLst>
                <a:path w="19627" h="25594">
                  <a:moveTo>
                    <a:pt x="0" y="25594"/>
                  </a:moveTo>
                  <a:lnTo>
                    <a:pt x="19627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8" name="pl6618"/>
            <p:cNvSpPr/>
            <p:nvPr/>
          </p:nvSpPr>
          <p:spPr>
            <a:xfrm>
              <a:off x="8237762" y="3472433"/>
              <a:ext cx="1306" cy="6890"/>
            </a:xfrm>
            <a:custGeom>
              <a:avLst/>
              <a:pathLst>
                <a:path w="1306" h="6890">
                  <a:moveTo>
                    <a:pt x="0" y="0"/>
                  </a:moveTo>
                  <a:lnTo>
                    <a:pt x="1306" y="689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9" name="pl6619"/>
            <p:cNvSpPr/>
            <p:nvPr/>
          </p:nvSpPr>
          <p:spPr>
            <a:xfrm>
              <a:off x="8239069" y="3479324"/>
              <a:ext cx="1344" cy="4611"/>
            </a:xfrm>
            <a:custGeom>
              <a:avLst/>
              <a:pathLst>
                <a:path w="1344" h="4611">
                  <a:moveTo>
                    <a:pt x="0" y="0"/>
                  </a:moveTo>
                  <a:lnTo>
                    <a:pt x="1344" y="4611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0" name="pl6620"/>
            <p:cNvSpPr/>
            <p:nvPr/>
          </p:nvSpPr>
          <p:spPr>
            <a:xfrm>
              <a:off x="8237762" y="3465626"/>
              <a:ext cx="3042" cy="6807"/>
            </a:xfrm>
            <a:custGeom>
              <a:avLst/>
              <a:pathLst>
                <a:path w="3042" h="6807">
                  <a:moveTo>
                    <a:pt x="0" y="6807"/>
                  </a:moveTo>
                  <a:lnTo>
                    <a:pt x="3042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1" name="pl6621"/>
            <p:cNvSpPr/>
            <p:nvPr/>
          </p:nvSpPr>
          <p:spPr>
            <a:xfrm>
              <a:off x="8157676" y="3451876"/>
              <a:ext cx="81861" cy="63951"/>
            </a:xfrm>
            <a:custGeom>
              <a:avLst/>
              <a:pathLst>
                <a:path w="81861" h="63951">
                  <a:moveTo>
                    <a:pt x="0" y="63951"/>
                  </a:moveTo>
                  <a:lnTo>
                    <a:pt x="81861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2" name="pl6622"/>
            <p:cNvSpPr/>
            <p:nvPr/>
          </p:nvSpPr>
          <p:spPr>
            <a:xfrm>
              <a:off x="8239538" y="3451876"/>
              <a:ext cx="1403" cy="4593"/>
            </a:xfrm>
            <a:custGeom>
              <a:avLst/>
              <a:pathLst>
                <a:path w="1403" h="4593">
                  <a:moveTo>
                    <a:pt x="0" y="0"/>
                  </a:moveTo>
                  <a:lnTo>
                    <a:pt x="1403" y="4593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3" name="pl6623"/>
            <p:cNvSpPr/>
            <p:nvPr/>
          </p:nvSpPr>
          <p:spPr>
            <a:xfrm>
              <a:off x="8157493" y="3438156"/>
              <a:ext cx="83605" cy="38636"/>
            </a:xfrm>
            <a:custGeom>
              <a:avLst/>
              <a:pathLst>
                <a:path w="83605" h="38636">
                  <a:moveTo>
                    <a:pt x="0" y="38636"/>
                  </a:moveTo>
                  <a:lnTo>
                    <a:pt x="83605" y="0"/>
                  </a:lnTo>
                </a:path>
              </a:pathLst>
            </a:custGeom>
            <a:ln w="8763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4" name="pl6624"/>
            <p:cNvSpPr/>
            <p:nvPr/>
          </p:nvSpPr>
          <p:spPr>
            <a:xfrm>
              <a:off x="8233682" y="3269009"/>
              <a:ext cx="1790" cy="4457"/>
            </a:xfrm>
            <a:custGeom>
              <a:avLst/>
              <a:pathLst>
                <a:path w="1790" h="4457">
                  <a:moveTo>
                    <a:pt x="0" y="0"/>
                  </a:moveTo>
                  <a:lnTo>
                    <a:pt x="1790" y="445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5" name="pl6625"/>
            <p:cNvSpPr/>
            <p:nvPr/>
          </p:nvSpPr>
          <p:spPr>
            <a:xfrm>
              <a:off x="8213694" y="3096345"/>
              <a:ext cx="2145" cy="4297"/>
            </a:xfrm>
            <a:custGeom>
              <a:avLst/>
              <a:pathLst>
                <a:path w="2145" h="4297">
                  <a:moveTo>
                    <a:pt x="0" y="0"/>
                  </a:moveTo>
                  <a:lnTo>
                    <a:pt x="2145" y="4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6" name="pl6626"/>
            <p:cNvSpPr/>
            <p:nvPr/>
          </p:nvSpPr>
          <p:spPr>
            <a:xfrm>
              <a:off x="8197570" y="3001501"/>
              <a:ext cx="521" cy="4775"/>
            </a:xfrm>
            <a:custGeom>
              <a:avLst/>
              <a:pathLst>
                <a:path w="521" h="4775">
                  <a:moveTo>
                    <a:pt x="0" y="4775"/>
                  </a:moveTo>
                  <a:lnTo>
                    <a:pt x="52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7" name="pl6627"/>
            <p:cNvSpPr/>
            <p:nvPr/>
          </p:nvSpPr>
          <p:spPr>
            <a:xfrm>
              <a:off x="8190046" y="2965671"/>
              <a:ext cx="439" cy="4783"/>
            </a:xfrm>
            <a:custGeom>
              <a:avLst/>
              <a:pathLst>
                <a:path w="439" h="4783">
                  <a:moveTo>
                    <a:pt x="0" y="4783"/>
                  </a:moveTo>
                  <a:lnTo>
                    <a:pt x="43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8" name="pl6628"/>
            <p:cNvSpPr/>
            <p:nvPr/>
          </p:nvSpPr>
          <p:spPr>
            <a:xfrm>
              <a:off x="8181912" y="2929977"/>
              <a:ext cx="357" cy="4790"/>
            </a:xfrm>
            <a:custGeom>
              <a:avLst/>
              <a:pathLst>
                <a:path w="357" h="4790">
                  <a:moveTo>
                    <a:pt x="0" y="4790"/>
                  </a:moveTo>
                  <a:lnTo>
                    <a:pt x="35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9" name="pl6629"/>
            <p:cNvSpPr/>
            <p:nvPr/>
          </p:nvSpPr>
          <p:spPr>
            <a:xfrm>
              <a:off x="8170890" y="2885565"/>
              <a:ext cx="255" cy="4796"/>
            </a:xfrm>
            <a:custGeom>
              <a:avLst/>
              <a:pathLst>
                <a:path w="255" h="4796">
                  <a:moveTo>
                    <a:pt x="0" y="4796"/>
                  </a:moveTo>
                  <a:lnTo>
                    <a:pt x="25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0" name="pl6630"/>
            <p:cNvSpPr/>
            <p:nvPr/>
          </p:nvSpPr>
          <p:spPr>
            <a:xfrm>
              <a:off x="8160655" y="2859035"/>
              <a:ext cx="3361" cy="9807"/>
            </a:xfrm>
            <a:custGeom>
              <a:avLst/>
              <a:pathLst>
                <a:path w="3361" h="9807">
                  <a:moveTo>
                    <a:pt x="0" y="9807"/>
                  </a:moveTo>
                  <a:lnTo>
                    <a:pt x="33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1" name="pl6631"/>
            <p:cNvSpPr/>
            <p:nvPr/>
          </p:nvSpPr>
          <p:spPr>
            <a:xfrm>
              <a:off x="8146015" y="2797503"/>
              <a:ext cx="50" cy="4803"/>
            </a:xfrm>
            <a:custGeom>
              <a:avLst/>
              <a:pathLst>
                <a:path w="50" h="4803">
                  <a:moveTo>
                    <a:pt x="0" y="4803"/>
                  </a:moveTo>
                  <a:lnTo>
                    <a:pt x="5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2" name="pl6632"/>
            <p:cNvSpPr/>
            <p:nvPr/>
          </p:nvSpPr>
          <p:spPr>
            <a:xfrm>
              <a:off x="8129222" y="2745208"/>
              <a:ext cx="72" cy="4802"/>
            </a:xfrm>
            <a:custGeom>
              <a:avLst/>
              <a:pathLst>
                <a:path w="72" h="4802">
                  <a:moveTo>
                    <a:pt x="72" y="480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3" name="pl6633"/>
            <p:cNvSpPr/>
            <p:nvPr/>
          </p:nvSpPr>
          <p:spPr>
            <a:xfrm>
              <a:off x="8114167" y="2701970"/>
              <a:ext cx="174" cy="4800"/>
            </a:xfrm>
            <a:custGeom>
              <a:avLst/>
              <a:pathLst>
                <a:path w="174" h="4800">
                  <a:moveTo>
                    <a:pt x="174" y="480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4" name="pl6634"/>
            <p:cNvSpPr/>
            <p:nvPr/>
          </p:nvSpPr>
          <p:spPr>
            <a:xfrm>
              <a:off x="8074717" y="2604373"/>
              <a:ext cx="3101" cy="3667"/>
            </a:xfrm>
            <a:custGeom>
              <a:avLst/>
              <a:pathLst>
                <a:path w="3101" h="3667">
                  <a:moveTo>
                    <a:pt x="0" y="0"/>
                  </a:moveTo>
                  <a:lnTo>
                    <a:pt x="3101" y="36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5" name="pl6635"/>
            <p:cNvSpPr/>
            <p:nvPr/>
          </p:nvSpPr>
          <p:spPr>
            <a:xfrm>
              <a:off x="8070723" y="2591150"/>
              <a:ext cx="14" cy="7456"/>
            </a:xfrm>
            <a:custGeom>
              <a:avLst/>
              <a:pathLst>
                <a:path w="14" h="7456">
                  <a:moveTo>
                    <a:pt x="0" y="7456"/>
                  </a:moveTo>
                  <a:lnTo>
                    <a:pt x="1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6" name="pl6636"/>
            <p:cNvSpPr/>
            <p:nvPr/>
          </p:nvSpPr>
          <p:spPr>
            <a:xfrm>
              <a:off x="8043092" y="2532525"/>
              <a:ext cx="1734" cy="10221"/>
            </a:xfrm>
            <a:custGeom>
              <a:avLst/>
              <a:pathLst>
                <a:path w="1734" h="10221">
                  <a:moveTo>
                    <a:pt x="0" y="10221"/>
                  </a:moveTo>
                  <a:lnTo>
                    <a:pt x="173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7" name="pl6637"/>
            <p:cNvSpPr/>
            <p:nvPr/>
          </p:nvSpPr>
          <p:spPr>
            <a:xfrm>
              <a:off x="8033186" y="2507641"/>
              <a:ext cx="303" cy="7450"/>
            </a:xfrm>
            <a:custGeom>
              <a:avLst/>
              <a:pathLst>
                <a:path w="303" h="7450">
                  <a:moveTo>
                    <a:pt x="303" y="74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8" name="pl6638"/>
            <p:cNvSpPr/>
            <p:nvPr/>
          </p:nvSpPr>
          <p:spPr>
            <a:xfrm>
              <a:off x="8028747" y="2499380"/>
              <a:ext cx="488" cy="9107"/>
            </a:xfrm>
            <a:custGeom>
              <a:avLst/>
              <a:pathLst>
                <a:path w="488" h="9107">
                  <a:moveTo>
                    <a:pt x="0" y="9107"/>
                  </a:moveTo>
                  <a:lnTo>
                    <a:pt x="48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9" name="pl6639"/>
            <p:cNvSpPr/>
            <p:nvPr/>
          </p:nvSpPr>
          <p:spPr>
            <a:xfrm>
              <a:off x="7992106" y="2425811"/>
              <a:ext cx="621" cy="7430"/>
            </a:xfrm>
            <a:custGeom>
              <a:avLst/>
              <a:pathLst>
                <a:path w="621" h="7430">
                  <a:moveTo>
                    <a:pt x="621" y="74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0" name="pl6640"/>
            <p:cNvSpPr/>
            <p:nvPr/>
          </p:nvSpPr>
          <p:spPr>
            <a:xfrm>
              <a:off x="7980012" y="2406328"/>
              <a:ext cx="3460" cy="3331"/>
            </a:xfrm>
            <a:custGeom>
              <a:avLst/>
              <a:pathLst>
                <a:path w="3460" h="3331">
                  <a:moveTo>
                    <a:pt x="0" y="0"/>
                  </a:moveTo>
                  <a:lnTo>
                    <a:pt x="3460" y="333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1" name="pl6641"/>
            <p:cNvSpPr/>
            <p:nvPr/>
          </p:nvSpPr>
          <p:spPr>
            <a:xfrm>
              <a:off x="7979105" y="2401612"/>
              <a:ext cx="907" cy="4716"/>
            </a:xfrm>
            <a:custGeom>
              <a:avLst/>
              <a:pathLst>
                <a:path w="907" h="4716">
                  <a:moveTo>
                    <a:pt x="907" y="471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2" name="pl6642"/>
            <p:cNvSpPr/>
            <p:nvPr/>
          </p:nvSpPr>
          <p:spPr>
            <a:xfrm>
              <a:off x="7965794" y="2377581"/>
              <a:ext cx="967" cy="4704"/>
            </a:xfrm>
            <a:custGeom>
              <a:avLst/>
              <a:pathLst>
                <a:path w="967" h="4704">
                  <a:moveTo>
                    <a:pt x="967" y="470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3" name="pl6643"/>
            <p:cNvSpPr/>
            <p:nvPr/>
          </p:nvSpPr>
          <p:spPr>
            <a:xfrm>
              <a:off x="7956750" y="2361656"/>
              <a:ext cx="172" cy="9118"/>
            </a:xfrm>
            <a:custGeom>
              <a:avLst/>
              <a:pathLst>
                <a:path w="172" h="9118">
                  <a:moveTo>
                    <a:pt x="172" y="911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4" name="pl6644"/>
            <p:cNvSpPr/>
            <p:nvPr/>
          </p:nvSpPr>
          <p:spPr>
            <a:xfrm>
              <a:off x="7928808" y="2314351"/>
              <a:ext cx="1127" cy="4669"/>
            </a:xfrm>
            <a:custGeom>
              <a:avLst/>
              <a:pathLst>
                <a:path w="1127" h="4669">
                  <a:moveTo>
                    <a:pt x="1127" y="466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5" name="pl6645"/>
            <p:cNvSpPr/>
            <p:nvPr/>
          </p:nvSpPr>
          <p:spPr>
            <a:xfrm>
              <a:off x="7920393" y="2303404"/>
              <a:ext cx="3640" cy="3134"/>
            </a:xfrm>
            <a:custGeom>
              <a:avLst/>
              <a:pathLst>
                <a:path w="3640" h="3134">
                  <a:moveTo>
                    <a:pt x="0" y="0"/>
                  </a:moveTo>
                  <a:lnTo>
                    <a:pt x="3640" y="31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6" name="pl6646"/>
            <p:cNvSpPr/>
            <p:nvPr/>
          </p:nvSpPr>
          <p:spPr>
            <a:xfrm>
              <a:off x="7919225" y="2298744"/>
              <a:ext cx="1167" cy="4659"/>
            </a:xfrm>
            <a:custGeom>
              <a:avLst/>
              <a:pathLst>
                <a:path w="1167" h="4659">
                  <a:moveTo>
                    <a:pt x="1167" y="46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7" name="pl6647"/>
            <p:cNvSpPr/>
            <p:nvPr/>
          </p:nvSpPr>
          <p:spPr>
            <a:xfrm>
              <a:off x="7909463" y="2290972"/>
              <a:ext cx="4920" cy="25260"/>
            </a:xfrm>
            <a:custGeom>
              <a:avLst/>
              <a:pathLst>
                <a:path w="4920" h="25260">
                  <a:moveTo>
                    <a:pt x="0" y="25260"/>
                  </a:moveTo>
                  <a:lnTo>
                    <a:pt x="49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8" name="pl6648"/>
            <p:cNvSpPr/>
            <p:nvPr/>
          </p:nvSpPr>
          <p:spPr>
            <a:xfrm>
              <a:off x="7884645" y="2244776"/>
              <a:ext cx="1346" cy="7333"/>
            </a:xfrm>
            <a:custGeom>
              <a:avLst/>
              <a:pathLst>
                <a:path w="1346" h="7333">
                  <a:moveTo>
                    <a:pt x="1346" y="733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9" name="pl6649"/>
            <p:cNvSpPr/>
            <p:nvPr/>
          </p:nvSpPr>
          <p:spPr>
            <a:xfrm>
              <a:off x="7874471" y="2229548"/>
              <a:ext cx="1345" cy="4610"/>
            </a:xfrm>
            <a:custGeom>
              <a:avLst/>
              <a:pathLst>
                <a:path w="1345" h="4610">
                  <a:moveTo>
                    <a:pt x="1345" y="461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0" name="pl6650"/>
            <p:cNvSpPr/>
            <p:nvPr/>
          </p:nvSpPr>
          <p:spPr>
            <a:xfrm>
              <a:off x="7868297" y="2221967"/>
              <a:ext cx="1037" cy="19296"/>
            </a:xfrm>
            <a:custGeom>
              <a:avLst/>
              <a:pathLst>
                <a:path w="1037" h="19296">
                  <a:moveTo>
                    <a:pt x="0" y="19296"/>
                  </a:moveTo>
                  <a:lnTo>
                    <a:pt x="103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1" name="pl6651"/>
            <p:cNvSpPr/>
            <p:nvPr/>
          </p:nvSpPr>
          <p:spPr>
            <a:xfrm>
              <a:off x="7853733" y="2199357"/>
              <a:ext cx="1533" cy="7296"/>
            </a:xfrm>
            <a:custGeom>
              <a:avLst/>
              <a:pathLst>
                <a:path w="1533" h="7296">
                  <a:moveTo>
                    <a:pt x="1533" y="72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2" name="pl6652"/>
            <p:cNvSpPr/>
            <p:nvPr/>
          </p:nvSpPr>
          <p:spPr>
            <a:xfrm>
              <a:off x="7775944" y="2110967"/>
              <a:ext cx="12526" cy="38671"/>
            </a:xfrm>
            <a:custGeom>
              <a:avLst/>
              <a:pathLst>
                <a:path w="12526" h="38671">
                  <a:moveTo>
                    <a:pt x="0" y="38671"/>
                  </a:moveTo>
                  <a:lnTo>
                    <a:pt x="1252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3" name="pl6653"/>
            <p:cNvSpPr/>
            <p:nvPr/>
          </p:nvSpPr>
          <p:spPr>
            <a:xfrm>
              <a:off x="7773169" y="2093888"/>
              <a:ext cx="3987" cy="2677"/>
            </a:xfrm>
            <a:custGeom>
              <a:avLst/>
              <a:pathLst>
                <a:path w="3987" h="2677">
                  <a:moveTo>
                    <a:pt x="0" y="0"/>
                  </a:moveTo>
                  <a:lnTo>
                    <a:pt x="3987" y="267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4" name="pl6654"/>
            <p:cNvSpPr/>
            <p:nvPr/>
          </p:nvSpPr>
          <p:spPr>
            <a:xfrm>
              <a:off x="7771454" y="2089401"/>
              <a:ext cx="1714" cy="4486"/>
            </a:xfrm>
            <a:custGeom>
              <a:avLst/>
              <a:pathLst>
                <a:path w="1714" h="4486">
                  <a:moveTo>
                    <a:pt x="1714" y="44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5" name="pl6655"/>
            <p:cNvSpPr/>
            <p:nvPr/>
          </p:nvSpPr>
          <p:spPr>
            <a:xfrm>
              <a:off x="7755936" y="2072519"/>
              <a:ext cx="4021" cy="2626"/>
            </a:xfrm>
            <a:custGeom>
              <a:avLst/>
              <a:pathLst>
                <a:path w="4021" h="2626">
                  <a:moveTo>
                    <a:pt x="0" y="0"/>
                  </a:moveTo>
                  <a:lnTo>
                    <a:pt x="4021" y="26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6" name="pl6656"/>
            <p:cNvSpPr/>
            <p:nvPr/>
          </p:nvSpPr>
          <p:spPr>
            <a:xfrm>
              <a:off x="7748339" y="2060988"/>
              <a:ext cx="1999" cy="13894"/>
            </a:xfrm>
            <a:custGeom>
              <a:avLst/>
              <a:pathLst>
                <a:path w="1999" h="13894">
                  <a:moveTo>
                    <a:pt x="1999" y="1389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7" name="pl6657"/>
            <p:cNvSpPr/>
            <p:nvPr/>
          </p:nvSpPr>
          <p:spPr>
            <a:xfrm>
              <a:off x="7738430" y="2051373"/>
              <a:ext cx="4055" cy="2574"/>
            </a:xfrm>
            <a:custGeom>
              <a:avLst/>
              <a:pathLst>
                <a:path w="4055" h="2574">
                  <a:moveTo>
                    <a:pt x="0" y="0"/>
                  </a:moveTo>
                  <a:lnTo>
                    <a:pt x="4055" y="257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8" name="pl6658"/>
            <p:cNvSpPr/>
            <p:nvPr/>
          </p:nvSpPr>
          <p:spPr>
            <a:xfrm>
              <a:off x="7730686" y="2039940"/>
              <a:ext cx="2211" cy="7120"/>
            </a:xfrm>
            <a:custGeom>
              <a:avLst/>
              <a:pathLst>
                <a:path w="2211" h="7120">
                  <a:moveTo>
                    <a:pt x="2211" y="712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9" name="pl6659"/>
            <p:cNvSpPr/>
            <p:nvPr/>
          </p:nvSpPr>
          <p:spPr>
            <a:xfrm>
              <a:off x="7724742" y="2032975"/>
              <a:ext cx="1872" cy="8926"/>
            </a:xfrm>
            <a:custGeom>
              <a:avLst/>
              <a:pathLst>
                <a:path w="1872" h="8926">
                  <a:moveTo>
                    <a:pt x="1872" y="892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0" name="pl6660"/>
            <p:cNvSpPr/>
            <p:nvPr/>
          </p:nvSpPr>
          <p:spPr>
            <a:xfrm>
              <a:off x="7714670" y="2023530"/>
              <a:ext cx="4098" cy="2505"/>
            </a:xfrm>
            <a:custGeom>
              <a:avLst/>
              <a:pathLst>
                <a:path w="4098" h="2505">
                  <a:moveTo>
                    <a:pt x="0" y="0"/>
                  </a:moveTo>
                  <a:lnTo>
                    <a:pt x="4098" y="25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1" name="pl6661"/>
            <p:cNvSpPr/>
            <p:nvPr/>
          </p:nvSpPr>
          <p:spPr>
            <a:xfrm>
              <a:off x="7700670" y="2005368"/>
              <a:ext cx="2345" cy="18096"/>
            </a:xfrm>
            <a:custGeom>
              <a:avLst/>
              <a:pathLst>
                <a:path w="2345" h="18096">
                  <a:moveTo>
                    <a:pt x="2345" y="180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2" name="pl6662"/>
            <p:cNvSpPr/>
            <p:nvPr/>
          </p:nvSpPr>
          <p:spPr>
            <a:xfrm>
              <a:off x="7676131" y="1978176"/>
              <a:ext cx="2017" cy="4359"/>
            </a:xfrm>
            <a:custGeom>
              <a:avLst/>
              <a:pathLst>
                <a:path w="2017" h="4359">
                  <a:moveTo>
                    <a:pt x="2017" y="43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3" name="pl6663"/>
            <p:cNvSpPr/>
            <p:nvPr/>
          </p:nvSpPr>
          <p:spPr>
            <a:xfrm>
              <a:off x="7665801" y="1971444"/>
              <a:ext cx="4122" cy="21345"/>
            </a:xfrm>
            <a:custGeom>
              <a:avLst/>
              <a:pathLst>
                <a:path w="4122" h="21345">
                  <a:moveTo>
                    <a:pt x="0" y="21345"/>
                  </a:moveTo>
                  <a:lnTo>
                    <a:pt x="412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4" name="pl6664"/>
            <p:cNvSpPr/>
            <p:nvPr/>
          </p:nvSpPr>
          <p:spPr>
            <a:xfrm>
              <a:off x="7659496" y="1962393"/>
              <a:ext cx="4191" cy="2345"/>
            </a:xfrm>
            <a:custGeom>
              <a:avLst/>
              <a:pathLst>
                <a:path w="4191" h="2345">
                  <a:moveTo>
                    <a:pt x="0" y="0"/>
                  </a:moveTo>
                  <a:lnTo>
                    <a:pt x="4191" y="23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5" name="pl6665"/>
            <p:cNvSpPr/>
            <p:nvPr/>
          </p:nvSpPr>
          <p:spPr>
            <a:xfrm>
              <a:off x="7651130" y="1951407"/>
              <a:ext cx="2602" cy="6987"/>
            </a:xfrm>
            <a:custGeom>
              <a:avLst/>
              <a:pathLst>
                <a:path w="2602" h="6987">
                  <a:moveTo>
                    <a:pt x="2602" y="69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6" name="pl6666"/>
            <p:cNvSpPr/>
            <p:nvPr/>
          </p:nvSpPr>
          <p:spPr>
            <a:xfrm>
              <a:off x="7640588" y="1942490"/>
              <a:ext cx="4221" cy="2291"/>
            </a:xfrm>
            <a:custGeom>
              <a:avLst/>
              <a:pathLst>
                <a:path w="4221" h="2291">
                  <a:moveTo>
                    <a:pt x="0" y="0"/>
                  </a:moveTo>
                  <a:lnTo>
                    <a:pt x="4221" y="22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7" name="pl6667"/>
            <p:cNvSpPr/>
            <p:nvPr/>
          </p:nvSpPr>
          <p:spPr>
            <a:xfrm>
              <a:off x="7599777" y="1899170"/>
              <a:ext cx="2237" cy="4250"/>
            </a:xfrm>
            <a:custGeom>
              <a:avLst/>
              <a:pathLst>
                <a:path w="2237" h="4250">
                  <a:moveTo>
                    <a:pt x="2237" y="42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8" name="pl6668"/>
            <p:cNvSpPr/>
            <p:nvPr/>
          </p:nvSpPr>
          <p:spPr>
            <a:xfrm>
              <a:off x="7575749" y="1877928"/>
              <a:ext cx="4315" cy="2109"/>
            </a:xfrm>
            <a:custGeom>
              <a:avLst/>
              <a:pathLst>
                <a:path w="4315" h="2109">
                  <a:moveTo>
                    <a:pt x="0" y="0"/>
                  </a:moveTo>
                  <a:lnTo>
                    <a:pt x="4315" y="210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9" name="pl6669"/>
            <p:cNvSpPr/>
            <p:nvPr/>
          </p:nvSpPr>
          <p:spPr>
            <a:xfrm>
              <a:off x="7553402" y="1854923"/>
              <a:ext cx="2363" cy="4181"/>
            </a:xfrm>
            <a:custGeom>
              <a:avLst/>
              <a:pathLst>
                <a:path w="2363" h="4181">
                  <a:moveTo>
                    <a:pt x="2363" y="418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0" name="pl6670"/>
            <p:cNvSpPr/>
            <p:nvPr/>
          </p:nvSpPr>
          <p:spPr>
            <a:xfrm>
              <a:off x="7546670" y="1848716"/>
              <a:ext cx="3073" cy="6793"/>
            </a:xfrm>
            <a:custGeom>
              <a:avLst/>
              <a:pathLst>
                <a:path w="3073" h="6793">
                  <a:moveTo>
                    <a:pt x="3073" y="679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1" name="pl6671"/>
            <p:cNvSpPr/>
            <p:nvPr/>
          </p:nvSpPr>
          <p:spPr>
            <a:xfrm>
              <a:off x="7539912" y="1842537"/>
              <a:ext cx="3693" cy="23175"/>
            </a:xfrm>
            <a:custGeom>
              <a:avLst/>
              <a:pathLst>
                <a:path w="3693" h="23175">
                  <a:moveTo>
                    <a:pt x="3693" y="2317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2" name="pl6672"/>
            <p:cNvSpPr/>
            <p:nvPr/>
          </p:nvSpPr>
          <p:spPr>
            <a:xfrm>
              <a:off x="7508214" y="1816190"/>
              <a:ext cx="4401" cy="1923"/>
            </a:xfrm>
            <a:custGeom>
              <a:avLst/>
              <a:pathLst>
                <a:path w="4401" h="1923">
                  <a:moveTo>
                    <a:pt x="0" y="0"/>
                  </a:moveTo>
                  <a:lnTo>
                    <a:pt x="4401" y="19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3" name="pl6673"/>
            <p:cNvSpPr/>
            <p:nvPr/>
          </p:nvSpPr>
          <p:spPr>
            <a:xfrm>
              <a:off x="7505727" y="1812081"/>
              <a:ext cx="2487" cy="4109"/>
            </a:xfrm>
            <a:custGeom>
              <a:avLst/>
              <a:pathLst>
                <a:path w="2487" h="4109">
                  <a:moveTo>
                    <a:pt x="2487" y="41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4" name="pl6674"/>
            <p:cNvSpPr/>
            <p:nvPr/>
          </p:nvSpPr>
          <p:spPr>
            <a:xfrm>
              <a:off x="7498812" y="1806078"/>
              <a:ext cx="4273" cy="13371"/>
            </a:xfrm>
            <a:custGeom>
              <a:avLst/>
              <a:pathLst>
                <a:path w="4273" h="13371">
                  <a:moveTo>
                    <a:pt x="4273" y="1337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5" name="pl6675"/>
            <p:cNvSpPr/>
            <p:nvPr/>
          </p:nvSpPr>
          <p:spPr>
            <a:xfrm>
              <a:off x="7466450" y="1780551"/>
              <a:ext cx="4449" cy="1810"/>
            </a:xfrm>
            <a:custGeom>
              <a:avLst/>
              <a:pathLst>
                <a:path w="4449" h="1810">
                  <a:moveTo>
                    <a:pt x="0" y="0"/>
                  </a:moveTo>
                  <a:lnTo>
                    <a:pt x="4449" y="181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6" name="pl6676"/>
            <p:cNvSpPr/>
            <p:nvPr/>
          </p:nvSpPr>
          <p:spPr>
            <a:xfrm>
              <a:off x="7456792" y="1770683"/>
              <a:ext cx="3445" cy="6612"/>
            </a:xfrm>
            <a:custGeom>
              <a:avLst/>
              <a:pathLst>
                <a:path w="3445" h="6612">
                  <a:moveTo>
                    <a:pt x="3445" y="661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7" name="pl6677"/>
            <p:cNvSpPr/>
            <p:nvPr/>
          </p:nvSpPr>
          <p:spPr>
            <a:xfrm>
              <a:off x="7449701" y="1764889"/>
              <a:ext cx="3433" cy="8449"/>
            </a:xfrm>
            <a:custGeom>
              <a:avLst/>
              <a:pathLst>
                <a:path w="3433" h="8449">
                  <a:moveTo>
                    <a:pt x="3433" y="844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8" name="pl6678"/>
            <p:cNvSpPr/>
            <p:nvPr/>
          </p:nvSpPr>
          <p:spPr>
            <a:xfrm>
              <a:off x="7438106" y="1757391"/>
              <a:ext cx="4479" cy="1734"/>
            </a:xfrm>
            <a:custGeom>
              <a:avLst/>
              <a:pathLst>
                <a:path w="4479" h="1734">
                  <a:moveTo>
                    <a:pt x="0" y="0"/>
                  </a:moveTo>
                  <a:lnTo>
                    <a:pt x="4479" y="17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9" name="pl6679"/>
            <p:cNvSpPr/>
            <p:nvPr/>
          </p:nvSpPr>
          <p:spPr>
            <a:xfrm>
              <a:off x="7435446" y="1753392"/>
              <a:ext cx="2660" cy="3999"/>
            </a:xfrm>
            <a:custGeom>
              <a:avLst/>
              <a:pathLst>
                <a:path w="2660" h="3999">
                  <a:moveTo>
                    <a:pt x="2660" y="399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0" name="pl6680"/>
            <p:cNvSpPr/>
            <p:nvPr/>
          </p:nvSpPr>
          <p:spPr>
            <a:xfrm>
              <a:off x="7423787" y="1745994"/>
              <a:ext cx="4494" cy="1695"/>
            </a:xfrm>
            <a:custGeom>
              <a:avLst/>
              <a:pathLst>
                <a:path w="4494" h="1695">
                  <a:moveTo>
                    <a:pt x="0" y="0"/>
                  </a:moveTo>
                  <a:lnTo>
                    <a:pt x="4494" y="16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1" name="pl6681"/>
            <p:cNvSpPr/>
            <p:nvPr/>
          </p:nvSpPr>
          <p:spPr>
            <a:xfrm>
              <a:off x="7409371" y="1734719"/>
              <a:ext cx="4508" cy="1657"/>
            </a:xfrm>
            <a:custGeom>
              <a:avLst/>
              <a:pathLst>
                <a:path w="4508" h="1657">
                  <a:moveTo>
                    <a:pt x="0" y="0"/>
                  </a:moveTo>
                  <a:lnTo>
                    <a:pt x="4508" y="165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2" name="pl6682"/>
            <p:cNvSpPr/>
            <p:nvPr/>
          </p:nvSpPr>
          <p:spPr>
            <a:xfrm>
              <a:off x="7392097" y="1719637"/>
              <a:ext cx="2762" cy="3929"/>
            </a:xfrm>
            <a:custGeom>
              <a:avLst/>
              <a:pathLst>
                <a:path w="2762" h="3929">
                  <a:moveTo>
                    <a:pt x="2762" y="392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3" name="pl6683"/>
            <p:cNvSpPr/>
            <p:nvPr/>
          </p:nvSpPr>
          <p:spPr>
            <a:xfrm>
              <a:off x="7377458" y="1708634"/>
              <a:ext cx="3791" cy="8295"/>
            </a:xfrm>
            <a:custGeom>
              <a:avLst/>
              <a:pathLst>
                <a:path w="3791" h="8295">
                  <a:moveTo>
                    <a:pt x="3791" y="82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4" name="pl6684"/>
            <p:cNvSpPr/>
            <p:nvPr/>
          </p:nvSpPr>
          <p:spPr>
            <a:xfrm>
              <a:off x="7350761" y="1690861"/>
              <a:ext cx="4562" cy="1502"/>
            </a:xfrm>
            <a:custGeom>
              <a:avLst/>
              <a:pathLst>
                <a:path w="4562" h="1502">
                  <a:moveTo>
                    <a:pt x="0" y="0"/>
                  </a:moveTo>
                  <a:lnTo>
                    <a:pt x="4562" y="150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5" name="pl6685"/>
            <p:cNvSpPr/>
            <p:nvPr/>
          </p:nvSpPr>
          <p:spPr>
            <a:xfrm>
              <a:off x="7317975" y="1665881"/>
              <a:ext cx="2927" cy="3808"/>
            </a:xfrm>
            <a:custGeom>
              <a:avLst/>
              <a:pathLst>
                <a:path w="2927" h="3808">
                  <a:moveTo>
                    <a:pt x="2927" y="38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6" name="pl6686"/>
            <p:cNvSpPr/>
            <p:nvPr/>
          </p:nvSpPr>
          <p:spPr>
            <a:xfrm>
              <a:off x="7295298" y="1650376"/>
              <a:ext cx="3829" cy="9634"/>
            </a:xfrm>
            <a:custGeom>
              <a:avLst/>
              <a:pathLst>
                <a:path w="3829" h="9634">
                  <a:moveTo>
                    <a:pt x="3829" y="963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7" name="pl6687"/>
            <p:cNvSpPr/>
            <p:nvPr/>
          </p:nvSpPr>
          <p:spPr>
            <a:xfrm>
              <a:off x="7283079" y="1643946"/>
              <a:ext cx="4616" cy="1326"/>
            </a:xfrm>
            <a:custGeom>
              <a:avLst/>
              <a:pathLst>
                <a:path w="4616" h="1326">
                  <a:moveTo>
                    <a:pt x="0" y="0"/>
                  </a:moveTo>
                  <a:lnTo>
                    <a:pt x="4616" y="13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8" name="pl6688"/>
            <p:cNvSpPr/>
            <p:nvPr/>
          </p:nvSpPr>
          <p:spPr>
            <a:xfrm>
              <a:off x="7267797" y="1633876"/>
              <a:ext cx="4627" cy="1286"/>
            </a:xfrm>
            <a:custGeom>
              <a:avLst/>
              <a:pathLst>
                <a:path w="4627" h="1286">
                  <a:moveTo>
                    <a:pt x="0" y="0"/>
                  </a:moveTo>
                  <a:lnTo>
                    <a:pt x="4627" y="12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9" name="pl6689"/>
            <p:cNvSpPr/>
            <p:nvPr/>
          </p:nvSpPr>
          <p:spPr>
            <a:xfrm>
              <a:off x="7264757" y="1630157"/>
              <a:ext cx="3039" cy="3719"/>
            </a:xfrm>
            <a:custGeom>
              <a:avLst/>
              <a:pathLst>
                <a:path w="3039" h="3719">
                  <a:moveTo>
                    <a:pt x="3039" y="371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0" name="pl6690"/>
            <p:cNvSpPr/>
            <p:nvPr/>
          </p:nvSpPr>
          <p:spPr>
            <a:xfrm>
              <a:off x="7257068" y="1625184"/>
              <a:ext cx="16564" cy="43995"/>
            </a:xfrm>
            <a:custGeom>
              <a:avLst/>
              <a:pathLst>
                <a:path w="16564" h="43995">
                  <a:moveTo>
                    <a:pt x="16564" y="439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1" name="pl6691"/>
            <p:cNvSpPr/>
            <p:nvPr/>
          </p:nvSpPr>
          <p:spPr>
            <a:xfrm>
              <a:off x="7194807" y="1586590"/>
              <a:ext cx="4541" cy="14623"/>
            </a:xfrm>
            <a:custGeom>
              <a:avLst/>
              <a:pathLst>
                <a:path w="4541" h="14623">
                  <a:moveTo>
                    <a:pt x="4541" y="1462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2" name="pl6692"/>
            <p:cNvSpPr/>
            <p:nvPr/>
          </p:nvSpPr>
          <p:spPr>
            <a:xfrm>
              <a:off x="7182249" y="1580848"/>
              <a:ext cx="4683" cy="1068"/>
            </a:xfrm>
            <a:custGeom>
              <a:avLst/>
              <a:pathLst>
                <a:path w="4683" h="1068">
                  <a:moveTo>
                    <a:pt x="0" y="0"/>
                  </a:moveTo>
                  <a:lnTo>
                    <a:pt x="4683" y="106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3" name="pl6693"/>
            <p:cNvSpPr/>
            <p:nvPr/>
          </p:nvSpPr>
          <p:spPr>
            <a:xfrm>
              <a:off x="7139275" y="1554581"/>
              <a:ext cx="4852" cy="7722"/>
            </a:xfrm>
            <a:custGeom>
              <a:avLst/>
              <a:pathLst>
                <a:path w="4852" h="7722">
                  <a:moveTo>
                    <a:pt x="4852" y="77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4" name="pl6694"/>
            <p:cNvSpPr/>
            <p:nvPr/>
          </p:nvSpPr>
          <p:spPr>
            <a:xfrm>
              <a:off x="7126551" y="1549217"/>
              <a:ext cx="4712" cy="927"/>
            </a:xfrm>
            <a:custGeom>
              <a:avLst/>
              <a:pathLst>
                <a:path w="4712" h="927">
                  <a:moveTo>
                    <a:pt x="0" y="0"/>
                  </a:moveTo>
                  <a:lnTo>
                    <a:pt x="4712" y="92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5" name="pl6695"/>
            <p:cNvSpPr/>
            <p:nvPr/>
          </p:nvSpPr>
          <p:spPr>
            <a:xfrm>
              <a:off x="7110466" y="1540486"/>
              <a:ext cx="4720" cy="887"/>
            </a:xfrm>
            <a:custGeom>
              <a:avLst/>
              <a:pathLst>
                <a:path w="4720" h="887">
                  <a:moveTo>
                    <a:pt x="0" y="0"/>
                  </a:moveTo>
                  <a:lnTo>
                    <a:pt x="4720" y="88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6" name="pl6696"/>
            <p:cNvSpPr/>
            <p:nvPr/>
          </p:nvSpPr>
          <p:spPr>
            <a:xfrm>
              <a:off x="7107121" y="1537040"/>
              <a:ext cx="3345" cy="3446"/>
            </a:xfrm>
            <a:custGeom>
              <a:avLst/>
              <a:pathLst>
                <a:path w="3345" h="3446">
                  <a:moveTo>
                    <a:pt x="3345" y="344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7" name="pl6697"/>
            <p:cNvSpPr/>
            <p:nvPr/>
          </p:nvSpPr>
          <p:spPr>
            <a:xfrm>
              <a:off x="7094307" y="1531894"/>
              <a:ext cx="4728" cy="847"/>
            </a:xfrm>
            <a:custGeom>
              <a:avLst/>
              <a:pathLst>
                <a:path w="4728" h="847">
                  <a:moveTo>
                    <a:pt x="0" y="0"/>
                  </a:moveTo>
                  <a:lnTo>
                    <a:pt x="4728" y="84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8" name="pl6698"/>
            <p:cNvSpPr/>
            <p:nvPr/>
          </p:nvSpPr>
          <p:spPr>
            <a:xfrm>
              <a:off x="7078076" y="1523439"/>
              <a:ext cx="4735" cy="806"/>
            </a:xfrm>
            <a:custGeom>
              <a:avLst/>
              <a:pathLst>
                <a:path w="4735" h="806">
                  <a:moveTo>
                    <a:pt x="0" y="0"/>
                  </a:moveTo>
                  <a:lnTo>
                    <a:pt x="4735" y="80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9" name="pl6699"/>
            <p:cNvSpPr/>
            <p:nvPr/>
          </p:nvSpPr>
          <p:spPr>
            <a:xfrm>
              <a:off x="7066514" y="1515890"/>
              <a:ext cx="7528" cy="10390"/>
            </a:xfrm>
            <a:custGeom>
              <a:avLst/>
              <a:pathLst>
                <a:path w="7528" h="10390">
                  <a:moveTo>
                    <a:pt x="7528" y="103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0" name="pl6700"/>
            <p:cNvSpPr/>
            <p:nvPr/>
          </p:nvSpPr>
          <p:spPr>
            <a:xfrm>
              <a:off x="7053594" y="1511018"/>
              <a:ext cx="4745" cy="745"/>
            </a:xfrm>
            <a:custGeom>
              <a:avLst/>
              <a:pathLst>
                <a:path w="4745" h="745">
                  <a:moveTo>
                    <a:pt x="0" y="0"/>
                  </a:moveTo>
                  <a:lnTo>
                    <a:pt x="4745" y="7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1" name="pl6701"/>
            <p:cNvSpPr/>
            <p:nvPr/>
          </p:nvSpPr>
          <p:spPr>
            <a:xfrm>
              <a:off x="7037186" y="1502912"/>
              <a:ext cx="4751" cy="705"/>
            </a:xfrm>
            <a:custGeom>
              <a:avLst/>
              <a:pathLst>
                <a:path w="4751" h="705">
                  <a:moveTo>
                    <a:pt x="0" y="0"/>
                  </a:moveTo>
                  <a:lnTo>
                    <a:pt x="4751" y="7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2" name="pl6702"/>
            <p:cNvSpPr/>
            <p:nvPr/>
          </p:nvSpPr>
          <p:spPr>
            <a:xfrm>
              <a:off x="7033710" y="1499596"/>
              <a:ext cx="3475" cy="3315"/>
            </a:xfrm>
            <a:custGeom>
              <a:avLst/>
              <a:pathLst>
                <a:path w="3475" h="3315">
                  <a:moveTo>
                    <a:pt x="3475" y="331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3" name="pl6703"/>
            <p:cNvSpPr/>
            <p:nvPr/>
          </p:nvSpPr>
          <p:spPr>
            <a:xfrm>
              <a:off x="7012445" y="1491016"/>
              <a:ext cx="4759" cy="644"/>
            </a:xfrm>
            <a:custGeom>
              <a:avLst/>
              <a:pathLst>
                <a:path w="4759" h="644">
                  <a:moveTo>
                    <a:pt x="0" y="0"/>
                  </a:moveTo>
                  <a:lnTo>
                    <a:pt x="4759" y="64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4" name="pl6704"/>
            <p:cNvSpPr/>
            <p:nvPr/>
          </p:nvSpPr>
          <p:spPr>
            <a:xfrm>
              <a:off x="6958916" y="1464999"/>
              <a:ext cx="3600" cy="3179"/>
            </a:xfrm>
            <a:custGeom>
              <a:avLst/>
              <a:pathLst>
                <a:path w="3600" h="3179">
                  <a:moveTo>
                    <a:pt x="3600" y="31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5" name="pl6705"/>
            <p:cNvSpPr/>
            <p:nvPr/>
          </p:nvSpPr>
          <p:spPr>
            <a:xfrm>
              <a:off x="6945746" y="1460852"/>
              <a:ext cx="4779" cy="481"/>
            </a:xfrm>
            <a:custGeom>
              <a:avLst/>
              <a:pathLst>
                <a:path w="4779" h="481">
                  <a:moveTo>
                    <a:pt x="0" y="0"/>
                  </a:moveTo>
                  <a:lnTo>
                    <a:pt x="4779" y="4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6" name="pl6706"/>
            <p:cNvSpPr/>
            <p:nvPr/>
          </p:nvSpPr>
          <p:spPr>
            <a:xfrm>
              <a:off x="6903551" y="1443162"/>
              <a:ext cx="4788" cy="379"/>
            </a:xfrm>
            <a:custGeom>
              <a:avLst/>
              <a:pathLst>
                <a:path w="4788" h="379">
                  <a:moveTo>
                    <a:pt x="0" y="0"/>
                  </a:moveTo>
                  <a:lnTo>
                    <a:pt x="4788" y="37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7" name="pl6707"/>
            <p:cNvSpPr/>
            <p:nvPr/>
          </p:nvSpPr>
          <p:spPr>
            <a:xfrm>
              <a:off x="6886569" y="1436340"/>
              <a:ext cx="4791" cy="338"/>
            </a:xfrm>
            <a:custGeom>
              <a:avLst/>
              <a:pathLst>
                <a:path w="4791" h="338">
                  <a:moveTo>
                    <a:pt x="0" y="0"/>
                  </a:moveTo>
                  <a:lnTo>
                    <a:pt x="4791" y="33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8" name="pl6708"/>
            <p:cNvSpPr/>
            <p:nvPr/>
          </p:nvSpPr>
          <p:spPr>
            <a:xfrm>
              <a:off x="6857229" y="1423387"/>
              <a:ext cx="3758" cy="2990"/>
            </a:xfrm>
            <a:custGeom>
              <a:avLst/>
              <a:pathLst>
                <a:path w="3758" h="2990">
                  <a:moveTo>
                    <a:pt x="3758" y="29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9" name="pl6709"/>
            <p:cNvSpPr/>
            <p:nvPr/>
          </p:nvSpPr>
          <p:spPr>
            <a:xfrm>
              <a:off x="6792170" y="1401423"/>
              <a:ext cx="4802" cy="113"/>
            </a:xfrm>
            <a:custGeom>
              <a:avLst/>
              <a:pathLst>
                <a:path w="4802" h="113">
                  <a:moveTo>
                    <a:pt x="0" y="0"/>
                  </a:moveTo>
                  <a:lnTo>
                    <a:pt x="4802" y="11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0" name="pl6710"/>
            <p:cNvSpPr/>
            <p:nvPr/>
          </p:nvSpPr>
          <p:spPr>
            <a:xfrm>
              <a:off x="6788311" y="1398562"/>
              <a:ext cx="3858" cy="2860"/>
            </a:xfrm>
            <a:custGeom>
              <a:avLst/>
              <a:pathLst>
                <a:path w="3858" h="2860">
                  <a:moveTo>
                    <a:pt x="3858" y="28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1" name="pl6711"/>
            <p:cNvSpPr/>
            <p:nvPr/>
          </p:nvSpPr>
          <p:spPr>
            <a:xfrm>
              <a:off x="6779638" y="1395624"/>
              <a:ext cx="5568" cy="4959"/>
            </a:xfrm>
            <a:custGeom>
              <a:avLst/>
              <a:pathLst>
                <a:path w="5568" h="4959">
                  <a:moveTo>
                    <a:pt x="5568" y="49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2" name="pl6712"/>
            <p:cNvSpPr/>
            <p:nvPr/>
          </p:nvSpPr>
          <p:spPr>
            <a:xfrm>
              <a:off x="6770953" y="1392724"/>
              <a:ext cx="6209" cy="6680"/>
            </a:xfrm>
            <a:custGeom>
              <a:avLst/>
              <a:pathLst>
                <a:path w="6209" h="6680">
                  <a:moveTo>
                    <a:pt x="6209" y="668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3" name="pl6713"/>
            <p:cNvSpPr/>
            <p:nvPr/>
          </p:nvSpPr>
          <p:spPr>
            <a:xfrm>
              <a:off x="6692248" y="1368298"/>
              <a:ext cx="3988" cy="2676"/>
            </a:xfrm>
            <a:custGeom>
              <a:avLst/>
              <a:pathLst>
                <a:path w="3988" h="2676">
                  <a:moveTo>
                    <a:pt x="3988" y="267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4" name="pl6714"/>
            <p:cNvSpPr/>
            <p:nvPr/>
          </p:nvSpPr>
          <p:spPr>
            <a:xfrm>
              <a:off x="6669834" y="1363282"/>
              <a:ext cx="4800" cy="173"/>
            </a:xfrm>
            <a:custGeom>
              <a:avLst/>
              <a:pathLst>
                <a:path w="4800" h="173">
                  <a:moveTo>
                    <a:pt x="0" y="173"/>
                  </a:moveTo>
                  <a:lnTo>
                    <a:pt x="480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5" name="pl6715"/>
            <p:cNvSpPr/>
            <p:nvPr/>
          </p:nvSpPr>
          <p:spPr>
            <a:xfrm>
              <a:off x="6665811" y="1360830"/>
              <a:ext cx="4022" cy="2625"/>
            </a:xfrm>
            <a:custGeom>
              <a:avLst/>
              <a:pathLst>
                <a:path w="4022" h="2625">
                  <a:moveTo>
                    <a:pt x="4022" y="26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6" name="pl6716"/>
            <p:cNvSpPr/>
            <p:nvPr/>
          </p:nvSpPr>
          <p:spPr>
            <a:xfrm>
              <a:off x="6656978" y="1358416"/>
              <a:ext cx="5854" cy="4617"/>
            </a:xfrm>
            <a:custGeom>
              <a:avLst/>
              <a:pathLst>
                <a:path w="5854" h="4617">
                  <a:moveTo>
                    <a:pt x="5854" y="46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7" name="pl6717"/>
            <p:cNvSpPr/>
            <p:nvPr/>
          </p:nvSpPr>
          <p:spPr>
            <a:xfrm>
              <a:off x="6643337" y="1356040"/>
              <a:ext cx="4797" cy="235"/>
            </a:xfrm>
            <a:custGeom>
              <a:avLst/>
              <a:pathLst>
                <a:path w="4797" h="235">
                  <a:moveTo>
                    <a:pt x="0" y="235"/>
                  </a:moveTo>
                  <a:lnTo>
                    <a:pt x="479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8" name="pl6718"/>
            <p:cNvSpPr/>
            <p:nvPr/>
          </p:nvSpPr>
          <p:spPr>
            <a:xfrm>
              <a:off x="6616751" y="1349138"/>
              <a:ext cx="4794" cy="296"/>
            </a:xfrm>
            <a:custGeom>
              <a:avLst/>
              <a:pathLst>
                <a:path w="4794" h="296">
                  <a:moveTo>
                    <a:pt x="0" y="296"/>
                  </a:moveTo>
                  <a:lnTo>
                    <a:pt x="479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9" name="pl6719"/>
            <p:cNvSpPr/>
            <p:nvPr/>
          </p:nvSpPr>
          <p:spPr>
            <a:xfrm>
              <a:off x="6585959" y="1340465"/>
              <a:ext cx="4120" cy="2468"/>
            </a:xfrm>
            <a:custGeom>
              <a:avLst/>
              <a:pathLst>
                <a:path w="4120" h="2468">
                  <a:moveTo>
                    <a:pt x="4120" y="246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0" name="pl6720"/>
            <p:cNvSpPr/>
            <p:nvPr/>
          </p:nvSpPr>
          <p:spPr>
            <a:xfrm>
              <a:off x="6568112" y="1336357"/>
              <a:ext cx="6834" cy="6039"/>
            </a:xfrm>
            <a:custGeom>
              <a:avLst/>
              <a:pathLst>
                <a:path w="6834" h="6039">
                  <a:moveTo>
                    <a:pt x="6834" y="603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1" name="pl6721"/>
            <p:cNvSpPr/>
            <p:nvPr/>
          </p:nvSpPr>
          <p:spPr>
            <a:xfrm>
              <a:off x="6559175" y="1334361"/>
              <a:ext cx="7096" cy="7557"/>
            </a:xfrm>
            <a:custGeom>
              <a:avLst/>
              <a:pathLst>
                <a:path w="7096" h="7557">
                  <a:moveTo>
                    <a:pt x="7096" y="755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2" name="pl6722"/>
            <p:cNvSpPr/>
            <p:nvPr/>
          </p:nvSpPr>
          <p:spPr>
            <a:xfrm>
              <a:off x="6545449" y="1332402"/>
              <a:ext cx="4781" cy="459"/>
            </a:xfrm>
            <a:custGeom>
              <a:avLst/>
              <a:pathLst>
                <a:path w="4781" h="459">
                  <a:moveTo>
                    <a:pt x="0" y="459"/>
                  </a:moveTo>
                  <a:lnTo>
                    <a:pt x="478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3" name="pl6723"/>
            <p:cNvSpPr/>
            <p:nvPr/>
          </p:nvSpPr>
          <p:spPr>
            <a:xfrm>
              <a:off x="6532315" y="1328600"/>
              <a:ext cx="6119" cy="4259"/>
            </a:xfrm>
            <a:custGeom>
              <a:avLst/>
              <a:pathLst>
                <a:path w="6119" h="4259">
                  <a:moveTo>
                    <a:pt x="6119" y="42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4" name="pl6724"/>
            <p:cNvSpPr/>
            <p:nvPr/>
          </p:nvSpPr>
          <p:spPr>
            <a:xfrm>
              <a:off x="6406094" y="1306282"/>
              <a:ext cx="6363" cy="3886"/>
            </a:xfrm>
            <a:custGeom>
              <a:avLst/>
              <a:pathLst>
                <a:path w="6363" h="3886">
                  <a:moveTo>
                    <a:pt x="6363" y="38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5" name="pl6725"/>
            <p:cNvSpPr/>
            <p:nvPr/>
          </p:nvSpPr>
          <p:spPr>
            <a:xfrm>
              <a:off x="6397030" y="1304977"/>
              <a:ext cx="7300" cy="5466"/>
            </a:xfrm>
            <a:custGeom>
              <a:avLst/>
              <a:pathLst>
                <a:path w="7300" h="5466">
                  <a:moveTo>
                    <a:pt x="7300" y="546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6" name="pl6726"/>
            <p:cNvSpPr/>
            <p:nvPr/>
          </p:nvSpPr>
          <p:spPr>
            <a:xfrm>
              <a:off x="6360723" y="1300144"/>
              <a:ext cx="7393" cy="5340"/>
            </a:xfrm>
            <a:custGeom>
              <a:avLst/>
              <a:pathLst>
                <a:path w="7393" h="5340">
                  <a:moveTo>
                    <a:pt x="7393" y="534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7" name="pl6727"/>
            <p:cNvSpPr/>
            <p:nvPr/>
          </p:nvSpPr>
          <p:spPr>
            <a:xfrm>
              <a:off x="6342540" y="1297960"/>
              <a:ext cx="13337" cy="25079"/>
            </a:xfrm>
            <a:custGeom>
              <a:avLst/>
              <a:pathLst>
                <a:path w="13337" h="25079">
                  <a:moveTo>
                    <a:pt x="13337" y="250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8" name="pl6728"/>
            <p:cNvSpPr/>
            <p:nvPr/>
          </p:nvSpPr>
          <p:spPr>
            <a:xfrm>
              <a:off x="6274082" y="1291542"/>
              <a:ext cx="4683" cy="1066"/>
            </a:xfrm>
            <a:custGeom>
              <a:avLst/>
              <a:pathLst>
                <a:path w="4683" h="1066">
                  <a:moveTo>
                    <a:pt x="0" y="1066"/>
                  </a:moveTo>
                  <a:lnTo>
                    <a:pt x="468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9" name="pl6729"/>
            <p:cNvSpPr/>
            <p:nvPr/>
          </p:nvSpPr>
          <p:spPr>
            <a:xfrm>
              <a:off x="6260511" y="1290058"/>
              <a:ext cx="11516" cy="12616"/>
            </a:xfrm>
            <a:custGeom>
              <a:avLst/>
              <a:pathLst>
                <a:path w="11516" h="12616">
                  <a:moveTo>
                    <a:pt x="11516" y="1261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0" name="pl6730"/>
            <p:cNvSpPr/>
            <p:nvPr/>
          </p:nvSpPr>
          <p:spPr>
            <a:xfrm>
              <a:off x="6251380" y="1289375"/>
              <a:ext cx="9790" cy="13890"/>
            </a:xfrm>
            <a:custGeom>
              <a:avLst/>
              <a:pathLst>
                <a:path w="9790" h="13890">
                  <a:moveTo>
                    <a:pt x="9790" y="138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1" name="pl6731"/>
            <p:cNvSpPr/>
            <p:nvPr/>
          </p:nvSpPr>
          <p:spPr>
            <a:xfrm>
              <a:off x="6233109" y="1288125"/>
              <a:ext cx="4472" cy="1752"/>
            </a:xfrm>
            <a:custGeom>
              <a:avLst/>
              <a:pathLst>
                <a:path w="4472" h="1752">
                  <a:moveTo>
                    <a:pt x="4472" y="175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2" name="pl6732"/>
            <p:cNvSpPr/>
            <p:nvPr/>
          </p:nvSpPr>
          <p:spPr>
            <a:xfrm>
              <a:off x="6223969" y="1287559"/>
              <a:ext cx="6671" cy="3330"/>
            </a:xfrm>
            <a:custGeom>
              <a:avLst/>
              <a:pathLst>
                <a:path w="6671" h="3330">
                  <a:moveTo>
                    <a:pt x="6671" y="33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3" name="pl6733"/>
            <p:cNvSpPr/>
            <p:nvPr/>
          </p:nvSpPr>
          <p:spPr>
            <a:xfrm>
              <a:off x="6214827" y="1287031"/>
              <a:ext cx="7740" cy="4823"/>
            </a:xfrm>
            <a:custGeom>
              <a:avLst/>
              <a:pathLst>
                <a:path w="7740" h="4823">
                  <a:moveTo>
                    <a:pt x="7740" y="482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4" name="pl6734"/>
            <p:cNvSpPr/>
            <p:nvPr/>
          </p:nvSpPr>
          <p:spPr>
            <a:xfrm>
              <a:off x="6196537" y="1286094"/>
              <a:ext cx="4501" cy="1675"/>
            </a:xfrm>
            <a:custGeom>
              <a:avLst/>
              <a:pathLst>
                <a:path w="4501" h="1675">
                  <a:moveTo>
                    <a:pt x="4501" y="167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5" name="pl6735"/>
            <p:cNvSpPr/>
            <p:nvPr/>
          </p:nvSpPr>
          <p:spPr>
            <a:xfrm>
              <a:off x="6178240" y="1285312"/>
              <a:ext cx="14689" cy="10827"/>
            </a:xfrm>
            <a:custGeom>
              <a:avLst/>
              <a:pathLst>
                <a:path w="14689" h="10827">
                  <a:moveTo>
                    <a:pt x="14689" y="1082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6" name="pl6736"/>
            <p:cNvSpPr/>
            <p:nvPr/>
          </p:nvSpPr>
          <p:spPr>
            <a:xfrm>
              <a:off x="6164466" y="1284980"/>
              <a:ext cx="4622" cy="1305"/>
            </a:xfrm>
            <a:custGeom>
              <a:avLst/>
              <a:pathLst>
                <a:path w="4622" h="1305">
                  <a:moveTo>
                    <a:pt x="0" y="1305"/>
                  </a:moveTo>
                  <a:lnTo>
                    <a:pt x="462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7" name="pl6737"/>
            <p:cNvSpPr/>
            <p:nvPr/>
          </p:nvSpPr>
          <p:spPr>
            <a:xfrm>
              <a:off x="6141629" y="1284218"/>
              <a:ext cx="7900" cy="4556"/>
            </a:xfrm>
            <a:custGeom>
              <a:avLst/>
              <a:pathLst>
                <a:path w="7900" h="4556">
                  <a:moveTo>
                    <a:pt x="7900" y="455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8" name="pl6738"/>
            <p:cNvSpPr/>
            <p:nvPr/>
          </p:nvSpPr>
          <p:spPr>
            <a:xfrm>
              <a:off x="6132473" y="1284042"/>
              <a:ext cx="27170" cy="32712"/>
            </a:xfrm>
            <a:custGeom>
              <a:avLst/>
              <a:pathLst>
                <a:path w="27170" h="32712">
                  <a:moveTo>
                    <a:pt x="27170" y="3271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9" name="pl6739"/>
            <p:cNvSpPr/>
            <p:nvPr/>
          </p:nvSpPr>
          <p:spPr>
            <a:xfrm>
              <a:off x="6123317" y="1283905"/>
              <a:ext cx="17928" cy="33832"/>
            </a:xfrm>
            <a:custGeom>
              <a:avLst/>
              <a:pathLst>
                <a:path w="17928" h="33832">
                  <a:moveTo>
                    <a:pt x="17928" y="338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0" name="pl6740"/>
            <p:cNvSpPr/>
            <p:nvPr/>
          </p:nvSpPr>
          <p:spPr>
            <a:xfrm>
              <a:off x="6105004" y="1283749"/>
              <a:ext cx="4569" cy="1481"/>
            </a:xfrm>
            <a:custGeom>
              <a:avLst/>
              <a:pathLst>
                <a:path w="4569" h="1481">
                  <a:moveTo>
                    <a:pt x="4569" y="148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1" name="pl6741"/>
            <p:cNvSpPr/>
            <p:nvPr/>
          </p:nvSpPr>
          <p:spPr>
            <a:xfrm>
              <a:off x="6095847" y="1283729"/>
              <a:ext cx="6858" cy="2925"/>
            </a:xfrm>
            <a:custGeom>
              <a:avLst/>
              <a:pathLst>
                <a:path w="6858" h="2925">
                  <a:moveTo>
                    <a:pt x="6858" y="292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2" name="pl6742"/>
            <p:cNvSpPr/>
            <p:nvPr/>
          </p:nvSpPr>
          <p:spPr>
            <a:xfrm>
              <a:off x="6082121" y="1283749"/>
              <a:ext cx="4569" cy="1481"/>
            </a:xfrm>
            <a:custGeom>
              <a:avLst/>
              <a:pathLst>
                <a:path w="4569" h="1481">
                  <a:moveTo>
                    <a:pt x="0" y="1481"/>
                  </a:moveTo>
                  <a:lnTo>
                    <a:pt x="456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3" name="pl6743"/>
            <p:cNvSpPr/>
            <p:nvPr/>
          </p:nvSpPr>
          <p:spPr>
            <a:xfrm>
              <a:off x="6059221" y="1284042"/>
              <a:ext cx="8069" cy="4249"/>
            </a:xfrm>
            <a:custGeom>
              <a:avLst/>
              <a:pathLst>
                <a:path w="8069" h="4249">
                  <a:moveTo>
                    <a:pt x="8069" y="424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4" name="pl6744"/>
            <p:cNvSpPr/>
            <p:nvPr/>
          </p:nvSpPr>
          <p:spPr>
            <a:xfrm>
              <a:off x="6040911" y="1284433"/>
              <a:ext cx="9024" cy="7076"/>
            </a:xfrm>
            <a:custGeom>
              <a:avLst/>
              <a:pathLst>
                <a:path w="9024" h="7076">
                  <a:moveTo>
                    <a:pt x="9024" y="707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5" name="pl6745"/>
            <p:cNvSpPr/>
            <p:nvPr/>
          </p:nvSpPr>
          <p:spPr>
            <a:xfrm>
              <a:off x="6022605" y="1284980"/>
              <a:ext cx="4622" cy="1305"/>
            </a:xfrm>
            <a:custGeom>
              <a:avLst/>
              <a:pathLst>
                <a:path w="4622" h="1305">
                  <a:moveTo>
                    <a:pt x="4622" y="130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6" name="pl6746"/>
            <p:cNvSpPr/>
            <p:nvPr/>
          </p:nvSpPr>
          <p:spPr>
            <a:xfrm>
              <a:off x="6008938" y="1285312"/>
              <a:ext cx="4515" cy="1636"/>
            </a:xfrm>
            <a:custGeom>
              <a:avLst/>
              <a:pathLst>
                <a:path w="4515" h="1636">
                  <a:moveTo>
                    <a:pt x="0" y="1636"/>
                  </a:moveTo>
                  <a:lnTo>
                    <a:pt x="45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7" name="pl6747"/>
            <p:cNvSpPr/>
            <p:nvPr/>
          </p:nvSpPr>
          <p:spPr>
            <a:xfrm>
              <a:off x="6004305" y="1285683"/>
              <a:ext cx="4633" cy="1265"/>
            </a:xfrm>
            <a:custGeom>
              <a:avLst/>
              <a:pathLst>
                <a:path w="4633" h="1265">
                  <a:moveTo>
                    <a:pt x="4633" y="126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8" name="pl6748"/>
            <p:cNvSpPr/>
            <p:nvPr/>
          </p:nvSpPr>
          <p:spPr>
            <a:xfrm>
              <a:off x="5995157" y="1286094"/>
              <a:ext cx="6988" cy="2600"/>
            </a:xfrm>
            <a:custGeom>
              <a:avLst/>
              <a:pathLst>
                <a:path w="6988" h="2600">
                  <a:moveTo>
                    <a:pt x="6988" y="260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9" name="pl6749"/>
            <p:cNvSpPr/>
            <p:nvPr/>
          </p:nvSpPr>
          <p:spPr>
            <a:xfrm>
              <a:off x="5976867" y="1287031"/>
              <a:ext cx="8872" cy="5362"/>
            </a:xfrm>
            <a:custGeom>
              <a:avLst/>
              <a:pathLst>
                <a:path w="8872" h="5362">
                  <a:moveTo>
                    <a:pt x="8872" y="536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0" name="pl6750"/>
            <p:cNvSpPr/>
            <p:nvPr/>
          </p:nvSpPr>
          <p:spPr>
            <a:xfrm>
              <a:off x="5963245" y="1287559"/>
              <a:ext cx="4479" cy="1732"/>
            </a:xfrm>
            <a:custGeom>
              <a:avLst/>
              <a:pathLst>
                <a:path w="4479" h="1732">
                  <a:moveTo>
                    <a:pt x="0" y="1732"/>
                  </a:moveTo>
                  <a:lnTo>
                    <a:pt x="447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1" name="pl6751"/>
            <p:cNvSpPr/>
            <p:nvPr/>
          </p:nvSpPr>
          <p:spPr>
            <a:xfrm>
              <a:off x="5958586" y="1288125"/>
              <a:ext cx="4659" cy="1166"/>
            </a:xfrm>
            <a:custGeom>
              <a:avLst/>
              <a:pathLst>
                <a:path w="4659" h="1166">
                  <a:moveTo>
                    <a:pt x="4659" y="116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2" name="pl6752"/>
            <p:cNvSpPr/>
            <p:nvPr/>
          </p:nvSpPr>
          <p:spPr>
            <a:xfrm>
              <a:off x="5949449" y="1288730"/>
              <a:ext cx="7042" cy="2450"/>
            </a:xfrm>
            <a:custGeom>
              <a:avLst/>
              <a:pathLst>
                <a:path w="7042" h="2450">
                  <a:moveTo>
                    <a:pt x="7042" y="24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3" name="pl6753"/>
            <p:cNvSpPr/>
            <p:nvPr/>
          </p:nvSpPr>
          <p:spPr>
            <a:xfrm>
              <a:off x="5922054" y="1290780"/>
              <a:ext cx="4678" cy="1086"/>
            </a:xfrm>
            <a:custGeom>
              <a:avLst/>
              <a:pathLst>
                <a:path w="4678" h="1086">
                  <a:moveTo>
                    <a:pt x="4678" y="10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4" name="pl6754"/>
            <p:cNvSpPr/>
            <p:nvPr/>
          </p:nvSpPr>
          <p:spPr>
            <a:xfrm>
              <a:off x="5890271" y="1293181"/>
              <a:ext cx="4418" cy="1884"/>
            </a:xfrm>
            <a:custGeom>
              <a:avLst/>
              <a:pathLst>
                <a:path w="4418" h="1884">
                  <a:moveTo>
                    <a:pt x="0" y="1884"/>
                  </a:moveTo>
                  <a:lnTo>
                    <a:pt x="441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5" name="pl6755"/>
            <p:cNvSpPr/>
            <p:nvPr/>
          </p:nvSpPr>
          <p:spPr>
            <a:xfrm>
              <a:off x="5885574" y="1294059"/>
              <a:ext cx="4696" cy="1006"/>
            </a:xfrm>
            <a:custGeom>
              <a:avLst/>
              <a:pathLst>
                <a:path w="4696" h="1006">
                  <a:moveTo>
                    <a:pt x="4696" y="100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6" name="pl6756"/>
            <p:cNvSpPr/>
            <p:nvPr/>
          </p:nvSpPr>
          <p:spPr>
            <a:xfrm>
              <a:off x="5821887" y="1301294"/>
              <a:ext cx="4724" cy="865"/>
            </a:xfrm>
            <a:custGeom>
              <a:avLst/>
              <a:pathLst>
                <a:path w="4724" h="865">
                  <a:moveTo>
                    <a:pt x="4724" y="86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7" name="pl6757"/>
            <p:cNvSpPr/>
            <p:nvPr/>
          </p:nvSpPr>
          <p:spPr>
            <a:xfrm>
              <a:off x="5799399" y="1303710"/>
              <a:ext cx="4333" cy="2071"/>
            </a:xfrm>
            <a:custGeom>
              <a:avLst/>
              <a:pathLst>
                <a:path w="4333" h="2071">
                  <a:moveTo>
                    <a:pt x="0" y="2071"/>
                  </a:moveTo>
                  <a:lnTo>
                    <a:pt x="433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8" name="pl6758"/>
            <p:cNvSpPr/>
            <p:nvPr/>
          </p:nvSpPr>
          <p:spPr>
            <a:xfrm>
              <a:off x="5794664" y="1304977"/>
              <a:ext cx="4735" cy="805"/>
            </a:xfrm>
            <a:custGeom>
              <a:avLst/>
              <a:pathLst>
                <a:path w="4735" h="805">
                  <a:moveTo>
                    <a:pt x="4735" y="80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9" name="pl6759"/>
            <p:cNvSpPr/>
            <p:nvPr/>
          </p:nvSpPr>
          <p:spPr>
            <a:xfrm>
              <a:off x="5781284" y="1306282"/>
              <a:ext cx="4315" cy="2108"/>
            </a:xfrm>
            <a:custGeom>
              <a:avLst/>
              <a:pathLst>
                <a:path w="4315" h="2108">
                  <a:moveTo>
                    <a:pt x="0" y="2108"/>
                  </a:moveTo>
                  <a:lnTo>
                    <a:pt x="43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0" name="pl6760"/>
            <p:cNvSpPr/>
            <p:nvPr/>
          </p:nvSpPr>
          <p:spPr>
            <a:xfrm>
              <a:off x="5727083" y="1314922"/>
              <a:ext cx="4260" cy="2218"/>
            </a:xfrm>
            <a:custGeom>
              <a:avLst/>
              <a:pathLst>
                <a:path w="4260" h="2218">
                  <a:moveTo>
                    <a:pt x="0" y="2218"/>
                  </a:moveTo>
                  <a:lnTo>
                    <a:pt x="426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1" name="pl6761"/>
            <p:cNvSpPr/>
            <p:nvPr/>
          </p:nvSpPr>
          <p:spPr>
            <a:xfrm>
              <a:off x="5713309" y="1318111"/>
              <a:ext cx="13091" cy="5067"/>
            </a:xfrm>
            <a:custGeom>
              <a:avLst/>
              <a:pathLst>
                <a:path w="13091" h="5067">
                  <a:moveTo>
                    <a:pt x="13091" y="506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2" name="pl6762"/>
            <p:cNvSpPr/>
            <p:nvPr/>
          </p:nvSpPr>
          <p:spPr>
            <a:xfrm>
              <a:off x="5664156" y="1326756"/>
              <a:ext cx="4192" cy="2344"/>
            </a:xfrm>
            <a:custGeom>
              <a:avLst/>
              <a:pathLst>
                <a:path w="4192" h="2344">
                  <a:moveTo>
                    <a:pt x="0" y="2344"/>
                  </a:moveTo>
                  <a:lnTo>
                    <a:pt x="4192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3" name="pl6763"/>
            <p:cNvSpPr/>
            <p:nvPr/>
          </p:nvSpPr>
          <p:spPr>
            <a:xfrm>
              <a:off x="5641464" y="1332402"/>
              <a:ext cx="4781" cy="459"/>
            </a:xfrm>
            <a:custGeom>
              <a:avLst/>
              <a:pathLst>
                <a:path w="4781" h="459">
                  <a:moveTo>
                    <a:pt x="4781" y="45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4" name="pl6764"/>
            <p:cNvSpPr/>
            <p:nvPr/>
          </p:nvSpPr>
          <p:spPr>
            <a:xfrm>
              <a:off x="5623582" y="1336357"/>
              <a:ext cx="4785" cy="419"/>
            </a:xfrm>
            <a:custGeom>
              <a:avLst/>
              <a:pathLst>
                <a:path w="4785" h="419">
                  <a:moveTo>
                    <a:pt x="4785" y="41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5" name="pl6765"/>
            <p:cNvSpPr/>
            <p:nvPr/>
          </p:nvSpPr>
          <p:spPr>
            <a:xfrm>
              <a:off x="5601615" y="1340465"/>
              <a:ext cx="4120" cy="2468"/>
            </a:xfrm>
            <a:custGeom>
              <a:avLst/>
              <a:pathLst>
                <a:path w="4120" h="2468">
                  <a:moveTo>
                    <a:pt x="0" y="2468"/>
                  </a:moveTo>
                  <a:lnTo>
                    <a:pt x="41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6" name="pl6766"/>
            <p:cNvSpPr/>
            <p:nvPr/>
          </p:nvSpPr>
          <p:spPr>
            <a:xfrm>
              <a:off x="5596825" y="1342576"/>
              <a:ext cx="4790" cy="357"/>
            </a:xfrm>
            <a:custGeom>
              <a:avLst/>
              <a:pathLst>
                <a:path w="4790" h="357">
                  <a:moveTo>
                    <a:pt x="4790" y="35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7" name="pl6767"/>
            <p:cNvSpPr/>
            <p:nvPr/>
          </p:nvSpPr>
          <p:spPr>
            <a:xfrm>
              <a:off x="5570149" y="1349138"/>
              <a:ext cx="4794" cy="296"/>
            </a:xfrm>
            <a:custGeom>
              <a:avLst/>
              <a:pathLst>
                <a:path w="4794" h="296">
                  <a:moveTo>
                    <a:pt x="4794" y="29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8" name="pl6768"/>
            <p:cNvSpPr/>
            <p:nvPr/>
          </p:nvSpPr>
          <p:spPr>
            <a:xfrm>
              <a:off x="5525883" y="1360830"/>
              <a:ext cx="4799" cy="194"/>
            </a:xfrm>
            <a:custGeom>
              <a:avLst/>
              <a:pathLst>
                <a:path w="4799" h="194">
                  <a:moveTo>
                    <a:pt x="4799" y="19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9" name="pl6769"/>
            <p:cNvSpPr/>
            <p:nvPr/>
          </p:nvSpPr>
          <p:spPr>
            <a:xfrm>
              <a:off x="5481876" y="1373464"/>
              <a:ext cx="4802" cy="91"/>
            </a:xfrm>
            <a:custGeom>
              <a:avLst/>
              <a:pathLst>
                <a:path w="4802" h="91">
                  <a:moveTo>
                    <a:pt x="4802" y="9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0" name="pl6770"/>
            <p:cNvSpPr/>
            <p:nvPr/>
          </p:nvSpPr>
          <p:spPr>
            <a:xfrm>
              <a:off x="5473108" y="1376104"/>
              <a:ext cx="7412" cy="808"/>
            </a:xfrm>
            <a:custGeom>
              <a:avLst/>
              <a:pathLst>
                <a:path w="7412" h="808">
                  <a:moveTo>
                    <a:pt x="7412" y="8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1" name="pl6771"/>
            <p:cNvSpPr/>
            <p:nvPr/>
          </p:nvSpPr>
          <p:spPr>
            <a:xfrm>
              <a:off x="5464351" y="1378781"/>
              <a:ext cx="8933" cy="1838"/>
            </a:xfrm>
            <a:custGeom>
              <a:avLst/>
              <a:pathLst>
                <a:path w="8933" h="1838">
                  <a:moveTo>
                    <a:pt x="8933" y="183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2" name="pl6772"/>
            <p:cNvSpPr/>
            <p:nvPr/>
          </p:nvSpPr>
          <p:spPr>
            <a:xfrm>
              <a:off x="5455605" y="1381495"/>
              <a:ext cx="61828" cy="24090"/>
            </a:xfrm>
            <a:custGeom>
              <a:avLst/>
              <a:pathLst>
                <a:path w="61828" h="24090">
                  <a:moveTo>
                    <a:pt x="61828" y="2409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3" name="pl6773"/>
            <p:cNvSpPr/>
            <p:nvPr/>
          </p:nvSpPr>
          <p:spPr>
            <a:xfrm>
              <a:off x="5442953" y="1384246"/>
              <a:ext cx="3918" cy="2777"/>
            </a:xfrm>
            <a:custGeom>
              <a:avLst/>
              <a:pathLst>
                <a:path w="3918" h="2777">
                  <a:moveTo>
                    <a:pt x="0" y="2777"/>
                  </a:moveTo>
                  <a:lnTo>
                    <a:pt x="391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4" name="pl6774"/>
            <p:cNvSpPr/>
            <p:nvPr/>
          </p:nvSpPr>
          <p:spPr>
            <a:xfrm>
              <a:off x="5429440" y="1389861"/>
              <a:ext cx="7427" cy="650"/>
            </a:xfrm>
            <a:custGeom>
              <a:avLst/>
              <a:pathLst>
                <a:path w="7427" h="650">
                  <a:moveTo>
                    <a:pt x="7427" y="65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5" name="pl6775"/>
            <p:cNvSpPr/>
            <p:nvPr/>
          </p:nvSpPr>
          <p:spPr>
            <a:xfrm>
              <a:off x="5368818" y="1410680"/>
              <a:ext cx="109123" cy="86032"/>
            </a:xfrm>
            <a:custGeom>
              <a:avLst/>
              <a:pathLst>
                <a:path w="109123" h="86032">
                  <a:moveTo>
                    <a:pt x="109123" y="860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6" name="pl6776"/>
            <p:cNvSpPr/>
            <p:nvPr/>
          </p:nvSpPr>
          <p:spPr>
            <a:xfrm>
              <a:off x="5356413" y="1413802"/>
              <a:ext cx="3796" cy="2942"/>
            </a:xfrm>
            <a:custGeom>
              <a:avLst/>
              <a:pathLst>
                <a:path w="3796" h="2942">
                  <a:moveTo>
                    <a:pt x="0" y="2942"/>
                  </a:moveTo>
                  <a:lnTo>
                    <a:pt x="379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7" name="pl6777"/>
            <p:cNvSpPr/>
            <p:nvPr/>
          </p:nvSpPr>
          <p:spPr>
            <a:xfrm>
              <a:off x="5351615" y="1416744"/>
              <a:ext cx="4798" cy="215"/>
            </a:xfrm>
            <a:custGeom>
              <a:avLst/>
              <a:pathLst>
                <a:path w="4798" h="215">
                  <a:moveTo>
                    <a:pt x="4798" y="0"/>
                  </a:moveTo>
                  <a:lnTo>
                    <a:pt x="0" y="2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8" name="pl6778"/>
            <p:cNvSpPr/>
            <p:nvPr/>
          </p:nvSpPr>
          <p:spPr>
            <a:xfrm>
              <a:off x="5322166" y="1426655"/>
              <a:ext cx="3745" cy="3006"/>
            </a:xfrm>
            <a:custGeom>
              <a:avLst/>
              <a:pathLst>
                <a:path w="3745" h="3006">
                  <a:moveTo>
                    <a:pt x="0" y="3006"/>
                  </a:moveTo>
                  <a:lnTo>
                    <a:pt x="374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9" name="pl6779"/>
            <p:cNvSpPr/>
            <p:nvPr/>
          </p:nvSpPr>
          <p:spPr>
            <a:xfrm>
              <a:off x="5317371" y="1429662"/>
              <a:ext cx="4794" cy="297"/>
            </a:xfrm>
            <a:custGeom>
              <a:avLst/>
              <a:pathLst>
                <a:path w="4794" h="297">
                  <a:moveTo>
                    <a:pt x="4794" y="0"/>
                  </a:moveTo>
                  <a:lnTo>
                    <a:pt x="0" y="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0" name="pl6780"/>
            <p:cNvSpPr/>
            <p:nvPr/>
          </p:nvSpPr>
          <p:spPr>
            <a:xfrm>
              <a:off x="5291837" y="1440092"/>
              <a:ext cx="7455" cy="142"/>
            </a:xfrm>
            <a:custGeom>
              <a:avLst/>
              <a:pathLst>
                <a:path w="7455" h="142">
                  <a:moveTo>
                    <a:pt x="7455" y="14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1" name="pl6781"/>
            <p:cNvSpPr/>
            <p:nvPr/>
          </p:nvSpPr>
          <p:spPr>
            <a:xfrm>
              <a:off x="5241169" y="1461284"/>
              <a:ext cx="7456" cy="48"/>
            </a:xfrm>
            <a:custGeom>
              <a:avLst/>
              <a:pathLst>
                <a:path w="7456" h="48">
                  <a:moveTo>
                    <a:pt x="7456" y="0"/>
                  </a:moveTo>
                  <a:lnTo>
                    <a:pt x="0" y="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2" name="pl6782"/>
            <p:cNvSpPr/>
            <p:nvPr/>
          </p:nvSpPr>
          <p:spPr>
            <a:xfrm>
              <a:off x="5212470" y="1472439"/>
              <a:ext cx="3573" cy="3210"/>
            </a:xfrm>
            <a:custGeom>
              <a:avLst/>
              <a:pathLst>
                <a:path w="3573" h="3210">
                  <a:moveTo>
                    <a:pt x="0" y="3210"/>
                  </a:moveTo>
                  <a:lnTo>
                    <a:pt x="357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3" name="pl6783"/>
            <p:cNvSpPr/>
            <p:nvPr/>
          </p:nvSpPr>
          <p:spPr>
            <a:xfrm>
              <a:off x="5187530" y="1483865"/>
              <a:ext cx="3531" cy="3255"/>
            </a:xfrm>
            <a:custGeom>
              <a:avLst/>
              <a:pathLst>
                <a:path w="3531" h="3255">
                  <a:moveTo>
                    <a:pt x="0" y="3255"/>
                  </a:moveTo>
                  <a:lnTo>
                    <a:pt x="353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4" name="pl6784"/>
            <p:cNvSpPr/>
            <p:nvPr/>
          </p:nvSpPr>
          <p:spPr>
            <a:xfrm>
              <a:off x="5182767" y="1487121"/>
              <a:ext cx="4762" cy="624"/>
            </a:xfrm>
            <a:custGeom>
              <a:avLst/>
              <a:pathLst>
                <a:path w="4762" h="624">
                  <a:moveTo>
                    <a:pt x="4762" y="0"/>
                  </a:moveTo>
                  <a:lnTo>
                    <a:pt x="0" y="62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5" name="pl6785"/>
            <p:cNvSpPr/>
            <p:nvPr/>
          </p:nvSpPr>
          <p:spPr>
            <a:xfrm>
              <a:off x="5157984" y="1498911"/>
              <a:ext cx="4754" cy="685"/>
            </a:xfrm>
            <a:custGeom>
              <a:avLst/>
              <a:pathLst>
                <a:path w="4754" h="685">
                  <a:moveTo>
                    <a:pt x="4754" y="0"/>
                  </a:moveTo>
                  <a:lnTo>
                    <a:pt x="0" y="68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6" name="pl6786"/>
            <p:cNvSpPr/>
            <p:nvPr/>
          </p:nvSpPr>
          <p:spPr>
            <a:xfrm>
              <a:off x="5138100" y="1507673"/>
              <a:ext cx="3447" cy="3344"/>
            </a:xfrm>
            <a:custGeom>
              <a:avLst/>
              <a:pathLst>
                <a:path w="3447" h="3344">
                  <a:moveTo>
                    <a:pt x="0" y="3344"/>
                  </a:moveTo>
                  <a:lnTo>
                    <a:pt x="344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7" name="pl6787"/>
            <p:cNvSpPr/>
            <p:nvPr/>
          </p:nvSpPr>
          <p:spPr>
            <a:xfrm>
              <a:off x="5108883" y="1524197"/>
              <a:ext cx="12831" cy="48"/>
            </a:xfrm>
            <a:custGeom>
              <a:avLst/>
              <a:pathLst>
                <a:path w="12831" h="48">
                  <a:moveTo>
                    <a:pt x="12831" y="0"/>
                  </a:moveTo>
                  <a:lnTo>
                    <a:pt x="0" y="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8" name="pl6788"/>
            <p:cNvSpPr/>
            <p:nvPr/>
          </p:nvSpPr>
          <p:spPr>
            <a:xfrm>
              <a:off x="5089298" y="1532741"/>
              <a:ext cx="3360" cy="3432"/>
            </a:xfrm>
            <a:custGeom>
              <a:avLst/>
              <a:pathLst>
                <a:path w="3360" h="3432">
                  <a:moveTo>
                    <a:pt x="0" y="3432"/>
                  </a:moveTo>
                  <a:lnTo>
                    <a:pt x="336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9" name="pl6789"/>
            <p:cNvSpPr/>
            <p:nvPr/>
          </p:nvSpPr>
          <p:spPr>
            <a:xfrm>
              <a:off x="5044428" y="1558084"/>
              <a:ext cx="4704" cy="967"/>
            </a:xfrm>
            <a:custGeom>
              <a:avLst/>
              <a:pathLst>
                <a:path w="4704" h="967">
                  <a:moveTo>
                    <a:pt x="4704" y="0"/>
                  </a:moveTo>
                  <a:lnTo>
                    <a:pt x="0" y="9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0" name="pl6790"/>
            <p:cNvSpPr/>
            <p:nvPr/>
          </p:nvSpPr>
          <p:spPr>
            <a:xfrm>
              <a:off x="5028503" y="1567088"/>
              <a:ext cx="4696" cy="1007"/>
            </a:xfrm>
            <a:custGeom>
              <a:avLst/>
              <a:pathLst>
                <a:path w="4696" h="1007">
                  <a:moveTo>
                    <a:pt x="4696" y="0"/>
                  </a:moveTo>
                  <a:lnTo>
                    <a:pt x="0" y="100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1" name="pl6791"/>
            <p:cNvSpPr/>
            <p:nvPr/>
          </p:nvSpPr>
          <p:spPr>
            <a:xfrm>
              <a:off x="5012656" y="1576228"/>
              <a:ext cx="4687" cy="1048"/>
            </a:xfrm>
            <a:custGeom>
              <a:avLst/>
              <a:pathLst>
                <a:path w="4687" h="1048">
                  <a:moveTo>
                    <a:pt x="4687" y="0"/>
                  </a:moveTo>
                  <a:lnTo>
                    <a:pt x="0" y="104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2" name="pl6792"/>
            <p:cNvSpPr/>
            <p:nvPr/>
          </p:nvSpPr>
          <p:spPr>
            <a:xfrm>
              <a:off x="5004762" y="1581916"/>
              <a:ext cx="16247" cy="609"/>
            </a:xfrm>
            <a:custGeom>
              <a:avLst/>
              <a:pathLst>
                <a:path w="16247" h="609">
                  <a:moveTo>
                    <a:pt x="16247" y="6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3" name="pl6793"/>
            <p:cNvSpPr/>
            <p:nvPr/>
          </p:nvSpPr>
          <p:spPr>
            <a:xfrm>
              <a:off x="4957819" y="1610462"/>
              <a:ext cx="28734" cy="21607"/>
            </a:xfrm>
            <a:custGeom>
              <a:avLst/>
              <a:pathLst>
                <a:path w="28734" h="21607">
                  <a:moveTo>
                    <a:pt x="28734" y="216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4" name="pl6794"/>
            <p:cNvSpPr/>
            <p:nvPr/>
          </p:nvSpPr>
          <p:spPr>
            <a:xfrm>
              <a:off x="4950067" y="1615337"/>
              <a:ext cx="27951" cy="23747"/>
            </a:xfrm>
            <a:custGeom>
              <a:avLst/>
              <a:pathLst>
                <a:path w="27951" h="23747">
                  <a:moveTo>
                    <a:pt x="27951" y="2374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5" name="pl6795"/>
            <p:cNvSpPr/>
            <p:nvPr/>
          </p:nvSpPr>
          <p:spPr>
            <a:xfrm>
              <a:off x="4939265" y="1620244"/>
              <a:ext cx="3071" cy="3693"/>
            </a:xfrm>
            <a:custGeom>
              <a:avLst/>
              <a:pathLst>
                <a:path w="3071" h="3693">
                  <a:moveTo>
                    <a:pt x="0" y="3693"/>
                  </a:moveTo>
                  <a:lnTo>
                    <a:pt x="307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6" name="pl6796"/>
            <p:cNvSpPr/>
            <p:nvPr/>
          </p:nvSpPr>
          <p:spPr>
            <a:xfrm>
              <a:off x="4903999" y="1643946"/>
              <a:ext cx="4616" cy="1326"/>
            </a:xfrm>
            <a:custGeom>
              <a:avLst/>
              <a:pathLst>
                <a:path w="4616" h="1326">
                  <a:moveTo>
                    <a:pt x="4616" y="0"/>
                  </a:moveTo>
                  <a:lnTo>
                    <a:pt x="0" y="13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7" name="pl6797"/>
            <p:cNvSpPr/>
            <p:nvPr/>
          </p:nvSpPr>
          <p:spPr>
            <a:xfrm>
              <a:off x="4896396" y="1648852"/>
              <a:ext cx="12740" cy="1523"/>
            </a:xfrm>
            <a:custGeom>
              <a:avLst/>
              <a:pathLst>
                <a:path w="12740" h="1523">
                  <a:moveTo>
                    <a:pt x="12740" y="0"/>
                  </a:moveTo>
                  <a:lnTo>
                    <a:pt x="0" y="15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8" name="pl6798"/>
            <p:cNvSpPr/>
            <p:nvPr/>
          </p:nvSpPr>
          <p:spPr>
            <a:xfrm>
              <a:off x="4873719" y="1664378"/>
              <a:ext cx="7303" cy="1502"/>
            </a:xfrm>
            <a:custGeom>
              <a:avLst/>
              <a:pathLst>
                <a:path w="7303" h="1502">
                  <a:moveTo>
                    <a:pt x="7303" y="0"/>
                  </a:moveTo>
                  <a:lnTo>
                    <a:pt x="0" y="150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9" name="pl6799"/>
            <p:cNvSpPr/>
            <p:nvPr/>
          </p:nvSpPr>
          <p:spPr>
            <a:xfrm>
              <a:off x="4851242" y="1681675"/>
              <a:ext cx="61201" cy="23001"/>
            </a:xfrm>
            <a:custGeom>
              <a:avLst/>
              <a:pathLst>
                <a:path w="61201" h="23001">
                  <a:moveTo>
                    <a:pt x="61201" y="2300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0" name="pl6800"/>
            <p:cNvSpPr/>
            <p:nvPr/>
          </p:nvSpPr>
          <p:spPr>
            <a:xfrm>
              <a:off x="4792312" y="1725186"/>
              <a:ext cx="11460" cy="430"/>
            </a:xfrm>
            <a:custGeom>
              <a:avLst/>
              <a:pathLst>
                <a:path w="11460" h="430">
                  <a:moveTo>
                    <a:pt x="11460" y="43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1" name="pl6801"/>
            <p:cNvSpPr/>
            <p:nvPr/>
          </p:nvSpPr>
          <p:spPr>
            <a:xfrm>
              <a:off x="4763413" y="1745994"/>
              <a:ext cx="4494" cy="1695"/>
            </a:xfrm>
            <a:custGeom>
              <a:avLst/>
              <a:pathLst>
                <a:path w="4494" h="1695">
                  <a:moveTo>
                    <a:pt x="4494" y="0"/>
                  </a:moveTo>
                  <a:lnTo>
                    <a:pt x="0" y="16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2" name="pl6802"/>
            <p:cNvSpPr/>
            <p:nvPr/>
          </p:nvSpPr>
          <p:spPr>
            <a:xfrm>
              <a:off x="4756248" y="1751395"/>
              <a:ext cx="7183" cy="1997"/>
            </a:xfrm>
            <a:custGeom>
              <a:avLst/>
              <a:pathLst>
                <a:path w="7183" h="1997">
                  <a:moveTo>
                    <a:pt x="7183" y="0"/>
                  </a:moveTo>
                  <a:lnTo>
                    <a:pt x="0" y="19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3" name="pl6803"/>
            <p:cNvSpPr/>
            <p:nvPr/>
          </p:nvSpPr>
          <p:spPr>
            <a:xfrm>
              <a:off x="4746465" y="1759125"/>
              <a:ext cx="2643" cy="4010"/>
            </a:xfrm>
            <a:custGeom>
              <a:avLst/>
              <a:pathLst>
                <a:path w="2643" h="4010">
                  <a:moveTo>
                    <a:pt x="0" y="4010"/>
                  </a:moveTo>
                  <a:lnTo>
                    <a:pt x="264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4" name="pl6804"/>
            <p:cNvSpPr/>
            <p:nvPr/>
          </p:nvSpPr>
          <p:spPr>
            <a:xfrm>
              <a:off x="4741993" y="1763136"/>
              <a:ext cx="4472" cy="1753"/>
            </a:xfrm>
            <a:custGeom>
              <a:avLst/>
              <a:pathLst>
                <a:path w="4472" h="1753">
                  <a:moveTo>
                    <a:pt x="4472" y="0"/>
                  </a:moveTo>
                  <a:lnTo>
                    <a:pt x="0" y="175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5" name="pl6805"/>
            <p:cNvSpPr/>
            <p:nvPr/>
          </p:nvSpPr>
          <p:spPr>
            <a:xfrm>
              <a:off x="4732293" y="1770683"/>
              <a:ext cx="2609" cy="4032"/>
            </a:xfrm>
            <a:custGeom>
              <a:avLst/>
              <a:pathLst>
                <a:path w="2609" h="4032">
                  <a:moveTo>
                    <a:pt x="0" y="4032"/>
                  </a:moveTo>
                  <a:lnTo>
                    <a:pt x="2609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6" name="pl6806"/>
            <p:cNvSpPr/>
            <p:nvPr/>
          </p:nvSpPr>
          <p:spPr>
            <a:xfrm>
              <a:off x="4727836" y="1774716"/>
              <a:ext cx="4456" cy="1791"/>
            </a:xfrm>
            <a:custGeom>
              <a:avLst/>
              <a:pathLst>
                <a:path w="4456" h="1791">
                  <a:moveTo>
                    <a:pt x="4456" y="0"/>
                  </a:moveTo>
                  <a:lnTo>
                    <a:pt x="0" y="17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7" name="pl6807"/>
            <p:cNvSpPr/>
            <p:nvPr/>
          </p:nvSpPr>
          <p:spPr>
            <a:xfrm>
              <a:off x="4720795" y="1780211"/>
              <a:ext cx="7139" cy="2150"/>
            </a:xfrm>
            <a:custGeom>
              <a:avLst/>
              <a:pathLst>
                <a:path w="7139" h="2150">
                  <a:moveTo>
                    <a:pt x="7139" y="0"/>
                  </a:moveTo>
                  <a:lnTo>
                    <a:pt x="0" y="215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8" name="pl6808"/>
            <p:cNvSpPr/>
            <p:nvPr/>
          </p:nvSpPr>
          <p:spPr>
            <a:xfrm>
              <a:off x="4713779" y="1788246"/>
              <a:ext cx="29574" cy="5687"/>
            </a:xfrm>
            <a:custGeom>
              <a:avLst/>
              <a:pathLst>
                <a:path w="29574" h="5687">
                  <a:moveTo>
                    <a:pt x="29574" y="56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9" name="pl6809"/>
            <p:cNvSpPr/>
            <p:nvPr/>
          </p:nvSpPr>
          <p:spPr>
            <a:xfrm>
              <a:off x="4706788" y="1794160"/>
              <a:ext cx="26738" cy="9853"/>
            </a:xfrm>
            <a:custGeom>
              <a:avLst/>
              <a:pathLst>
                <a:path w="26738" h="9853">
                  <a:moveTo>
                    <a:pt x="26738" y="985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0" name="pl6810"/>
            <p:cNvSpPr/>
            <p:nvPr/>
          </p:nvSpPr>
          <p:spPr>
            <a:xfrm>
              <a:off x="4672216" y="1824176"/>
              <a:ext cx="227886" cy="129598"/>
            </a:xfrm>
            <a:custGeom>
              <a:avLst/>
              <a:pathLst>
                <a:path w="227886" h="129598">
                  <a:moveTo>
                    <a:pt x="227886" y="12959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1" name="pl6811"/>
            <p:cNvSpPr/>
            <p:nvPr/>
          </p:nvSpPr>
          <p:spPr>
            <a:xfrm>
              <a:off x="4662944" y="1830268"/>
              <a:ext cx="2434" cy="4140"/>
            </a:xfrm>
            <a:custGeom>
              <a:avLst/>
              <a:pathLst>
                <a:path w="2434" h="4140">
                  <a:moveTo>
                    <a:pt x="0" y="4140"/>
                  </a:moveTo>
                  <a:lnTo>
                    <a:pt x="243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2" name="pl6812"/>
            <p:cNvSpPr/>
            <p:nvPr/>
          </p:nvSpPr>
          <p:spPr>
            <a:xfrm>
              <a:off x="4638292" y="1853396"/>
              <a:ext cx="10254" cy="1526"/>
            </a:xfrm>
            <a:custGeom>
              <a:avLst/>
              <a:pathLst>
                <a:path w="10254" h="1526">
                  <a:moveTo>
                    <a:pt x="10254" y="0"/>
                  </a:moveTo>
                  <a:lnTo>
                    <a:pt x="0" y="15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3" name="pl6813"/>
            <p:cNvSpPr/>
            <p:nvPr/>
          </p:nvSpPr>
          <p:spPr>
            <a:xfrm>
              <a:off x="4528006" y="1962393"/>
              <a:ext cx="4191" cy="2345"/>
            </a:xfrm>
            <a:custGeom>
              <a:avLst/>
              <a:pathLst>
                <a:path w="4191" h="2345">
                  <a:moveTo>
                    <a:pt x="4191" y="0"/>
                  </a:moveTo>
                  <a:lnTo>
                    <a:pt x="0" y="23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4" name="pl6814"/>
            <p:cNvSpPr/>
            <p:nvPr/>
          </p:nvSpPr>
          <p:spPr>
            <a:xfrm>
              <a:off x="4515563" y="1975795"/>
              <a:ext cx="4171" cy="2381"/>
            </a:xfrm>
            <a:custGeom>
              <a:avLst/>
              <a:pathLst>
                <a:path w="4171" h="2381">
                  <a:moveTo>
                    <a:pt x="4171" y="0"/>
                  </a:moveTo>
                  <a:lnTo>
                    <a:pt x="0" y="23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5" name="pl6815"/>
            <p:cNvSpPr/>
            <p:nvPr/>
          </p:nvSpPr>
          <p:spPr>
            <a:xfrm>
              <a:off x="4507387" y="1984935"/>
              <a:ext cx="1998" cy="4367"/>
            </a:xfrm>
            <a:custGeom>
              <a:avLst/>
              <a:pathLst>
                <a:path w="1998" h="4367">
                  <a:moveTo>
                    <a:pt x="0" y="4367"/>
                  </a:moveTo>
                  <a:lnTo>
                    <a:pt x="199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6" name="pl6816"/>
            <p:cNvSpPr/>
            <p:nvPr/>
          </p:nvSpPr>
          <p:spPr>
            <a:xfrm>
              <a:off x="4495154" y="1998531"/>
              <a:ext cx="1961" cy="4384"/>
            </a:xfrm>
            <a:custGeom>
              <a:avLst/>
              <a:pathLst>
                <a:path w="1961" h="4384">
                  <a:moveTo>
                    <a:pt x="0" y="4384"/>
                  </a:moveTo>
                  <a:lnTo>
                    <a:pt x="196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7" name="pl6817"/>
            <p:cNvSpPr/>
            <p:nvPr/>
          </p:nvSpPr>
          <p:spPr>
            <a:xfrm>
              <a:off x="4483038" y="2012231"/>
              <a:ext cx="1923" cy="4401"/>
            </a:xfrm>
            <a:custGeom>
              <a:avLst/>
              <a:pathLst>
                <a:path w="1923" h="4401">
                  <a:moveTo>
                    <a:pt x="0" y="4401"/>
                  </a:moveTo>
                  <a:lnTo>
                    <a:pt x="192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8" name="pl6818"/>
            <p:cNvSpPr/>
            <p:nvPr/>
          </p:nvSpPr>
          <p:spPr>
            <a:xfrm>
              <a:off x="4471040" y="2026035"/>
              <a:ext cx="1885" cy="4417"/>
            </a:xfrm>
            <a:custGeom>
              <a:avLst/>
              <a:pathLst>
                <a:path w="1885" h="4417">
                  <a:moveTo>
                    <a:pt x="0" y="4417"/>
                  </a:moveTo>
                  <a:lnTo>
                    <a:pt x="188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9" name="pl6819"/>
            <p:cNvSpPr/>
            <p:nvPr/>
          </p:nvSpPr>
          <p:spPr>
            <a:xfrm>
              <a:off x="4455094" y="2043642"/>
              <a:ext cx="8506" cy="3289"/>
            </a:xfrm>
            <a:custGeom>
              <a:avLst/>
              <a:pathLst>
                <a:path w="8506" h="3289">
                  <a:moveTo>
                    <a:pt x="8506" y="0"/>
                  </a:moveTo>
                  <a:lnTo>
                    <a:pt x="0" y="32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0" name="pl6820"/>
            <p:cNvSpPr/>
            <p:nvPr/>
          </p:nvSpPr>
          <p:spPr>
            <a:xfrm>
              <a:off x="4443355" y="2058396"/>
              <a:ext cx="4044" cy="2591"/>
            </a:xfrm>
            <a:custGeom>
              <a:avLst/>
              <a:pathLst>
                <a:path w="4044" h="2591">
                  <a:moveTo>
                    <a:pt x="4044" y="0"/>
                  </a:moveTo>
                  <a:lnTo>
                    <a:pt x="0" y="259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1" name="pl6821"/>
            <p:cNvSpPr/>
            <p:nvPr/>
          </p:nvSpPr>
          <p:spPr>
            <a:xfrm>
              <a:off x="4437531" y="2064609"/>
              <a:ext cx="6612" cy="3445"/>
            </a:xfrm>
            <a:custGeom>
              <a:avLst/>
              <a:pathLst>
                <a:path w="6612" h="3445">
                  <a:moveTo>
                    <a:pt x="6612" y="0"/>
                  </a:moveTo>
                  <a:lnTo>
                    <a:pt x="0" y="34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2" name="pl6822"/>
            <p:cNvSpPr/>
            <p:nvPr/>
          </p:nvSpPr>
          <p:spPr>
            <a:xfrm>
              <a:off x="4431737" y="2071711"/>
              <a:ext cx="8449" cy="3433"/>
            </a:xfrm>
            <a:custGeom>
              <a:avLst/>
              <a:pathLst>
                <a:path w="8449" h="3433">
                  <a:moveTo>
                    <a:pt x="8449" y="0"/>
                  </a:moveTo>
                  <a:lnTo>
                    <a:pt x="0" y="343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3" name="pl6823"/>
            <p:cNvSpPr/>
            <p:nvPr/>
          </p:nvSpPr>
          <p:spPr>
            <a:xfrm>
              <a:off x="4425973" y="2079267"/>
              <a:ext cx="9925" cy="2993"/>
            </a:xfrm>
            <a:custGeom>
              <a:avLst/>
              <a:pathLst>
                <a:path w="9925" h="2993">
                  <a:moveTo>
                    <a:pt x="9925" y="0"/>
                  </a:moveTo>
                  <a:lnTo>
                    <a:pt x="0" y="299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4" name="pl6824"/>
            <p:cNvSpPr/>
            <p:nvPr/>
          </p:nvSpPr>
          <p:spPr>
            <a:xfrm>
              <a:off x="4395975" y="2118204"/>
              <a:ext cx="1638" cy="4515"/>
            </a:xfrm>
            <a:custGeom>
              <a:avLst/>
              <a:pathLst>
                <a:path w="1638" h="4515">
                  <a:moveTo>
                    <a:pt x="0" y="4515"/>
                  </a:moveTo>
                  <a:lnTo>
                    <a:pt x="163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5" name="pl6825"/>
            <p:cNvSpPr/>
            <p:nvPr/>
          </p:nvSpPr>
          <p:spPr>
            <a:xfrm>
              <a:off x="4379387" y="2140057"/>
              <a:ext cx="1580" cy="4536"/>
            </a:xfrm>
            <a:custGeom>
              <a:avLst/>
              <a:pathLst>
                <a:path w="1580" h="4536">
                  <a:moveTo>
                    <a:pt x="0" y="4536"/>
                  </a:moveTo>
                  <a:lnTo>
                    <a:pt x="158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6" name="pl6826"/>
            <p:cNvSpPr/>
            <p:nvPr/>
          </p:nvSpPr>
          <p:spPr>
            <a:xfrm>
              <a:off x="4368485" y="2154744"/>
              <a:ext cx="1541" cy="4549"/>
            </a:xfrm>
            <a:custGeom>
              <a:avLst/>
              <a:pathLst>
                <a:path w="1541" h="4549">
                  <a:moveTo>
                    <a:pt x="0" y="4549"/>
                  </a:moveTo>
                  <a:lnTo>
                    <a:pt x="1541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7" name="pl6827"/>
            <p:cNvSpPr/>
            <p:nvPr/>
          </p:nvSpPr>
          <p:spPr>
            <a:xfrm>
              <a:off x="4359211" y="2165689"/>
              <a:ext cx="6394" cy="3834"/>
            </a:xfrm>
            <a:custGeom>
              <a:avLst/>
              <a:pathLst>
                <a:path w="6394" h="3834">
                  <a:moveTo>
                    <a:pt x="6394" y="0"/>
                  </a:moveTo>
                  <a:lnTo>
                    <a:pt x="0" y="383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8" name="pl6828"/>
            <p:cNvSpPr/>
            <p:nvPr/>
          </p:nvSpPr>
          <p:spPr>
            <a:xfrm>
              <a:off x="4353851" y="2173015"/>
              <a:ext cx="8229" cy="3932"/>
            </a:xfrm>
            <a:custGeom>
              <a:avLst/>
              <a:pathLst>
                <a:path w="8229" h="3932">
                  <a:moveTo>
                    <a:pt x="8229" y="0"/>
                  </a:moveTo>
                  <a:lnTo>
                    <a:pt x="0" y="393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9" name="pl6829"/>
            <p:cNvSpPr/>
            <p:nvPr/>
          </p:nvSpPr>
          <p:spPr>
            <a:xfrm>
              <a:off x="4337961" y="2196446"/>
              <a:ext cx="3820" cy="2911"/>
            </a:xfrm>
            <a:custGeom>
              <a:avLst/>
              <a:pathLst>
                <a:path w="3820" h="2911">
                  <a:moveTo>
                    <a:pt x="3820" y="0"/>
                  </a:moveTo>
                  <a:lnTo>
                    <a:pt x="0" y="291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0" name="pl6830"/>
            <p:cNvSpPr/>
            <p:nvPr/>
          </p:nvSpPr>
          <p:spPr>
            <a:xfrm>
              <a:off x="4243075" y="2345808"/>
              <a:ext cx="1048" cy="4687"/>
            </a:xfrm>
            <a:custGeom>
              <a:avLst/>
              <a:pathLst>
                <a:path w="1048" h="4687">
                  <a:moveTo>
                    <a:pt x="0" y="4687"/>
                  </a:moveTo>
                  <a:lnTo>
                    <a:pt x="1048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1" name="pl6831"/>
            <p:cNvSpPr/>
            <p:nvPr/>
          </p:nvSpPr>
          <p:spPr>
            <a:xfrm>
              <a:off x="4220481" y="2385572"/>
              <a:ext cx="947" cy="4708"/>
            </a:xfrm>
            <a:custGeom>
              <a:avLst/>
              <a:pathLst>
                <a:path w="947" h="4708">
                  <a:moveTo>
                    <a:pt x="0" y="4708"/>
                  </a:moveTo>
                  <a:lnTo>
                    <a:pt x="947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2" name="pl6832"/>
            <p:cNvSpPr/>
            <p:nvPr/>
          </p:nvSpPr>
          <p:spPr>
            <a:xfrm>
              <a:off x="4212590" y="2396992"/>
              <a:ext cx="5852" cy="4619"/>
            </a:xfrm>
            <a:custGeom>
              <a:avLst/>
              <a:pathLst>
                <a:path w="5852" h="4619">
                  <a:moveTo>
                    <a:pt x="5852" y="0"/>
                  </a:moveTo>
                  <a:lnTo>
                    <a:pt x="0" y="461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3" name="pl6833"/>
            <p:cNvSpPr/>
            <p:nvPr/>
          </p:nvSpPr>
          <p:spPr>
            <a:xfrm>
              <a:off x="4194497" y="2433914"/>
              <a:ext cx="826" cy="4731"/>
            </a:xfrm>
            <a:custGeom>
              <a:avLst/>
              <a:pathLst>
                <a:path w="826" h="4731">
                  <a:moveTo>
                    <a:pt x="0" y="4731"/>
                  </a:moveTo>
                  <a:lnTo>
                    <a:pt x="826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4" name="pl6834"/>
            <p:cNvSpPr/>
            <p:nvPr/>
          </p:nvSpPr>
          <p:spPr>
            <a:xfrm>
              <a:off x="4191093" y="2438646"/>
              <a:ext cx="3403" cy="3389"/>
            </a:xfrm>
            <a:custGeom>
              <a:avLst/>
              <a:pathLst>
                <a:path w="3403" h="3389">
                  <a:moveTo>
                    <a:pt x="3403" y="0"/>
                  </a:moveTo>
                  <a:lnTo>
                    <a:pt x="0" y="33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5" name="pl6835"/>
            <p:cNvSpPr/>
            <p:nvPr/>
          </p:nvSpPr>
          <p:spPr>
            <a:xfrm>
              <a:off x="4182737" y="2454914"/>
              <a:ext cx="3374" cy="3418"/>
            </a:xfrm>
            <a:custGeom>
              <a:avLst/>
              <a:pathLst>
                <a:path w="3374" h="3418">
                  <a:moveTo>
                    <a:pt x="3374" y="0"/>
                  </a:moveTo>
                  <a:lnTo>
                    <a:pt x="0" y="341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6" name="pl6836"/>
            <p:cNvSpPr/>
            <p:nvPr/>
          </p:nvSpPr>
          <p:spPr>
            <a:xfrm>
              <a:off x="4178611" y="2461690"/>
              <a:ext cx="5691" cy="4816"/>
            </a:xfrm>
            <a:custGeom>
              <a:avLst/>
              <a:pathLst>
                <a:path w="5691" h="4816">
                  <a:moveTo>
                    <a:pt x="5691" y="0"/>
                  </a:moveTo>
                  <a:lnTo>
                    <a:pt x="0" y="481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7" name="pl6837"/>
            <p:cNvSpPr/>
            <p:nvPr/>
          </p:nvSpPr>
          <p:spPr>
            <a:xfrm>
              <a:off x="4173795" y="2474699"/>
              <a:ext cx="725" cy="4748"/>
            </a:xfrm>
            <a:custGeom>
              <a:avLst/>
              <a:pathLst>
                <a:path w="725" h="4748">
                  <a:moveTo>
                    <a:pt x="0" y="4748"/>
                  </a:moveTo>
                  <a:lnTo>
                    <a:pt x="72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8" name="pl6838"/>
            <p:cNvSpPr/>
            <p:nvPr/>
          </p:nvSpPr>
          <p:spPr>
            <a:xfrm>
              <a:off x="4170465" y="2479448"/>
              <a:ext cx="3330" cy="3461"/>
            </a:xfrm>
            <a:custGeom>
              <a:avLst/>
              <a:pathLst>
                <a:path w="3330" h="3461">
                  <a:moveTo>
                    <a:pt x="3330" y="0"/>
                  </a:moveTo>
                  <a:lnTo>
                    <a:pt x="0" y="3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9" name="pl6839"/>
            <p:cNvSpPr/>
            <p:nvPr/>
          </p:nvSpPr>
          <p:spPr>
            <a:xfrm>
              <a:off x="4162458" y="2495891"/>
              <a:ext cx="3300" cy="3489"/>
            </a:xfrm>
            <a:custGeom>
              <a:avLst/>
              <a:pathLst>
                <a:path w="3300" h="3489">
                  <a:moveTo>
                    <a:pt x="3300" y="0"/>
                  </a:moveTo>
                  <a:lnTo>
                    <a:pt x="0" y="34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0" name="pl6840"/>
            <p:cNvSpPr/>
            <p:nvPr/>
          </p:nvSpPr>
          <p:spPr>
            <a:xfrm>
              <a:off x="4135549" y="2553968"/>
              <a:ext cx="3194" cy="3586"/>
            </a:xfrm>
            <a:custGeom>
              <a:avLst/>
              <a:pathLst>
                <a:path w="3194" h="3586">
                  <a:moveTo>
                    <a:pt x="3194" y="0"/>
                  </a:moveTo>
                  <a:lnTo>
                    <a:pt x="0" y="35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1" name="pl6841"/>
            <p:cNvSpPr/>
            <p:nvPr/>
          </p:nvSpPr>
          <p:spPr>
            <a:xfrm>
              <a:off x="4120956" y="2585979"/>
              <a:ext cx="5371" cy="5171"/>
            </a:xfrm>
            <a:custGeom>
              <a:avLst/>
              <a:pathLst>
                <a:path w="5371" h="5171">
                  <a:moveTo>
                    <a:pt x="5371" y="0"/>
                  </a:moveTo>
                  <a:lnTo>
                    <a:pt x="0" y="517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2" name="pl6842"/>
            <p:cNvSpPr/>
            <p:nvPr/>
          </p:nvSpPr>
          <p:spPr>
            <a:xfrm>
              <a:off x="4116978" y="2599588"/>
              <a:ext cx="420" cy="4784"/>
            </a:xfrm>
            <a:custGeom>
              <a:avLst/>
              <a:pathLst>
                <a:path w="420" h="4784">
                  <a:moveTo>
                    <a:pt x="0" y="4784"/>
                  </a:moveTo>
                  <a:lnTo>
                    <a:pt x="42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3" name="pl6843"/>
            <p:cNvSpPr/>
            <p:nvPr/>
          </p:nvSpPr>
          <p:spPr>
            <a:xfrm>
              <a:off x="4113876" y="2604373"/>
              <a:ext cx="3101" cy="3667"/>
            </a:xfrm>
            <a:custGeom>
              <a:avLst/>
              <a:pathLst>
                <a:path w="3101" h="3667">
                  <a:moveTo>
                    <a:pt x="3101" y="0"/>
                  </a:moveTo>
                  <a:lnTo>
                    <a:pt x="0" y="366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4" name="pl6844"/>
            <p:cNvSpPr/>
            <p:nvPr/>
          </p:nvSpPr>
          <p:spPr>
            <a:xfrm>
              <a:off x="4096807" y="2645195"/>
              <a:ext cx="5215" cy="5329"/>
            </a:xfrm>
            <a:custGeom>
              <a:avLst/>
              <a:pathLst>
                <a:path w="5215" h="5329">
                  <a:moveTo>
                    <a:pt x="5215" y="0"/>
                  </a:moveTo>
                  <a:lnTo>
                    <a:pt x="0" y="532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5" name="pl6845"/>
            <p:cNvSpPr/>
            <p:nvPr/>
          </p:nvSpPr>
          <p:spPr>
            <a:xfrm>
              <a:off x="4087003" y="2670790"/>
              <a:ext cx="5146" cy="5395"/>
            </a:xfrm>
            <a:custGeom>
              <a:avLst/>
              <a:pathLst>
                <a:path w="5146" h="5395">
                  <a:moveTo>
                    <a:pt x="5146" y="0"/>
                  </a:moveTo>
                  <a:lnTo>
                    <a:pt x="0" y="539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6" name="pl6846"/>
            <p:cNvSpPr/>
            <p:nvPr/>
          </p:nvSpPr>
          <p:spPr>
            <a:xfrm>
              <a:off x="4083592" y="2684767"/>
              <a:ext cx="215" cy="4798"/>
            </a:xfrm>
            <a:custGeom>
              <a:avLst/>
              <a:pathLst>
                <a:path w="215" h="4798">
                  <a:moveTo>
                    <a:pt x="0" y="4798"/>
                  </a:moveTo>
                  <a:lnTo>
                    <a:pt x="215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7" name="pl6847"/>
            <p:cNvSpPr/>
            <p:nvPr/>
          </p:nvSpPr>
          <p:spPr>
            <a:xfrm>
              <a:off x="4080649" y="2689565"/>
              <a:ext cx="2942" cy="3796"/>
            </a:xfrm>
            <a:custGeom>
              <a:avLst/>
              <a:pathLst>
                <a:path w="2942" h="3796">
                  <a:moveTo>
                    <a:pt x="2942" y="0"/>
                  </a:moveTo>
                  <a:lnTo>
                    <a:pt x="0" y="379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8" name="pl6848"/>
            <p:cNvSpPr/>
            <p:nvPr/>
          </p:nvSpPr>
          <p:spPr>
            <a:xfrm>
              <a:off x="4077353" y="2701970"/>
              <a:ext cx="174" cy="4800"/>
            </a:xfrm>
            <a:custGeom>
              <a:avLst/>
              <a:pathLst>
                <a:path w="174" h="4800">
                  <a:moveTo>
                    <a:pt x="0" y="4800"/>
                  </a:moveTo>
                  <a:lnTo>
                    <a:pt x="174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9" name="pl6849"/>
            <p:cNvSpPr/>
            <p:nvPr/>
          </p:nvSpPr>
          <p:spPr>
            <a:xfrm>
              <a:off x="4071261" y="2719227"/>
              <a:ext cx="133" cy="4801"/>
            </a:xfrm>
            <a:custGeom>
              <a:avLst/>
              <a:pathLst>
                <a:path w="133" h="4801">
                  <a:moveTo>
                    <a:pt x="0" y="4801"/>
                  </a:moveTo>
                  <a:lnTo>
                    <a:pt x="133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0" name="pl6850"/>
            <p:cNvSpPr/>
            <p:nvPr/>
          </p:nvSpPr>
          <p:spPr>
            <a:xfrm>
              <a:off x="4062472" y="2741338"/>
              <a:ext cx="2844" cy="3870"/>
            </a:xfrm>
            <a:custGeom>
              <a:avLst/>
              <a:pathLst>
                <a:path w="2844" h="3870">
                  <a:moveTo>
                    <a:pt x="2844" y="0"/>
                  </a:moveTo>
                  <a:lnTo>
                    <a:pt x="0" y="387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1" name="pl6851"/>
            <p:cNvSpPr/>
            <p:nvPr/>
          </p:nvSpPr>
          <p:spPr>
            <a:xfrm>
              <a:off x="4053883" y="2764945"/>
              <a:ext cx="8189" cy="6356"/>
            </a:xfrm>
            <a:custGeom>
              <a:avLst/>
              <a:pathLst>
                <a:path w="8189" h="6356">
                  <a:moveTo>
                    <a:pt x="8189" y="0"/>
                  </a:moveTo>
                  <a:lnTo>
                    <a:pt x="0" y="635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2" name="pl6852"/>
            <p:cNvSpPr/>
            <p:nvPr/>
          </p:nvSpPr>
          <p:spPr>
            <a:xfrm>
              <a:off x="4048342" y="2784827"/>
              <a:ext cx="2761" cy="3930"/>
            </a:xfrm>
            <a:custGeom>
              <a:avLst/>
              <a:pathLst>
                <a:path w="2761" h="3930">
                  <a:moveTo>
                    <a:pt x="2761" y="0"/>
                  </a:moveTo>
                  <a:lnTo>
                    <a:pt x="0" y="393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3" name="pl6853"/>
            <p:cNvSpPr/>
            <p:nvPr/>
          </p:nvSpPr>
          <p:spPr>
            <a:xfrm>
              <a:off x="4045628" y="2788677"/>
              <a:ext cx="13430" cy="8826"/>
            </a:xfrm>
            <a:custGeom>
              <a:avLst/>
              <a:pathLst>
                <a:path w="13430" h="8826">
                  <a:moveTo>
                    <a:pt x="13430" y="0"/>
                  </a:moveTo>
                  <a:lnTo>
                    <a:pt x="0" y="88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4" name="pl6854"/>
            <p:cNvSpPr/>
            <p:nvPr/>
          </p:nvSpPr>
          <p:spPr>
            <a:xfrm>
              <a:off x="4042951" y="2806260"/>
              <a:ext cx="71" cy="4802"/>
            </a:xfrm>
            <a:custGeom>
              <a:avLst/>
              <a:pathLst>
                <a:path w="71" h="4802">
                  <a:moveTo>
                    <a:pt x="71" y="480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5" name="pl6855"/>
            <p:cNvSpPr/>
            <p:nvPr/>
          </p:nvSpPr>
          <p:spPr>
            <a:xfrm>
              <a:off x="4035146" y="2826138"/>
              <a:ext cx="6437" cy="6461"/>
            </a:xfrm>
            <a:custGeom>
              <a:avLst/>
              <a:pathLst>
                <a:path w="6437" h="6461">
                  <a:moveTo>
                    <a:pt x="6437" y="0"/>
                  </a:moveTo>
                  <a:lnTo>
                    <a:pt x="0" y="64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6" name="pl6856"/>
            <p:cNvSpPr/>
            <p:nvPr/>
          </p:nvSpPr>
          <p:spPr>
            <a:xfrm>
              <a:off x="4025264" y="2862014"/>
              <a:ext cx="4617" cy="5854"/>
            </a:xfrm>
            <a:custGeom>
              <a:avLst/>
              <a:pathLst>
                <a:path w="4617" h="5854">
                  <a:moveTo>
                    <a:pt x="4617" y="0"/>
                  </a:moveTo>
                  <a:lnTo>
                    <a:pt x="0" y="585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7" name="pl6857"/>
            <p:cNvSpPr/>
            <p:nvPr/>
          </p:nvSpPr>
          <p:spPr>
            <a:xfrm>
              <a:off x="3997329" y="2983570"/>
              <a:ext cx="480" cy="4779"/>
            </a:xfrm>
            <a:custGeom>
              <a:avLst/>
              <a:pathLst>
                <a:path w="480" h="4779">
                  <a:moveTo>
                    <a:pt x="480" y="477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8" name="pl6858"/>
            <p:cNvSpPr/>
            <p:nvPr/>
          </p:nvSpPr>
          <p:spPr>
            <a:xfrm>
              <a:off x="3995447" y="2988349"/>
              <a:ext cx="2362" cy="4182"/>
            </a:xfrm>
            <a:custGeom>
              <a:avLst/>
              <a:pathLst>
                <a:path w="2362" h="4182">
                  <a:moveTo>
                    <a:pt x="2362" y="0"/>
                  </a:moveTo>
                  <a:lnTo>
                    <a:pt x="0" y="418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9" name="pl6859"/>
            <p:cNvSpPr/>
            <p:nvPr/>
          </p:nvSpPr>
          <p:spPr>
            <a:xfrm>
              <a:off x="3990030" y="3012175"/>
              <a:ext cx="7373" cy="7287"/>
            </a:xfrm>
            <a:custGeom>
              <a:avLst/>
              <a:pathLst>
                <a:path w="7373" h="7287">
                  <a:moveTo>
                    <a:pt x="7373" y="0"/>
                  </a:moveTo>
                  <a:lnTo>
                    <a:pt x="0" y="728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0" name="pl6860"/>
            <p:cNvSpPr/>
            <p:nvPr/>
          </p:nvSpPr>
          <p:spPr>
            <a:xfrm>
              <a:off x="3984959" y="3040235"/>
              <a:ext cx="4101" cy="6226"/>
            </a:xfrm>
            <a:custGeom>
              <a:avLst/>
              <a:pathLst>
                <a:path w="4101" h="6226">
                  <a:moveTo>
                    <a:pt x="4101" y="0"/>
                  </a:moveTo>
                  <a:lnTo>
                    <a:pt x="0" y="622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1" name="pl6861"/>
            <p:cNvSpPr/>
            <p:nvPr/>
          </p:nvSpPr>
          <p:spPr>
            <a:xfrm>
              <a:off x="3983345" y="3055475"/>
              <a:ext cx="643" cy="4760"/>
            </a:xfrm>
            <a:custGeom>
              <a:avLst/>
              <a:pathLst>
                <a:path w="643" h="4760">
                  <a:moveTo>
                    <a:pt x="643" y="47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2" name="pl6862"/>
            <p:cNvSpPr/>
            <p:nvPr/>
          </p:nvSpPr>
          <p:spPr>
            <a:xfrm>
              <a:off x="3978735" y="3073567"/>
              <a:ext cx="10358" cy="8989"/>
            </a:xfrm>
            <a:custGeom>
              <a:avLst/>
              <a:pathLst>
                <a:path w="10358" h="8989">
                  <a:moveTo>
                    <a:pt x="10358" y="0"/>
                  </a:moveTo>
                  <a:lnTo>
                    <a:pt x="0" y="89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3" name="pl6863"/>
            <p:cNvSpPr/>
            <p:nvPr/>
          </p:nvSpPr>
          <p:spPr>
            <a:xfrm>
              <a:off x="3977276" y="3091597"/>
              <a:ext cx="724" cy="4748"/>
            </a:xfrm>
            <a:custGeom>
              <a:avLst/>
              <a:pathLst>
                <a:path w="724" h="4748">
                  <a:moveTo>
                    <a:pt x="724" y="474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4" name="pl6864"/>
            <p:cNvSpPr/>
            <p:nvPr/>
          </p:nvSpPr>
          <p:spPr>
            <a:xfrm>
              <a:off x="3975855" y="3096345"/>
              <a:ext cx="2145" cy="4297"/>
            </a:xfrm>
            <a:custGeom>
              <a:avLst/>
              <a:pathLst>
                <a:path w="2145" h="4297">
                  <a:moveTo>
                    <a:pt x="2145" y="0"/>
                  </a:moveTo>
                  <a:lnTo>
                    <a:pt x="0" y="429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5" name="pl6865"/>
            <p:cNvSpPr/>
            <p:nvPr/>
          </p:nvSpPr>
          <p:spPr>
            <a:xfrm>
              <a:off x="3973129" y="3114437"/>
              <a:ext cx="2108" cy="4315"/>
            </a:xfrm>
            <a:custGeom>
              <a:avLst/>
              <a:pathLst>
                <a:path w="2108" h="4315">
                  <a:moveTo>
                    <a:pt x="2108" y="0"/>
                  </a:moveTo>
                  <a:lnTo>
                    <a:pt x="0" y="43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6" name="pl6866"/>
            <p:cNvSpPr/>
            <p:nvPr/>
          </p:nvSpPr>
          <p:spPr>
            <a:xfrm>
              <a:off x="3959190" y="3236960"/>
              <a:ext cx="1046" cy="4687"/>
            </a:xfrm>
            <a:custGeom>
              <a:avLst/>
              <a:pathLst>
                <a:path w="1046" h="4687">
                  <a:moveTo>
                    <a:pt x="1046" y="46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7" name="pl6867"/>
            <p:cNvSpPr/>
            <p:nvPr/>
          </p:nvSpPr>
          <p:spPr>
            <a:xfrm>
              <a:off x="3956906" y="3264335"/>
              <a:ext cx="1106" cy="4674"/>
            </a:xfrm>
            <a:custGeom>
              <a:avLst/>
              <a:pathLst>
                <a:path w="1106" h="4674">
                  <a:moveTo>
                    <a:pt x="1106" y="467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8" name="pl6868"/>
            <p:cNvSpPr/>
            <p:nvPr/>
          </p:nvSpPr>
          <p:spPr>
            <a:xfrm>
              <a:off x="3954973" y="3281776"/>
              <a:ext cx="9427" cy="9961"/>
            </a:xfrm>
            <a:custGeom>
              <a:avLst/>
              <a:pathLst>
                <a:path w="9427" h="9961">
                  <a:moveTo>
                    <a:pt x="9427" y="0"/>
                  </a:moveTo>
                  <a:lnTo>
                    <a:pt x="0" y="996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9" name="pl6869"/>
            <p:cNvSpPr/>
            <p:nvPr/>
          </p:nvSpPr>
          <p:spPr>
            <a:xfrm>
              <a:off x="3951827" y="3355758"/>
              <a:ext cx="1305" cy="4622"/>
            </a:xfrm>
            <a:custGeom>
              <a:avLst/>
              <a:pathLst>
                <a:path w="1305" h="4622">
                  <a:moveTo>
                    <a:pt x="1305" y="46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0" name="pl6870"/>
            <p:cNvSpPr/>
            <p:nvPr/>
          </p:nvSpPr>
          <p:spPr>
            <a:xfrm>
              <a:off x="3951534" y="3360380"/>
              <a:ext cx="1598" cy="4529"/>
            </a:xfrm>
            <a:custGeom>
              <a:avLst/>
              <a:pathLst>
                <a:path w="1598" h="4529">
                  <a:moveTo>
                    <a:pt x="1598" y="0"/>
                  </a:moveTo>
                  <a:lnTo>
                    <a:pt x="0" y="452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1" name="pl6871"/>
            <p:cNvSpPr/>
            <p:nvPr/>
          </p:nvSpPr>
          <p:spPr>
            <a:xfrm>
              <a:off x="3951280" y="3367282"/>
              <a:ext cx="3100" cy="6781"/>
            </a:xfrm>
            <a:custGeom>
              <a:avLst/>
              <a:pathLst>
                <a:path w="3100" h="6781">
                  <a:moveTo>
                    <a:pt x="3100" y="0"/>
                  </a:moveTo>
                  <a:lnTo>
                    <a:pt x="0" y="6781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2" name="pl6872"/>
            <p:cNvSpPr/>
            <p:nvPr/>
          </p:nvSpPr>
          <p:spPr>
            <a:xfrm>
              <a:off x="3952531" y="3520542"/>
              <a:ext cx="1656" cy="4508"/>
            </a:xfrm>
            <a:custGeom>
              <a:avLst/>
              <a:pathLst>
                <a:path w="1656" h="4508">
                  <a:moveTo>
                    <a:pt x="1656" y="450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3" name="pl6873"/>
            <p:cNvSpPr/>
            <p:nvPr/>
          </p:nvSpPr>
          <p:spPr>
            <a:xfrm>
              <a:off x="3962780" y="3657491"/>
              <a:ext cx="1941" cy="4393"/>
            </a:xfrm>
            <a:custGeom>
              <a:avLst/>
              <a:pathLst>
                <a:path w="1941" h="4393">
                  <a:moveTo>
                    <a:pt x="1941" y="439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4" name="pl6874"/>
            <p:cNvSpPr/>
            <p:nvPr/>
          </p:nvSpPr>
          <p:spPr>
            <a:xfrm>
              <a:off x="3965880" y="3676324"/>
              <a:ext cx="3402" cy="8462"/>
            </a:xfrm>
            <a:custGeom>
              <a:avLst/>
              <a:pathLst>
                <a:path w="3402" h="8462">
                  <a:moveTo>
                    <a:pt x="3402" y="0"/>
                  </a:moveTo>
                  <a:lnTo>
                    <a:pt x="0" y="846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5" name="pl6875"/>
            <p:cNvSpPr/>
            <p:nvPr/>
          </p:nvSpPr>
          <p:spPr>
            <a:xfrm>
              <a:off x="3971824" y="3730183"/>
              <a:ext cx="2090" cy="4324"/>
            </a:xfrm>
            <a:custGeom>
              <a:avLst/>
              <a:pathLst>
                <a:path w="2090" h="4324">
                  <a:moveTo>
                    <a:pt x="2090" y="432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6" name="pl6876"/>
            <p:cNvSpPr/>
            <p:nvPr/>
          </p:nvSpPr>
          <p:spPr>
            <a:xfrm>
              <a:off x="3973129" y="3734508"/>
              <a:ext cx="785" cy="4738"/>
            </a:xfrm>
            <a:custGeom>
              <a:avLst/>
              <a:pathLst>
                <a:path w="785" h="4738">
                  <a:moveTo>
                    <a:pt x="785" y="0"/>
                  </a:moveTo>
                  <a:lnTo>
                    <a:pt x="0" y="4738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7" name="pl6877"/>
            <p:cNvSpPr/>
            <p:nvPr/>
          </p:nvSpPr>
          <p:spPr>
            <a:xfrm>
              <a:off x="3977276" y="3759169"/>
              <a:ext cx="1810" cy="7233"/>
            </a:xfrm>
            <a:custGeom>
              <a:avLst/>
              <a:pathLst>
                <a:path w="1810" h="7233">
                  <a:moveTo>
                    <a:pt x="1810" y="0"/>
                  </a:moveTo>
                  <a:lnTo>
                    <a:pt x="0" y="723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8" name="pl6878"/>
            <p:cNvSpPr/>
            <p:nvPr/>
          </p:nvSpPr>
          <p:spPr>
            <a:xfrm>
              <a:off x="3981770" y="3780479"/>
              <a:ext cx="11092" cy="13023"/>
            </a:xfrm>
            <a:custGeom>
              <a:avLst/>
              <a:pathLst>
                <a:path w="11092" h="13023">
                  <a:moveTo>
                    <a:pt x="11092" y="0"/>
                  </a:moveTo>
                  <a:lnTo>
                    <a:pt x="0" y="1302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9" name="pl6879"/>
            <p:cNvSpPr/>
            <p:nvPr/>
          </p:nvSpPr>
          <p:spPr>
            <a:xfrm>
              <a:off x="3986611" y="3815779"/>
              <a:ext cx="602" cy="4765"/>
            </a:xfrm>
            <a:custGeom>
              <a:avLst/>
              <a:pathLst>
                <a:path w="602" h="4765">
                  <a:moveTo>
                    <a:pt x="602" y="0"/>
                  </a:moveTo>
                  <a:lnTo>
                    <a:pt x="0" y="476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0" name="pl6880"/>
            <p:cNvSpPr/>
            <p:nvPr/>
          </p:nvSpPr>
          <p:spPr>
            <a:xfrm>
              <a:off x="3988301" y="3822260"/>
              <a:ext cx="1593" cy="7284"/>
            </a:xfrm>
            <a:custGeom>
              <a:avLst/>
              <a:pathLst>
                <a:path w="1593" h="7284">
                  <a:moveTo>
                    <a:pt x="1593" y="0"/>
                  </a:moveTo>
                  <a:lnTo>
                    <a:pt x="0" y="728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1" name="pl6881"/>
            <p:cNvSpPr/>
            <p:nvPr/>
          </p:nvSpPr>
          <p:spPr>
            <a:xfrm>
              <a:off x="3999250" y="3873777"/>
              <a:ext cx="3900" cy="9605"/>
            </a:xfrm>
            <a:custGeom>
              <a:avLst/>
              <a:pathLst>
                <a:path w="3900" h="9605">
                  <a:moveTo>
                    <a:pt x="3900" y="0"/>
                  </a:moveTo>
                  <a:lnTo>
                    <a:pt x="0" y="960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2" name="pl6882"/>
            <p:cNvSpPr/>
            <p:nvPr/>
          </p:nvSpPr>
          <p:spPr>
            <a:xfrm>
              <a:off x="4003205" y="3896479"/>
              <a:ext cx="419" cy="4785"/>
            </a:xfrm>
            <a:custGeom>
              <a:avLst/>
              <a:pathLst>
                <a:path w="419" h="4785">
                  <a:moveTo>
                    <a:pt x="419" y="0"/>
                  </a:moveTo>
                  <a:lnTo>
                    <a:pt x="0" y="478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3" name="pl6883"/>
            <p:cNvSpPr/>
            <p:nvPr/>
          </p:nvSpPr>
          <p:spPr>
            <a:xfrm>
              <a:off x="4005240" y="3902852"/>
              <a:ext cx="1312" cy="7339"/>
            </a:xfrm>
            <a:custGeom>
              <a:avLst/>
              <a:pathLst>
                <a:path w="1312" h="7339">
                  <a:moveTo>
                    <a:pt x="1312" y="0"/>
                  </a:moveTo>
                  <a:lnTo>
                    <a:pt x="0" y="733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4" name="pl6884"/>
            <p:cNvSpPr/>
            <p:nvPr/>
          </p:nvSpPr>
          <p:spPr>
            <a:xfrm>
              <a:off x="4007313" y="3910325"/>
              <a:ext cx="2444" cy="8786"/>
            </a:xfrm>
            <a:custGeom>
              <a:avLst/>
              <a:pathLst>
                <a:path w="2444" h="8786">
                  <a:moveTo>
                    <a:pt x="2444" y="0"/>
                  </a:moveTo>
                  <a:lnTo>
                    <a:pt x="0" y="878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5" name="pl6885"/>
            <p:cNvSpPr/>
            <p:nvPr/>
          </p:nvSpPr>
          <p:spPr>
            <a:xfrm>
              <a:off x="4027678" y="3991575"/>
              <a:ext cx="998" cy="7389"/>
            </a:xfrm>
            <a:custGeom>
              <a:avLst/>
              <a:pathLst>
                <a:path w="998" h="7389">
                  <a:moveTo>
                    <a:pt x="998" y="0"/>
                  </a:moveTo>
                  <a:lnTo>
                    <a:pt x="0" y="738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6" name="pl6886"/>
            <p:cNvSpPr/>
            <p:nvPr/>
          </p:nvSpPr>
          <p:spPr>
            <a:xfrm>
              <a:off x="4045628" y="4053080"/>
              <a:ext cx="777" cy="7415"/>
            </a:xfrm>
            <a:custGeom>
              <a:avLst/>
              <a:pathLst>
                <a:path w="777" h="7415">
                  <a:moveTo>
                    <a:pt x="777" y="0"/>
                  </a:moveTo>
                  <a:lnTo>
                    <a:pt x="0" y="741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7" name="pl6887"/>
            <p:cNvSpPr/>
            <p:nvPr/>
          </p:nvSpPr>
          <p:spPr>
            <a:xfrm>
              <a:off x="4051094" y="4073172"/>
              <a:ext cx="9" cy="4803"/>
            </a:xfrm>
            <a:custGeom>
              <a:avLst/>
              <a:pathLst>
                <a:path w="9" h="4803">
                  <a:moveTo>
                    <a:pt x="9" y="0"/>
                  </a:moveTo>
                  <a:lnTo>
                    <a:pt x="0" y="480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8" name="pl6888"/>
            <p:cNvSpPr/>
            <p:nvPr/>
          </p:nvSpPr>
          <p:spPr>
            <a:xfrm>
              <a:off x="4053883" y="4073052"/>
              <a:ext cx="3295" cy="13645"/>
            </a:xfrm>
            <a:custGeom>
              <a:avLst/>
              <a:pathLst>
                <a:path w="3295" h="13645">
                  <a:moveTo>
                    <a:pt x="3295" y="0"/>
                  </a:moveTo>
                  <a:lnTo>
                    <a:pt x="0" y="1364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9" name="pl6889"/>
            <p:cNvSpPr/>
            <p:nvPr/>
          </p:nvSpPr>
          <p:spPr>
            <a:xfrm>
              <a:off x="4062472" y="4112791"/>
              <a:ext cx="2844" cy="3870"/>
            </a:xfrm>
            <a:custGeom>
              <a:avLst/>
              <a:pathLst>
                <a:path w="2844" h="3870">
                  <a:moveTo>
                    <a:pt x="2844" y="387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0" name="pl6890"/>
            <p:cNvSpPr/>
            <p:nvPr/>
          </p:nvSpPr>
          <p:spPr>
            <a:xfrm>
              <a:off x="4068383" y="4117421"/>
              <a:ext cx="1807" cy="12703"/>
            </a:xfrm>
            <a:custGeom>
              <a:avLst/>
              <a:pathLst>
                <a:path w="1807" h="12703">
                  <a:moveTo>
                    <a:pt x="1807" y="0"/>
                  </a:moveTo>
                  <a:lnTo>
                    <a:pt x="0" y="12703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1" name="pl6891"/>
            <p:cNvSpPr/>
            <p:nvPr/>
          </p:nvSpPr>
          <p:spPr>
            <a:xfrm>
              <a:off x="4071395" y="4138772"/>
              <a:ext cx="2893" cy="3833"/>
            </a:xfrm>
            <a:custGeom>
              <a:avLst/>
              <a:pathLst>
                <a:path w="2893" h="3833">
                  <a:moveTo>
                    <a:pt x="2893" y="383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2" name="pl6892"/>
            <p:cNvSpPr/>
            <p:nvPr/>
          </p:nvSpPr>
          <p:spPr>
            <a:xfrm>
              <a:off x="4077528" y="4148584"/>
              <a:ext cx="428" cy="7444"/>
            </a:xfrm>
            <a:custGeom>
              <a:avLst/>
              <a:pathLst>
                <a:path w="428" h="7444">
                  <a:moveTo>
                    <a:pt x="428" y="0"/>
                  </a:moveTo>
                  <a:lnTo>
                    <a:pt x="0" y="744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3" name="pl6893"/>
            <p:cNvSpPr/>
            <p:nvPr/>
          </p:nvSpPr>
          <p:spPr>
            <a:xfrm>
              <a:off x="4089978" y="4185585"/>
              <a:ext cx="256" cy="4796"/>
            </a:xfrm>
            <a:custGeom>
              <a:avLst/>
              <a:pathLst>
                <a:path w="256" h="4796">
                  <a:moveTo>
                    <a:pt x="0" y="0"/>
                  </a:moveTo>
                  <a:lnTo>
                    <a:pt x="256" y="4796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4" name="pl6894"/>
            <p:cNvSpPr/>
            <p:nvPr/>
          </p:nvSpPr>
          <p:spPr>
            <a:xfrm>
              <a:off x="4093503" y="4183698"/>
              <a:ext cx="5109" cy="15237"/>
            </a:xfrm>
            <a:custGeom>
              <a:avLst/>
              <a:pathLst>
                <a:path w="5109" h="15237">
                  <a:moveTo>
                    <a:pt x="5109" y="0"/>
                  </a:moveTo>
                  <a:lnTo>
                    <a:pt x="0" y="15237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5" name="pl6895"/>
            <p:cNvSpPr/>
            <p:nvPr/>
          </p:nvSpPr>
          <p:spPr>
            <a:xfrm>
              <a:off x="4096807" y="4207475"/>
              <a:ext cx="3022" cy="3732"/>
            </a:xfrm>
            <a:custGeom>
              <a:avLst/>
              <a:pathLst>
                <a:path w="3022" h="3732">
                  <a:moveTo>
                    <a:pt x="3022" y="37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6" name="pl6896"/>
            <p:cNvSpPr/>
            <p:nvPr/>
          </p:nvSpPr>
          <p:spPr>
            <a:xfrm>
              <a:off x="4103526" y="4217058"/>
              <a:ext cx="173" cy="7454"/>
            </a:xfrm>
            <a:custGeom>
              <a:avLst/>
              <a:pathLst>
                <a:path w="173" h="7454">
                  <a:moveTo>
                    <a:pt x="173" y="0"/>
                  </a:moveTo>
                  <a:lnTo>
                    <a:pt x="0" y="7454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7" name="pl6897"/>
            <p:cNvSpPr/>
            <p:nvPr/>
          </p:nvSpPr>
          <p:spPr>
            <a:xfrm>
              <a:off x="4124551" y="4275271"/>
              <a:ext cx="3148" cy="3627"/>
            </a:xfrm>
            <a:custGeom>
              <a:avLst/>
              <a:pathLst>
                <a:path w="3148" h="3627">
                  <a:moveTo>
                    <a:pt x="3148" y="362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8" name="pl6898"/>
            <p:cNvSpPr/>
            <p:nvPr/>
          </p:nvSpPr>
          <p:spPr>
            <a:xfrm>
              <a:off x="4127699" y="4278898"/>
              <a:ext cx="481" cy="4779"/>
            </a:xfrm>
            <a:custGeom>
              <a:avLst/>
              <a:pathLst>
                <a:path w="481" h="4779">
                  <a:moveTo>
                    <a:pt x="0" y="0"/>
                  </a:moveTo>
                  <a:lnTo>
                    <a:pt x="481" y="4779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9" name="pl6899"/>
            <p:cNvSpPr/>
            <p:nvPr/>
          </p:nvSpPr>
          <p:spPr>
            <a:xfrm>
              <a:off x="4131766" y="4284613"/>
              <a:ext cx="80" cy="7455"/>
            </a:xfrm>
            <a:custGeom>
              <a:avLst/>
              <a:pathLst>
                <a:path w="80" h="7455">
                  <a:moveTo>
                    <a:pt x="0" y="0"/>
                  </a:moveTo>
                  <a:lnTo>
                    <a:pt x="80" y="7455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0" name="pl6900"/>
            <p:cNvSpPr/>
            <p:nvPr/>
          </p:nvSpPr>
          <p:spPr>
            <a:xfrm>
              <a:off x="4138744" y="4304031"/>
              <a:ext cx="542" cy="4772"/>
            </a:xfrm>
            <a:custGeom>
              <a:avLst/>
              <a:pathLst>
                <a:path w="542" h="4772">
                  <a:moveTo>
                    <a:pt x="0" y="0"/>
                  </a:moveTo>
                  <a:lnTo>
                    <a:pt x="542" y="4772"/>
                  </a:lnTo>
                </a:path>
              </a:pathLst>
            </a:custGeom>
            <a:ln w="17621" cap="rnd">
              <a:solidFill>
                <a:srgbClr val="19E5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1" name="pl6901"/>
            <p:cNvSpPr/>
            <p:nvPr/>
          </p:nvSpPr>
          <p:spPr>
            <a:xfrm>
              <a:off x="4178611" y="4391492"/>
              <a:ext cx="3359" cy="3432"/>
            </a:xfrm>
            <a:custGeom>
              <a:avLst/>
              <a:pathLst>
                <a:path w="3359" h="3432">
                  <a:moveTo>
                    <a:pt x="3359" y="343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06A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2" name="pl6902"/>
            <p:cNvSpPr/>
            <p:nvPr/>
          </p:nvSpPr>
          <p:spPr>
            <a:xfrm>
              <a:off x="4258145" y="4535813"/>
              <a:ext cx="3613" cy="3164"/>
            </a:xfrm>
            <a:custGeom>
              <a:avLst/>
              <a:pathLst>
                <a:path w="3613" h="3164">
                  <a:moveTo>
                    <a:pt x="3613" y="316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3" name="pl6903"/>
            <p:cNvSpPr/>
            <p:nvPr/>
          </p:nvSpPr>
          <p:spPr>
            <a:xfrm>
              <a:off x="4272469" y="4559255"/>
              <a:ext cx="3653" cy="3118"/>
            </a:xfrm>
            <a:custGeom>
              <a:avLst/>
              <a:pathLst>
                <a:path w="3653" h="3118">
                  <a:moveTo>
                    <a:pt x="3653" y="311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4" name="pl6904"/>
            <p:cNvSpPr/>
            <p:nvPr/>
          </p:nvSpPr>
          <p:spPr>
            <a:xfrm>
              <a:off x="4276122" y="4562373"/>
              <a:ext cx="1187" cy="4654"/>
            </a:xfrm>
            <a:custGeom>
              <a:avLst/>
              <a:pathLst>
                <a:path w="1187" h="4654">
                  <a:moveTo>
                    <a:pt x="0" y="0"/>
                  </a:moveTo>
                  <a:lnTo>
                    <a:pt x="1187" y="465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5" name="pl6905"/>
            <p:cNvSpPr/>
            <p:nvPr/>
          </p:nvSpPr>
          <p:spPr>
            <a:xfrm>
              <a:off x="4297005" y="4597909"/>
              <a:ext cx="3719" cy="3039"/>
            </a:xfrm>
            <a:custGeom>
              <a:avLst/>
              <a:pathLst>
                <a:path w="3719" h="3039">
                  <a:moveTo>
                    <a:pt x="3719" y="303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6" name="pl6906"/>
            <p:cNvSpPr/>
            <p:nvPr/>
          </p:nvSpPr>
          <p:spPr>
            <a:xfrm>
              <a:off x="4307049" y="4613223"/>
              <a:ext cx="3744" cy="3007"/>
            </a:xfrm>
            <a:custGeom>
              <a:avLst/>
              <a:pathLst>
                <a:path w="3744" h="3007">
                  <a:moveTo>
                    <a:pt x="3744" y="30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7" name="pl6907"/>
            <p:cNvSpPr/>
            <p:nvPr/>
          </p:nvSpPr>
          <p:spPr>
            <a:xfrm>
              <a:off x="4310794" y="4616231"/>
              <a:ext cx="1326" cy="4616"/>
            </a:xfrm>
            <a:custGeom>
              <a:avLst/>
              <a:pathLst>
                <a:path w="1326" h="4616">
                  <a:moveTo>
                    <a:pt x="0" y="0"/>
                  </a:moveTo>
                  <a:lnTo>
                    <a:pt x="1326" y="4616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8" name="pl6908"/>
            <p:cNvSpPr/>
            <p:nvPr/>
          </p:nvSpPr>
          <p:spPr>
            <a:xfrm>
              <a:off x="4331324" y="4646534"/>
              <a:ext cx="1404" cy="4593"/>
            </a:xfrm>
            <a:custGeom>
              <a:avLst/>
              <a:pathLst>
                <a:path w="1404" h="4593">
                  <a:moveTo>
                    <a:pt x="0" y="0"/>
                  </a:moveTo>
                  <a:lnTo>
                    <a:pt x="1404" y="4593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9" name="pl6909"/>
            <p:cNvSpPr/>
            <p:nvPr/>
          </p:nvSpPr>
          <p:spPr>
            <a:xfrm>
              <a:off x="4348522" y="4673604"/>
              <a:ext cx="3845" cy="2878"/>
            </a:xfrm>
            <a:custGeom>
              <a:avLst/>
              <a:pathLst>
                <a:path w="3845" h="2878">
                  <a:moveTo>
                    <a:pt x="3845" y="2878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0" name="pl6910"/>
            <p:cNvSpPr/>
            <p:nvPr/>
          </p:nvSpPr>
          <p:spPr>
            <a:xfrm>
              <a:off x="4352368" y="4676483"/>
              <a:ext cx="1482" cy="4568"/>
            </a:xfrm>
            <a:custGeom>
              <a:avLst/>
              <a:pathLst>
                <a:path w="1482" h="4568">
                  <a:moveTo>
                    <a:pt x="0" y="0"/>
                  </a:moveTo>
                  <a:lnTo>
                    <a:pt x="1482" y="4568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1" name="pl6911"/>
            <p:cNvSpPr/>
            <p:nvPr/>
          </p:nvSpPr>
          <p:spPr>
            <a:xfrm>
              <a:off x="4359211" y="4688476"/>
              <a:ext cx="3869" cy="2845"/>
            </a:xfrm>
            <a:custGeom>
              <a:avLst/>
              <a:pathLst>
                <a:path w="3869" h="2845">
                  <a:moveTo>
                    <a:pt x="3869" y="284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2" name="pl6912"/>
            <p:cNvSpPr/>
            <p:nvPr/>
          </p:nvSpPr>
          <p:spPr>
            <a:xfrm>
              <a:off x="4363081" y="4691321"/>
              <a:ext cx="1521" cy="4555"/>
            </a:xfrm>
            <a:custGeom>
              <a:avLst/>
              <a:pathLst>
                <a:path w="1521" h="4555">
                  <a:moveTo>
                    <a:pt x="0" y="0"/>
                  </a:moveTo>
                  <a:lnTo>
                    <a:pt x="1521" y="4555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3" name="pl6913"/>
            <p:cNvSpPr/>
            <p:nvPr/>
          </p:nvSpPr>
          <p:spPr>
            <a:xfrm>
              <a:off x="4370026" y="4636934"/>
              <a:ext cx="2550" cy="66321"/>
            </a:xfrm>
            <a:custGeom>
              <a:avLst/>
              <a:pathLst>
                <a:path w="2550" h="66321">
                  <a:moveTo>
                    <a:pt x="2550" y="0"/>
                  </a:moveTo>
                  <a:lnTo>
                    <a:pt x="0" y="66321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4" name="pl6914"/>
            <p:cNvSpPr/>
            <p:nvPr/>
          </p:nvSpPr>
          <p:spPr>
            <a:xfrm>
              <a:off x="4375481" y="4710610"/>
              <a:ext cx="3906" cy="2795"/>
            </a:xfrm>
            <a:custGeom>
              <a:avLst/>
              <a:pathLst>
                <a:path w="3906" h="2795">
                  <a:moveTo>
                    <a:pt x="3906" y="27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5" name="pl6915"/>
            <p:cNvSpPr/>
            <p:nvPr/>
          </p:nvSpPr>
          <p:spPr>
            <a:xfrm>
              <a:off x="4386485" y="4725250"/>
              <a:ext cx="3929" cy="2762"/>
            </a:xfrm>
            <a:custGeom>
              <a:avLst/>
              <a:pathLst>
                <a:path w="3929" h="2762">
                  <a:moveTo>
                    <a:pt x="3929" y="276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6" name="pl6916"/>
            <p:cNvSpPr/>
            <p:nvPr/>
          </p:nvSpPr>
          <p:spPr>
            <a:xfrm>
              <a:off x="4395277" y="4727178"/>
              <a:ext cx="2335" cy="12616"/>
            </a:xfrm>
            <a:custGeom>
              <a:avLst/>
              <a:pathLst>
                <a:path w="2335" h="12616">
                  <a:moveTo>
                    <a:pt x="0" y="0"/>
                  </a:moveTo>
                  <a:lnTo>
                    <a:pt x="2335" y="12616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7" name="pl6917"/>
            <p:cNvSpPr/>
            <p:nvPr/>
          </p:nvSpPr>
          <p:spPr>
            <a:xfrm>
              <a:off x="4403223" y="4747032"/>
              <a:ext cx="3964" cy="2711"/>
            </a:xfrm>
            <a:custGeom>
              <a:avLst/>
              <a:pathLst>
                <a:path w="3964" h="2711">
                  <a:moveTo>
                    <a:pt x="3964" y="2711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8" name="pl6918"/>
            <p:cNvSpPr/>
            <p:nvPr/>
          </p:nvSpPr>
          <p:spPr>
            <a:xfrm>
              <a:off x="4407188" y="4749744"/>
              <a:ext cx="1676" cy="4501"/>
            </a:xfrm>
            <a:custGeom>
              <a:avLst/>
              <a:pathLst>
                <a:path w="1676" h="4501">
                  <a:moveTo>
                    <a:pt x="0" y="0"/>
                  </a:moveTo>
                  <a:lnTo>
                    <a:pt x="1676" y="4501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9" name="pl6919"/>
            <p:cNvSpPr/>
            <p:nvPr/>
          </p:nvSpPr>
          <p:spPr>
            <a:xfrm>
              <a:off x="4414427" y="4744805"/>
              <a:ext cx="109" cy="16628"/>
            </a:xfrm>
            <a:custGeom>
              <a:avLst/>
              <a:pathLst>
                <a:path w="109" h="16628">
                  <a:moveTo>
                    <a:pt x="0" y="0"/>
                  </a:moveTo>
                  <a:lnTo>
                    <a:pt x="109" y="16628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0" name="pl6920"/>
            <p:cNvSpPr/>
            <p:nvPr/>
          </p:nvSpPr>
          <p:spPr>
            <a:xfrm>
              <a:off x="4420240" y="4768598"/>
              <a:ext cx="3999" cy="2660"/>
            </a:xfrm>
            <a:custGeom>
              <a:avLst/>
              <a:pathLst>
                <a:path w="3999" h="2660">
                  <a:moveTo>
                    <a:pt x="3999" y="2660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1" name="pl6921"/>
            <p:cNvSpPr/>
            <p:nvPr/>
          </p:nvSpPr>
          <p:spPr>
            <a:xfrm>
              <a:off x="4435759" y="4785480"/>
              <a:ext cx="1772" cy="4464"/>
            </a:xfrm>
            <a:custGeom>
              <a:avLst/>
              <a:pathLst>
                <a:path w="1772" h="4464">
                  <a:moveTo>
                    <a:pt x="0" y="0"/>
                  </a:moveTo>
                  <a:lnTo>
                    <a:pt x="1772" y="446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2" name="pl6922"/>
            <p:cNvSpPr/>
            <p:nvPr/>
          </p:nvSpPr>
          <p:spPr>
            <a:xfrm>
              <a:off x="4447399" y="4799603"/>
              <a:ext cx="1810" cy="4449"/>
            </a:xfrm>
            <a:custGeom>
              <a:avLst/>
              <a:pathLst>
                <a:path w="1810" h="4449">
                  <a:moveTo>
                    <a:pt x="0" y="0"/>
                  </a:moveTo>
                  <a:lnTo>
                    <a:pt x="1810" y="4449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3" name="pl6923"/>
            <p:cNvSpPr/>
            <p:nvPr/>
          </p:nvSpPr>
          <p:spPr>
            <a:xfrm>
              <a:off x="4466952" y="4825024"/>
              <a:ext cx="4087" cy="2522"/>
            </a:xfrm>
            <a:custGeom>
              <a:avLst/>
              <a:pathLst>
                <a:path w="4087" h="2522">
                  <a:moveTo>
                    <a:pt x="4087" y="252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4" name="pl6924"/>
            <p:cNvSpPr/>
            <p:nvPr/>
          </p:nvSpPr>
          <p:spPr>
            <a:xfrm>
              <a:off x="4471040" y="4827547"/>
              <a:ext cx="1885" cy="4417"/>
            </a:xfrm>
            <a:custGeom>
              <a:avLst/>
              <a:pathLst>
                <a:path w="1885" h="4417">
                  <a:moveTo>
                    <a:pt x="0" y="0"/>
                  </a:moveTo>
                  <a:lnTo>
                    <a:pt x="1885" y="441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5" name="pl6925"/>
            <p:cNvSpPr/>
            <p:nvPr/>
          </p:nvSpPr>
          <p:spPr>
            <a:xfrm>
              <a:off x="4478929" y="4838879"/>
              <a:ext cx="4109" cy="2487"/>
            </a:xfrm>
            <a:custGeom>
              <a:avLst/>
              <a:pathLst>
                <a:path w="4109" h="2487">
                  <a:moveTo>
                    <a:pt x="4109" y="248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6" name="pl6926"/>
            <p:cNvSpPr/>
            <p:nvPr/>
          </p:nvSpPr>
          <p:spPr>
            <a:xfrm>
              <a:off x="4491024" y="4852631"/>
              <a:ext cx="4130" cy="2452"/>
            </a:xfrm>
            <a:custGeom>
              <a:avLst/>
              <a:pathLst>
                <a:path w="4130" h="2452">
                  <a:moveTo>
                    <a:pt x="4130" y="2452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7" name="pl6927"/>
            <p:cNvSpPr/>
            <p:nvPr/>
          </p:nvSpPr>
          <p:spPr>
            <a:xfrm>
              <a:off x="4495154" y="4855083"/>
              <a:ext cx="1961" cy="4384"/>
            </a:xfrm>
            <a:custGeom>
              <a:avLst/>
              <a:pathLst>
                <a:path w="1961" h="4384">
                  <a:moveTo>
                    <a:pt x="0" y="0"/>
                  </a:moveTo>
                  <a:lnTo>
                    <a:pt x="1961" y="4384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8" name="pl6928"/>
            <p:cNvSpPr/>
            <p:nvPr/>
          </p:nvSpPr>
          <p:spPr>
            <a:xfrm>
              <a:off x="4503236" y="4866279"/>
              <a:ext cx="4150" cy="2417"/>
            </a:xfrm>
            <a:custGeom>
              <a:avLst/>
              <a:pathLst>
                <a:path w="4150" h="2417">
                  <a:moveTo>
                    <a:pt x="4150" y="24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9" name="pl6929"/>
            <p:cNvSpPr/>
            <p:nvPr/>
          </p:nvSpPr>
          <p:spPr>
            <a:xfrm>
              <a:off x="4515563" y="4795485"/>
              <a:ext cx="28040" cy="84337"/>
            </a:xfrm>
            <a:custGeom>
              <a:avLst/>
              <a:pathLst>
                <a:path w="28040" h="84337">
                  <a:moveTo>
                    <a:pt x="28040" y="0"/>
                  </a:moveTo>
                  <a:lnTo>
                    <a:pt x="0" y="84337"/>
                  </a:lnTo>
                </a:path>
              </a:pathLst>
            </a:custGeom>
            <a:ln w="17621" cap="rnd">
              <a:solidFill>
                <a:srgbClr val="FF1A1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0" name="pl6930"/>
            <p:cNvSpPr/>
            <p:nvPr/>
          </p:nvSpPr>
          <p:spPr>
            <a:xfrm>
              <a:off x="4528006" y="4893260"/>
              <a:ext cx="4191" cy="2345"/>
            </a:xfrm>
            <a:custGeom>
              <a:avLst/>
              <a:pathLst>
                <a:path w="4191" h="2345">
                  <a:moveTo>
                    <a:pt x="4191" y="234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1" name="pl6931"/>
            <p:cNvSpPr/>
            <p:nvPr/>
          </p:nvSpPr>
          <p:spPr>
            <a:xfrm>
              <a:off x="4537961" y="4899604"/>
              <a:ext cx="2602" cy="6987"/>
            </a:xfrm>
            <a:custGeom>
              <a:avLst/>
              <a:pathLst>
                <a:path w="2602" h="6987">
                  <a:moveTo>
                    <a:pt x="0" y="0"/>
                  </a:moveTo>
                  <a:lnTo>
                    <a:pt x="2602" y="6987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2" name="pl6932"/>
            <p:cNvSpPr/>
            <p:nvPr/>
          </p:nvSpPr>
          <p:spPr>
            <a:xfrm>
              <a:off x="4589679" y="4954579"/>
              <a:ext cx="2237" cy="4250"/>
            </a:xfrm>
            <a:custGeom>
              <a:avLst/>
              <a:pathLst>
                <a:path w="2237" h="4250">
                  <a:moveTo>
                    <a:pt x="0" y="0"/>
                  </a:moveTo>
                  <a:lnTo>
                    <a:pt x="2237" y="425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3" name="pl6933"/>
            <p:cNvSpPr/>
            <p:nvPr/>
          </p:nvSpPr>
          <p:spPr>
            <a:xfrm>
              <a:off x="4598461" y="4965235"/>
              <a:ext cx="4297" cy="2146"/>
            </a:xfrm>
            <a:custGeom>
              <a:avLst/>
              <a:pathLst>
                <a:path w="4297" h="2146">
                  <a:moveTo>
                    <a:pt x="4297" y="214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4" name="pl6934"/>
            <p:cNvSpPr/>
            <p:nvPr/>
          </p:nvSpPr>
          <p:spPr>
            <a:xfrm>
              <a:off x="4602758" y="4967381"/>
              <a:ext cx="2273" cy="4231"/>
            </a:xfrm>
            <a:custGeom>
              <a:avLst/>
              <a:pathLst>
                <a:path w="2273" h="4231">
                  <a:moveTo>
                    <a:pt x="0" y="0"/>
                  </a:moveTo>
                  <a:lnTo>
                    <a:pt x="2273" y="4231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5" name="pl6935"/>
            <p:cNvSpPr/>
            <p:nvPr/>
          </p:nvSpPr>
          <p:spPr>
            <a:xfrm>
              <a:off x="4611630" y="4977962"/>
              <a:ext cx="4315" cy="2109"/>
            </a:xfrm>
            <a:custGeom>
              <a:avLst/>
              <a:pathLst>
                <a:path w="4315" h="2109">
                  <a:moveTo>
                    <a:pt x="4315" y="2109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6" name="pl6936"/>
            <p:cNvSpPr/>
            <p:nvPr/>
          </p:nvSpPr>
          <p:spPr>
            <a:xfrm>
              <a:off x="4645024" y="5009283"/>
              <a:ext cx="4359" cy="2017"/>
            </a:xfrm>
            <a:custGeom>
              <a:avLst/>
              <a:pathLst>
                <a:path w="4359" h="2017">
                  <a:moveTo>
                    <a:pt x="4359" y="201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7" name="pl6937"/>
            <p:cNvSpPr/>
            <p:nvPr/>
          </p:nvSpPr>
          <p:spPr>
            <a:xfrm>
              <a:off x="4669763" y="5029693"/>
              <a:ext cx="2452" cy="4130"/>
            </a:xfrm>
            <a:custGeom>
              <a:avLst/>
              <a:pathLst>
                <a:path w="2452" h="4130">
                  <a:moveTo>
                    <a:pt x="0" y="0"/>
                  </a:moveTo>
                  <a:lnTo>
                    <a:pt x="2452" y="413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8" name="pl6938"/>
            <p:cNvSpPr/>
            <p:nvPr/>
          </p:nvSpPr>
          <p:spPr>
            <a:xfrm>
              <a:off x="4690377" y="5047822"/>
              <a:ext cx="2505" cy="4098"/>
            </a:xfrm>
            <a:custGeom>
              <a:avLst/>
              <a:pathLst>
                <a:path w="2505" h="4098">
                  <a:moveTo>
                    <a:pt x="0" y="0"/>
                  </a:moveTo>
                  <a:lnTo>
                    <a:pt x="2505" y="4098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9" name="pl6939"/>
            <p:cNvSpPr/>
            <p:nvPr/>
          </p:nvSpPr>
          <p:spPr>
            <a:xfrm>
              <a:off x="4699822" y="5057895"/>
              <a:ext cx="4425" cy="1867"/>
            </a:xfrm>
            <a:custGeom>
              <a:avLst/>
              <a:pathLst>
                <a:path w="4425" h="1867">
                  <a:moveTo>
                    <a:pt x="4425" y="186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0" name="pl6940"/>
            <p:cNvSpPr/>
            <p:nvPr/>
          </p:nvSpPr>
          <p:spPr>
            <a:xfrm>
              <a:off x="4745707" y="5086737"/>
              <a:ext cx="3401" cy="12136"/>
            </a:xfrm>
            <a:custGeom>
              <a:avLst/>
              <a:pathLst>
                <a:path w="3401" h="12136">
                  <a:moveTo>
                    <a:pt x="0" y="0"/>
                  </a:moveTo>
                  <a:lnTo>
                    <a:pt x="3401" y="12136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1" name="pl6941"/>
            <p:cNvSpPr/>
            <p:nvPr/>
          </p:nvSpPr>
          <p:spPr>
            <a:xfrm>
              <a:off x="4861195" y="5172667"/>
              <a:ext cx="5009" cy="14218"/>
            </a:xfrm>
            <a:custGeom>
              <a:avLst/>
              <a:pathLst>
                <a:path w="5009" h="14218">
                  <a:moveTo>
                    <a:pt x="0" y="0"/>
                  </a:moveTo>
                  <a:lnTo>
                    <a:pt x="5009" y="14218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2" name="pl6942"/>
            <p:cNvSpPr/>
            <p:nvPr/>
          </p:nvSpPr>
          <p:spPr>
            <a:xfrm>
              <a:off x="4902440" y="5162362"/>
              <a:ext cx="16829" cy="60473"/>
            </a:xfrm>
            <a:custGeom>
              <a:avLst/>
              <a:pathLst>
                <a:path w="16829" h="60473">
                  <a:moveTo>
                    <a:pt x="0" y="0"/>
                  </a:moveTo>
                  <a:lnTo>
                    <a:pt x="16829" y="6047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3" name="pl6943"/>
            <p:cNvSpPr/>
            <p:nvPr/>
          </p:nvSpPr>
          <p:spPr>
            <a:xfrm>
              <a:off x="4926512" y="5176938"/>
              <a:ext cx="425" cy="50903"/>
            </a:xfrm>
            <a:custGeom>
              <a:avLst/>
              <a:pathLst>
                <a:path w="425" h="50903">
                  <a:moveTo>
                    <a:pt x="0" y="0"/>
                  </a:moveTo>
                  <a:lnTo>
                    <a:pt x="425" y="5090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4" name="pl6944"/>
            <p:cNvSpPr/>
            <p:nvPr/>
          </p:nvSpPr>
          <p:spPr>
            <a:xfrm>
              <a:off x="4942336" y="5192239"/>
              <a:ext cx="12734" cy="45516"/>
            </a:xfrm>
            <a:custGeom>
              <a:avLst/>
              <a:pathLst>
                <a:path w="12734" h="45516">
                  <a:moveTo>
                    <a:pt x="12734" y="0"/>
                  </a:moveTo>
                  <a:lnTo>
                    <a:pt x="0" y="45516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5" name="pl6945"/>
            <p:cNvSpPr/>
            <p:nvPr/>
          </p:nvSpPr>
          <p:spPr>
            <a:xfrm>
              <a:off x="4950067" y="5242662"/>
              <a:ext cx="4649" cy="1207"/>
            </a:xfrm>
            <a:custGeom>
              <a:avLst/>
              <a:pathLst>
                <a:path w="4649" h="1207">
                  <a:moveTo>
                    <a:pt x="4649" y="120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6" name="pl6946"/>
            <p:cNvSpPr/>
            <p:nvPr/>
          </p:nvSpPr>
          <p:spPr>
            <a:xfrm>
              <a:off x="4982550" y="5254251"/>
              <a:ext cx="6483" cy="12450"/>
            </a:xfrm>
            <a:custGeom>
              <a:avLst/>
              <a:pathLst>
                <a:path w="6483" h="12450">
                  <a:moveTo>
                    <a:pt x="0" y="0"/>
                  </a:moveTo>
                  <a:lnTo>
                    <a:pt x="6483" y="12450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7" name="pl6947"/>
            <p:cNvSpPr/>
            <p:nvPr/>
          </p:nvSpPr>
          <p:spPr>
            <a:xfrm>
              <a:off x="4992324" y="5258475"/>
              <a:ext cx="4563" cy="12933"/>
            </a:xfrm>
            <a:custGeom>
              <a:avLst/>
              <a:pathLst>
                <a:path w="4563" h="12933">
                  <a:moveTo>
                    <a:pt x="0" y="0"/>
                  </a:moveTo>
                  <a:lnTo>
                    <a:pt x="4563" y="12933"/>
                  </a:lnTo>
                </a:path>
              </a:pathLst>
            </a:custGeom>
            <a:ln w="17621" cap="rnd">
              <a:solidFill>
                <a:srgbClr val="39D6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8" name="pl6948"/>
            <p:cNvSpPr/>
            <p:nvPr/>
          </p:nvSpPr>
          <p:spPr>
            <a:xfrm>
              <a:off x="5025262" y="5286358"/>
              <a:ext cx="3241" cy="3544"/>
            </a:xfrm>
            <a:custGeom>
              <a:avLst/>
              <a:pathLst>
                <a:path w="3241" h="3544">
                  <a:moveTo>
                    <a:pt x="0" y="0"/>
                  </a:moveTo>
                  <a:lnTo>
                    <a:pt x="3241" y="3544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9" name="pl6949"/>
            <p:cNvSpPr/>
            <p:nvPr/>
          </p:nvSpPr>
          <p:spPr>
            <a:xfrm>
              <a:off x="5092659" y="5325258"/>
              <a:ext cx="4728" cy="847"/>
            </a:xfrm>
            <a:custGeom>
              <a:avLst/>
              <a:pathLst>
                <a:path w="4728" h="847">
                  <a:moveTo>
                    <a:pt x="4728" y="847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0" name="pl6950"/>
            <p:cNvSpPr/>
            <p:nvPr/>
          </p:nvSpPr>
          <p:spPr>
            <a:xfrm>
              <a:off x="5117023" y="5337949"/>
              <a:ext cx="4738" cy="786"/>
            </a:xfrm>
            <a:custGeom>
              <a:avLst/>
              <a:pathLst>
                <a:path w="4738" h="786">
                  <a:moveTo>
                    <a:pt x="4738" y="786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1" name="pl6951"/>
            <p:cNvSpPr/>
            <p:nvPr/>
          </p:nvSpPr>
          <p:spPr>
            <a:xfrm>
              <a:off x="5128538" y="5340543"/>
              <a:ext cx="4816" cy="5691"/>
            </a:xfrm>
            <a:custGeom>
              <a:avLst/>
              <a:pathLst>
                <a:path w="4816" h="5691">
                  <a:moveTo>
                    <a:pt x="0" y="0"/>
                  </a:moveTo>
                  <a:lnTo>
                    <a:pt x="4816" y="5691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2" name="pl6952"/>
            <p:cNvSpPr/>
            <p:nvPr/>
          </p:nvSpPr>
          <p:spPr>
            <a:xfrm>
              <a:off x="5144651" y="5345359"/>
              <a:ext cx="5105" cy="9023"/>
            </a:xfrm>
            <a:custGeom>
              <a:avLst/>
              <a:pathLst>
                <a:path w="5105" h="9023">
                  <a:moveTo>
                    <a:pt x="0" y="0"/>
                  </a:moveTo>
                  <a:lnTo>
                    <a:pt x="5105" y="9023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3" name="pl6953"/>
            <p:cNvSpPr/>
            <p:nvPr/>
          </p:nvSpPr>
          <p:spPr>
            <a:xfrm>
              <a:off x="5157984" y="5358403"/>
              <a:ext cx="4754" cy="685"/>
            </a:xfrm>
            <a:custGeom>
              <a:avLst/>
              <a:pathLst>
                <a:path w="4754" h="685">
                  <a:moveTo>
                    <a:pt x="4754" y="68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4" name="pl6954"/>
            <p:cNvSpPr/>
            <p:nvPr/>
          </p:nvSpPr>
          <p:spPr>
            <a:xfrm>
              <a:off x="5162738" y="5359088"/>
              <a:ext cx="3489" cy="3300"/>
            </a:xfrm>
            <a:custGeom>
              <a:avLst/>
              <a:pathLst>
                <a:path w="3489" h="3300">
                  <a:moveTo>
                    <a:pt x="0" y="0"/>
                  </a:moveTo>
                  <a:lnTo>
                    <a:pt x="3489" y="330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5" name="pl6955"/>
            <p:cNvSpPr/>
            <p:nvPr/>
          </p:nvSpPr>
          <p:spPr>
            <a:xfrm>
              <a:off x="5174489" y="5366339"/>
              <a:ext cx="4759" cy="644"/>
            </a:xfrm>
            <a:custGeom>
              <a:avLst/>
              <a:pathLst>
                <a:path w="4759" h="644">
                  <a:moveTo>
                    <a:pt x="4759" y="644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BF5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6" name="pl6956"/>
            <p:cNvSpPr/>
            <p:nvPr/>
          </p:nvSpPr>
          <p:spPr>
            <a:xfrm>
              <a:off x="5262781" y="5404331"/>
              <a:ext cx="3654" cy="3117"/>
            </a:xfrm>
            <a:custGeom>
              <a:avLst/>
              <a:pathLst>
                <a:path w="3654" h="3117">
                  <a:moveTo>
                    <a:pt x="0" y="0"/>
                  </a:moveTo>
                  <a:lnTo>
                    <a:pt x="3654" y="3117"/>
                  </a:lnTo>
                </a:path>
              </a:pathLst>
            </a:custGeom>
            <a:ln w="17621" cap="rnd">
              <a:solidFill>
                <a:srgbClr val="F04E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7" name="pl6957"/>
            <p:cNvSpPr/>
            <p:nvPr/>
          </p:nvSpPr>
          <p:spPr>
            <a:xfrm>
              <a:off x="5288144" y="5414837"/>
              <a:ext cx="3693" cy="3070"/>
            </a:xfrm>
            <a:custGeom>
              <a:avLst/>
              <a:pathLst>
                <a:path w="3693" h="3070">
                  <a:moveTo>
                    <a:pt x="0" y="0"/>
                  </a:moveTo>
                  <a:lnTo>
                    <a:pt x="3693" y="307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8" name="pl6958"/>
            <p:cNvSpPr/>
            <p:nvPr/>
          </p:nvSpPr>
          <p:spPr>
            <a:xfrm>
              <a:off x="5295050" y="5416060"/>
              <a:ext cx="5284" cy="5260"/>
            </a:xfrm>
            <a:custGeom>
              <a:avLst/>
              <a:pathLst>
                <a:path w="5284" h="5260">
                  <a:moveTo>
                    <a:pt x="0" y="0"/>
                  </a:moveTo>
                  <a:lnTo>
                    <a:pt x="5284" y="526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9" name="pl6959"/>
            <p:cNvSpPr/>
            <p:nvPr/>
          </p:nvSpPr>
          <p:spPr>
            <a:xfrm>
              <a:off x="5303017" y="5417684"/>
              <a:ext cx="5829" cy="7014"/>
            </a:xfrm>
            <a:custGeom>
              <a:avLst/>
              <a:pathLst>
                <a:path w="5829" h="7014">
                  <a:moveTo>
                    <a:pt x="0" y="0"/>
                  </a:moveTo>
                  <a:lnTo>
                    <a:pt x="5829" y="701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0" name="pl6960"/>
            <p:cNvSpPr/>
            <p:nvPr/>
          </p:nvSpPr>
          <p:spPr>
            <a:xfrm>
              <a:off x="5311515" y="5419484"/>
              <a:ext cx="5856" cy="8554"/>
            </a:xfrm>
            <a:custGeom>
              <a:avLst/>
              <a:pathLst>
                <a:path w="5856" h="8554">
                  <a:moveTo>
                    <a:pt x="0" y="0"/>
                  </a:moveTo>
                  <a:lnTo>
                    <a:pt x="5856" y="855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1" name="pl6961"/>
            <p:cNvSpPr/>
            <p:nvPr/>
          </p:nvSpPr>
          <p:spPr>
            <a:xfrm>
              <a:off x="5338152" y="5425100"/>
              <a:ext cx="4880" cy="12743"/>
            </a:xfrm>
            <a:custGeom>
              <a:avLst/>
              <a:pathLst>
                <a:path w="4880" h="12743">
                  <a:moveTo>
                    <a:pt x="0" y="0"/>
                  </a:moveTo>
                  <a:lnTo>
                    <a:pt x="4880" y="1274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2" name="pl6962"/>
            <p:cNvSpPr/>
            <p:nvPr/>
          </p:nvSpPr>
          <p:spPr>
            <a:xfrm>
              <a:off x="5347158" y="5426939"/>
              <a:ext cx="4456" cy="14100"/>
            </a:xfrm>
            <a:custGeom>
              <a:avLst/>
              <a:pathLst>
                <a:path w="4456" h="14100">
                  <a:moveTo>
                    <a:pt x="0" y="0"/>
                  </a:moveTo>
                  <a:lnTo>
                    <a:pt x="4456" y="1410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3" name="pl6963"/>
            <p:cNvSpPr/>
            <p:nvPr/>
          </p:nvSpPr>
          <p:spPr>
            <a:xfrm>
              <a:off x="5360210" y="5444197"/>
              <a:ext cx="4799" cy="195"/>
            </a:xfrm>
            <a:custGeom>
              <a:avLst/>
              <a:pathLst>
                <a:path w="4799" h="195">
                  <a:moveTo>
                    <a:pt x="4799" y="195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4" name="pl6964"/>
            <p:cNvSpPr/>
            <p:nvPr/>
          </p:nvSpPr>
          <p:spPr>
            <a:xfrm>
              <a:off x="5365009" y="5444393"/>
              <a:ext cx="3809" cy="2926"/>
            </a:xfrm>
            <a:custGeom>
              <a:avLst/>
              <a:pathLst>
                <a:path w="3809" h="2926">
                  <a:moveTo>
                    <a:pt x="0" y="0"/>
                  </a:moveTo>
                  <a:lnTo>
                    <a:pt x="3809" y="29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5" name="pl6965"/>
            <p:cNvSpPr/>
            <p:nvPr/>
          </p:nvSpPr>
          <p:spPr>
            <a:xfrm>
              <a:off x="5394722" y="5456463"/>
              <a:ext cx="4802" cy="113"/>
            </a:xfrm>
            <a:custGeom>
              <a:avLst/>
              <a:pathLst>
                <a:path w="4802" h="113">
                  <a:moveTo>
                    <a:pt x="4802" y="113"/>
                  </a:moveTo>
                  <a:lnTo>
                    <a:pt x="0" y="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6" name="pl6966"/>
            <p:cNvSpPr/>
            <p:nvPr/>
          </p:nvSpPr>
          <p:spPr>
            <a:xfrm>
              <a:off x="5414532" y="5458594"/>
              <a:ext cx="6209" cy="6680"/>
            </a:xfrm>
            <a:custGeom>
              <a:avLst/>
              <a:pathLst>
                <a:path w="6209" h="6680">
                  <a:moveTo>
                    <a:pt x="0" y="0"/>
                  </a:moveTo>
                  <a:lnTo>
                    <a:pt x="6209" y="668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7" name="pl6967"/>
            <p:cNvSpPr/>
            <p:nvPr/>
          </p:nvSpPr>
          <p:spPr>
            <a:xfrm>
              <a:off x="5442953" y="5470975"/>
              <a:ext cx="3918" cy="2777"/>
            </a:xfrm>
            <a:custGeom>
              <a:avLst/>
              <a:pathLst>
                <a:path w="3918" h="2777">
                  <a:moveTo>
                    <a:pt x="0" y="0"/>
                  </a:moveTo>
                  <a:lnTo>
                    <a:pt x="3918" y="277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8" name="pl6968"/>
            <p:cNvSpPr/>
            <p:nvPr/>
          </p:nvSpPr>
          <p:spPr>
            <a:xfrm>
              <a:off x="5455605" y="5476474"/>
              <a:ext cx="4803" cy="30"/>
            </a:xfrm>
            <a:custGeom>
              <a:avLst/>
              <a:pathLst>
                <a:path w="4803" h="30">
                  <a:moveTo>
                    <a:pt x="4803" y="0"/>
                  </a:moveTo>
                  <a:lnTo>
                    <a:pt x="0" y="3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9" name="pl6969"/>
            <p:cNvSpPr/>
            <p:nvPr/>
          </p:nvSpPr>
          <p:spPr>
            <a:xfrm>
              <a:off x="5473108" y="5481824"/>
              <a:ext cx="4802" cy="71"/>
            </a:xfrm>
            <a:custGeom>
              <a:avLst/>
              <a:pathLst>
                <a:path w="4802" h="71">
                  <a:moveTo>
                    <a:pt x="4802" y="0"/>
                  </a:moveTo>
                  <a:lnTo>
                    <a:pt x="0" y="7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0" name="pl6970"/>
            <p:cNvSpPr/>
            <p:nvPr/>
          </p:nvSpPr>
          <p:spPr>
            <a:xfrm>
              <a:off x="5484901" y="5482395"/>
              <a:ext cx="5754" cy="4741"/>
            </a:xfrm>
            <a:custGeom>
              <a:avLst/>
              <a:pathLst>
                <a:path w="5754" h="4741">
                  <a:moveTo>
                    <a:pt x="0" y="0"/>
                  </a:moveTo>
                  <a:lnTo>
                    <a:pt x="5754" y="47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1" name="pl6971"/>
            <p:cNvSpPr/>
            <p:nvPr/>
          </p:nvSpPr>
          <p:spPr>
            <a:xfrm>
              <a:off x="5552413" y="5504042"/>
              <a:ext cx="4796" cy="255"/>
            </a:xfrm>
            <a:custGeom>
              <a:avLst/>
              <a:pathLst>
                <a:path w="4796" h="255">
                  <a:moveTo>
                    <a:pt x="4796" y="0"/>
                  </a:moveTo>
                  <a:lnTo>
                    <a:pt x="0" y="25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2" name="pl6972"/>
            <p:cNvSpPr/>
            <p:nvPr/>
          </p:nvSpPr>
          <p:spPr>
            <a:xfrm>
              <a:off x="5557209" y="5504042"/>
              <a:ext cx="4066" cy="2556"/>
            </a:xfrm>
            <a:custGeom>
              <a:avLst/>
              <a:pathLst>
                <a:path w="4066" h="2556">
                  <a:moveTo>
                    <a:pt x="0" y="0"/>
                  </a:moveTo>
                  <a:lnTo>
                    <a:pt x="4066" y="255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3" name="pl6973"/>
            <p:cNvSpPr/>
            <p:nvPr/>
          </p:nvSpPr>
          <p:spPr>
            <a:xfrm>
              <a:off x="5579031" y="5510770"/>
              <a:ext cx="4792" cy="316"/>
            </a:xfrm>
            <a:custGeom>
              <a:avLst/>
              <a:pathLst>
                <a:path w="4792" h="316">
                  <a:moveTo>
                    <a:pt x="4792" y="0"/>
                  </a:moveTo>
                  <a:lnTo>
                    <a:pt x="0" y="31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4" name="pl6974"/>
            <p:cNvSpPr/>
            <p:nvPr/>
          </p:nvSpPr>
          <p:spPr>
            <a:xfrm>
              <a:off x="5583824" y="5510770"/>
              <a:ext cx="4099" cy="2503"/>
            </a:xfrm>
            <a:custGeom>
              <a:avLst/>
              <a:pathLst>
                <a:path w="4099" h="2503">
                  <a:moveTo>
                    <a:pt x="0" y="0"/>
                  </a:moveTo>
                  <a:lnTo>
                    <a:pt x="4099" y="250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5" name="pl6975"/>
            <p:cNvSpPr/>
            <p:nvPr/>
          </p:nvSpPr>
          <p:spPr>
            <a:xfrm>
              <a:off x="5605735" y="5517155"/>
              <a:ext cx="4788" cy="378"/>
            </a:xfrm>
            <a:custGeom>
              <a:avLst/>
              <a:pathLst>
                <a:path w="4788" h="378">
                  <a:moveTo>
                    <a:pt x="4788" y="0"/>
                  </a:moveTo>
                  <a:lnTo>
                    <a:pt x="0" y="37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6" name="pl6976"/>
            <p:cNvSpPr/>
            <p:nvPr/>
          </p:nvSpPr>
          <p:spPr>
            <a:xfrm>
              <a:off x="5610523" y="5517155"/>
              <a:ext cx="4130" cy="2451"/>
            </a:xfrm>
            <a:custGeom>
              <a:avLst/>
              <a:pathLst>
                <a:path w="4130" h="2451">
                  <a:moveTo>
                    <a:pt x="0" y="0"/>
                  </a:moveTo>
                  <a:lnTo>
                    <a:pt x="4130" y="245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7" name="pl6977"/>
            <p:cNvSpPr/>
            <p:nvPr/>
          </p:nvSpPr>
          <p:spPr>
            <a:xfrm>
              <a:off x="5617536" y="5517278"/>
              <a:ext cx="6046" cy="4363"/>
            </a:xfrm>
            <a:custGeom>
              <a:avLst/>
              <a:pathLst>
                <a:path w="6046" h="4363">
                  <a:moveTo>
                    <a:pt x="0" y="0"/>
                  </a:moveTo>
                  <a:lnTo>
                    <a:pt x="6046" y="436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8" name="pl6978"/>
            <p:cNvSpPr/>
            <p:nvPr/>
          </p:nvSpPr>
          <p:spPr>
            <a:xfrm>
              <a:off x="5637302" y="5523199"/>
              <a:ext cx="4161" cy="2398"/>
            </a:xfrm>
            <a:custGeom>
              <a:avLst/>
              <a:pathLst>
                <a:path w="4161" h="2398">
                  <a:moveTo>
                    <a:pt x="0" y="0"/>
                  </a:moveTo>
                  <a:lnTo>
                    <a:pt x="4161" y="239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9" name="pl6979"/>
            <p:cNvSpPr/>
            <p:nvPr/>
          </p:nvSpPr>
          <p:spPr>
            <a:xfrm>
              <a:off x="5644316" y="5523231"/>
              <a:ext cx="6101" cy="4286"/>
            </a:xfrm>
            <a:custGeom>
              <a:avLst/>
              <a:pathLst>
                <a:path w="6101" h="4286">
                  <a:moveTo>
                    <a:pt x="0" y="0"/>
                  </a:moveTo>
                  <a:lnTo>
                    <a:pt x="6101" y="42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0" name="pl6980"/>
            <p:cNvSpPr/>
            <p:nvPr/>
          </p:nvSpPr>
          <p:spPr>
            <a:xfrm>
              <a:off x="5688266" y="5530742"/>
              <a:ext cx="7036" cy="5802"/>
            </a:xfrm>
            <a:custGeom>
              <a:avLst/>
              <a:pathLst>
                <a:path w="7036" h="5802">
                  <a:moveTo>
                    <a:pt x="0" y="0"/>
                  </a:moveTo>
                  <a:lnTo>
                    <a:pt x="7036" y="580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1" name="pl6981"/>
            <p:cNvSpPr/>
            <p:nvPr/>
          </p:nvSpPr>
          <p:spPr>
            <a:xfrm>
              <a:off x="5736101" y="5542413"/>
              <a:ext cx="4269" cy="2200"/>
            </a:xfrm>
            <a:custGeom>
              <a:avLst/>
              <a:pathLst>
                <a:path w="4269" h="2200">
                  <a:moveTo>
                    <a:pt x="0" y="0"/>
                  </a:moveTo>
                  <a:lnTo>
                    <a:pt x="4269" y="220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2" name="pl6982"/>
            <p:cNvSpPr/>
            <p:nvPr/>
          </p:nvSpPr>
          <p:spPr>
            <a:xfrm>
              <a:off x="5767490" y="5548247"/>
              <a:ext cx="4745" cy="744"/>
            </a:xfrm>
            <a:custGeom>
              <a:avLst/>
              <a:pathLst>
                <a:path w="4745" h="744">
                  <a:moveTo>
                    <a:pt x="4745" y="0"/>
                  </a:moveTo>
                  <a:lnTo>
                    <a:pt x="0" y="74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3" name="pl6983"/>
            <p:cNvSpPr/>
            <p:nvPr/>
          </p:nvSpPr>
          <p:spPr>
            <a:xfrm>
              <a:off x="5817536" y="5554670"/>
              <a:ext cx="4351" cy="2034"/>
            </a:xfrm>
            <a:custGeom>
              <a:avLst/>
              <a:pathLst>
                <a:path w="4351" h="2034">
                  <a:moveTo>
                    <a:pt x="0" y="0"/>
                  </a:moveTo>
                  <a:lnTo>
                    <a:pt x="4351" y="203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4" name="pl6984"/>
            <p:cNvSpPr/>
            <p:nvPr/>
          </p:nvSpPr>
          <p:spPr>
            <a:xfrm>
              <a:off x="5835692" y="5556969"/>
              <a:ext cx="4368" cy="1997"/>
            </a:xfrm>
            <a:custGeom>
              <a:avLst/>
              <a:pathLst>
                <a:path w="4368" h="1997">
                  <a:moveTo>
                    <a:pt x="0" y="0"/>
                  </a:moveTo>
                  <a:lnTo>
                    <a:pt x="4368" y="199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5" name="pl6985"/>
            <p:cNvSpPr/>
            <p:nvPr/>
          </p:nvSpPr>
          <p:spPr>
            <a:xfrm>
              <a:off x="5838489" y="5552905"/>
              <a:ext cx="10665" cy="7133"/>
            </a:xfrm>
            <a:custGeom>
              <a:avLst/>
              <a:pathLst>
                <a:path w="10665" h="7133">
                  <a:moveTo>
                    <a:pt x="0" y="0"/>
                  </a:moveTo>
                  <a:lnTo>
                    <a:pt x="10665" y="713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6" name="pl6986"/>
            <p:cNvSpPr/>
            <p:nvPr/>
          </p:nvSpPr>
          <p:spPr>
            <a:xfrm>
              <a:off x="5862962" y="5560126"/>
              <a:ext cx="4393" cy="1941"/>
            </a:xfrm>
            <a:custGeom>
              <a:avLst/>
              <a:pathLst>
                <a:path w="4393" h="1941">
                  <a:moveTo>
                    <a:pt x="0" y="0"/>
                  </a:moveTo>
                  <a:lnTo>
                    <a:pt x="4393" y="19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7" name="pl6987"/>
            <p:cNvSpPr/>
            <p:nvPr/>
          </p:nvSpPr>
          <p:spPr>
            <a:xfrm>
              <a:off x="5869940" y="5559411"/>
              <a:ext cx="6523" cy="3611"/>
            </a:xfrm>
            <a:custGeom>
              <a:avLst/>
              <a:pathLst>
                <a:path w="6523" h="3611">
                  <a:moveTo>
                    <a:pt x="0" y="0"/>
                  </a:moveTo>
                  <a:lnTo>
                    <a:pt x="6523" y="361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8" name="pl6988"/>
            <p:cNvSpPr/>
            <p:nvPr/>
          </p:nvSpPr>
          <p:spPr>
            <a:xfrm>
              <a:off x="5894689" y="5563791"/>
              <a:ext cx="4692" cy="1026"/>
            </a:xfrm>
            <a:custGeom>
              <a:avLst/>
              <a:pathLst>
                <a:path w="4692" h="1026">
                  <a:moveTo>
                    <a:pt x="4692" y="0"/>
                  </a:moveTo>
                  <a:lnTo>
                    <a:pt x="0" y="10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9" name="pl6989"/>
            <p:cNvSpPr/>
            <p:nvPr/>
          </p:nvSpPr>
          <p:spPr>
            <a:xfrm>
              <a:off x="5912929" y="5565390"/>
              <a:ext cx="4683" cy="1066"/>
            </a:xfrm>
            <a:custGeom>
              <a:avLst/>
              <a:pathLst>
                <a:path w="4683" h="1066">
                  <a:moveTo>
                    <a:pt x="4683" y="0"/>
                  </a:moveTo>
                  <a:lnTo>
                    <a:pt x="0" y="106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0" name="pl6990"/>
            <p:cNvSpPr/>
            <p:nvPr/>
          </p:nvSpPr>
          <p:spPr>
            <a:xfrm>
              <a:off x="5949449" y="5568122"/>
              <a:ext cx="4664" cy="1146"/>
            </a:xfrm>
            <a:custGeom>
              <a:avLst/>
              <a:pathLst>
                <a:path w="4664" h="1146">
                  <a:moveTo>
                    <a:pt x="4664" y="0"/>
                  </a:moveTo>
                  <a:lnTo>
                    <a:pt x="0" y="114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1" name="pl6991"/>
            <p:cNvSpPr/>
            <p:nvPr/>
          </p:nvSpPr>
          <p:spPr>
            <a:xfrm>
              <a:off x="5948035" y="5544336"/>
              <a:ext cx="19689" cy="26104"/>
            </a:xfrm>
            <a:custGeom>
              <a:avLst/>
              <a:pathLst>
                <a:path w="19689" h="26104">
                  <a:moveTo>
                    <a:pt x="0" y="0"/>
                  </a:moveTo>
                  <a:lnTo>
                    <a:pt x="19689" y="2610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2" name="pl6992"/>
            <p:cNvSpPr/>
            <p:nvPr/>
          </p:nvSpPr>
          <p:spPr>
            <a:xfrm>
              <a:off x="5976867" y="5569762"/>
              <a:ext cx="4649" cy="1206"/>
            </a:xfrm>
            <a:custGeom>
              <a:avLst/>
              <a:pathLst>
                <a:path w="4649" h="1206">
                  <a:moveTo>
                    <a:pt x="4649" y="0"/>
                  </a:moveTo>
                  <a:lnTo>
                    <a:pt x="0" y="120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3" name="pl6993"/>
            <p:cNvSpPr/>
            <p:nvPr/>
          </p:nvSpPr>
          <p:spPr>
            <a:xfrm>
              <a:off x="5981091" y="5542008"/>
              <a:ext cx="14066" cy="29897"/>
            </a:xfrm>
            <a:custGeom>
              <a:avLst/>
              <a:pathLst>
                <a:path w="14066" h="29897">
                  <a:moveTo>
                    <a:pt x="0" y="0"/>
                  </a:moveTo>
                  <a:lnTo>
                    <a:pt x="14066" y="2989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4" name="pl6994"/>
            <p:cNvSpPr/>
            <p:nvPr/>
          </p:nvSpPr>
          <p:spPr>
            <a:xfrm>
              <a:off x="6068377" y="5572690"/>
              <a:ext cx="4593" cy="1403"/>
            </a:xfrm>
            <a:custGeom>
              <a:avLst/>
              <a:pathLst>
                <a:path w="4593" h="1403">
                  <a:moveTo>
                    <a:pt x="4593" y="0"/>
                  </a:moveTo>
                  <a:lnTo>
                    <a:pt x="0" y="1403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5" name="pl6995"/>
            <p:cNvSpPr/>
            <p:nvPr/>
          </p:nvSpPr>
          <p:spPr>
            <a:xfrm>
              <a:off x="6095847" y="5572808"/>
              <a:ext cx="4575" cy="1462"/>
            </a:xfrm>
            <a:custGeom>
              <a:avLst/>
              <a:pathLst>
                <a:path w="4575" h="1462">
                  <a:moveTo>
                    <a:pt x="4575" y="0"/>
                  </a:moveTo>
                  <a:lnTo>
                    <a:pt x="0" y="146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6" name="pl6996"/>
            <p:cNvSpPr/>
            <p:nvPr/>
          </p:nvSpPr>
          <p:spPr>
            <a:xfrm>
              <a:off x="6100422" y="5572808"/>
              <a:ext cx="4581" cy="1442"/>
            </a:xfrm>
            <a:custGeom>
              <a:avLst/>
              <a:pathLst>
                <a:path w="4581" h="1442">
                  <a:moveTo>
                    <a:pt x="0" y="0"/>
                  </a:moveTo>
                  <a:lnTo>
                    <a:pt x="4581" y="144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7" name="pl6997"/>
            <p:cNvSpPr/>
            <p:nvPr/>
          </p:nvSpPr>
          <p:spPr>
            <a:xfrm>
              <a:off x="6205683" y="5569762"/>
              <a:ext cx="4494" cy="1694"/>
            </a:xfrm>
            <a:custGeom>
              <a:avLst/>
              <a:pathLst>
                <a:path w="4494" h="1694">
                  <a:moveTo>
                    <a:pt x="4494" y="0"/>
                  </a:moveTo>
                  <a:lnTo>
                    <a:pt x="0" y="169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8" name="pl6998"/>
            <p:cNvSpPr/>
            <p:nvPr/>
          </p:nvSpPr>
          <p:spPr>
            <a:xfrm>
              <a:off x="6210178" y="5569762"/>
              <a:ext cx="4649" cy="1206"/>
            </a:xfrm>
            <a:custGeom>
              <a:avLst/>
              <a:pathLst>
                <a:path w="4649" h="1206">
                  <a:moveTo>
                    <a:pt x="0" y="0"/>
                  </a:moveTo>
                  <a:lnTo>
                    <a:pt x="4649" y="120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9" name="pl6999"/>
            <p:cNvSpPr/>
            <p:nvPr/>
          </p:nvSpPr>
          <p:spPr>
            <a:xfrm>
              <a:off x="6223969" y="5568708"/>
              <a:ext cx="4479" cy="1732"/>
            </a:xfrm>
            <a:custGeom>
              <a:avLst/>
              <a:pathLst>
                <a:path w="4479" h="1732">
                  <a:moveTo>
                    <a:pt x="4479" y="0"/>
                  </a:moveTo>
                  <a:lnTo>
                    <a:pt x="0" y="1732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0" name="pl7000"/>
            <p:cNvSpPr/>
            <p:nvPr/>
          </p:nvSpPr>
          <p:spPr>
            <a:xfrm>
              <a:off x="6228449" y="5568708"/>
              <a:ext cx="4659" cy="1166"/>
            </a:xfrm>
            <a:custGeom>
              <a:avLst/>
              <a:pathLst>
                <a:path w="4659" h="1166">
                  <a:moveTo>
                    <a:pt x="0" y="0"/>
                  </a:moveTo>
                  <a:lnTo>
                    <a:pt x="4659" y="116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1" name="pl7001"/>
            <p:cNvSpPr/>
            <p:nvPr/>
          </p:nvSpPr>
          <p:spPr>
            <a:xfrm>
              <a:off x="6246710" y="5567498"/>
              <a:ext cx="4669" cy="1126"/>
            </a:xfrm>
            <a:custGeom>
              <a:avLst/>
              <a:pathLst>
                <a:path w="4669" h="1126">
                  <a:moveTo>
                    <a:pt x="0" y="0"/>
                  </a:moveTo>
                  <a:lnTo>
                    <a:pt x="4669" y="11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2" name="pl7002"/>
            <p:cNvSpPr/>
            <p:nvPr/>
          </p:nvSpPr>
          <p:spPr>
            <a:xfrm>
              <a:off x="6253449" y="5565550"/>
              <a:ext cx="7062" cy="2390"/>
            </a:xfrm>
            <a:custGeom>
              <a:avLst/>
              <a:pathLst>
                <a:path w="7062" h="2390">
                  <a:moveTo>
                    <a:pt x="0" y="0"/>
                  </a:moveTo>
                  <a:lnTo>
                    <a:pt x="7062" y="239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3" name="pl7003"/>
            <p:cNvSpPr/>
            <p:nvPr/>
          </p:nvSpPr>
          <p:spPr>
            <a:xfrm>
              <a:off x="6261315" y="5563494"/>
              <a:ext cx="8325" cy="3724"/>
            </a:xfrm>
            <a:custGeom>
              <a:avLst/>
              <a:pathLst>
                <a:path w="8325" h="3724">
                  <a:moveTo>
                    <a:pt x="0" y="0"/>
                  </a:moveTo>
                  <a:lnTo>
                    <a:pt x="8325" y="372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4" name="pl7004"/>
            <p:cNvSpPr/>
            <p:nvPr/>
          </p:nvSpPr>
          <p:spPr>
            <a:xfrm>
              <a:off x="6283199" y="5564610"/>
              <a:ext cx="4687" cy="1046"/>
            </a:xfrm>
            <a:custGeom>
              <a:avLst/>
              <a:pathLst>
                <a:path w="4687" h="1046">
                  <a:moveTo>
                    <a:pt x="0" y="0"/>
                  </a:moveTo>
                  <a:lnTo>
                    <a:pt x="4687" y="104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5" name="pl7005"/>
            <p:cNvSpPr/>
            <p:nvPr/>
          </p:nvSpPr>
          <p:spPr>
            <a:xfrm>
              <a:off x="6310530" y="5562036"/>
              <a:ext cx="4700" cy="986"/>
            </a:xfrm>
            <a:custGeom>
              <a:avLst/>
              <a:pathLst>
                <a:path w="4700" h="986">
                  <a:moveTo>
                    <a:pt x="0" y="0"/>
                  </a:moveTo>
                  <a:lnTo>
                    <a:pt x="4700" y="9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6" name="pl7006"/>
            <p:cNvSpPr/>
            <p:nvPr/>
          </p:nvSpPr>
          <p:spPr>
            <a:xfrm>
              <a:off x="6317207" y="5559888"/>
              <a:ext cx="7131" cy="2178"/>
            </a:xfrm>
            <a:custGeom>
              <a:avLst/>
              <a:pathLst>
                <a:path w="7131" h="2178">
                  <a:moveTo>
                    <a:pt x="0" y="0"/>
                  </a:moveTo>
                  <a:lnTo>
                    <a:pt x="7131" y="217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7" name="pl7007"/>
            <p:cNvSpPr/>
            <p:nvPr/>
          </p:nvSpPr>
          <p:spPr>
            <a:xfrm>
              <a:off x="6333441" y="5559112"/>
              <a:ext cx="4385" cy="1960"/>
            </a:xfrm>
            <a:custGeom>
              <a:avLst/>
              <a:pathLst>
                <a:path w="4385" h="1960">
                  <a:moveTo>
                    <a:pt x="4385" y="0"/>
                  </a:moveTo>
                  <a:lnTo>
                    <a:pt x="0" y="1960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8" name="pl7008"/>
            <p:cNvSpPr/>
            <p:nvPr/>
          </p:nvSpPr>
          <p:spPr>
            <a:xfrm>
              <a:off x="6337826" y="5559112"/>
              <a:ext cx="4713" cy="926"/>
            </a:xfrm>
            <a:custGeom>
              <a:avLst/>
              <a:pathLst>
                <a:path w="4713" h="926">
                  <a:moveTo>
                    <a:pt x="0" y="0"/>
                  </a:moveTo>
                  <a:lnTo>
                    <a:pt x="4713" y="92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9" name="pl7009"/>
            <p:cNvSpPr/>
            <p:nvPr/>
          </p:nvSpPr>
          <p:spPr>
            <a:xfrm>
              <a:off x="6356002" y="5556969"/>
              <a:ext cx="4720" cy="886"/>
            </a:xfrm>
            <a:custGeom>
              <a:avLst/>
              <a:pathLst>
                <a:path w="4720" h="886">
                  <a:moveTo>
                    <a:pt x="0" y="0"/>
                  </a:moveTo>
                  <a:lnTo>
                    <a:pt x="4720" y="886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0" name="pl7010"/>
            <p:cNvSpPr/>
            <p:nvPr/>
          </p:nvSpPr>
          <p:spPr>
            <a:xfrm>
              <a:off x="6374159" y="5554670"/>
              <a:ext cx="4728" cy="845"/>
            </a:xfrm>
            <a:custGeom>
              <a:avLst/>
              <a:pathLst>
                <a:path w="4728" h="845">
                  <a:moveTo>
                    <a:pt x="0" y="0"/>
                  </a:moveTo>
                  <a:lnTo>
                    <a:pt x="4728" y="845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1" name="pl7011"/>
            <p:cNvSpPr/>
            <p:nvPr/>
          </p:nvSpPr>
          <p:spPr>
            <a:xfrm>
              <a:off x="6405322" y="5544466"/>
              <a:ext cx="9829" cy="5907"/>
            </a:xfrm>
            <a:custGeom>
              <a:avLst/>
              <a:pathLst>
                <a:path w="9829" h="5907">
                  <a:moveTo>
                    <a:pt x="0" y="0"/>
                  </a:moveTo>
                  <a:lnTo>
                    <a:pt x="9829" y="5907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2" name="pl7012"/>
            <p:cNvSpPr/>
            <p:nvPr/>
          </p:nvSpPr>
          <p:spPr>
            <a:xfrm>
              <a:off x="6428502" y="5546846"/>
              <a:ext cx="4748" cy="724"/>
            </a:xfrm>
            <a:custGeom>
              <a:avLst/>
              <a:pathLst>
                <a:path w="4748" h="724">
                  <a:moveTo>
                    <a:pt x="0" y="0"/>
                  </a:moveTo>
                  <a:lnTo>
                    <a:pt x="4748" y="724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3" name="pl7013"/>
            <p:cNvSpPr/>
            <p:nvPr/>
          </p:nvSpPr>
          <p:spPr>
            <a:xfrm>
              <a:off x="6435049" y="5544331"/>
              <a:ext cx="7240" cy="1779"/>
            </a:xfrm>
            <a:custGeom>
              <a:avLst/>
              <a:pathLst>
                <a:path w="7240" h="1779">
                  <a:moveTo>
                    <a:pt x="0" y="0"/>
                  </a:moveTo>
                  <a:lnTo>
                    <a:pt x="7240" y="1779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4" name="pl7014"/>
            <p:cNvSpPr/>
            <p:nvPr/>
          </p:nvSpPr>
          <p:spPr>
            <a:xfrm>
              <a:off x="6460351" y="5540858"/>
              <a:ext cx="4260" cy="2218"/>
            </a:xfrm>
            <a:custGeom>
              <a:avLst/>
              <a:pathLst>
                <a:path w="4260" h="2218">
                  <a:moveTo>
                    <a:pt x="4260" y="0"/>
                  </a:moveTo>
                  <a:lnTo>
                    <a:pt x="0" y="2218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5" name="pl7015"/>
            <p:cNvSpPr/>
            <p:nvPr/>
          </p:nvSpPr>
          <p:spPr>
            <a:xfrm>
              <a:off x="6509596" y="5532507"/>
              <a:ext cx="4772" cy="541"/>
            </a:xfrm>
            <a:custGeom>
              <a:avLst/>
              <a:pathLst>
                <a:path w="4772" h="541">
                  <a:moveTo>
                    <a:pt x="0" y="0"/>
                  </a:moveTo>
                  <a:lnTo>
                    <a:pt x="4772" y="541"/>
                  </a:lnTo>
                </a:path>
              </a:pathLst>
            </a:custGeom>
            <a:ln w="17621" cap="rnd">
              <a:solidFill>
                <a:srgbClr val="FFF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6" name="pl7016"/>
            <p:cNvSpPr/>
            <p:nvPr/>
          </p:nvSpPr>
          <p:spPr>
            <a:xfrm>
              <a:off x="6560778" y="5520297"/>
              <a:ext cx="7334" cy="1344"/>
            </a:xfrm>
            <a:custGeom>
              <a:avLst/>
              <a:pathLst>
                <a:path w="7334" h="1344">
                  <a:moveTo>
                    <a:pt x="0" y="0"/>
                  </a:moveTo>
                  <a:lnTo>
                    <a:pt x="7334" y="134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7" name="pl7017"/>
            <p:cNvSpPr/>
            <p:nvPr/>
          </p:nvSpPr>
          <p:spPr>
            <a:xfrm>
              <a:off x="6577040" y="5517155"/>
              <a:ext cx="4130" cy="2451"/>
            </a:xfrm>
            <a:custGeom>
              <a:avLst/>
              <a:pathLst>
                <a:path w="4130" h="2451">
                  <a:moveTo>
                    <a:pt x="4130" y="0"/>
                  </a:moveTo>
                  <a:lnTo>
                    <a:pt x="0" y="2451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8" name="pl7018"/>
            <p:cNvSpPr/>
            <p:nvPr/>
          </p:nvSpPr>
          <p:spPr>
            <a:xfrm>
              <a:off x="6581171" y="5517155"/>
              <a:ext cx="4788" cy="378"/>
            </a:xfrm>
            <a:custGeom>
              <a:avLst/>
              <a:pathLst>
                <a:path w="4788" h="378">
                  <a:moveTo>
                    <a:pt x="0" y="0"/>
                  </a:moveTo>
                  <a:lnTo>
                    <a:pt x="4788" y="378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9" name="pl7019"/>
            <p:cNvSpPr/>
            <p:nvPr/>
          </p:nvSpPr>
          <p:spPr>
            <a:xfrm>
              <a:off x="6594870" y="5512936"/>
              <a:ext cx="4109" cy="2486"/>
            </a:xfrm>
            <a:custGeom>
              <a:avLst/>
              <a:pathLst>
                <a:path w="4109" h="2486">
                  <a:moveTo>
                    <a:pt x="4109" y="0"/>
                  </a:moveTo>
                  <a:lnTo>
                    <a:pt x="0" y="2486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0" name="pl7020"/>
            <p:cNvSpPr/>
            <p:nvPr/>
          </p:nvSpPr>
          <p:spPr>
            <a:xfrm>
              <a:off x="6605302" y="5509899"/>
              <a:ext cx="7361" cy="1187"/>
            </a:xfrm>
            <a:custGeom>
              <a:avLst/>
              <a:pathLst>
                <a:path w="7361" h="1187">
                  <a:moveTo>
                    <a:pt x="0" y="0"/>
                  </a:moveTo>
                  <a:lnTo>
                    <a:pt x="7361" y="118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1" name="pl7021"/>
            <p:cNvSpPr/>
            <p:nvPr/>
          </p:nvSpPr>
          <p:spPr>
            <a:xfrm>
              <a:off x="6625623" y="5506323"/>
              <a:ext cx="4795" cy="276"/>
            </a:xfrm>
            <a:custGeom>
              <a:avLst/>
              <a:pathLst>
                <a:path w="4795" h="276">
                  <a:moveTo>
                    <a:pt x="0" y="0"/>
                  </a:moveTo>
                  <a:lnTo>
                    <a:pt x="4795" y="276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2" name="pl7022"/>
            <p:cNvSpPr/>
            <p:nvPr/>
          </p:nvSpPr>
          <p:spPr>
            <a:xfrm>
              <a:off x="6701038" y="5484443"/>
              <a:ext cx="3977" cy="2693"/>
            </a:xfrm>
            <a:custGeom>
              <a:avLst/>
              <a:pathLst>
                <a:path w="3977" h="2693">
                  <a:moveTo>
                    <a:pt x="3977" y="0"/>
                  </a:moveTo>
                  <a:lnTo>
                    <a:pt x="0" y="2693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3" name="pl7023"/>
            <p:cNvSpPr/>
            <p:nvPr/>
          </p:nvSpPr>
          <p:spPr>
            <a:xfrm>
              <a:off x="6727343" y="5476474"/>
              <a:ext cx="3942" cy="2744"/>
            </a:xfrm>
            <a:custGeom>
              <a:avLst/>
              <a:pathLst>
                <a:path w="3942" h="2744">
                  <a:moveTo>
                    <a:pt x="3942" y="0"/>
                  </a:moveTo>
                  <a:lnTo>
                    <a:pt x="0" y="274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4" name="pl7024"/>
            <p:cNvSpPr/>
            <p:nvPr/>
          </p:nvSpPr>
          <p:spPr>
            <a:xfrm>
              <a:off x="6731285" y="5476474"/>
              <a:ext cx="4803" cy="30"/>
            </a:xfrm>
            <a:custGeom>
              <a:avLst/>
              <a:pathLst>
                <a:path w="4803" h="30">
                  <a:moveTo>
                    <a:pt x="0" y="0"/>
                  </a:moveTo>
                  <a:lnTo>
                    <a:pt x="4803" y="30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5" name="pl7025"/>
            <p:cNvSpPr/>
            <p:nvPr/>
          </p:nvSpPr>
          <p:spPr>
            <a:xfrm>
              <a:off x="6744589" y="5469239"/>
              <a:ext cx="8955" cy="1724"/>
            </a:xfrm>
            <a:custGeom>
              <a:avLst/>
              <a:pathLst>
                <a:path w="8955" h="1724">
                  <a:moveTo>
                    <a:pt x="0" y="0"/>
                  </a:moveTo>
                  <a:lnTo>
                    <a:pt x="8955" y="1724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6" name="pl7026"/>
            <p:cNvSpPr/>
            <p:nvPr/>
          </p:nvSpPr>
          <p:spPr>
            <a:xfrm>
              <a:off x="6752301" y="5465240"/>
              <a:ext cx="9954" cy="2897"/>
            </a:xfrm>
            <a:custGeom>
              <a:avLst/>
              <a:pathLst>
                <a:path w="9954" h="2897">
                  <a:moveTo>
                    <a:pt x="0" y="0"/>
                  </a:moveTo>
                  <a:lnTo>
                    <a:pt x="9954" y="2897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7" name="pl7027"/>
            <p:cNvSpPr/>
            <p:nvPr/>
          </p:nvSpPr>
          <p:spPr>
            <a:xfrm>
              <a:off x="6774835" y="5462375"/>
              <a:ext cx="4802" cy="72"/>
            </a:xfrm>
            <a:custGeom>
              <a:avLst/>
              <a:pathLst>
                <a:path w="4802" h="72">
                  <a:moveTo>
                    <a:pt x="0" y="72"/>
                  </a:moveTo>
                  <a:lnTo>
                    <a:pt x="4802" y="0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8" name="pl7028"/>
            <p:cNvSpPr/>
            <p:nvPr/>
          </p:nvSpPr>
          <p:spPr>
            <a:xfrm>
              <a:off x="6780876" y="5458882"/>
              <a:ext cx="7435" cy="555"/>
            </a:xfrm>
            <a:custGeom>
              <a:avLst/>
              <a:pathLst>
                <a:path w="7435" h="555">
                  <a:moveTo>
                    <a:pt x="0" y="0"/>
                  </a:moveTo>
                  <a:lnTo>
                    <a:pt x="7435" y="555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9" name="pl7029"/>
            <p:cNvSpPr/>
            <p:nvPr/>
          </p:nvSpPr>
          <p:spPr>
            <a:xfrm>
              <a:off x="6778754" y="5450369"/>
              <a:ext cx="18218" cy="6093"/>
            </a:xfrm>
            <a:custGeom>
              <a:avLst/>
              <a:pathLst>
                <a:path w="18218" h="6093">
                  <a:moveTo>
                    <a:pt x="0" y="0"/>
                  </a:moveTo>
                  <a:lnTo>
                    <a:pt x="18218" y="6093"/>
                  </a:lnTo>
                </a:path>
              </a:pathLst>
            </a:custGeom>
            <a:ln w="17621" cap="rnd">
              <a:solidFill>
                <a:srgbClr val="13D7E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0" name="pl7030"/>
            <p:cNvSpPr/>
            <p:nvPr/>
          </p:nvSpPr>
          <p:spPr>
            <a:xfrm>
              <a:off x="6809453" y="5450404"/>
              <a:ext cx="4800" cy="154"/>
            </a:xfrm>
            <a:custGeom>
              <a:avLst/>
              <a:pathLst>
                <a:path w="4800" h="154">
                  <a:moveTo>
                    <a:pt x="0" y="154"/>
                  </a:moveTo>
                  <a:lnTo>
                    <a:pt x="4800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1" name="pl7031"/>
            <p:cNvSpPr/>
            <p:nvPr/>
          </p:nvSpPr>
          <p:spPr>
            <a:xfrm>
              <a:off x="6831485" y="5441255"/>
              <a:ext cx="3796" cy="2942"/>
            </a:xfrm>
            <a:custGeom>
              <a:avLst/>
              <a:pathLst>
                <a:path w="3796" h="2942">
                  <a:moveTo>
                    <a:pt x="3796" y="0"/>
                  </a:moveTo>
                  <a:lnTo>
                    <a:pt x="0" y="2942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2" name="pl7032"/>
            <p:cNvSpPr/>
            <p:nvPr/>
          </p:nvSpPr>
          <p:spPr>
            <a:xfrm>
              <a:off x="6860988" y="5431344"/>
              <a:ext cx="4795" cy="277"/>
            </a:xfrm>
            <a:custGeom>
              <a:avLst/>
              <a:pathLst>
                <a:path w="4795" h="277">
                  <a:moveTo>
                    <a:pt x="0" y="277"/>
                  </a:moveTo>
                  <a:lnTo>
                    <a:pt x="4795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3" name="pl7033"/>
            <p:cNvSpPr/>
            <p:nvPr/>
          </p:nvSpPr>
          <p:spPr>
            <a:xfrm>
              <a:off x="6866870" y="5427802"/>
              <a:ext cx="7452" cy="237"/>
            </a:xfrm>
            <a:custGeom>
              <a:avLst/>
              <a:pathLst>
                <a:path w="7452" h="237">
                  <a:moveTo>
                    <a:pt x="0" y="0"/>
                  </a:moveTo>
                  <a:lnTo>
                    <a:pt x="7452" y="237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4" name="pl7034"/>
            <p:cNvSpPr/>
            <p:nvPr/>
          </p:nvSpPr>
          <p:spPr>
            <a:xfrm>
              <a:off x="6891360" y="5418266"/>
              <a:ext cx="3706" cy="3054"/>
            </a:xfrm>
            <a:custGeom>
              <a:avLst/>
              <a:pathLst>
                <a:path w="3706" h="3054">
                  <a:moveTo>
                    <a:pt x="3706" y="0"/>
                  </a:moveTo>
                  <a:lnTo>
                    <a:pt x="0" y="3054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5" name="pl7035"/>
            <p:cNvSpPr/>
            <p:nvPr/>
          </p:nvSpPr>
          <p:spPr>
            <a:xfrm>
              <a:off x="6908339" y="5411371"/>
              <a:ext cx="3680" cy="3086"/>
            </a:xfrm>
            <a:custGeom>
              <a:avLst/>
              <a:pathLst>
                <a:path w="3680" h="3086">
                  <a:moveTo>
                    <a:pt x="3680" y="0"/>
                  </a:moveTo>
                  <a:lnTo>
                    <a:pt x="0" y="3086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6" name="pl7036"/>
            <p:cNvSpPr/>
            <p:nvPr/>
          </p:nvSpPr>
          <p:spPr>
            <a:xfrm>
              <a:off x="6917803" y="5407402"/>
              <a:ext cx="7456" cy="46"/>
            </a:xfrm>
            <a:custGeom>
              <a:avLst/>
              <a:pathLst>
                <a:path w="7456" h="46">
                  <a:moveTo>
                    <a:pt x="0" y="0"/>
                  </a:moveTo>
                  <a:lnTo>
                    <a:pt x="7456" y="46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7" name="pl7037"/>
            <p:cNvSpPr/>
            <p:nvPr/>
          </p:nvSpPr>
          <p:spPr>
            <a:xfrm>
              <a:off x="6931945" y="5398301"/>
              <a:ext cx="10173" cy="1995"/>
            </a:xfrm>
            <a:custGeom>
              <a:avLst/>
              <a:pathLst>
                <a:path w="10173" h="1995">
                  <a:moveTo>
                    <a:pt x="0" y="0"/>
                  </a:moveTo>
                  <a:lnTo>
                    <a:pt x="10173" y="1995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8" name="pl7038"/>
            <p:cNvSpPr/>
            <p:nvPr/>
          </p:nvSpPr>
          <p:spPr>
            <a:xfrm>
              <a:off x="6939506" y="5393487"/>
              <a:ext cx="11019" cy="3178"/>
            </a:xfrm>
            <a:custGeom>
              <a:avLst/>
              <a:pathLst>
                <a:path w="11019" h="3178">
                  <a:moveTo>
                    <a:pt x="0" y="0"/>
                  </a:moveTo>
                  <a:lnTo>
                    <a:pt x="11019" y="3178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9" name="pl7039"/>
            <p:cNvSpPr/>
            <p:nvPr/>
          </p:nvSpPr>
          <p:spPr>
            <a:xfrm>
              <a:off x="6958916" y="5389820"/>
              <a:ext cx="3600" cy="3179"/>
            </a:xfrm>
            <a:custGeom>
              <a:avLst/>
              <a:pathLst>
                <a:path w="3600" h="3179">
                  <a:moveTo>
                    <a:pt x="3600" y="0"/>
                  </a:moveTo>
                  <a:lnTo>
                    <a:pt x="0" y="3179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0" name="pl7040"/>
            <p:cNvSpPr/>
            <p:nvPr/>
          </p:nvSpPr>
          <p:spPr>
            <a:xfrm>
              <a:off x="6975651" y="5382350"/>
              <a:ext cx="3573" cy="3210"/>
            </a:xfrm>
            <a:custGeom>
              <a:avLst/>
              <a:pathLst>
                <a:path w="3573" h="3210">
                  <a:moveTo>
                    <a:pt x="3573" y="0"/>
                  </a:moveTo>
                  <a:lnTo>
                    <a:pt x="0" y="321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1" name="pl7041"/>
            <p:cNvSpPr/>
            <p:nvPr/>
          </p:nvSpPr>
          <p:spPr>
            <a:xfrm>
              <a:off x="6979224" y="5381787"/>
              <a:ext cx="4770" cy="563"/>
            </a:xfrm>
            <a:custGeom>
              <a:avLst/>
              <a:pathLst>
                <a:path w="4770" h="563">
                  <a:moveTo>
                    <a:pt x="0" y="563"/>
                  </a:moveTo>
                  <a:lnTo>
                    <a:pt x="4770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2" name="pl7042"/>
            <p:cNvSpPr/>
            <p:nvPr/>
          </p:nvSpPr>
          <p:spPr>
            <a:xfrm>
              <a:off x="7000633" y="5370878"/>
              <a:ext cx="3531" cy="3255"/>
            </a:xfrm>
            <a:custGeom>
              <a:avLst/>
              <a:pathLst>
                <a:path w="3531" h="3255">
                  <a:moveTo>
                    <a:pt x="3531" y="0"/>
                  </a:moveTo>
                  <a:lnTo>
                    <a:pt x="0" y="3255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3" name="pl7043"/>
            <p:cNvSpPr/>
            <p:nvPr/>
          </p:nvSpPr>
          <p:spPr>
            <a:xfrm>
              <a:off x="7025466" y="5359088"/>
              <a:ext cx="3489" cy="3300"/>
            </a:xfrm>
            <a:custGeom>
              <a:avLst/>
              <a:pathLst>
                <a:path w="3489" h="3300">
                  <a:moveTo>
                    <a:pt x="3489" y="0"/>
                  </a:moveTo>
                  <a:lnTo>
                    <a:pt x="0" y="330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4" name="pl7044"/>
            <p:cNvSpPr/>
            <p:nvPr/>
          </p:nvSpPr>
          <p:spPr>
            <a:xfrm>
              <a:off x="7034492" y="5354382"/>
              <a:ext cx="7445" cy="398"/>
            </a:xfrm>
            <a:custGeom>
              <a:avLst/>
              <a:pathLst>
                <a:path w="7445" h="398">
                  <a:moveTo>
                    <a:pt x="0" y="398"/>
                  </a:moveTo>
                  <a:lnTo>
                    <a:pt x="7445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5" name="pl7045"/>
            <p:cNvSpPr/>
            <p:nvPr/>
          </p:nvSpPr>
          <p:spPr>
            <a:xfrm>
              <a:off x="7072520" y="5332501"/>
              <a:ext cx="10291" cy="1252"/>
            </a:xfrm>
            <a:custGeom>
              <a:avLst/>
              <a:pathLst>
                <a:path w="10291" h="1252">
                  <a:moveTo>
                    <a:pt x="0" y="0"/>
                  </a:moveTo>
                  <a:lnTo>
                    <a:pt x="10291" y="1252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6" name="pl7046"/>
            <p:cNvSpPr/>
            <p:nvPr/>
          </p:nvSpPr>
          <p:spPr>
            <a:xfrm>
              <a:off x="7118438" y="5307854"/>
              <a:ext cx="12825" cy="377"/>
            </a:xfrm>
            <a:custGeom>
              <a:avLst/>
              <a:pathLst>
                <a:path w="12825" h="377">
                  <a:moveTo>
                    <a:pt x="0" y="377"/>
                  </a:moveTo>
                  <a:lnTo>
                    <a:pt x="12825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7" name="pl7047"/>
            <p:cNvSpPr/>
            <p:nvPr/>
          </p:nvSpPr>
          <p:spPr>
            <a:xfrm>
              <a:off x="7139275" y="5299915"/>
              <a:ext cx="3286" cy="3503"/>
            </a:xfrm>
            <a:custGeom>
              <a:avLst/>
              <a:pathLst>
                <a:path w="3286" h="3503">
                  <a:moveTo>
                    <a:pt x="3286" y="0"/>
                  </a:moveTo>
                  <a:lnTo>
                    <a:pt x="0" y="3503"/>
                  </a:lnTo>
                </a:path>
              </a:pathLst>
            </a:custGeom>
            <a:ln w="17621" cap="rnd">
              <a:solidFill>
                <a:srgbClr val="FF8C2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8" name="pl7048"/>
            <p:cNvSpPr/>
            <p:nvPr/>
          </p:nvSpPr>
          <p:spPr>
            <a:xfrm>
              <a:off x="7147830" y="5294442"/>
              <a:ext cx="7408" cy="842"/>
            </a:xfrm>
            <a:custGeom>
              <a:avLst/>
              <a:pathLst>
                <a:path w="7408" h="842">
                  <a:moveTo>
                    <a:pt x="0" y="842"/>
                  </a:moveTo>
                  <a:lnTo>
                    <a:pt x="7408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9" name="pl7049"/>
            <p:cNvSpPr/>
            <p:nvPr/>
          </p:nvSpPr>
          <p:spPr>
            <a:xfrm>
              <a:off x="7163191" y="5286358"/>
              <a:ext cx="3241" cy="3544"/>
            </a:xfrm>
            <a:custGeom>
              <a:avLst/>
              <a:pathLst>
                <a:path w="3241" h="3544">
                  <a:moveTo>
                    <a:pt x="3241" y="0"/>
                  </a:moveTo>
                  <a:lnTo>
                    <a:pt x="0" y="3544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0" name="pl7050"/>
            <p:cNvSpPr/>
            <p:nvPr/>
          </p:nvSpPr>
          <p:spPr>
            <a:xfrm>
              <a:off x="7171641" y="5280723"/>
              <a:ext cx="7397" cy="937"/>
            </a:xfrm>
            <a:custGeom>
              <a:avLst/>
              <a:pathLst>
                <a:path w="7397" h="937">
                  <a:moveTo>
                    <a:pt x="0" y="937"/>
                  </a:moveTo>
                  <a:lnTo>
                    <a:pt x="7397" y="0"/>
                  </a:lnTo>
                </a:path>
              </a:pathLst>
            </a:custGeom>
            <a:ln w="17621" cap="rnd">
              <a:solidFill>
                <a:srgbClr val="8E6A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1" name="pl7051"/>
            <p:cNvSpPr/>
            <p:nvPr/>
          </p:nvSpPr>
          <p:spPr>
            <a:xfrm>
              <a:off x="7186933" y="5272497"/>
              <a:ext cx="3195" cy="3586"/>
            </a:xfrm>
            <a:custGeom>
              <a:avLst/>
              <a:pathLst>
                <a:path w="3195" h="3586">
                  <a:moveTo>
                    <a:pt x="3195" y="0"/>
                  </a:moveTo>
                  <a:lnTo>
                    <a:pt x="0" y="3586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2" name="pl7052"/>
            <p:cNvSpPr/>
            <p:nvPr/>
          </p:nvSpPr>
          <p:spPr>
            <a:xfrm>
              <a:off x="7195276" y="5266701"/>
              <a:ext cx="7384" cy="1032"/>
            </a:xfrm>
            <a:custGeom>
              <a:avLst/>
              <a:pathLst>
                <a:path w="7384" h="1032">
                  <a:moveTo>
                    <a:pt x="0" y="1032"/>
                  </a:moveTo>
                  <a:lnTo>
                    <a:pt x="7384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3" name="pl7053"/>
            <p:cNvSpPr/>
            <p:nvPr/>
          </p:nvSpPr>
          <p:spPr>
            <a:xfrm>
              <a:off x="7201384" y="5261960"/>
              <a:ext cx="9111" cy="406"/>
            </a:xfrm>
            <a:custGeom>
              <a:avLst/>
              <a:pathLst>
                <a:path w="9111" h="406">
                  <a:moveTo>
                    <a:pt x="0" y="406"/>
                  </a:moveTo>
                  <a:lnTo>
                    <a:pt x="9111" y="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4" name="pl7054"/>
            <p:cNvSpPr/>
            <p:nvPr/>
          </p:nvSpPr>
          <p:spPr>
            <a:xfrm>
              <a:off x="7218309" y="5253545"/>
              <a:ext cx="3134" cy="3640"/>
            </a:xfrm>
            <a:custGeom>
              <a:avLst/>
              <a:pathLst>
                <a:path w="3134" h="3640">
                  <a:moveTo>
                    <a:pt x="3134" y="0"/>
                  </a:moveTo>
                  <a:lnTo>
                    <a:pt x="0" y="3640"/>
                  </a:lnTo>
                </a:path>
              </a:pathLst>
            </a:custGeom>
            <a:ln w="17621" cap="rnd">
              <a:solidFill>
                <a:srgbClr val="A8D8F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5" name="pl7055"/>
            <p:cNvSpPr/>
            <p:nvPr/>
          </p:nvSpPr>
          <p:spPr>
            <a:xfrm>
              <a:off x="7221443" y="5252378"/>
              <a:ext cx="4659" cy="1167"/>
            </a:xfrm>
            <a:custGeom>
              <a:avLst/>
              <a:pathLst>
                <a:path w="4659" h="1167">
                  <a:moveTo>
                    <a:pt x="0" y="1167"/>
                  </a:moveTo>
                  <a:lnTo>
                    <a:pt x="4659" y="0"/>
                  </a:lnTo>
                </a:path>
              </a:pathLst>
            </a:custGeom>
            <a:ln w="17621" cap="rnd">
              <a:solidFill>
                <a:srgbClr val="FF8ED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6" name="pl7056"/>
            <p:cNvSpPr/>
            <p:nvPr/>
          </p:nvSpPr>
          <p:spPr>
            <a:xfrm>
              <a:off x="7255662" y="5227842"/>
              <a:ext cx="9095" cy="678"/>
            </a:xfrm>
            <a:custGeom>
              <a:avLst/>
              <a:pathLst>
                <a:path w="9095" h="678">
                  <a:moveTo>
                    <a:pt x="0" y="678"/>
                  </a:moveTo>
                  <a:lnTo>
                    <a:pt x="9095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7" name="pl7057"/>
            <p:cNvSpPr/>
            <p:nvPr/>
          </p:nvSpPr>
          <p:spPr>
            <a:xfrm>
              <a:off x="7275448" y="5217798"/>
              <a:ext cx="4622" cy="1306"/>
            </a:xfrm>
            <a:custGeom>
              <a:avLst/>
              <a:pathLst>
                <a:path w="4622" h="1306">
                  <a:moveTo>
                    <a:pt x="0" y="1306"/>
                  </a:moveTo>
                  <a:lnTo>
                    <a:pt x="4622" y="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8" name="pl7058"/>
            <p:cNvSpPr/>
            <p:nvPr/>
          </p:nvSpPr>
          <p:spPr>
            <a:xfrm>
              <a:off x="7328728" y="5157835"/>
              <a:ext cx="26595" cy="7800"/>
            </a:xfrm>
            <a:custGeom>
              <a:avLst/>
              <a:pathLst>
                <a:path w="26595" h="7800">
                  <a:moveTo>
                    <a:pt x="0" y="0"/>
                  </a:moveTo>
                  <a:lnTo>
                    <a:pt x="26595" y="7800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9" name="pl7059"/>
            <p:cNvSpPr/>
            <p:nvPr/>
          </p:nvSpPr>
          <p:spPr>
            <a:xfrm>
              <a:off x="7362725" y="5156362"/>
              <a:ext cx="2828" cy="3882"/>
            </a:xfrm>
            <a:custGeom>
              <a:avLst/>
              <a:pathLst>
                <a:path w="2828" h="3882">
                  <a:moveTo>
                    <a:pt x="2828" y="0"/>
                  </a:moveTo>
                  <a:lnTo>
                    <a:pt x="0" y="3882"/>
                  </a:lnTo>
                </a:path>
              </a:pathLst>
            </a:custGeom>
            <a:ln w="17621" cap="rnd">
              <a:solidFill>
                <a:srgbClr val="7CC7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0" name="pl7060"/>
            <p:cNvSpPr/>
            <p:nvPr/>
          </p:nvSpPr>
          <p:spPr>
            <a:xfrm>
              <a:off x="7384789" y="5139961"/>
              <a:ext cx="2778" cy="3917"/>
            </a:xfrm>
            <a:custGeom>
              <a:avLst/>
              <a:pathLst>
                <a:path w="2778" h="3917">
                  <a:moveTo>
                    <a:pt x="2778" y="0"/>
                  </a:moveTo>
                  <a:lnTo>
                    <a:pt x="0" y="3917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1" name="pl7061"/>
            <p:cNvSpPr/>
            <p:nvPr/>
          </p:nvSpPr>
          <p:spPr>
            <a:xfrm>
              <a:off x="7387568" y="5138362"/>
              <a:ext cx="4529" cy="1599"/>
            </a:xfrm>
            <a:custGeom>
              <a:avLst/>
              <a:pathLst>
                <a:path w="4529" h="1599">
                  <a:moveTo>
                    <a:pt x="0" y="1599"/>
                  </a:moveTo>
                  <a:lnTo>
                    <a:pt x="4529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2" name="pl7062"/>
            <p:cNvSpPr/>
            <p:nvPr/>
          </p:nvSpPr>
          <p:spPr>
            <a:xfrm>
              <a:off x="7392157" y="5132813"/>
              <a:ext cx="7224" cy="1843"/>
            </a:xfrm>
            <a:custGeom>
              <a:avLst/>
              <a:pathLst>
                <a:path w="7224" h="1843">
                  <a:moveTo>
                    <a:pt x="0" y="1843"/>
                  </a:moveTo>
                  <a:lnTo>
                    <a:pt x="7224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3" name="pl7063"/>
            <p:cNvSpPr/>
            <p:nvPr/>
          </p:nvSpPr>
          <p:spPr>
            <a:xfrm>
              <a:off x="7397632" y="5127234"/>
              <a:ext cx="9010" cy="1412"/>
            </a:xfrm>
            <a:custGeom>
              <a:avLst/>
              <a:pathLst>
                <a:path w="9010" h="1412">
                  <a:moveTo>
                    <a:pt x="0" y="1412"/>
                  </a:moveTo>
                  <a:lnTo>
                    <a:pt x="9010" y="0"/>
                  </a:lnTo>
                </a:path>
              </a:pathLst>
            </a:custGeom>
            <a:ln w="17621" cap="rnd">
              <a:solidFill>
                <a:srgbClr val="1EB2D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4" name="pl7064"/>
            <p:cNvSpPr/>
            <p:nvPr/>
          </p:nvSpPr>
          <p:spPr>
            <a:xfrm>
              <a:off x="7494394" y="5051921"/>
              <a:ext cx="4417" cy="1885"/>
            </a:xfrm>
            <a:custGeom>
              <a:avLst/>
              <a:pathLst>
                <a:path w="4417" h="1885">
                  <a:moveTo>
                    <a:pt x="0" y="1885"/>
                  </a:moveTo>
                  <a:lnTo>
                    <a:pt x="4417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5" name="pl7065"/>
            <p:cNvSpPr/>
            <p:nvPr/>
          </p:nvSpPr>
          <p:spPr>
            <a:xfrm>
              <a:off x="7517431" y="5027731"/>
              <a:ext cx="8884" cy="2062"/>
            </a:xfrm>
            <a:custGeom>
              <a:avLst/>
              <a:pathLst>
                <a:path w="8884" h="2062">
                  <a:moveTo>
                    <a:pt x="0" y="2062"/>
                  </a:moveTo>
                  <a:lnTo>
                    <a:pt x="8884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6" name="pl7066"/>
            <p:cNvSpPr/>
            <p:nvPr/>
          </p:nvSpPr>
          <p:spPr>
            <a:xfrm>
              <a:off x="7504732" y="5019629"/>
              <a:ext cx="28394" cy="1982"/>
            </a:xfrm>
            <a:custGeom>
              <a:avLst/>
              <a:pathLst>
                <a:path w="28394" h="1982">
                  <a:moveTo>
                    <a:pt x="0" y="0"/>
                  </a:moveTo>
                  <a:lnTo>
                    <a:pt x="28394" y="1982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7" name="pl7067"/>
            <p:cNvSpPr/>
            <p:nvPr/>
          </p:nvSpPr>
          <p:spPr>
            <a:xfrm>
              <a:off x="7557958" y="4990576"/>
              <a:ext cx="8828" cy="2289"/>
            </a:xfrm>
            <a:custGeom>
              <a:avLst/>
              <a:pathLst>
                <a:path w="8828" h="2289">
                  <a:moveTo>
                    <a:pt x="0" y="2289"/>
                  </a:moveTo>
                  <a:lnTo>
                    <a:pt x="8828" y="0"/>
                  </a:lnTo>
                </a:path>
              </a:pathLst>
            </a:custGeom>
            <a:ln w="17621" cap="rnd">
              <a:solidFill>
                <a:srgbClr val="8E7CD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8" name="pl7068"/>
            <p:cNvSpPr/>
            <p:nvPr/>
          </p:nvSpPr>
          <p:spPr>
            <a:xfrm>
              <a:off x="7588936" y="4965235"/>
              <a:ext cx="4297" cy="2146"/>
            </a:xfrm>
            <a:custGeom>
              <a:avLst/>
              <a:pathLst>
                <a:path w="4297" h="2146">
                  <a:moveTo>
                    <a:pt x="0" y="2146"/>
                  </a:moveTo>
                  <a:lnTo>
                    <a:pt x="4297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9" name="pl7069"/>
            <p:cNvSpPr/>
            <p:nvPr/>
          </p:nvSpPr>
          <p:spPr>
            <a:xfrm>
              <a:off x="7657423" y="4895606"/>
              <a:ext cx="2072" cy="4333"/>
            </a:xfrm>
            <a:custGeom>
              <a:avLst/>
              <a:pathLst>
                <a:path w="2072" h="4333">
                  <a:moveTo>
                    <a:pt x="2072" y="0"/>
                  </a:moveTo>
                  <a:lnTo>
                    <a:pt x="0" y="4333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0" name="pl7070"/>
            <p:cNvSpPr/>
            <p:nvPr/>
          </p:nvSpPr>
          <p:spPr>
            <a:xfrm>
              <a:off x="7659496" y="4893260"/>
              <a:ext cx="4191" cy="2345"/>
            </a:xfrm>
            <a:custGeom>
              <a:avLst/>
              <a:pathLst>
                <a:path w="4191" h="2345">
                  <a:moveTo>
                    <a:pt x="0" y="2345"/>
                  </a:moveTo>
                  <a:lnTo>
                    <a:pt x="4191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1" name="pl7071"/>
            <p:cNvSpPr/>
            <p:nvPr/>
          </p:nvSpPr>
          <p:spPr>
            <a:xfrm>
              <a:off x="7679845" y="4866279"/>
              <a:ext cx="8614" cy="2996"/>
            </a:xfrm>
            <a:custGeom>
              <a:avLst/>
              <a:pathLst>
                <a:path w="8614" h="2996">
                  <a:moveTo>
                    <a:pt x="0" y="2996"/>
                  </a:moveTo>
                  <a:lnTo>
                    <a:pt x="8614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2" name="pl7072"/>
            <p:cNvSpPr/>
            <p:nvPr/>
          </p:nvSpPr>
          <p:spPr>
            <a:xfrm>
              <a:off x="7696540" y="4852631"/>
              <a:ext cx="4130" cy="2452"/>
            </a:xfrm>
            <a:custGeom>
              <a:avLst/>
              <a:pathLst>
                <a:path w="4130" h="2452">
                  <a:moveTo>
                    <a:pt x="0" y="2452"/>
                  </a:moveTo>
                  <a:lnTo>
                    <a:pt x="4130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3" name="pl7073"/>
            <p:cNvSpPr/>
            <p:nvPr/>
          </p:nvSpPr>
          <p:spPr>
            <a:xfrm>
              <a:off x="7730686" y="4813625"/>
              <a:ext cx="1848" cy="4433"/>
            </a:xfrm>
            <a:custGeom>
              <a:avLst/>
              <a:pathLst>
                <a:path w="1848" h="4433">
                  <a:moveTo>
                    <a:pt x="1848" y="0"/>
                  </a:moveTo>
                  <a:lnTo>
                    <a:pt x="0" y="4433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4" name="pl7074"/>
            <p:cNvSpPr/>
            <p:nvPr/>
          </p:nvSpPr>
          <p:spPr>
            <a:xfrm>
              <a:off x="7732534" y="4811068"/>
              <a:ext cx="4066" cy="2557"/>
            </a:xfrm>
            <a:custGeom>
              <a:avLst/>
              <a:pathLst>
                <a:path w="4066" h="2557">
                  <a:moveTo>
                    <a:pt x="0" y="2557"/>
                  </a:moveTo>
                  <a:lnTo>
                    <a:pt x="4066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5" name="pl7075"/>
            <p:cNvSpPr/>
            <p:nvPr/>
          </p:nvSpPr>
          <p:spPr>
            <a:xfrm>
              <a:off x="7744295" y="4797011"/>
              <a:ext cx="4044" cy="2591"/>
            </a:xfrm>
            <a:custGeom>
              <a:avLst/>
              <a:pathLst>
                <a:path w="4044" h="2591">
                  <a:moveTo>
                    <a:pt x="0" y="2591"/>
                  </a:moveTo>
                  <a:lnTo>
                    <a:pt x="4044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6" name="pl7076"/>
            <p:cNvSpPr/>
            <p:nvPr/>
          </p:nvSpPr>
          <p:spPr>
            <a:xfrm>
              <a:off x="7747551" y="4789945"/>
              <a:ext cx="6612" cy="3445"/>
            </a:xfrm>
            <a:custGeom>
              <a:avLst/>
              <a:pathLst>
                <a:path w="6612" h="3445">
                  <a:moveTo>
                    <a:pt x="0" y="3445"/>
                  </a:moveTo>
                  <a:lnTo>
                    <a:pt x="6612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7" name="pl7077"/>
            <p:cNvSpPr/>
            <p:nvPr/>
          </p:nvSpPr>
          <p:spPr>
            <a:xfrm>
              <a:off x="7756376" y="4754245"/>
              <a:ext cx="26453" cy="5205"/>
            </a:xfrm>
            <a:custGeom>
              <a:avLst/>
              <a:pathLst>
                <a:path w="26453" h="5205">
                  <a:moveTo>
                    <a:pt x="0" y="5205"/>
                  </a:moveTo>
                  <a:lnTo>
                    <a:pt x="26453" y="0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8" name="pl7078"/>
            <p:cNvSpPr/>
            <p:nvPr/>
          </p:nvSpPr>
          <p:spPr>
            <a:xfrm>
              <a:off x="7764421" y="4746997"/>
              <a:ext cx="24050" cy="34"/>
            </a:xfrm>
            <a:custGeom>
              <a:avLst/>
              <a:pathLst>
                <a:path w="24050" h="34">
                  <a:moveTo>
                    <a:pt x="0" y="0"/>
                  </a:moveTo>
                  <a:lnTo>
                    <a:pt x="24050" y="34"/>
                  </a:lnTo>
                </a:path>
              </a:pathLst>
            </a:custGeom>
            <a:ln w="17621" cap="rnd">
              <a:solidFill>
                <a:srgbClr val="9CCA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9" name="pl7079"/>
            <p:cNvSpPr/>
            <p:nvPr/>
          </p:nvSpPr>
          <p:spPr>
            <a:xfrm>
              <a:off x="7794081" y="4735280"/>
              <a:ext cx="1638" cy="4515"/>
            </a:xfrm>
            <a:custGeom>
              <a:avLst/>
              <a:pathLst>
                <a:path w="1638" h="4515">
                  <a:moveTo>
                    <a:pt x="1638" y="0"/>
                  </a:moveTo>
                  <a:lnTo>
                    <a:pt x="0" y="4515"/>
                  </a:lnTo>
                </a:path>
              </a:pathLst>
            </a:custGeom>
            <a:ln w="17621" cap="rnd">
              <a:solidFill>
                <a:srgbClr val="FF5C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0" name="pl7080"/>
            <p:cNvSpPr/>
            <p:nvPr/>
          </p:nvSpPr>
          <p:spPr>
            <a:xfrm>
              <a:off x="7837843" y="4676483"/>
              <a:ext cx="1482" cy="4568"/>
            </a:xfrm>
            <a:custGeom>
              <a:avLst/>
              <a:pathLst>
                <a:path w="1482" h="4568">
                  <a:moveTo>
                    <a:pt x="1482" y="0"/>
                  </a:moveTo>
                  <a:lnTo>
                    <a:pt x="0" y="4568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1" name="pl7081"/>
            <p:cNvSpPr/>
            <p:nvPr/>
          </p:nvSpPr>
          <p:spPr>
            <a:xfrm>
              <a:off x="7859068" y="4613223"/>
              <a:ext cx="25576" cy="1571"/>
            </a:xfrm>
            <a:custGeom>
              <a:avLst/>
              <a:pathLst>
                <a:path w="25576" h="1571">
                  <a:moveTo>
                    <a:pt x="0" y="1571"/>
                  </a:moveTo>
                  <a:lnTo>
                    <a:pt x="25576" y="0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2" name="pl7082"/>
            <p:cNvSpPr/>
            <p:nvPr/>
          </p:nvSpPr>
          <p:spPr>
            <a:xfrm>
              <a:off x="7889684" y="4600949"/>
              <a:ext cx="1286" cy="4627"/>
            </a:xfrm>
            <a:custGeom>
              <a:avLst/>
              <a:pathLst>
                <a:path w="1286" h="4627">
                  <a:moveTo>
                    <a:pt x="1286" y="0"/>
                  </a:moveTo>
                  <a:lnTo>
                    <a:pt x="0" y="4627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3" name="pl7083"/>
            <p:cNvSpPr/>
            <p:nvPr/>
          </p:nvSpPr>
          <p:spPr>
            <a:xfrm>
              <a:off x="7890970" y="4597909"/>
              <a:ext cx="3719" cy="3039"/>
            </a:xfrm>
            <a:custGeom>
              <a:avLst/>
              <a:pathLst>
                <a:path w="3719" h="3039">
                  <a:moveTo>
                    <a:pt x="0" y="3039"/>
                  </a:moveTo>
                  <a:lnTo>
                    <a:pt x="3719" y="0"/>
                  </a:lnTo>
                </a:path>
              </a:pathLst>
            </a:custGeom>
            <a:ln w="17621" cap="rnd">
              <a:solidFill>
                <a:srgbClr val="71B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4" name="pl7084"/>
            <p:cNvSpPr/>
            <p:nvPr/>
          </p:nvSpPr>
          <p:spPr>
            <a:xfrm>
              <a:off x="7917951" y="4551461"/>
              <a:ext cx="6081" cy="4313"/>
            </a:xfrm>
            <a:custGeom>
              <a:avLst/>
              <a:pathLst>
                <a:path w="6081" h="4313">
                  <a:moveTo>
                    <a:pt x="0" y="4313"/>
                  </a:moveTo>
                  <a:lnTo>
                    <a:pt x="6081" y="0"/>
                  </a:lnTo>
                </a:path>
              </a:pathLst>
            </a:custGeom>
            <a:ln w="17621" cap="rnd">
              <a:solidFill>
                <a:srgbClr val="F4A1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5" name="pl7085"/>
            <p:cNvSpPr/>
            <p:nvPr/>
          </p:nvSpPr>
          <p:spPr>
            <a:xfrm>
              <a:off x="7928808" y="4538978"/>
              <a:ext cx="1127" cy="4669"/>
            </a:xfrm>
            <a:custGeom>
              <a:avLst/>
              <a:pathLst>
                <a:path w="1127" h="4669">
                  <a:moveTo>
                    <a:pt x="1127" y="0"/>
                  </a:moveTo>
                  <a:lnTo>
                    <a:pt x="0" y="4669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6" name="pl7086"/>
            <p:cNvSpPr/>
            <p:nvPr/>
          </p:nvSpPr>
          <p:spPr>
            <a:xfrm>
              <a:off x="7929936" y="4535813"/>
              <a:ext cx="3613" cy="3164"/>
            </a:xfrm>
            <a:custGeom>
              <a:avLst/>
              <a:pathLst>
                <a:path w="3613" h="3164">
                  <a:moveTo>
                    <a:pt x="0" y="3164"/>
                  </a:moveTo>
                  <a:lnTo>
                    <a:pt x="3613" y="0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7" name="pl7087"/>
            <p:cNvSpPr/>
            <p:nvPr/>
          </p:nvSpPr>
          <p:spPr>
            <a:xfrm>
              <a:off x="7935086" y="4520085"/>
              <a:ext cx="7844" cy="4653"/>
            </a:xfrm>
            <a:custGeom>
              <a:avLst/>
              <a:pathLst>
                <a:path w="7844" h="4653">
                  <a:moveTo>
                    <a:pt x="0" y="4653"/>
                  </a:moveTo>
                  <a:lnTo>
                    <a:pt x="7844" y="0"/>
                  </a:lnTo>
                </a:path>
              </a:pathLst>
            </a:custGeom>
            <a:ln w="17621" cap="rnd">
              <a:solidFill>
                <a:srgbClr val="7E57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8" name="pl7088"/>
            <p:cNvSpPr/>
            <p:nvPr/>
          </p:nvSpPr>
          <p:spPr>
            <a:xfrm>
              <a:off x="7941425" y="4504277"/>
              <a:ext cx="10752" cy="3988"/>
            </a:xfrm>
            <a:custGeom>
              <a:avLst/>
              <a:pathLst>
                <a:path w="10752" h="3988">
                  <a:moveTo>
                    <a:pt x="0" y="3988"/>
                  </a:moveTo>
                  <a:lnTo>
                    <a:pt x="10752" y="0"/>
                  </a:lnTo>
                </a:path>
              </a:pathLst>
            </a:custGeom>
            <a:ln w="17621" cap="rnd">
              <a:solidFill>
                <a:srgbClr val="F4B5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9" name="pl7089"/>
            <p:cNvSpPr/>
            <p:nvPr/>
          </p:nvSpPr>
          <p:spPr>
            <a:xfrm>
              <a:off x="7957758" y="4488391"/>
              <a:ext cx="3530" cy="3256"/>
            </a:xfrm>
            <a:custGeom>
              <a:avLst/>
              <a:pathLst>
                <a:path w="3530" h="3256">
                  <a:moveTo>
                    <a:pt x="0" y="3256"/>
                  </a:moveTo>
                  <a:lnTo>
                    <a:pt x="3530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0" name="pl7090"/>
            <p:cNvSpPr/>
            <p:nvPr/>
          </p:nvSpPr>
          <p:spPr>
            <a:xfrm>
              <a:off x="7974702" y="4459704"/>
              <a:ext cx="927" cy="4712"/>
            </a:xfrm>
            <a:custGeom>
              <a:avLst/>
              <a:pathLst>
                <a:path w="927" h="4712">
                  <a:moveTo>
                    <a:pt x="927" y="0"/>
                  </a:moveTo>
                  <a:lnTo>
                    <a:pt x="0" y="4712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1" name="pl7091"/>
            <p:cNvSpPr/>
            <p:nvPr/>
          </p:nvSpPr>
          <p:spPr>
            <a:xfrm>
              <a:off x="7975630" y="4456387"/>
              <a:ext cx="3474" cy="3316"/>
            </a:xfrm>
            <a:custGeom>
              <a:avLst/>
              <a:pathLst>
                <a:path w="3474" h="3316">
                  <a:moveTo>
                    <a:pt x="0" y="3316"/>
                  </a:moveTo>
                  <a:lnTo>
                    <a:pt x="3474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2" name="pl7092"/>
            <p:cNvSpPr/>
            <p:nvPr/>
          </p:nvSpPr>
          <p:spPr>
            <a:xfrm>
              <a:off x="7992953" y="4424085"/>
              <a:ext cx="3417" cy="3375"/>
            </a:xfrm>
            <a:custGeom>
              <a:avLst/>
              <a:pathLst>
                <a:path w="3417" h="3375">
                  <a:moveTo>
                    <a:pt x="0" y="3375"/>
                  </a:moveTo>
                  <a:lnTo>
                    <a:pt x="3417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3" name="pl7093"/>
            <p:cNvSpPr/>
            <p:nvPr/>
          </p:nvSpPr>
          <p:spPr>
            <a:xfrm>
              <a:off x="8019621" y="4366863"/>
              <a:ext cx="5629" cy="4889"/>
            </a:xfrm>
            <a:custGeom>
              <a:avLst/>
              <a:pathLst>
                <a:path w="5629" h="4889">
                  <a:moveTo>
                    <a:pt x="0" y="4889"/>
                  </a:moveTo>
                  <a:lnTo>
                    <a:pt x="5629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4" name="pl7094"/>
            <p:cNvSpPr/>
            <p:nvPr/>
          </p:nvSpPr>
          <p:spPr>
            <a:xfrm>
              <a:off x="8081305" y="4236703"/>
              <a:ext cx="379" cy="4788"/>
            </a:xfrm>
            <a:custGeom>
              <a:avLst/>
              <a:pathLst>
                <a:path w="379" h="4788">
                  <a:moveTo>
                    <a:pt x="379" y="0"/>
                  </a:moveTo>
                  <a:lnTo>
                    <a:pt x="0" y="4788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5" name="pl7095"/>
            <p:cNvSpPr/>
            <p:nvPr/>
          </p:nvSpPr>
          <p:spPr>
            <a:xfrm>
              <a:off x="8081684" y="4233009"/>
              <a:ext cx="3070" cy="3693"/>
            </a:xfrm>
            <a:custGeom>
              <a:avLst/>
              <a:pathLst>
                <a:path w="3070" h="3693">
                  <a:moveTo>
                    <a:pt x="0" y="3693"/>
                  </a:moveTo>
                  <a:lnTo>
                    <a:pt x="3070" y="0"/>
                  </a:lnTo>
                </a:path>
              </a:pathLst>
            </a:custGeom>
            <a:ln w="17621" cap="rnd">
              <a:solidFill>
                <a:srgbClr val="B2E8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6" name="pl7096"/>
            <p:cNvSpPr/>
            <p:nvPr/>
          </p:nvSpPr>
          <p:spPr>
            <a:xfrm>
              <a:off x="8176733" y="3919112"/>
              <a:ext cx="7647" cy="6999"/>
            </a:xfrm>
            <a:custGeom>
              <a:avLst/>
              <a:pathLst>
                <a:path w="7647" h="6999">
                  <a:moveTo>
                    <a:pt x="0" y="6999"/>
                  </a:moveTo>
                  <a:lnTo>
                    <a:pt x="764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7" name="pl7097"/>
            <p:cNvSpPr/>
            <p:nvPr/>
          </p:nvSpPr>
          <p:spPr>
            <a:xfrm>
              <a:off x="8191985" y="3874429"/>
              <a:ext cx="2380" cy="4172"/>
            </a:xfrm>
            <a:custGeom>
              <a:avLst/>
              <a:pathLst>
                <a:path w="2380" h="4172">
                  <a:moveTo>
                    <a:pt x="0" y="4172"/>
                  </a:moveTo>
                  <a:lnTo>
                    <a:pt x="238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8" name="pl7098"/>
            <p:cNvSpPr/>
            <p:nvPr/>
          </p:nvSpPr>
          <p:spPr>
            <a:xfrm>
              <a:off x="8177975" y="3865468"/>
              <a:ext cx="18271" cy="15869"/>
            </a:xfrm>
            <a:custGeom>
              <a:avLst/>
              <a:pathLst>
                <a:path w="18271" h="15869">
                  <a:moveTo>
                    <a:pt x="0" y="15869"/>
                  </a:moveTo>
                  <a:lnTo>
                    <a:pt x="1827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9" name="pl7099"/>
            <p:cNvSpPr/>
            <p:nvPr/>
          </p:nvSpPr>
          <p:spPr>
            <a:xfrm>
              <a:off x="8202634" y="3811537"/>
              <a:ext cx="4101" cy="6226"/>
            </a:xfrm>
            <a:custGeom>
              <a:avLst/>
              <a:pathLst>
                <a:path w="4101" h="6226">
                  <a:moveTo>
                    <a:pt x="0" y="6226"/>
                  </a:moveTo>
                  <a:lnTo>
                    <a:pt x="410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0" name="pl7100"/>
            <p:cNvSpPr/>
            <p:nvPr/>
          </p:nvSpPr>
          <p:spPr>
            <a:xfrm>
              <a:off x="8207439" y="3784476"/>
              <a:ext cx="4021" cy="6278"/>
            </a:xfrm>
            <a:custGeom>
              <a:avLst/>
              <a:pathLst>
                <a:path w="4021" h="6278">
                  <a:moveTo>
                    <a:pt x="0" y="6278"/>
                  </a:moveTo>
                  <a:lnTo>
                    <a:pt x="402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1" name="pl7101"/>
            <p:cNvSpPr/>
            <p:nvPr/>
          </p:nvSpPr>
          <p:spPr>
            <a:xfrm>
              <a:off x="8212255" y="3766402"/>
              <a:ext cx="2163" cy="4288"/>
            </a:xfrm>
            <a:custGeom>
              <a:avLst/>
              <a:pathLst>
                <a:path w="2163" h="4288">
                  <a:moveTo>
                    <a:pt x="0" y="4288"/>
                  </a:moveTo>
                  <a:lnTo>
                    <a:pt x="2163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2" name="pl7102"/>
            <p:cNvSpPr/>
            <p:nvPr/>
          </p:nvSpPr>
          <p:spPr>
            <a:xfrm>
              <a:off x="8201910" y="3757356"/>
              <a:ext cx="13928" cy="13394"/>
            </a:xfrm>
            <a:custGeom>
              <a:avLst/>
              <a:pathLst>
                <a:path w="13928" h="13394">
                  <a:moveTo>
                    <a:pt x="0" y="13394"/>
                  </a:moveTo>
                  <a:lnTo>
                    <a:pt x="13928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3" name="pl7103"/>
            <p:cNvSpPr/>
            <p:nvPr/>
          </p:nvSpPr>
          <p:spPr>
            <a:xfrm>
              <a:off x="8202396" y="3748304"/>
              <a:ext cx="14825" cy="10135"/>
            </a:xfrm>
            <a:custGeom>
              <a:avLst/>
              <a:pathLst>
                <a:path w="14825" h="10135">
                  <a:moveTo>
                    <a:pt x="0" y="10135"/>
                  </a:moveTo>
                  <a:lnTo>
                    <a:pt x="14825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4" name="pl7104"/>
            <p:cNvSpPr/>
            <p:nvPr/>
          </p:nvSpPr>
          <p:spPr>
            <a:xfrm>
              <a:off x="8202589" y="3730183"/>
              <a:ext cx="17280" cy="7517"/>
            </a:xfrm>
            <a:custGeom>
              <a:avLst/>
              <a:pathLst>
                <a:path w="17280" h="7517">
                  <a:moveTo>
                    <a:pt x="0" y="7517"/>
                  </a:moveTo>
                  <a:lnTo>
                    <a:pt x="1728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5" name="pl7105"/>
            <p:cNvSpPr/>
            <p:nvPr/>
          </p:nvSpPr>
          <p:spPr>
            <a:xfrm>
              <a:off x="8219775" y="3702960"/>
              <a:ext cx="3777" cy="6428"/>
            </a:xfrm>
            <a:custGeom>
              <a:avLst/>
              <a:pathLst>
                <a:path w="3777" h="6428">
                  <a:moveTo>
                    <a:pt x="0" y="6428"/>
                  </a:moveTo>
                  <a:lnTo>
                    <a:pt x="377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6" name="pl7106"/>
            <p:cNvSpPr/>
            <p:nvPr/>
          </p:nvSpPr>
          <p:spPr>
            <a:xfrm>
              <a:off x="8225960" y="3670979"/>
              <a:ext cx="926" cy="4713"/>
            </a:xfrm>
            <a:custGeom>
              <a:avLst/>
              <a:pathLst>
                <a:path w="926" h="4713">
                  <a:moveTo>
                    <a:pt x="0" y="0"/>
                  </a:moveTo>
                  <a:lnTo>
                    <a:pt x="926" y="4713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7" name="pl7107"/>
            <p:cNvSpPr/>
            <p:nvPr/>
          </p:nvSpPr>
          <p:spPr>
            <a:xfrm>
              <a:off x="8225960" y="3666594"/>
              <a:ext cx="1960" cy="4385"/>
            </a:xfrm>
            <a:custGeom>
              <a:avLst/>
              <a:pathLst>
                <a:path w="1960" h="4385">
                  <a:moveTo>
                    <a:pt x="0" y="4385"/>
                  </a:moveTo>
                  <a:lnTo>
                    <a:pt x="196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8" name="pl7108"/>
            <p:cNvSpPr/>
            <p:nvPr/>
          </p:nvSpPr>
          <p:spPr>
            <a:xfrm>
              <a:off x="8228884" y="3639273"/>
              <a:ext cx="1903" cy="4410"/>
            </a:xfrm>
            <a:custGeom>
              <a:avLst/>
              <a:pathLst>
                <a:path w="1903" h="4410">
                  <a:moveTo>
                    <a:pt x="0" y="4410"/>
                  </a:moveTo>
                  <a:lnTo>
                    <a:pt x="1903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9" name="pl7109"/>
            <p:cNvSpPr/>
            <p:nvPr/>
          </p:nvSpPr>
          <p:spPr>
            <a:xfrm>
              <a:off x="8229805" y="3611917"/>
              <a:ext cx="3499" cy="6583"/>
            </a:xfrm>
            <a:custGeom>
              <a:avLst/>
              <a:pathLst>
                <a:path w="3499" h="6583">
                  <a:moveTo>
                    <a:pt x="0" y="6583"/>
                  </a:moveTo>
                  <a:lnTo>
                    <a:pt x="349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0" name="pl7110"/>
            <p:cNvSpPr/>
            <p:nvPr/>
          </p:nvSpPr>
          <p:spPr>
            <a:xfrm>
              <a:off x="8232979" y="3593664"/>
              <a:ext cx="1809" cy="4449"/>
            </a:xfrm>
            <a:custGeom>
              <a:avLst/>
              <a:pathLst>
                <a:path w="1809" h="4449">
                  <a:moveTo>
                    <a:pt x="0" y="4449"/>
                  </a:moveTo>
                  <a:lnTo>
                    <a:pt x="180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1" name="pl7111"/>
            <p:cNvSpPr/>
            <p:nvPr/>
          </p:nvSpPr>
          <p:spPr>
            <a:xfrm>
              <a:off x="8234345" y="3579863"/>
              <a:ext cx="1126" cy="4669"/>
            </a:xfrm>
            <a:custGeom>
              <a:avLst/>
              <a:pathLst>
                <a:path w="1126" h="4669">
                  <a:moveTo>
                    <a:pt x="0" y="0"/>
                  </a:moveTo>
                  <a:lnTo>
                    <a:pt x="1126" y="4669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2" name="pl7112"/>
            <p:cNvSpPr/>
            <p:nvPr/>
          </p:nvSpPr>
          <p:spPr>
            <a:xfrm>
              <a:off x="8234345" y="3575398"/>
              <a:ext cx="1771" cy="4464"/>
            </a:xfrm>
            <a:custGeom>
              <a:avLst/>
              <a:pathLst>
                <a:path w="1771" h="4464">
                  <a:moveTo>
                    <a:pt x="0" y="4464"/>
                  </a:moveTo>
                  <a:lnTo>
                    <a:pt x="177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3" name="pl7113"/>
            <p:cNvSpPr/>
            <p:nvPr/>
          </p:nvSpPr>
          <p:spPr>
            <a:xfrm>
              <a:off x="8229376" y="3557121"/>
              <a:ext cx="7911" cy="9811"/>
            </a:xfrm>
            <a:custGeom>
              <a:avLst/>
              <a:pathLst>
                <a:path w="7911" h="9811">
                  <a:moveTo>
                    <a:pt x="0" y="9811"/>
                  </a:moveTo>
                  <a:lnTo>
                    <a:pt x="7911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4" name="pl7114"/>
            <p:cNvSpPr/>
            <p:nvPr/>
          </p:nvSpPr>
          <p:spPr>
            <a:xfrm>
              <a:off x="8228525" y="3547980"/>
              <a:ext cx="9290" cy="9188"/>
            </a:xfrm>
            <a:custGeom>
              <a:avLst/>
              <a:pathLst>
                <a:path w="9290" h="9188">
                  <a:moveTo>
                    <a:pt x="0" y="9188"/>
                  </a:moveTo>
                  <a:lnTo>
                    <a:pt x="929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5" name="pl7115"/>
            <p:cNvSpPr/>
            <p:nvPr/>
          </p:nvSpPr>
          <p:spPr>
            <a:xfrm>
              <a:off x="8227614" y="3538836"/>
              <a:ext cx="10690" cy="8862"/>
            </a:xfrm>
            <a:custGeom>
              <a:avLst/>
              <a:pathLst>
                <a:path w="10690" h="8862">
                  <a:moveTo>
                    <a:pt x="0" y="8862"/>
                  </a:moveTo>
                  <a:lnTo>
                    <a:pt x="10690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6" name="pl7116"/>
            <p:cNvSpPr/>
            <p:nvPr/>
          </p:nvSpPr>
          <p:spPr>
            <a:xfrm>
              <a:off x="8237507" y="3525051"/>
              <a:ext cx="1245" cy="4638"/>
            </a:xfrm>
            <a:custGeom>
              <a:avLst/>
              <a:pathLst>
                <a:path w="1245" h="4638">
                  <a:moveTo>
                    <a:pt x="0" y="0"/>
                  </a:moveTo>
                  <a:lnTo>
                    <a:pt x="1245" y="4638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7" name="pl7117"/>
            <p:cNvSpPr/>
            <p:nvPr/>
          </p:nvSpPr>
          <p:spPr>
            <a:xfrm>
              <a:off x="8237507" y="3520542"/>
              <a:ext cx="1656" cy="4508"/>
            </a:xfrm>
            <a:custGeom>
              <a:avLst/>
              <a:pathLst>
                <a:path w="1656" h="4508">
                  <a:moveTo>
                    <a:pt x="0" y="4508"/>
                  </a:moveTo>
                  <a:lnTo>
                    <a:pt x="1656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8" name="pl7118"/>
            <p:cNvSpPr/>
            <p:nvPr/>
          </p:nvSpPr>
          <p:spPr>
            <a:xfrm>
              <a:off x="8236348" y="3511392"/>
              <a:ext cx="3186" cy="6740"/>
            </a:xfrm>
            <a:custGeom>
              <a:avLst/>
              <a:pathLst>
                <a:path w="3186" h="6740">
                  <a:moveTo>
                    <a:pt x="0" y="6740"/>
                  </a:moveTo>
                  <a:lnTo>
                    <a:pt x="3186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9" name="pl7119"/>
            <p:cNvSpPr/>
            <p:nvPr/>
          </p:nvSpPr>
          <p:spPr>
            <a:xfrm>
              <a:off x="8235209" y="3502241"/>
              <a:ext cx="4657" cy="7841"/>
            </a:xfrm>
            <a:custGeom>
              <a:avLst/>
              <a:pathLst>
                <a:path w="4657" h="7841">
                  <a:moveTo>
                    <a:pt x="0" y="7841"/>
                  </a:moveTo>
                  <a:lnTo>
                    <a:pt x="4657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0" name="pl7120"/>
            <p:cNvSpPr/>
            <p:nvPr/>
          </p:nvSpPr>
          <p:spPr>
            <a:xfrm>
              <a:off x="8234060" y="3493089"/>
              <a:ext cx="6099" cy="8382"/>
            </a:xfrm>
            <a:custGeom>
              <a:avLst/>
              <a:pathLst>
                <a:path w="6099" h="8382">
                  <a:moveTo>
                    <a:pt x="0" y="8382"/>
                  </a:moveTo>
                  <a:lnTo>
                    <a:pt x="6099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1" name="pl7121"/>
            <p:cNvSpPr/>
            <p:nvPr/>
          </p:nvSpPr>
          <p:spPr>
            <a:xfrm>
              <a:off x="8239069" y="3479324"/>
              <a:ext cx="1344" cy="4611"/>
            </a:xfrm>
            <a:custGeom>
              <a:avLst/>
              <a:pathLst>
                <a:path w="1344" h="4611">
                  <a:moveTo>
                    <a:pt x="0" y="0"/>
                  </a:moveTo>
                  <a:lnTo>
                    <a:pt x="1344" y="4611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2" name="pl7122"/>
            <p:cNvSpPr/>
            <p:nvPr/>
          </p:nvSpPr>
          <p:spPr>
            <a:xfrm>
              <a:off x="8237762" y="3465626"/>
              <a:ext cx="3042" cy="6807"/>
            </a:xfrm>
            <a:custGeom>
              <a:avLst/>
              <a:pathLst>
                <a:path w="3042" h="6807">
                  <a:moveTo>
                    <a:pt x="0" y="6807"/>
                  </a:moveTo>
                  <a:lnTo>
                    <a:pt x="3042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3" name="pl7123"/>
            <p:cNvSpPr/>
            <p:nvPr/>
          </p:nvSpPr>
          <p:spPr>
            <a:xfrm>
              <a:off x="8239538" y="3451876"/>
              <a:ext cx="1403" cy="4593"/>
            </a:xfrm>
            <a:custGeom>
              <a:avLst/>
              <a:pathLst>
                <a:path w="1403" h="4593">
                  <a:moveTo>
                    <a:pt x="0" y="0"/>
                  </a:moveTo>
                  <a:lnTo>
                    <a:pt x="1403" y="4593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4" name="pl7124"/>
            <p:cNvSpPr/>
            <p:nvPr/>
          </p:nvSpPr>
          <p:spPr>
            <a:xfrm>
              <a:off x="8157493" y="3438156"/>
              <a:ext cx="83605" cy="38636"/>
            </a:xfrm>
            <a:custGeom>
              <a:avLst/>
              <a:pathLst>
                <a:path w="83605" h="38636">
                  <a:moveTo>
                    <a:pt x="0" y="38636"/>
                  </a:moveTo>
                  <a:lnTo>
                    <a:pt x="83605" y="0"/>
                  </a:lnTo>
                </a:path>
              </a:pathLst>
            </a:custGeom>
            <a:ln w="17621" cap="rnd">
              <a:solidFill>
                <a:srgbClr val="00E8F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5" name="pl7125"/>
            <p:cNvSpPr/>
            <p:nvPr/>
          </p:nvSpPr>
          <p:spPr>
            <a:xfrm>
              <a:off x="3881928" y="1215091"/>
              <a:ext cx="4427716" cy="4427767"/>
            </a:xfrm>
            <a:custGeom>
              <a:avLst/>
              <a:pathLst>
                <a:path w="4427716" h="4427767">
                  <a:moveTo>
                    <a:pt x="0" y="2213908"/>
                  </a:moveTo>
                  <a:lnTo>
                    <a:pt x="703" y="2269729"/>
                  </a:lnTo>
                  <a:lnTo>
                    <a:pt x="2814" y="2325515"/>
                  </a:lnTo>
                  <a:lnTo>
                    <a:pt x="6331" y="2381230"/>
                  </a:lnTo>
                  <a:lnTo>
                    <a:pt x="11252" y="2436839"/>
                  </a:lnTo>
                  <a:lnTo>
                    <a:pt x="17573" y="2492306"/>
                  </a:lnTo>
                  <a:lnTo>
                    <a:pt x="25291" y="2547595"/>
                  </a:lnTo>
                  <a:lnTo>
                    <a:pt x="34400" y="2602673"/>
                  </a:lnTo>
                  <a:lnTo>
                    <a:pt x="44896" y="2657504"/>
                  </a:lnTo>
                  <a:lnTo>
                    <a:pt x="56770" y="2712052"/>
                  </a:lnTo>
                  <a:lnTo>
                    <a:pt x="70016" y="2766284"/>
                  </a:lnTo>
                  <a:lnTo>
                    <a:pt x="84625" y="2820164"/>
                  </a:lnTo>
                  <a:lnTo>
                    <a:pt x="100588" y="2873659"/>
                  </a:lnTo>
                  <a:lnTo>
                    <a:pt x="117895" y="2926735"/>
                  </a:lnTo>
                  <a:lnTo>
                    <a:pt x="136534" y="2979357"/>
                  </a:lnTo>
                  <a:lnTo>
                    <a:pt x="156495" y="3031492"/>
                  </a:lnTo>
                  <a:lnTo>
                    <a:pt x="177763" y="3083108"/>
                  </a:lnTo>
                  <a:lnTo>
                    <a:pt x="200326" y="3134171"/>
                  </a:lnTo>
                  <a:lnTo>
                    <a:pt x="224170" y="3184649"/>
                  </a:lnTo>
                  <a:lnTo>
                    <a:pt x="249279" y="3234509"/>
                  </a:lnTo>
                  <a:lnTo>
                    <a:pt x="275637" y="3283721"/>
                  </a:lnTo>
                  <a:lnTo>
                    <a:pt x="303227" y="3332253"/>
                  </a:lnTo>
                  <a:lnTo>
                    <a:pt x="332032" y="3380073"/>
                  </a:lnTo>
                  <a:lnTo>
                    <a:pt x="362034" y="3427152"/>
                  </a:lnTo>
                  <a:lnTo>
                    <a:pt x="393213" y="3473459"/>
                  </a:lnTo>
                  <a:lnTo>
                    <a:pt x="425550" y="3518966"/>
                  </a:lnTo>
                  <a:lnTo>
                    <a:pt x="459024" y="3563643"/>
                  </a:lnTo>
                  <a:lnTo>
                    <a:pt x="493614" y="3607461"/>
                  </a:lnTo>
                  <a:lnTo>
                    <a:pt x="529298" y="3650394"/>
                  </a:lnTo>
                  <a:lnTo>
                    <a:pt x="566053" y="3692413"/>
                  </a:lnTo>
                  <a:lnTo>
                    <a:pt x="603856" y="3733492"/>
                  </a:lnTo>
                  <a:lnTo>
                    <a:pt x="642682" y="3773604"/>
                  </a:lnTo>
                  <a:lnTo>
                    <a:pt x="682508" y="3812726"/>
                  </a:lnTo>
                  <a:lnTo>
                    <a:pt x="723307" y="3850830"/>
                  </a:lnTo>
                  <a:lnTo>
                    <a:pt x="765054" y="3887894"/>
                  </a:lnTo>
                  <a:lnTo>
                    <a:pt x="807722" y="3923893"/>
                  </a:lnTo>
                  <a:lnTo>
                    <a:pt x="851285" y="3958805"/>
                  </a:lnTo>
                  <a:lnTo>
                    <a:pt x="895713" y="3992607"/>
                  </a:lnTo>
                  <a:lnTo>
                    <a:pt x="940980" y="4025279"/>
                  </a:lnTo>
                  <a:lnTo>
                    <a:pt x="987057" y="4056799"/>
                  </a:lnTo>
                  <a:lnTo>
                    <a:pt x="1033913" y="4087147"/>
                  </a:lnTo>
                  <a:lnTo>
                    <a:pt x="1081520" y="4116304"/>
                  </a:lnTo>
                  <a:lnTo>
                    <a:pt x="1129847" y="4144251"/>
                  </a:lnTo>
                  <a:lnTo>
                    <a:pt x="1178863" y="4170971"/>
                  </a:lnTo>
                  <a:lnTo>
                    <a:pt x="1228537" y="4196447"/>
                  </a:lnTo>
                  <a:lnTo>
                    <a:pt x="1278838" y="4220662"/>
                  </a:lnTo>
                  <a:lnTo>
                    <a:pt x="1329733" y="4243601"/>
                  </a:lnTo>
                  <a:lnTo>
                    <a:pt x="1381190" y="4265249"/>
                  </a:lnTo>
                  <a:lnTo>
                    <a:pt x="1433177" y="4285593"/>
                  </a:lnTo>
                  <a:lnTo>
                    <a:pt x="1485661" y="4304620"/>
                  </a:lnTo>
                  <a:lnTo>
                    <a:pt x="1538607" y="4322318"/>
                  </a:lnTo>
                  <a:lnTo>
                    <a:pt x="1591983" y="4338674"/>
                  </a:lnTo>
                  <a:lnTo>
                    <a:pt x="1645754" y="4353680"/>
                  </a:lnTo>
                  <a:lnTo>
                    <a:pt x="1699887" y="4367326"/>
                  </a:lnTo>
                  <a:lnTo>
                    <a:pt x="1754346" y="4379602"/>
                  </a:lnTo>
                  <a:lnTo>
                    <a:pt x="1809098" y="4390501"/>
                  </a:lnTo>
                  <a:lnTo>
                    <a:pt x="1864107" y="4400016"/>
                  </a:lnTo>
                  <a:lnTo>
                    <a:pt x="1919338" y="4408141"/>
                  </a:lnTo>
                  <a:lnTo>
                    <a:pt x="1974757" y="4414871"/>
                  </a:lnTo>
                  <a:lnTo>
                    <a:pt x="2030328" y="4420201"/>
                  </a:lnTo>
                  <a:lnTo>
                    <a:pt x="2086016" y="4424129"/>
                  </a:lnTo>
                  <a:lnTo>
                    <a:pt x="2141784" y="4426651"/>
                  </a:lnTo>
                  <a:lnTo>
                    <a:pt x="2197599" y="4427767"/>
                  </a:lnTo>
                  <a:lnTo>
                    <a:pt x="2253424" y="4427474"/>
                  </a:lnTo>
                  <a:lnTo>
                    <a:pt x="2309224" y="4425774"/>
                  </a:lnTo>
                  <a:lnTo>
                    <a:pt x="2364964" y="4422668"/>
                  </a:lnTo>
                  <a:lnTo>
                    <a:pt x="2420607" y="4418157"/>
                  </a:lnTo>
                  <a:lnTo>
                    <a:pt x="2476119" y="4412245"/>
                  </a:lnTo>
                  <a:lnTo>
                    <a:pt x="2531464" y="4404935"/>
                  </a:lnTo>
                  <a:lnTo>
                    <a:pt x="2586608" y="4396232"/>
                  </a:lnTo>
                  <a:lnTo>
                    <a:pt x="2641514" y="4386141"/>
                  </a:lnTo>
                  <a:lnTo>
                    <a:pt x="2696148" y="4374669"/>
                  </a:lnTo>
                  <a:lnTo>
                    <a:pt x="2750476" y="4361824"/>
                  </a:lnTo>
                  <a:lnTo>
                    <a:pt x="2804463" y="4347612"/>
                  </a:lnTo>
                  <a:lnTo>
                    <a:pt x="2858074" y="4332044"/>
                  </a:lnTo>
                  <a:lnTo>
                    <a:pt x="2911276" y="4315129"/>
                  </a:lnTo>
                  <a:lnTo>
                    <a:pt x="2964034" y="4296878"/>
                  </a:lnTo>
                  <a:lnTo>
                    <a:pt x="3016315" y="4277302"/>
                  </a:lnTo>
                  <a:lnTo>
                    <a:pt x="3068086" y="4256415"/>
                  </a:lnTo>
                  <a:lnTo>
                    <a:pt x="3119314" y="4234228"/>
                  </a:lnTo>
                  <a:lnTo>
                    <a:pt x="3169966" y="4210758"/>
                  </a:lnTo>
                  <a:lnTo>
                    <a:pt x="3220011" y="4186017"/>
                  </a:lnTo>
                  <a:lnTo>
                    <a:pt x="3269415" y="4160023"/>
                  </a:lnTo>
                  <a:lnTo>
                    <a:pt x="3318149" y="4132791"/>
                  </a:lnTo>
                  <a:lnTo>
                    <a:pt x="3366180" y="4104339"/>
                  </a:lnTo>
                  <a:lnTo>
                    <a:pt x="3413479" y="4074685"/>
                  </a:lnTo>
                  <a:lnTo>
                    <a:pt x="3460015" y="4043848"/>
                  </a:lnTo>
                  <a:lnTo>
                    <a:pt x="3505759" y="4011847"/>
                  </a:lnTo>
                  <a:lnTo>
                    <a:pt x="3550681" y="3978703"/>
                  </a:lnTo>
                  <a:lnTo>
                    <a:pt x="3594753" y="3944437"/>
                  </a:lnTo>
                  <a:lnTo>
                    <a:pt x="3637948" y="3909071"/>
                  </a:lnTo>
                  <a:lnTo>
                    <a:pt x="3680236" y="3872627"/>
                  </a:lnTo>
                  <a:lnTo>
                    <a:pt x="3721593" y="3835128"/>
                  </a:lnTo>
                  <a:lnTo>
                    <a:pt x="3761991" y="3796598"/>
                  </a:lnTo>
                  <a:lnTo>
                    <a:pt x="3801404" y="3757062"/>
                  </a:lnTo>
                  <a:lnTo>
                    <a:pt x="3839809" y="3716545"/>
                  </a:lnTo>
                  <a:lnTo>
                    <a:pt x="3877179" y="3675072"/>
                  </a:lnTo>
                  <a:lnTo>
                    <a:pt x="3913492" y="3632670"/>
                  </a:lnTo>
                  <a:lnTo>
                    <a:pt x="3948724" y="3589366"/>
                  </a:lnTo>
                  <a:lnTo>
                    <a:pt x="3982853" y="3545188"/>
                  </a:lnTo>
                  <a:lnTo>
                    <a:pt x="4015857" y="3500163"/>
                  </a:lnTo>
                  <a:lnTo>
                    <a:pt x="4047716" y="3454320"/>
                  </a:lnTo>
                  <a:lnTo>
                    <a:pt x="4078409" y="3407689"/>
                  </a:lnTo>
                  <a:lnTo>
                    <a:pt x="4107916" y="3360298"/>
                  </a:lnTo>
                  <a:lnTo>
                    <a:pt x="4136218" y="3312179"/>
                  </a:lnTo>
                  <a:lnTo>
                    <a:pt x="4163299" y="3263361"/>
                  </a:lnTo>
                  <a:lnTo>
                    <a:pt x="4189140" y="3213876"/>
                  </a:lnTo>
                  <a:lnTo>
                    <a:pt x="4213725" y="3163755"/>
                  </a:lnTo>
                  <a:lnTo>
                    <a:pt x="4237039" y="3113030"/>
                  </a:lnTo>
                  <a:lnTo>
                    <a:pt x="4259066" y="3061734"/>
                  </a:lnTo>
                  <a:lnTo>
                    <a:pt x="4279793" y="3009898"/>
                  </a:lnTo>
                  <a:lnTo>
                    <a:pt x="4299206" y="2957557"/>
                  </a:lnTo>
                  <a:lnTo>
                    <a:pt x="4317293" y="2904742"/>
                  </a:lnTo>
                  <a:lnTo>
                    <a:pt x="4334043" y="2851488"/>
                  </a:lnTo>
                  <a:lnTo>
                    <a:pt x="4349445" y="2797829"/>
                  </a:lnTo>
                  <a:lnTo>
                    <a:pt x="4363489" y="2743798"/>
                  </a:lnTo>
                  <a:lnTo>
                    <a:pt x="4376166" y="2689431"/>
                  </a:lnTo>
                  <a:lnTo>
                    <a:pt x="4387468" y="2634761"/>
                  </a:lnTo>
                  <a:lnTo>
                    <a:pt x="4397389" y="2579824"/>
                  </a:lnTo>
                  <a:lnTo>
                    <a:pt x="4405921" y="2524654"/>
                  </a:lnTo>
                  <a:lnTo>
                    <a:pt x="4413059" y="2469286"/>
                  </a:lnTo>
                  <a:lnTo>
                    <a:pt x="4418799" y="2413756"/>
                  </a:lnTo>
                  <a:lnTo>
                    <a:pt x="4423137" y="2358099"/>
                  </a:lnTo>
                  <a:lnTo>
                    <a:pt x="4426070" y="2302350"/>
                  </a:lnTo>
                  <a:lnTo>
                    <a:pt x="4427597" y="2246545"/>
                  </a:lnTo>
                  <a:lnTo>
                    <a:pt x="4427716" y="2190720"/>
                  </a:lnTo>
                  <a:lnTo>
                    <a:pt x="4426427" y="2134909"/>
                  </a:lnTo>
                  <a:lnTo>
                    <a:pt x="4423732" y="2079148"/>
                  </a:lnTo>
                  <a:lnTo>
                    <a:pt x="4419632" y="2023473"/>
                  </a:lnTo>
                  <a:lnTo>
                    <a:pt x="4414129" y="1967919"/>
                  </a:lnTo>
                  <a:lnTo>
                    <a:pt x="4407227" y="1912521"/>
                  </a:lnTo>
                  <a:lnTo>
                    <a:pt x="4398931" y="1857315"/>
                  </a:lnTo>
                  <a:lnTo>
                    <a:pt x="4389245" y="1802336"/>
                  </a:lnTo>
                  <a:lnTo>
                    <a:pt x="4378176" y="1747618"/>
                  </a:lnTo>
                  <a:lnTo>
                    <a:pt x="4365731" y="1693197"/>
                  </a:lnTo>
                  <a:lnTo>
                    <a:pt x="4351918" y="1639107"/>
                  </a:lnTo>
                  <a:lnTo>
                    <a:pt x="4336745" y="1585383"/>
                  </a:lnTo>
                  <a:lnTo>
                    <a:pt x="4320223" y="1532058"/>
                  </a:lnTo>
                  <a:lnTo>
                    <a:pt x="4302361" y="1479167"/>
                  </a:lnTo>
                  <a:lnTo>
                    <a:pt x="4283171" y="1426743"/>
                  </a:lnTo>
                  <a:lnTo>
                    <a:pt x="4262666" y="1374819"/>
                  </a:lnTo>
                  <a:lnTo>
                    <a:pt x="4240858" y="1323429"/>
                  </a:lnTo>
                  <a:lnTo>
                    <a:pt x="4217761" y="1272605"/>
                  </a:lnTo>
                  <a:lnTo>
                    <a:pt x="4193390" y="1222380"/>
                  </a:lnTo>
                  <a:lnTo>
                    <a:pt x="4167761" y="1172785"/>
                  </a:lnTo>
                  <a:lnTo>
                    <a:pt x="4140889" y="1123852"/>
                  </a:lnTo>
                  <a:lnTo>
                    <a:pt x="4112792" y="1075612"/>
                  </a:lnTo>
                  <a:lnTo>
                    <a:pt x="4083487" y="1028096"/>
                  </a:lnTo>
                  <a:lnTo>
                    <a:pt x="4052994" y="981334"/>
                  </a:lnTo>
                  <a:lnTo>
                    <a:pt x="4021331" y="935356"/>
                  </a:lnTo>
                  <a:lnTo>
                    <a:pt x="3988519" y="890190"/>
                  </a:lnTo>
                  <a:lnTo>
                    <a:pt x="3954579" y="845867"/>
                  </a:lnTo>
                  <a:lnTo>
                    <a:pt x="3919532" y="802413"/>
                  </a:lnTo>
                  <a:lnTo>
                    <a:pt x="3883401" y="759856"/>
                  </a:lnTo>
                  <a:lnTo>
                    <a:pt x="3846208" y="718224"/>
                  </a:lnTo>
                  <a:lnTo>
                    <a:pt x="3807977" y="677544"/>
                  </a:lnTo>
                  <a:lnTo>
                    <a:pt x="3768732" y="637840"/>
                  </a:lnTo>
                  <a:lnTo>
                    <a:pt x="3728499" y="599138"/>
                  </a:lnTo>
                  <a:lnTo>
                    <a:pt x="3687303" y="561463"/>
                  </a:lnTo>
                  <a:lnTo>
                    <a:pt x="3645170" y="524838"/>
                  </a:lnTo>
                  <a:lnTo>
                    <a:pt x="3602127" y="489288"/>
                  </a:lnTo>
                  <a:lnTo>
                    <a:pt x="3558202" y="454834"/>
                  </a:lnTo>
                  <a:lnTo>
                    <a:pt x="3513421" y="421499"/>
                  </a:lnTo>
                  <a:lnTo>
                    <a:pt x="3467815" y="389303"/>
                  </a:lnTo>
                  <a:lnTo>
                    <a:pt x="3421411" y="358268"/>
                  </a:lnTo>
                  <a:lnTo>
                    <a:pt x="3374239" y="328412"/>
                  </a:lnTo>
                  <a:lnTo>
                    <a:pt x="3326329" y="299756"/>
                  </a:lnTo>
                  <a:lnTo>
                    <a:pt x="3277713" y="272316"/>
                  </a:lnTo>
                  <a:lnTo>
                    <a:pt x="3228419" y="246111"/>
                  </a:lnTo>
                  <a:lnTo>
                    <a:pt x="3178481" y="221157"/>
                  </a:lnTo>
                  <a:lnTo>
                    <a:pt x="3127929" y="197470"/>
                  </a:lnTo>
                  <a:lnTo>
                    <a:pt x="3076797" y="175065"/>
                  </a:lnTo>
                  <a:lnTo>
                    <a:pt x="3025115" y="153957"/>
                  </a:lnTo>
                  <a:lnTo>
                    <a:pt x="2972918" y="134159"/>
                  </a:lnTo>
                  <a:lnTo>
                    <a:pt x="2920238" y="115682"/>
                  </a:lnTo>
                  <a:lnTo>
                    <a:pt x="2867109" y="98541"/>
                  </a:lnTo>
                  <a:lnTo>
                    <a:pt x="2813565" y="82744"/>
                  </a:lnTo>
                  <a:lnTo>
                    <a:pt x="2759640" y="68302"/>
                  </a:lnTo>
                  <a:lnTo>
                    <a:pt x="2705367" y="55224"/>
                  </a:lnTo>
                  <a:lnTo>
                    <a:pt x="2650782" y="43519"/>
                  </a:lnTo>
                  <a:lnTo>
                    <a:pt x="2595919" y="33194"/>
                  </a:lnTo>
                  <a:lnTo>
                    <a:pt x="2540814" y="24256"/>
                  </a:lnTo>
                  <a:lnTo>
                    <a:pt x="2485500" y="16709"/>
                  </a:lnTo>
                  <a:lnTo>
                    <a:pt x="2430014" y="10560"/>
                  </a:lnTo>
                  <a:lnTo>
                    <a:pt x="2374390" y="5812"/>
                  </a:lnTo>
                  <a:lnTo>
                    <a:pt x="2318665" y="2468"/>
                  </a:lnTo>
                  <a:lnTo>
                    <a:pt x="2262872" y="530"/>
                  </a:lnTo>
                  <a:lnTo>
                    <a:pt x="2207049" y="0"/>
                  </a:lnTo>
                  <a:lnTo>
                    <a:pt x="2151230" y="877"/>
                  </a:lnTo>
                  <a:lnTo>
                    <a:pt x="2095451" y="3161"/>
                  </a:lnTo>
                  <a:lnTo>
                    <a:pt x="2039747" y="6851"/>
                  </a:lnTo>
                  <a:lnTo>
                    <a:pt x="1984154" y="11944"/>
                  </a:lnTo>
                  <a:lnTo>
                    <a:pt x="1928707" y="18437"/>
                  </a:lnTo>
                  <a:lnTo>
                    <a:pt x="1873442" y="26326"/>
                  </a:lnTo>
                  <a:lnTo>
                    <a:pt x="1818392" y="35607"/>
                  </a:lnTo>
                  <a:lnTo>
                    <a:pt x="1763595" y="46272"/>
                  </a:lnTo>
                  <a:lnTo>
                    <a:pt x="1709083" y="58315"/>
                  </a:lnTo>
                  <a:lnTo>
                    <a:pt x="1654893" y="71729"/>
                  </a:lnTo>
                  <a:lnTo>
                    <a:pt x="1601058" y="86506"/>
                  </a:lnTo>
                  <a:lnTo>
                    <a:pt x="1547613" y="102635"/>
                  </a:lnTo>
                  <a:lnTo>
                    <a:pt x="1494592" y="120106"/>
                  </a:lnTo>
                  <a:lnTo>
                    <a:pt x="1442027" y="138909"/>
                  </a:lnTo>
                  <a:lnTo>
                    <a:pt x="1389954" y="159031"/>
                  </a:lnTo>
                  <a:lnTo>
                    <a:pt x="1338405" y="180459"/>
                  </a:lnTo>
                  <a:lnTo>
                    <a:pt x="1287412" y="203181"/>
                  </a:lnTo>
                  <a:lnTo>
                    <a:pt x="1237008" y="227181"/>
                  </a:lnTo>
                  <a:lnTo>
                    <a:pt x="1187226" y="252444"/>
                  </a:lnTo>
                  <a:lnTo>
                    <a:pt x="1138096" y="278955"/>
                  </a:lnTo>
                  <a:lnTo>
                    <a:pt x="1089651" y="306695"/>
                  </a:lnTo>
                  <a:lnTo>
                    <a:pt x="1041920" y="335649"/>
                  </a:lnTo>
                  <a:lnTo>
                    <a:pt x="994934" y="365797"/>
                  </a:lnTo>
                  <a:lnTo>
                    <a:pt x="948724" y="397120"/>
                  </a:lnTo>
                  <a:lnTo>
                    <a:pt x="903318" y="429598"/>
                  </a:lnTo>
                  <a:lnTo>
                    <a:pt x="858745" y="463210"/>
                  </a:lnTo>
                  <a:lnTo>
                    <a:pt x="815034" y="497936"/>
                  </a:lnTo>
                  <a:lnTo>
                    <a:pt x="772213" y="533753"/>
                  </a:lnTo>
                  <a:lnTo>
                    <a:pt x="730308" y="570638"/>
                  </a:lnTo>
                  <a:lnTo>
                    <a:pt x="689346" y="608568"/>
                  </a:lnTo>
                  <a:lnTo>
                    <a:pt x="649354" y="647519"/>
                  </a:lnTo>
                  <a:lnTo>
                    <a:pt x="610357" y="687465"/>
                  </a:lnTo>
                  <a:lnTo>
                    <a:pt x="572379" y="728382"/>
                  </a:lnTo>
                  <a:lnTo>
                    <a:pt x="535445" y="770244"/>
                  </a:lnTo>
                  <a:lnTo>
                    <a:pt x="499578" y="813024"/>
                  </a:lnTo>
                  <a:lnTo>
                    <a:pt x="464802" y="856695"/>
                  </a:lnTo>
                  <a:lnTo>
                    <a:pt x="431137" y="901228"/>
                  </a:lnTo>
                  <a:lnTo>
                    <a:pt x="398606" y="946596"/>
                  </a:lnTo>
                  <a:lnTo>
                    <a:pt x="367230" y="992770"/>
                  </a:lnTo>
                  <a:lnTo>
                    <a:pt x="337027" y="1039720"/>
                  </a:lnTo>
                  <a:lnTo>
                    <a:pt x="308018" y="1087417"/>
                  </a:lnTo>
                  <a:lnTo>
                    <a:pt x="280221" y="1135831"/>
                  </a:lnTo>
                  <a:lnTo>
                    <a:pt x="253653" y="1184929"/>
                  </a:lnTo>
                  <a:lnTo>
                    <a:pt x="228332" y="1234682"/>
                  </a:lnTo>
                  <a:lnTo>
                    <a:pt x="204273" y="1285058"/>
                  </a:lnTo>
                  <a:lnTo>
                    <a:pt x="181492" y="1336024"/>
                  </a:lnTo>
                  <a:lnTo>
                    <a:pt x="160003" y="1387549"/>
                  </a:lnTo>
                  <a:lnTo>
                    <a:pt x="139820" y="1439599"/>
                  </a:lnTo>
                  <a:lnTo>
                    <a:pt x="120957" y="1492141"/>
                  </a:lnTo>
                  <a:lnTo>
                    <a:pt x="103423" y="1545142"/>
                  </a:lnTo>
                  <a:lnTo>
                    <a:pt x="87232" y="1598568"/>
                  </a:lnTo>
                  <a:lnTo>
                    <a:pt x="72393" y="1652386"/>
                  </a:lnTo>
                  <a:lnTo>
                    <a:pt x="58916" y="1706560"/>
                  </a:lnTo>
                  <a:lnTo>
                    <a:pt x="46809" y="1761058"/>
                  </a:lnTo>
                  <a:lnTo>
                    <a:pt x="36080" y="1815843"/>
                  </a:lnTo>
                  <a:lnTo>
                    <a:pt x="26735" y="1870881"/>
                  </a:lnTo>
                  <a:lnTo>
                    <a:pt x="18782" y="1926137"/>
                  </a:lnTo>
                  <a:lnTo>
                    <a:pt x="12224" y="1981577"/>
                  </a:lnTo>
                  <a:lnTo>
                    <a:pt x="7066" y="2037164"/>
                  </a:lnTo>
                  <a:lnTo>
                    <a:pt x="3311" y="2092863"/>
                  </a:lnTo>
                  <a:lnTo>
                    <a:pt x="962" y="2148640"/>
                  </a:lnTo>
                  <a:lnTo>
                    <a:pt x="20" y="2204458"/>
                  </a:lnTo>
                </a:path>
              </a:pathLst>
            </a:custGeom>
            <a:ln w="83820" cap="rnd">
              <a:solidFill>
                <a:srgbClr val="19E51E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6" name="pl7126"/>
            <p:cNvSpPr/>
            <p:nvPr/>
          </p:nvSpPr>
          <p:spPr>
            <a:xfrm>
              <a:off x="3843313" y="1176477"/>
              <a:ext cx="4504944" cy="4504995"/>
            </a:xfrm>
            <a:custGeom>
              <a:avLst/>
              <a:pathLst>
                <a:path w="4504944" h="4504995">
                  <a:moveTo>
                    <a:pt x="0" y="2252522"/>
                  </a:moveTo>
                  <a:lnTo>
                    <a:pt x="716" y="2309318"/>
                  </a:lnTo>
                  <a:lnTo>
                    <a:pt x="2864" y="2366076"/>
                  </a:lnTo>
                  <a:lnTo>
                    <a:pt x="6442" y="2422763"/>
                  </a:lnTo>
                  <a:lnTo>
                    <a:pt x="11448" y="2479342"/>
                  </a:lnTo>
                  <a:lnTo>
                    <a:pt x="17880" y="2535776"/>
                  </a:lnTo>
                  <a:lnTo>
                    <a:pt x="25732" y="2592030"/>
                  </a:lnTo>
                  <a:lnTo>
                    <a:pt x="35000" y="2648069"/>
                  </a:lnTo>
                  <a:lnTo>
                    <a:pt x="45679" y="2703855"/>
                  </a:lnTo>
                  <a:lnTo>
                    <a:pt x="57760" y="2759355"/>
                  </a:lnTo>
                  <a:lnTo>
                    <a:pt x="71237" y="2814533"/>
                  </a:lnTo>
                  <a:lnTo>
                    <a:pt x="86101" y="2869353"/>
                  </a:lnTo>
                  <a:lnTo>
                    <a:pt x="102343" y="2923781"/>
                  </a:lnTo>
                  <a:lnTo>
                    <a:pt x="119951" y="2977782"/>
                  </a:lnTo>
                  <a:lnTo>
                    <a:pt x="138916" y="3031322"/>
                  </a:lnTo>
                  <a:lnTo>
                    <a:pt x="159224" y="3084367"/>
                  </a:lnTo>
                  <a:lnTo>
                    <a:pt x="180864" y="3136883"/>
                  </a:lnTo>
                  <a:lnTo>
                    <a:pt x="203821" y="3188837"/>
                  </a:lnTo>
                  <a:lnTo>
                    <a:pt x="228080" y="3240195"/>
                  </a:lnTo>
                  <a:lnTo>
                    <a:pt x="253627" y="3290925"/>
                  </a:lnTo>
                  <a:lnTo>
                    <a:pt x="280444" y="3340995"/>
                  </a:lnTo>
                  <a:lnTo>
                    <a:pt x="308516" y="3390373"/>
                  </a:lnTo>
                  <a:lnTo>
                    <a:pt x="337823" y="3439028"/>
                  </a:lnTo>
                  <a:lnTo>
                    <a:pt x="368349" y="3486928"/>
                  </a:lnTo>
                  <a:lnTo>
                    <a:pt x="400072" y="3534043"/>
                  </a:lnTo>
                  <a:lnTo>
                    <a:pt x="432973" y="3580343"/>
                  </a:lnTo>
                  <a:lnTo>
                    <a:pt x="467031" y="3625799"/>
                  </a:lnTo>
                  <a:lnTo>
                    <a:pt x="502224" y="3670382"/>
                  </a:lnTo>
                  <a:lnTo>
                    <a:pt x="538530" y="3714063"/>
                  </a:lnTo>
                  <a:lnTo>
                    <a:pt x="575926" y="3756815"/>
                  </a:lnTo>
                  <a:lnTo>
                    <a:pt x="614388" y="3798611"/>
                  </a:lnTo>
                  <a:lnTo>
                    <a:pt x="653892" y="3839423"/>
                  </a:lnTo>
                  <a:lnTo>
                    <a:pt x="694412" y="3879227"/>
                  </a:lnTo>
                  <a:lnTo>
                    <a:pt x="735923" y="3917996"/>
                  </a:lnTo>
                  <a:lnTo>
                    <a:pt x="778398" y="3955706"/>
                  </a:lnTo>
                  <a:lnTo>
                    <a:pt x="821810" y="3992333"/>
                  </a:lnTo>
                  <a:lnTo>
                    <a:pt x="866133" y="4027854"/>
                  </a:lnTo>
                  <a:lnTo>
                    <a:pt x="911336" y="4062246"/>
                  </a:lnTo>
                  <a:lnTo>
                    <a:pt x="957393" y="4095487"/>
                  </a:lnTo>
                  <a:lnTo>
                    <a:pt x="1004273" y="4127557"/>
                  </a:lnTo>
                  <a:lnTo>
                    <a:pt x="1051947" y="4158434"/>
                  </a:lnTo>
                  <a:lnTo>
                    <a:pt x="1100384" y="4188100"/>
                  </a:lnTo>
                  <a:lnTo>
                    <a:pt x="1149553" y="4216535"/>
                  </a:lnTo>
                  <a:lnTo>
                    <a:pt x="1199424" y="4243721"/>
                  </a:lnTo>
                  <a:lnTo>
                    <a:pt x="1249965" y="4269640"/>
                  </a:lnTo>
                  <a:lnTo>
                    <a:pt x="1301143" y="4294278"/>
                  </a:lnTo>
                  <a:lnTo>
                    <a:pt x="1352926" y="4317617"/>
                  </a:lnTo>
                  <a:lnTo>
                    <a:pt x="1405281" y="4339643"/>
                  </a:lnTo>
                  <a:lnTo>
                    <a:pt x="1458175" y="4360342"/>
                  </a:lnTo>
                  <a:lnTo>
                    <a:pt x="1511574" y="4379701"/>
                  </a:lnTo>
                  <a:lnTo>
                    <a:pt x="1565444" y="4397707"/>
                  </a:lnTo>
                  <a:lnTo>
                    <a:pt x="1619750" y="4414349"/>
                  </a:lnTo>
                  <a:lnTo>
                    <a:pt x="1674459" y="4429617"/>
                  </a:lnTo>
                  <a:lnTo>
                    <a:pt x="1729536" y="4443500"/>
                  </a:lnTo>
                  <a:lnTo>
                    <a:pt x="1784945" y="4455990"/>
                  </a:lnTo>
                  <a:lnTo>
                    <a:pt x="1840652" y="4467079"/>
                  </a:lnTo>
                  <a:lnTo>
                    <a:pt x="1896621" y="4476760"/>
                  </a:lnTo>
                  <a:lnTo>
                    <a:pt x="1952815" y="4485027"/>
                  </a:lnTo>
                  <a:lnTo>
                    <a:pt x="2009201" y="4491875"/>
                  </a:lnTo>
                  <a:lnTo>
                    <a:pt x="2065741" y="4497298"/>
                  </a:lnTo>
                  <a:lnTo>
                    <a:pt x="2122400" y="4501294"/>
                  </a:lnTo>
                  <a:lnTo>
                    <a:pt x="2179141" y="4503860"/>
                  </a:lnTo>
                  <a:lnTo>
                    <a:pt x="2235929" y="4504995"/>
                  </a:lnTo>
                  <a:lnTo>
                    <a:pt x="2292728" y="4504698"/>
                  </a:lnTo>
                  <a:lnTo>
                    <a:pt x="2349502" y="4502968"/>
                  </a:lnTo>
                  <a:lnTo>
                    <a:pt x="2406213" y="4499808"/>
                  </a:lnTo>
                  <a:lnTo>
                    <a:pt x="2462827" y="4495218"/>
                  </a:lnTo>
                  <a:lnTo>
                    <a:pt x="2519307" y="4489203"/>
                  </a:lnTo>
                  <a:lnTo>
                    <a:pt x="2575618" y="4481766"/>
                  </a:lnTo>
                  <a:lnTo>
                    <a:pt x="2631723" y="4472911"/>
                  </a:lnTo>
                  <a:lnTo>
                    <a:pt x="2687587" y="4462644"/>
                  </a:lnTo>
                  <a:lnTo>
                    <a:pt x="2743174" y="4450972"/>
                  </a:lnTo>
                  <a:lnTo>
                    <a:pt x="2798450" y="4437902"/>
                  </a:lnTo>
                  <a:lnTo>
                    <a:pt x="2853378" y="4423443"/>
                  </a:lnTo>
                  <a:lnTo>
                    <a:pt x="2907924" y="4407603"/>
                  </a:lnTo>
                  <a:lnTo>
                    <a:pt x="2962054" y="4390393"/>
                  </a:lnTo>
                  <a:lnTo>
                    <a:pt x="3015732" y="4371823"/>
                  </a:lnTo>
                  <a:lnTo>
                    <a:pt x="3068925" y="4351906"/>
                  </a:lnTo>
                  <a:lnTo>
                    <a:pt x="3121599" y="4330654"/>
                  </a:lnTo>
                  <a:lnTo>
                    <a:pt x="3173721" y="4308081"/>
                  </a:lnTo>
                  <a:lnTo>
                    <a:pt x="3225256" y="4284201"/>
                  </a:lnTo>
                  <a:lnTo>
                    <a:pt x="3276174" y="4259029"/>
                  </a:lnTo>
                  <a:lnTo>
                    <a:pt x="3326440" y="4232581"/>
                  </a:lnTo>
                  <a:lnTo>
                    <a:pt x="3376023" y="4204874"/>
                  </a:lnTo>
                  <a:lnTo>
                    <a:pt x="3424893" y="4175926"/>
                  </a:lnTo>
                  <a:lnTo>
                    <a:pt x="3473016" y="4145755"/>
                  </a:lnTo>
                  <a:lnTo>
                    <a:pt x="3520364" y="4114380"/>
                  </a:lnTo>
                  <a:lnTo>
                    <a:pt x="3566906" y="4081821"/>
                  </a:lnTo>
                  <a:lnTo>
                    <a:pt x="3612611" y="4048099"/>
                  </a:lnTo>
                  <a:lnTo>
                    <a:pt x="3657452" y="4013236"/>
                  </a:lnTo>
                  <a:lnTo>
                    <a:pt x="3701400" y="3977252"/>
                  </a:lnTo>
                  <a:lnTo>
                    <a:pt x="3744427" y="3940172"/>
                  </a:lnTo>
                  <a:lnTo>
                    <a:pt x="3786504" y="3902020"/>
                  </a:lnTo>
                  <a:lnTo>
                    <a:pt x="3827607" y="3862818"/>
                  </a:lnTo>
                  <a:lnTo>
                    <a:pt x="3867708" y="3822592"/>
                  </a:lnTo>
                  <a:lnTo>
                    <a:pt x="3906782" y="3781368"/>
                  </a:lnTo>
                  <a:lnTo>
                    <a:pt x="3944804" y="3739172"/>
                  </a:lnTo>
                  <a:lnTo>
                    <a:pt x="3981750" y="3696031"/>
                  </a:lnTo>
                  <a:lnTo>
                    <a:pt x="4017597" y="3651972"/>
                  </a:lnTo>
                  <a:lnTo>
                    <a:pt x="4052321" y="3607023"/>
                  </a:lnTo>
                  <a:lnTo>
                    <a:pt x="4085901" y="3561212"/>
                  </a:lnTo>
                  <a:lnTo>
                    <a:pt x="4118316" y="3514570"/>
                  </a:lnTo>
                  <a:lnTo>
                    <a:pt x="4149544" y="3467125"/>
                  </a:lnTo>
                  <a:lnTo>
                    <a:pt x="4179565" y="3418908"/>
                  </a:lnTo>
                  <a:lnTo>
                    <a:pt x="4208362" y="3369949"/>
                  </a:lnTo>
                  <a:lnTo>
                    <a:pt x="4235915" y="3320280"/>
                  </a:lnTo>
                  <a:lnTo>
                    <a:pt x="4262206" y="3269932"/>
                  </a:lnTo>
                  <a:lnTo>
                    <a:pt x="4287220" y="3218937"/>
                  </a:lnTo>
                  <a:lnTo>
                    <a:pt x="4310940" y="3167327"/>
                  </a:lnTo>
                  <a:lnTo>
                    <a:pt x="4333352" y="3115136"/>
                  </a:lnTo>
                  <a:lnTo>
                    <a:pt x="4354440" y="3062397"/>
                  </a:lnTo>
                  <a:lnTo>
                    <a:pt x="4374192" y="3009142"/>
                  </a:lnTo>
                  <a:lnTo>
                    <a:pt x="4392595" y="2955406"/>
                  </a:lnTo>
                  <a:lnTo>
                    <a:pt x="4409637" y="2901223"/>
                  </a:lnTo>
                  <a:lnTo>
                    <a:pt x="4425307" y="2846628"/>
                  </a:lnTo>
                  <a:lnTo>
                    <a:pt x="4439596" y="2791655"/>
                  </a:lnTo>
                  <a:lnTo>
                    <a:pt x="4452494" y="2736340"/>
                  </a:lnTo>
                  <a:lnTo>
                    <a:pt x="4463994" y="2680716"/>
                  </a:lnTo>
                  <a:lnTo>
                    <a:pt x="4474087" y="2624821"/>
                  </a:lnTo>
                  <a:lnTo>
                    <a:pt x="4482768" y="2568688"/>
                  </a:lnTo>
                  <a:lnTo>
                    <a:pt x="4490031" y="2512355"/>
                  </a:lnTo>
                  <a:lnTo>
                    <a:pt x="4495871" y="2455857"/>
                  </a:lnTo>
                  <a:lnTo>
                    <a:pt x="4500285" y="2399229"/>
                  </a:lnTo>
                  <a:lnTo>
                    <a:pt x="4503269" y="2342508"/>
                  </a:lnTo>
                  <a:lnTo>
                    <a:pt x="4504822" y="2285729"/>
                  </a:lnTo>
                  <a:lnTo>
                    <a:pt x="4504944" y="2228930"/>
                  </a:lnTo>
                  <a:lnTo>
                    <a:pt x="4503633" y="2172145"/>
                  </a:lnTo>
                  <a:lnTo>
                    <a:pt x="4500890" y="2115412"/>
                  </a:lnTo>
                  <a:lnTo>
                    <a:pt x="4496718" y="2058766"/>
                  </a:lnTo>
                  <a:lnTo>
                    <a:pt x="4491120" y="2002243"/>
                  </a:lnTo>
                  <a:lnTo>
                    <a:pt x="4484097" y="1945879"/>
                  </a:lnTo>
                  <a:lnTo>
                    <a:pt x="4475656" y="1889710"/>
                  </a:lnTo>
                  <a:lnTo>
                    <a:pt x="4465802" y="1833772"/>
                  </a:lnTo>
                  <a:lnTo>
                    <a:pt x="4454540" y="1778100"/>
                  </a:lnTo>
                  <a:lnTo>
                    <a:pt x="4441878" y="1722730"/>
                  </a:lnTo>
                  <a:lnTo>
                    <a:pt x="4427823" y="1667696"/>
                  </a:lnTo>
                  <a:lnTo>
                    <a:pt x="4412386" y="1613035"/>
                  </a:lnTo>
                  <a:lnTo>
                    <a:pt x="4395575" y="1558780"/>
                  </a:lnTo>
                  <a:lnTo>
                    <a:pt x="4377402" y="1504966"/>
                  </a:lnTo>
                  <a:lnTo>
                    <a:pt x="4357878" y="1451628"/>
                  </a:lnTo>
                  <a:lnTo>
                    <a:pt x="4337015" y="1398798"/>
                  </a:lnTo>
                  <a:lnTo>
                    <a:pt x="4314827" y="1346512"/>
                  </a:lnTo>
                  <a:lnTo>
                    <a:pt x="4291327" y="1294802"/>
                  </a:lnTo>
                  <a:lnTo>
                    <a:pt x="4266531" y="1243700"/>
                  </a:lnTo>
                  <a:lnTo>
                    <a:pt x="4240454" y="1193240"/>
                  </a:lnTo>
                  <a:lnTo>
                    <a:pt x="4213114" y="1143454"/>
                  </a:lnTo>
                  <a:lnTo>
                    <a:pt x="4184526" y="1094373"/>
                  </a:lnTo>
                  <a:lnTo>
                    <a:pt x="4154711" y="1046028"/>
                  </a:lnTo>
                  <a:lnTo>
                    <a:pt x="4123686" y="998450"/>
                  </a:lnTo>
                  <a:lnTo>
                    <a:pt x="4091471" y="951670"/>
                  </a:lnTo>
                  <a:lnTo>
                    <a:pt x="4058087" y="905717"/>
                  </a:lnTo>
                  <a:lnTo>
                    <a:pt x="4023554" y="860620"/>
                  </a:lnTo>
                  <a:lnTo>
                    <a:pt x="3987896" y="816408"/>
                  </a:lnTo>
                  <a:lnTo>
                    <a:pt x="3951135" y="773110"/>
                  </a:lnTo>
                  <a:lnTo>
                    <a:pt x="3913293" y="730752"/>
                  </a:lnTo>
                  <a:lnTo>
                    <a:pt x="3874395" y="689361"/>
                  </a:lnTo>
                  <a:lnTo>
                    <a:pt x="3834466" y="648965"/>
                  </a:lnTo>
                  <a:lnTo>
                    <a:pt x="3793531" y="609588"/>
                  </a:lnTo>
                  <a:lnTo>
                    <a:pt x="3751617" y="571256"/>
                  </a:lnTo>
                  <a:lnTo>
                    <a:pt x="3708749" y="533993"/>
                  </a:lnTo>
                  <a:lnTo>
                    <a:pt x="3664955" y="497822"/>
                  </a:lnTo>
                  <a:lnTo>
                    <a:pt x="3620263" y="462767"/>
                  </a:lnTo>
                  <a:lnTo>
                    <a:pt x="3574702" y="428851"/>
                  </a:lnTo>
                  <a:lnTo>
                    <a:pt x="3528300" y="396093"/>
                  </a:lnTo>
                  <a:lnTo>
                    <a:pt x="3481086" y="364517"/>
                  </a:lnTo>
                  <a:lnTo>
                    <a:pt x="3433092" y="334140"/>
                  </a:lnTo>
                  <a:lnTo>
                    <a:pt x="3384347" y="304984"/>
                  </a:lnTo>
                  <a:lnTo>
                    <a:pt x="3334882" y="277066"/>
                  </a:lnTo>
                  <a:lnTo>
                    <a:pt x="3284729" y="250403"/>
                  </a:lnTo>
                  <a:lnTo>
                    <a:pt x="3233920" y="225014"/>
                  </a:lnTo>
                  <a:lnTo>
                    <a:pt x="3182486" y="200914"/>
                  </a:lnTo>
                  <a:lnTo>
                    <a:pt x="3130462" y="178119"/>
                  </a:lnTo>
                  <a:lnTo>
                    <a:pt x="3077879" y="156642"/>
                  </a:lnTo>
                  <a:lnTo>
                    <a:pt x="3024771" y="136499"/>
                  </a:lnTo>
                  <a:lnTo>
                    <a:pt x="2971173" y="117700"/>
                  </a:lnTo>
                  <a:lnTo>
                    <a:pt x="2917117" y="100259"/>
                  </a:lnTo>
                  <a:lnTo>
                    <a:pt x="2862639" y="84187"/>
                  </a:lnTo>
                  <a:lnTo>
                    <a:pt x="2807773" y="69493"/>
                  </a:lnTo>
                  <a:lnTo>
                    <a:pt x="2752554" y="56187"/>
                  </a:lnTo>
                  <a:lnTo>
                    <a:pt x="2697017" y="44278"/>
                  </a:lnTo>
                  <a:lnTo>
                    <a:pt x="2641197" y="33773"/>
                  </a:lnTo>
                  <a:lnTo>
                    <a:pt x="2585130" y="24679"/>
                  </a:lnTo>
                  <a:lnTo>
                    <a:pt x="2528852" y="17001"/>
                  </a:lnTo>
                  <a:lnTo>
                    <a:pt x="2472398" y="10745"/>
                  </a:lnTo>
                  <a:lnTo>
                    <a:pt x="2415804" y="5914"/>
                  </a:lnTo>
                  <a:lnTo>
                    <a:pt x="2359107" y="2511"/>
                  </a:lnTo>
                  <a:lnTo>
                    <a:pt x="2302341" y="539"/>
                  </a:lnTo>
                  <a:lnTo>
                    <a:pt x="2245544" y="0"/>
                  </a:lnTo>
                  <a:lnTo>
                    <a:pt x="2188752" y="892"/>
                  </a:lnTo>
                  <a:lnTo>
                    <a:pt x="2132000" y="3216"/>
                  </a:lnTo>
                  <a:lnTo>
                    <a:pt x="2075324" y="6970"/>
                  </a:lnTo>
                  <a:lnTo>
                    <a:pt x="2018761" y="12152"/>
                  </a:lnTo>
                  <a:lnTo>
                    <a:pt x="1962347" y="18759"/>
                  </a:lnTo>
                  <a:lnTo>
                    <a:pt x="1906118" y="26786"/>
                  </a:lnTo>
                  <a:lnTo>
                    <a:pt x="1850109" y="36228"/>
                  </a:lnTo>
                  <a:lnTo>
                    <a:pt x="1794355" y="47079"/>
                  </a:lnTo>
                  <a:lnTo>
                    <a:pt x="1738893" y="59332"/>
                  </a:lnTo>
                  <a:lnTo>
                    <a:pt x="1683758" y="72981"/>
                  </a:lnTo>
                  <a:lnTo>
                    <a:pt x="1628984" y="88015"/>
                  </a:lnTo>
                  <a:lnTo>
                    <a:pt x="1574606" y="104425"/>
                  </a:lnTo>
                  <a:lnTo>
                    <a:pt x="1520660" y="122201"/>
                  </a:lnTo>
                  <a:lnTo>
                    <a:pt x="1467179" y="141331"/>
                  </a:lnTo>
                  <a:lnTo>
                    <a:pt x="1414198" y="161804"/>
                  </a:lnTo>
                  <a:lnTo>
                    <a:pt x="1361749" y="183607"/>
                  </a:lnTo>
                  <a:lnTo>
                    <a:pt x="1309867" y="206725"/>
                  </a:lnTo>
                  <a:lnTo>
                    <a:pt x="1258584" y="231143"/>
                  </a:lnTo>
                  <a:lnTo>
                    <a:pt x="1207933" y="256847"/>
                  </a:lnTo>
                  <a:lnTo>
                    <a:pt x="1157947" y="283820"/>
                  </a:lnTo>
                  <a:lnTo>
                    <a:pt x="1108656" y="312045"/>
                  </a:lnTo>
                  <a:lnTo>
                    <a:pt x="1060093" y="341503"/>
                  </a:lnTo>
                  <a:lnTo>
                    <a:pt x="1012288" y="372177"/>
                  </a:lnTo>
                  <a:lnTo>
                    <a:pt x="965271" y="404046"/>
                  </a:lnTo>
                  <a:lnTo>
                    <a:pt x="919073" y="437091"/>
                  </a:lnTo>
                  <a:lnTo>
                    <a:pt x="873723" y="471289"/>
                  </a:lnTo>
                  <a:lnTo>
                    <a:pt x="829250" y="506621"/>
                  </a:lnTo>
                  <a:lnTo>
                    <a:pt x="785681" y="543062"/>
                  </a:lnTo>
                  <a:lnTo>
                    <a:pt x="743046" y="580591"/>
                  </a:lnTo>
                  <a:lnTo>
                    <a:pt x="701370" y="619182"/>
                  </a:lnTo>
                  <a:lnTo>
                    <a:pt x="660680" y="658812"/>
                  </a:lnTo>
                  <a:lnTo>
                    <a:pt x="621002" y="699456"/>
                  </a:lnTo>
                  <a:lnTo>
                    <a:pt x="582362" y="741087"/>
                  </a:lnTo>
                  <a:lnTo>
                    <a:pt x="544784" y="783679"/>
                  </a:lnTo>
                  <a:lnTo>
                    <a:pt x="508292" y="827205"/>
                  </a:lnTo>
                  <a:lnTo>
                    <a:pt x="472909" y="871637"/>
                  </a:lnTo>
                  <a:lnTo>
                    <a:pt x="438657" y="916947"/>
                  </a:lnTo>
                  <a:lnTo>
                    <a:pt x="405559" y="963107"/>
                  </a:lnTo>
                  <a:lnTo>
                    <a:pt x="373635" y="1010086"/>
                  </a:lnTo>
                  <a:lnTo>
                    <a:pt x="342905" y="1057855"/>
                  </a:lnTo>
                  <a:lnTo>
                    <a:pt x="313390" y="1106384"/>
                  </a:lnTo>
                  <a:lnTo>
                    <a:pt x="285108" y="1155642"/>
                  </a:lnTo>
                  <a:lnTo>
                    <a:pt x="258077" y="1205597"/>
                  </a:lnTo>
                  <a:lnTo>
                    <a:pt x="232314" y="1256218"/>
                  </a:lnTo>
                  <a:lnTo>
                    <a:pt x="207836" y="1307472"/>
                  </a:lnTo>
                  <a:lnTo>
                    <a:pt x="184657" y="1359327"/>
                  </a:lnTo>
                  <a:lnTo>
                    <a:pt x="162794" y="1411750"/>
                  </a:lnTo>
                  <a:lnTo>
                    <a:pt x="142259" y="1464708"/>
                  </a:lnTo>
                  <a:lnTo>
                    <a:pt x="123066" y="1518166"/>
                  </a:lnTo>
                  <a:lnTo>
                    <a:pt x="105227" y="1572092"/>
                  </a:lnTo>
                  <a:lnTo>
                    <a:pt x="88754" y="1626450"/>
                  </a:lnTo>
                  <a:lnTo>
                    <a:pt x="73656" y="1681206"/>
                  </a:lnTo>
                  <a:lnTo>
                    <a:pt x="59944" y="1736326"/>
                  </a:lnTo>
                  <a:lnTo>
                    <a:pt x="47625" y="1791774"/>
                  </a:lnTo>
                  <a:lnTo>
                    <a:pt x="36709" y="1847514"/>
                  </a:lnTo>
                  <a:lnTo>
                    <a:pt x="27202" y="1903513"/>
                  </a:lnTo>
                  <a:lnTo>
                    <a:pt x="19109" y="1959733"/>
                  </a:lnTo>
                  <a:lnTo>
                    <a:pt x="12437" y="2016139"/>
                  </a:lnTo>
                  <a:lnTo>
                    <a:pt x="7189" y="2072696"/>
                  </a:lnTo>
                  <a:lnTo>
                    <a:pt x="3369" y="2129367"/>
                  </a:lnTo>
                  <a:lnTo>
                    <a:pt x="979" y="2186116"/>
                  </a:lnTo>
                  <a:lnTo>
                    <a:pt x="20" y="2242908"/>
                  </a:lnTo>
                </a:path>
              </a:pathLst>
            </a:custGeom>
            <a:ln w="22859" cap="rnd">
              <a:solidFill>
                <a:srgbClr val="19E51E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7" name="pl7127"/>
            <p:cNvSpPr/>
            <p:nvPr/>
          </p:nvSpPr>
          <p:spPr>
            <a:xfrm>
              <a:off x="4080571" y="4345568"/>
              <a:ext cx="32467" cy="68269"/>
            </a:xfrm>
            <a:custGeom>
              <a:avLst/>
              <a:pathLst>
                <a:path w="32467" h="68269">
                  <a:moveTo>
                    <a:pt x="0" y="0"/>
                  </a:moveTo>
                  <a:lnTo>
                    <a:pt x="125" y="276"/>
                  </a:lnTo>
                  <a:lnTo>
                    <a:pt x="251" y="552"/>
                  </a:lnTo>
                  <a:lnTo>
                    <a:pt x="377" y="829"/>
                  </a:lnTo>
                  <a:lnTo>
                    <a:pt x="503" y="1105"/>
                  </a:lnTo>
                  <a:lnTo>
                    <a:pt x="628" y="1381"/>
                  </a:lnTo>
                  <a:lnTo>
                    <a:pt x="754" y="1657"/>
                  </a:lnTo>
                  <a:lnTo>
                    <a:pt x="880" y="1934"/>
                  </a:lnTo>
                  <a:lnTo>
                    <a:pt x="1006" y="2210"/>
                  </a:lnTo>
                  <a:lnTo>
                    <a:pt x="1132" y="2486"/>
                  </a:lnTo>
                  <a:lnTo>
                    <a:pt x="1258" y="2762"/>
                  </a:lnTo>
                  <a:lnTo>
                    <a:pt x="1384" y="3039"/>
                  </a:lnTo>
                  <a:lnTo>
                    <a:pt x="1511" y="3315"/>
                  </a:lnTo>
                  <a:lnTo>
                    <a:pt x="1637" y="3591"/>
                  </a:lnTo>
                  <a:lnTo>
                    <a:pt x="1763" y="3867"/>
                  </a:lnTo>
                  <a:lnTo>
                    <a:pt x="1889" y="4143"/>
                  </a:lnTo>
                  <a:lnTo>
                    <a:pt x="2016" y="4419"/>
                  </a:lnTo>
                  <a:lnTo>
                    <a:pt x="2142" y="4695"/>
                  </a:lnTo>
                  <a:lnTo>
                    <a:pt x="2268" y="4971"/>
                  </a:lnTo>
                  <a:lnTo>
                    <a:pt x="2395" y="5247"/>
                  </a:lnTo>
                  <a:lnTo>
                    <a:pt x="2521" y="5524"/>
                  </a:lnTo>
                  <a:lnTo>
                    <a:pt x="2648" y="5800"/>
                  </a:lnTo>
                  <a:lnTo>
                    <a:pt x="2774" y="6076"/>
                  </a:lnTo>
                  <a:lnTo>
                    <a:pt x="2901" y="6352"/>
                  </a:lnTo>
                  <a:lnTo>
                    <a:pt x="3027" y="6628"/>
                  </a:lnTo>
                  <a:lnTo>
                    <a:pt x="3154" y="6903"/>
                  </a:lnTo>
                  <a:lnTo>
                    <a:pt x="3280" y="7179"/>
                  </a:lnTo>
                  <a:lnTo>
                    <a:pt x="3407" y="7455"/>
                  </a:lnTo>
                  <a:lnTo>
                    <a:pt x="3534" y="7731"/>
                  </a:lnTo>
                  <a:lnTo>
                    <a:pt x="3661" y="8007"/>
                  </a:lnTo>
                  <a:lnTo>
                    <a:pt x="3787" y="8283"/>
                  </a:lnTo>
                  <a:lnTo>
                    <a:pt x="3914" y="8559"/>
                  </a:lnTo>
                  <a:lnTo>
                    <a:pt x="4041" y="8835"/>
                  </a:lnTo>
                  <a:lnTo>
                    <a:pt x="4168" y="9110"/>
                  </a:lnTo>
                  <a:lnTo>
                    <a:pt x="4295" y="9386"/>
                  </a:lnTo>
                  <a:lnTo>
                    <a:pt x="4422" y="9662"/>
                  </a:lnTo>
                  <a:lnTo>
                    <a:pt x="4549" y="9938"/>
                  </a:lnTo>
                  <a:lnTo>
                    <a:pt x="4676" y="10213"/>
                  </a:lnTo>
                  <a:lnTo>
                    <a:pt x="4803" y="10489"/>
                  </a:lnTo>
                  <a:lnTo>
                    <a:pt x="4931" y="10765"/>
                  </a:lnTo>
                  <a:lnTo>
                    <a:pt x="5058" y="11041"/>
                  </a:lnTo>
                  <a:lnTo>
                    <a:pt x="5185" y="11316"/>
                  </a:lnTo>
                  <a:lnTo>
                    <a:pt x="5312" y="11592"/>
                  </a:lnTo>
                  <a:lnTo>
                    <a:pt x="5440" y="11868"/>
                  </a:lnTo>
                  <a:lnTo>
                    <a:pt x="5567" y="12143"/>
                  </a:lnTo>
                  <a:lnTo>
                    <a:pt x="5694" y="12419"/>
                  </a:lnTo>
                  <a:lnTo>
                    <a:pt x="5822" y="12694"/>
                  </a:lnTo>
                  <a:lnTo>
                    <a:pt x="5949" y="12970"/>
                  </a:lnTo>
                  <a:lnTo>
                    <a:pt x="6077" y="13246"/>
                  </a:lnTo>
                  <a:lnTo>
                    <a:pt x="6204" y="13521"/>
                  </a:lnTo>
                  <a:lnTo>
                    <a:pt x="6332" y="13797"/>
                  </a:lnTo>
                  <a:lnTo>
                    <a:pt x="6459" y="14072"/>
                  </a:lnTo>
                  <a:lnTo>
                    <a:pt x="6587" y="14348"/>
                  </a:lnTo>
                  <a:lnTo>
                    <a:pt x="6715" y="14623"/>
                  </a:lnTo>
                  <a:lnTo>
                    <a:pt x="6842" y="14898"/>
                  </a:lnTo>
                  <a:lnTo>
                    <a:pt x="6970" y="15174"/>
                  </a:lnTo>
                  <a:lnTo>
                    <a:pt x="7098" y="15449"/>
                  </a:lnTo>
                  <a:lnTo>
                    <a:pt x="7226" y="15725"/>
                  </a:lnTo>
                  <a:lnTo>
                    <a:pt x="7354" y="16000"/>
                  </a:lnTo>
                  <a:lnTo>
                    <a:pt x="7482" y="16275"/>
                  </a:lnTo>
                  <a:lnTo>
                    <a:pt x="7610" y="16551"/>
                  </a:lnTo>
                  <a:lnTo>
                    <a:pt x="7737" y="16826"/>
                  </a:lnTo>
                  <a:lnTo>
                    <a:pt x="7866" y="17101"/>
                  </a:lnTo>
                  <a:lnTo>
                    <a:pt x="7994" y="17377"/>
                  </a:lnTo>
                  <a:lnTo>
                    <a:pt x="8122" y="17652"/>
                  </a:lnTo>
                  <a:lnTo>
                    <a:pt x="8250" y="17927"/>
                  </a:lnTo>
                  <a:lnTo>
                    <a:pt x="8378" y="18202"/>
                  </a:lnTo>
                  <a:lnTo>
                    <a:pt x="8506" y="18478"/>
                  </a:lnTo>
                  <a:lnTo>
                    <a:pt x="8634" y="18753"/>
                  </a:lnTo>
                  <a:lnTo>
                    <a:pt x="8763" y="19028"/>
                  </a:lnTo>
                  <a:lnTo>
                    <a:pt x="8891" y="19303"/>
                  </a:lnTo>
                  <a:lnTo>
                    <a:pt x="9019" y="19578"/>
                  </a:lnTo>
                  <a:lnTo>
                    <a:pt x="9148" y="19853"/>
                  </a:lnTo>
                  <a:lnTo>
                    <a:pt x="9276" y="20129"/>
                  </a:lnTo>
                  <a:lnTo>
                    <a:pt x="9405" y="20404"/>
                  </a:lnTo>
                  <a:lnTo>
                    <a:pt x="9533" y="20679"/>
                  </a:lnTo>
                  <a:lnTo>
                    <a:pt x="9662" y="20954"/>
                  </a:lnTo>
                  <a:lnTo>
                    <a:pt x="9790" y="21229"/>
                  </a:lnTo>
                  <a:lnTo>
                    <a:pt x="9919" y="21504"/>
                  </a:lnTo>
                  <a:lnTo>
                    <a:pt x="10048" y="21779"/>
                  </a:lnTo>
                  <a:lnTo>
                    <a:pt x="10176" y="22054"/>
                  </a:lnTo>
                  <a:lnTo>
                    <a:pt x="10305" y="22329"/>
                  </a:lnTo>
                  <a:lnTo>
                    <a:pt x="10434" y="22604"/>
                  </a:lnTo>
                  <a:lnTo>
                    <a:pt x="10563" y="22879"/>
                  </a:lnTo>
                  <a:lnTo>
                    <a:pt x="10692" y="23154"/>
                  </a:lnTo>
                  <a:lnTo>
                    <a:pt x="10820" y="23428"/>
                  </a:lnTo>
                  <a:lnTo>
                    <a:pt x="10949" y="23703"/>
                  </a:lnTo>
                  <a:lnTo>
                    <a:pt x="11078" y="23978"/>
                  </a:lnTo>
                  <a:lnTo>
                    <a:pt x="11207" y="24253"/>
                  </a:lnTo>
                  <a:lnTo>
                    <a:pt x="11336" y="24528"/>
                  </a:lnTo>
                  <a:lnTo>
                    <a:pt x="11466" y="24803"/>
                  </a:lnTo>
                  <a:lnTo>
                    <a:pt x="11595" y="25078"/>
                  </a:lnTo>
                  <a:lnTo>
                    <a:pt x="11724" y="25352"/>
                  </a:lnTo>
                  <a:lnTo>
                    <a:pt x="11853" y="25627"/>
                  </a:lnTo>
                  <a:lnTo>
                    <a:pt x="11982" y="25902"/>
                  </a:lnTo>
                  <a:lnTo>
                    <a:pt x="12111" y="26177"/>
                  </a:lnTo>
                  <a:lnTo>
                    <a:pt x="12241" y="26451"/>
                  </a:lnTo>
                  <a:lnTo>
                    <a:pt x="12370" y="26726"/>
                  </a:lnTo>
                  <a:lnTo>
                    <a:pt x="12500" y="27001"/>
                  </a:lnTo>
                  <a:lnTo>
                    <a:pt x="12629" y="27275"/>
                  </a:lnTo>
                  <a:lnTo>
                    <a:pt x="12758" y="27550"/>
                  </a:lnTo>
                  <a:lnTo>
                    <a:pt x="12888" y="27824"/>
                  </a:lnTo>
                  <a:lnTo>
                    <a:pt x="13017" y="28099"/>
                  </a:lnTo>
                  <a:lnTo>
                    <a:pt x="13147" y="28374"/>
                  </a:lnTo>
                  <a:lnTo>
                    <a:pt x="13277" y="28648"/>
                  </a:lnTo>
                  <a:lnTo>
                    <a:pt x="13406" y="28923"/>
                  </a:lnTo>
                  <a:lnTo>
                    <a:pt x="13536" y="29197"/>
                  </a:lnTo>
                  <a:lnTo>
                    <a:pt x="13666" y="29472"/>
                  </a:lnTo>
                  <a:lnTo>
                    <a:pt x="13795" y="29746"/>
                  </a:lnTo>
                  <a:lnTo>
                    <a:pt x="13925" y="30021"/>
                  </a:lnTo>
                  <a:lnTo>
                    <a:pt x="14055" y="30295"/>
                  </a:lnTo>
                  <a:lnTo>
                    <a:pt x="14185" y="30570"/>
                  </a:lnTo>
                  <a:lnTo>
                    <a:pt x="14315" y="30844"/>
                  </a:lnTo>
                  <a:lnTo>
                    <a:pt x="14445" y="31118"/>
                  </a:lnTo>
                  <a:lnTo>
                    <a:pt x="14575" y="31393"/>
                  </a:lnTo>
                  <a:lnTo>
                    <a:pt x="14705" y="31667"/>
                  </a:lnTo>
                  <a:lnTo>
                    <a:pt x="14835" y="31942"/>
                  </a:lnTo>
                  <a:lnTo>
                    <a:pt x="14965" y="32216"/>
                  </a:lnTo>
                  <a:lnTo>
                    <a:pt x="15095" y="32490"/>
                  </a:lnTo>
                  <a:lnTo>
                    <a:pt x="15225" y="32765"/>
                  </a:lnTo>
                  <a:lnTo>
                    <a:pt x="15355" y="33039"/>
                  </a:lnTo>
                  <a:lnTo>
                    <a:pt x="15486" y="33313"/>
                  </a:lnTo>
                  <a:lnTo>
                    <a:pt x="15616" y="33587"/>
                  </a:lnTo>
                  <a:lnTo>
                    <a:pt x="15746" y="33862"/>
                  </a:lnTo>
                  <a:lnTo>
                    <a:pt x="15877" y="34136"/>
                  </a:lnTo>
                  <a:lnTo>
                    <a:pt x="16007" y="34410"/>
                  </a:lnTo>
                  <a:lnTo>
                    <a:pt x="16137" y="34684"/>
                  </a:lnTo>
                  <a:lnTo>
                    <a:pt x="16268" y="34958"/>
                  </a:lnTo>
                  <a:lnTo>
                    <a:pt x="16398" y="35232"/>
                  </a:lnTo>
                  <a:lnTo>
                    <a:pt x="16529" y="35506"/>
                  </a:lnTo>
                  <a:lnTo>
                    <a:pt x="16660" y="35781"/>
                  </a:lnTo>
                  <a:lnTo>
                    <a:pt x="16790" y="36055"/>
                  </a:lnTo>
                  <a:lnTo>
                    <a:pt x="16921" y="36329"/>
                  </a:lnTo>
                  <a:lnTo>
                    <a:pt x="17052" y="36603"/>
                  </a:lnTo>
                  <a:lnTo>
                    <a:pt x="17182" y="36877"/>
                  </a:lnTo>
                  <a:lnTo>
                    <a:pt x="17313" y="37151"/>
                  </a:lnTo>
                  <a:lnTo>
                    <a:pt x="17444" y="37425"/>
                  </a:lnTo>
                  <a:lnTo>
                    <a:pt x="17575" y="37699"/>
                  </a:lnTo>
                  <a:lnTo>
                    <a:pt x="17706" y="37973"/>
                  </a:lnTo>
                  <a:lnTo>
                    <a:pt x="17837" y="38247"/>
                  </a:lnTo>
                  <a:lnTo>
                    <a:pt x="17968" y="38521"/>
                  </a:lnTo>
                  <a:lnTo>
                    <a:pt x="18099" y="38794"/>
                  </a:lnTo>
                  <a:lnTo>
                    <a:pt x="18230" y="39068"/>
                  </a:lnTo>
                  <a:lnTo>
                    <a:pt x="18361" y="39342"/>
                  </a:lnTo>
                  <a:lnTo>
                    <a:pt x="18492" y="39616"/>
                  </a:lnTo>
                  <a:lnTo>
                    <a:pt x="18623" y="39890"/>
                  </a:lnTo>
                  <a:lnTo>
                    <a:pt x="18754" y="40164"/>
                  </a:lnTo>
                  <a:lnTo>
                    <a:pt x="18885" y="40437"/>
                  </a:lnTo>
                  <a:lnTo>
                    <a:pt x="19017" y="40711"/>
                  </a:lnTo>
                  <a:lnTo>
                    <a:pt x="19148" y="40985"/>
                  </a:lnTo>
                  <a:lnTo>
                    <a:pt x="19279" y="41259"/>
                  </a:lnTo>
                  <a:lnTo>
                    <a:pt x="19411" y="41532"/>
                  </a:lnTo>
                  <a:lnTo>
                    <a:pt x="19542" y="41806"/>
                  </a:lnTo>
                  <a:lnTo>
                    <a:pt x="19673" y="42080"/>
                  </a:lnTo>
                  <a:lnTo>
                    <a:pt x="19805" y="42354"/>
                  </a:lnTo>
                  <a:lnTo>
                    <a:pt x="19936" y="42627"/>
                  </a:lnTo>
                  <a:lnTo>
                    <a:pt x="20068" y="42901"/>
                  </a:lnTo>
                  <a:lnTo>
                    <a:pt x="20200" y="43174"/>
                  </a:lnTo>
                  <a:lnTo>
                    <a:pt x="20331" y="43448"/>
                  </a:lnTo>
                  <a:lnTo>
                    <a:pt x="20463" y="43722"/>
                  </a:lnTo>
                  <a:lnTo>
                    <a:pt x="20595" y="43995"/>
                  </a:lnTo>
                  <a:lnTo>
                    <a:pt x="20726" y="44269"/>
                  </a:lnTo>
                  <a:lnTo>
                    <a:pt x="20858" y="44542"/>
                  </a:lnTo>
                  <a:lnTo>
                    <a:pt x="20990" y="44816"/>
                  </a:lnTo>
                  <a:lnTo>
                    <a:pt x="21122" y="45089"/>
                  </a:lnTo>
                  <a:lnTo>
                    <a:pt x="21254" y="45363"/>
                  </a:lnTo>
                  <a:lnTo>
                    <a:pt x="21386" y="45636"/>
                  </a:lnTo>
                  <a:lnTo>
                    <a:pt x="21518" y="45910"/>
                  </a:lnTo>
                  <a:lnTo>
                    <a:pt x="21650" y="46183"/>
                  </a:lnTo>
                  <a:lnTo>
                    <a:pt x="21782" y="46456"/>
                  </a:lnTo>
                  <a:lnTo>
                    <a:pt x="21914" y="46730"/>
                  </a:lnTo>
                  <a:lnTo>
                    <a:pt x="22046" y="47003"/>
                  </a:lnTo>
                  <a:lnTo>
                    <a:pt x="22178" y="47276"/>
                  </a:lnTo>
                  <a:lnTo>
                    <a:pt x="22310" y="47550"/>
                  </a:lnTo>
                  <a:lnTo>
                    <a:pt x="22443" y="47823"/>
                  </a:lnTo>
                  <a:lnTo>
                    <a:pt x="22575" y="48096"/>
                  </a:lnTo>
                  <a:lnTo>
                    <a:pt x="22707" y="48370"/>
                  </a:lnTo>
                  <a:lnTo>
                    <a:pt x="22840" y="48643"/>
                  </a:lnTo>
                  <a:lnTo>
                    <a:pt x="22972" y="48916"/>
                  </a:lnTo>
                  <a:lnTo>
                    <a:pt x="23104" y="49189"/>
                  </a:lnTo>
                  <a:lnTo>
                    <a:pt x="23237" y="49463"/>
                  </a:lnTo>
                  <a:lnTo>
                    <a:pt x="23369" y="49736"/>
                  </a:lnTo>
                  <a:lnTo>
                    <a:pt x="23502" y="50009"/>
                  </a:lnTo>
                  <a:lnTo>
                    <a:pt x="23634" y="50282"/>
                  </a:lnTo>
                  <a:lnTo>
                    <a:pt x="23767" y="50555"/>
                  </a:lnTo>
                  <a:lnTo>
                    <a:pt x="23900" y="50828"/>
                  </a:lnTo>
                  <a:lnTo>
                    <a:pt x="24032" y="51101"/>
                  </a:lnTo>
                  <a:lnTo>
                    <a:pt x="24165" y="51374"/>
                  </a:lnTo>
                  <a:lnTo>
                    <a:pt x="24298" y="51647"/>
                  </a:lnTo>
                  <a:lnTo>
                    <a:pt x="24431" y="51920"/>
                  </a:lnTo>
                  <a:lnTo>
                    <a:pt x="24563" y="52194"/>
                  </a:lnTo>
                  <a:lnTo>
                    <a:pt x="24696" y="52467"/>
                  </a:lnTo>
                  <a:lnTo>
                    <a:pt x="24829" y="52739"/>
                  </a:lnTo>
                  <a:lnTo>
                    <a:pt x="24962" y="53012"/>
                  </a:lnTo>
                  <a:lnTo>
                    <a:pt x="25095" y="53285"/>
                  </a:lnTo>
                  <a:lnTo>
                    <a:pt x="25228" y="53558"/>
                  </a:lnTo>
                  <a:lnTo>
                    <a:pt x="25361" y="53831"/>
                  </a:lnTo>
                  <a:lnTo>
                    <a:pt x="25494" y="54104"/>
                  </a:lnTo>
                  <a:lnTo>
                    <a:pt x="25628" y="54377"/>
                  </a:lnTo>
                  <a:lnTo>
                    <a:pt x="25761" y="54650"/>
                  </a:lnTo>
                  <a:lnTo>
                    <a:pt x="25894" y="54923"/>
                  </a:lnTo>
                  <a:lnTo>
                    <a:pt x="26027" y="55195"/>
                  </a:lnTo>
                  <a:lnTo>
                    <a:pt x="26160" y="55468"/>
                  </a:lnTo>
                  <a:lnTo>
                    <a:pt x="26294" y="55741"/>
                  </a:lnTo>
                  <a:lnTo>
                    <a:pt x="26427" y="56014"/>
                  </a:lnTo>
                  <a:lnTo>
                    <a:pt x="26561" y="56287"/>
                  </a:lnTo>
                  <a:lnTo>
                    <a:pt x="26694" y="56559"/>
                  </a:lnTo>
                  <a:lnTo>
                    <a:pt x="26827" y="56832"/>
                  </a:lnTo>
                  <a:lnTo>
                    <a:pt x="26961" y="57105"/>
                  </a:lnTo>
                  <a:lnTo>
                    <a:pt x="27094" y="57377"/>
                  </a:lnTo>
                  <a:lnTo>
                    <a:pt x="27228" y="57650"/>
                  </a:lnTo>
                  <a:lnTo>
                    <a:pt x="27362" y="57923"/>
                  </a:lnTo>
                  <a:lnTo>
                    <a:pt x="27495" y="58195"/>
                  </a:lnTo>
                  <a:lnTo>
                    <a:pt x="27629" y="58468"/>
                  </a:lnTo>
                  <a:lnTo>
                    <a:pt x="27763" y="58740"/>
                  </a:lnTo>
                  <a:lnTo>
                    <a:pt x="27897" y="59013"/>
                  </a:lnTo>
                  <a:lnTo>
                    <a:pt x="28030" y="59285"/>
                  </a:lnTo>
                  <a:lnTo>
                    <a:pt x="28164" y="59558"/>
                  </a:lnTo>
                  <a:lnTo>
                    <a:pt x="28298" y="59830"/>
                  </a:lnTo>
                  <a:lnTo>
                    <a:pt x="28432" y="60103"/>
                  </a:lnTo>
                  <a:lnTo>
                    <a:pt x="28566" y="60375"/>
                  </a:lnTo>
                  <a:lnTo>
                    <a:pt x="28700" y="60648"/>
                  </a:lnTo>
                  <a:lnTo>
                    <a:pt x="28834" y="60920"/>
                  </a:lnTo>
                  <a:lnTo>
                    <a:pt x="28968" y="61193"/>
                  </a:lnTo>
                  <a:lnTo>
                    <a:pt x="29102" y="61465"/>
                  </a:lnTo>
                  <a:lnTo>
                    <a:pt x="29236" y="61738"/>
                  </a:lnTo>
                  <a:lnTo>
                    <a:pt x="29371" y="62010"/>
                  </a:lnTo>
                  <a:lnTo>
                    <a:pt x="29505" y="62282"/>
                  </a:lnTo>
                  <a:lnTo>
                    <a:pt x="29639" y="62555"/>
                  </a:lnTo>
                  <a:lnTo>
                    <a:pt x="29773" y="62827"/>
                  </a:lnTo>
                  <a:lnTo>
                    <a:pt x="29908" y="63099"/>
                  </a:lnTo>
                  <a:lnTo>
                    <a:pt x="30042" y="63371"/>
                  </a:lnTo>
                  <a:lnTo>
                    <a:pt x="30176" y="63644"/>
                  </a:lnTo>
                  <a:lnTo>
                    <a:pt x="30311" y="63916"/>
                  </a:lnTo>
                  <a:lnTo>
                    <a:pt x="30445" y="64188"/>
                  </a:lnTo>
                  <a:lnTo>
                    <a:pt x="30580" y="64460"/>
                  </a:lnTo>
                  <a:lnTo>
                    <a:pt x="30714" y="64732"/>
                  </a:lnTo>
                  <a:lnTo>
                    <a:pt x="30849" y="65005"/>
                  </a:lnTo>
                  <a:lnTo>
                    <a:pt x="30984" y="65277"/>
                  </a:lnTo>
                  <a:lnTo>
                    <a:pt x="31118" y="65549"/>
                  </a:lnTo>
                  <a:lnTo>
                    <a:pt x="31253" y="65821"/>
                  </a:lnTo>
                  <a:lnTo>
                    <a:pt x="31388" y="66093"/>
                  </a:lnTo>
                  <a:lnTo>
                    <a:pt x="31523" y="66365"/>
                  </a:lnTo>
                  <a:lnTo>
                    <a:pt x="31657" y="66637"/>
                  </a:lnTo>
                  <a:lnTo>
                    <a:pt x="31792" y="66909"/>
                  </a:lnTo>
                  <a:lnTo>
                    <a:pt x="31927" y="67181"/>
                  </a:lnTo>
                  <a:lnTo>
                    <a:pt x="32062" y="67453"/>
                  </a:lnTo>
                  <a:lnTo>
                    <a:pt x="32197" y="67725"/>
                  </a:lnTo>
                  <a:lnTo>
                    <a:pt x="32332" y="67997"/>
                  </a:lnTo>
                  <a:lnTo>
                    <a:pt x="32467" y="6826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28" name="pl7128"/>
            <p:cNvSpPr/>
            <p:nvPr/>
          </p:nvSpPr>
          <p:spPr>
            <a:xfrm>
              <a:off x="4045420" y="4361554"/>
              <a:ext cx="33033" cy="69460"/>
            </a:xfrm>
            <a:custGeom>
              <a:avLst/>
              <a:pathLst>
                <a:path w="33033" h="69460">
                  <a:moveTo>
                    <a:pt x="0" y="0"/>
                  </a:moveTo>
                  <a:lnTo>
                    <a:pt x="127" y="281"/>
                  </a:lnTo>
                  <a:lnTo>
                    <a:pt x="255" y="562"/>
                  </a:lnTo>
                  <a:lnTo>
                    <a:pt x="383" y="843"/>
                  </a:lnTo>
                  <a:lnTo>
                    <a:pt x="511" y="1124"/>
                  </a:lnTo>
                  <a:lnTo>
                    <a:pt x="639" y="1405"/>
                  </a:lnTo>
                  <a:lnTo>
                    <a:pt x="768" y="1686"/>
                  </a:lnTo>
                  <a:lnTo>
                    <a:pt x="896" y="1967"/>
                  </a:lnTo>
                  <a:lnTo>
                    <a:pt x="1024" y="2248"/>
                  </a:lnTo>
                  <a:lnTo>
                    <a:pt x="1152" y="2530"/>
                  </a:lnTo>
                  <a:lnTo>
                    <a:pt x="1280" y="2811"/>
                  </a:lnTo>
                  <a:lnTo>
                    <a:pt x="1409" y="3092"/>
                  </a:lnTo>
                  <a:lnTo>
                    <a:pt x="1537" y="3373"/>
                  </a:lnTo>
                  <a:lnTo>
                    <a:pt x="1665" y="3654"/>
                  </a:lnTo>
                  <a:lnTo>
                    <a:pt x="1794" y="3935"/>
                  </a:lnTo>
                  <a:lnTo>
                    <a:pt x="1922" y="4215"/>
                  </a:lnTo>
                  <a:lnTo>
                    <a:pt x="2051" y="4496"/>
                  </a:lnTo>
                  <a:lnTo>
                    <a:pt x="2179" y="4777"/>
                  </a:lnTo>
                  <a:lnTo>
                    <a:pt x="2308" y="5058"/>
                  </a:lnTo>
                  <a:lnTo>
                    <a:pt x="2436" y="5339"/>
                  </a:lnTo>
                  <a:lnTo>
                    <a:pt x="2565" y="5620"/>
                  </a:lnTo>
                  <a:lnTo>
                    <a:pt x="2694" y="5901"/>
                  </a:lnTo>
                  <a:lnTo>
                    <a:pt x="2822" y="6182"/>
                  </a:lnTo>
                  <a:lnTo>
                    <a:pt x="2951" y="6462"/>
                  </a:lnTo>
                  <a:lnTo>
                    <a:pt x="3080" y="6743"/>
                  </a:lnTo>
                  <a:lnTo>
                    <a:pt x="3209" y="7024"/>
                  </a:lnTo>
                  <a:lnTo>
                    <a:pt x="3338" y="7305"/>
                  </a:lnTo>
                  <a:lnTo>
                    <a:pt x="3467" y="7585"/>
                  </a:lnTo>
                  <a:lnTo>
                    <a:pt x="3596" y="7866"/>
                  </a:lnTo>
                  <a:lnTo>
                    <a:pt x="3725" y="8147"/>
                  </a:lnTo>
                  <a:lnTo>
                    <a:pt x="3854" y="8427"/>
                  </a:lnTo>
                  <a:lnTo>
                    <a:pt x="3983" y="8708"/>
                  </a:lnTo>
                  <a:lnTo>
                    <a:pt x="4112" y="8989"/>
                  </a:lnTo>
                  <a:lnTo>
                    <a:pt x="4241" y="9269"/>
                  </a:lnTo>
                  <a:lnTo>
                    <a:pt x="4370" y="9550"/>
                  </a:lnTo>
                  <a:lnTo>
                    <a:pt x="4499" y="9831"/>
                  </a:lnTo>
                  <a:lnTo>
                    <a:pt x="4629" y="10111"/>
                  </a:lnTo>
                  <a:lnTo>
                    <a:pt x="4758" y="10392"/>
                  </a:lnTo>
                  <a:lnTo>
                    <a:pt x="4887" y="10672"/>
                  </a:lnTo>
                  <a:lnTo>
                    <a:pt x="5017" y="10953"/>
                  </a:lnTo>
                  <a:lnTo>
                    <a:pt x="5146" y="11233"/>
                  </a:lnTo>
                  <a:lnTo>
                    <a:pt x="5275" y="11514"/>
                  </a:lnTo>
                  <a:lnTo>
                    <a:pt x="5405" y="11794"/>
                  </a:lnTo>
                  <a:lnTo>
                    <a:pt x="5534" y="12075"/>
                  </a:lnTo>
                  <a:lnTo>
                    <a:pt x="5664" y="12355"/>
                  </a:lnTo>
                  <a:lnTo>
                    <a:pt x="5794" y="12635"/>
                  </a:lnTo>
                  <a:lnTo>
                    <a:pt x="5923" y="12916"/>
                  </a:lnTo>
                  <a:lnTo>
                    <a:pt x="6053" y="13196"/>
                  </a:lnTo>
                  <a:lnTo>
                    <a:pt x="6183" y="13477"/>
                  </a:lnTo>
                  <a:lnTo>
                    <a:pt x="6312" y="13757"/>
                  </a:lnTo>
                  <a:lnTo>
                    <a:pt x="6442" y="14037"/>
                  </a:lnTo>
                  <a:lnTo>
                    <a:pt x="6572" y="14317"/>
                  </a:lnTo>
                  <a:lnTo>
                    <a:pt x="6702" y="14598"/>
                  </a:lnTo>
                  <a:lnTo>
                    <a:pt x="6832" y="14878"/>
                  </a:lnTo>
                  <a:lnTo>
                    <a:pt x="6962" y="15158"/>
                  </a:lnTo>
                  <a:lnTo>
                    <a:pt x="7092" y="15439"/>
                  </a:lnTo>
                  <a:lnTo>
                    <a:pt x="7222" y="15719"/>
                  </a:lnTo>
                  <a:lnTo>
                    <a:pt x="7352" y="15999"/>
                  </a:lnTo>
                  <a:lnTo>
                    <a:pt x="7482" y="16279"/>
                  </a:lnTo>
                  <a:lnTo>
                    <a:pt x="7612" y="16559"/>
                  </a:lnTo>
                  <a:lnTo>
                    <a:pt x="7742" y="16839"/>
                  </a:lnTo>
                  <a:lnTo>
                    <a:pt x="7872" y="17120"/>
                  </a:lnTo>
                  <a:lnTo>
                    <a:pt x="8003" y="17400"/>
                  </a:lnTo>
                  <a:lnTo>
                    <a:pt x="8133" y="17680"/>
                  </a:lnTo>
                  <a:lnTo>
                    <a:pt x="8263" y="17960"/>
                  </a:lnTo>
                  <a:lnTo>
                    <a:pt x="8394" y="18240"/>
                  </a:lnTo>
                  <a:lnTo>
                    <a:pt x="8524" y="18520"/>
                  </a:lnTo>
                  <a:lnTo>
                    <a:pt x="8655" y="18800"/>
                  </a:lnTo>
                  <a:lnTo>
                    <a:pt x="8785" y="19080"/>
                  </a:lnTo>
                  <a:lnTo>
                    <a:pt x="8916" y="19360"/>
                  </a:lnTo>
                  <a:lnTo>
                    <a:pt x="9046" y="19640"/>
                  </a:lnTo>
                  <a:lnTo>
                    <a:pt x="9177" y="19920"/>
                  </a:lnTo>
                  <a:lnTo>
                    <a:pt x="9307" y="20200"/>
                  </a:lnTo>
                  <a:lnTo>
                    <a:pt x="9438" y="20480"/>
                  </a:lnTo>
                  <a:lnTo>
                    <a:pt x="9569" y="20760"/>
                  </a:lnTo>
                  <a:lnTo>
                    <a:pt x="9700" y="21039"/>
                  </a:lnTo>
                  <a:lnTo>
                    <a:pt x="9830" y="21319"/>
                  </a:lnTo>
                  <a:lnTo>
                    <a:pt x="9961" y="21599"/>
                  </a:lnTo>
                  <a:lnTo>
                    <a:pt x="10092" y="21879"/>
                  </a:lnTo>
                  <a:lnTo>
                    <a:pt x="10223" y="22159"/>
                  </a:lnTo>
                  <a:lnTo>
                    <a:pt x="10354" y="22438"/>
                  </a:lnTo>
                  <a:lnTo>
                    <a:pt x="10485" y="22718"/>
                  </a:lnTo>
                  <a:lnTo>
                    <a:pt x="10616" y="22998"/>
                  </a:lnTo>
                  <a:lnTo>
                    <a:pt x="10747" y="23278"/>
                  </a:lnTo>
                  <a:lnTo>
                    <a:pt x="10878" y="23557"/>
                  </a:lnTo>
                  <a:lnTo>
                    <a:pt x="11009" y="23837"/>
                  </a:lnTo>
                  <a:lnTo>
                    <a:pt x="11140" y="24117"/>
                  </a:lnTo>
                  <a:lnTo>
                    <a:pt x="11272" y="24396"/>
                  </a:lnTo>
                  <a:lnTo>
                    <a:pt x="11403" y="24676"/>
                  </a:lnTo>
                  <a:lnTo>
                    <a:pt x="11534" y="24956"/>
                  </a:lnTo>
                  <a:lnTo>
                    <a:pt x="11665" y="25235"/>
                  </a:lnTo>
                  <a:lnTo>
                    <a:pt x="11797" y="25515"/>
                  </a:lnTo>
                  <a:lnTo>
                    <a:pt x="11928" y="25794"/>
                  </a:lnTo>
                  <a:lnTo>
                    <a:pt x="12060" y="26074"/>
                  </a:lnTo>
                  <a:lnTo>
                    <a:pt x="12191" y="26354"/>
                  </a:lnTo>
                  <a:lnTo>
                    <a:pt x="12323" y="26633"/>
                  </a:lnTo>
                  <a:lnTo>
                    <a:pt x="12454" y="26913"/>
                  </a:lnTo>
                  <a:lnTo>
                    <a:pt x="12586" y="27192"/>
                  </a:lnTo>
                  <a:lnTo>
                    <a:pt x="12718" y="27472"/>
                  </a:lnTo>
                  <a:lnTo>
                    <a:pt x="12849" y="27751"/>
                  </a:lnTo>
                  <a:lnTo>
                    <a:pt x="12981" y="28030"/>
                  </a:lnTo>
                  <a:lnTo>
                    <a:pt x="13113" y="28310"/>
                  </a:lnTo>
                  <a:lnTo>
                    <a:pt x="13244" y="28589"/>
                  </a:lnTo>
                  <a:lnTo>
                    <a:pt x="13376" y="28869"/>
                  </a:lnTo>
                  <a:lnTo>
                    <a:pt x="13508" y="29148"/>
                  </a:lnTo>
                  <a:lnTo>
                    <a:pt x="13640" y="29427"/>
                  </a:lnTo>
                  <a:lnTo>
                    <a:pt x="13772" y="29707"/>
                  </a:lnTo>
                  <a:lnTo>
                    <a:pt x="13904" y="29986"/>
                  </a:lnTo>
                  <a:lnTo>
                    <a:pt x="14036" y="30265"/>
                  </a:lnTo>
                  <a:lnTo>
                    <a:pt x="14168" y="30544"/>
                  </a:lnTo>
                  <a:lnTo>
                    <a:pt x="14300" y="30824"/>
                  </a:lnTo>
                  <a:lnTo>
                    <a:pt x="14432" y="31103"/>
                  </a:lnTo>
                  <a:lnTo>
                    <a:pt x="14564" y="31382"/>
                  </a:lnTo>
                  <a:lnTo>
                    <a:pt x="14697" y="31661"/>
                  </a:lnTo>
                  <a:lnTo>
                    <a:pt x="14829" y="31940"/>
                  </a:lnTo>
                  <a:lnTo>
                    <a:pt x="14961" y="32220"/>
                  </a:lnTo>
                  <a:lnTo>
                    <a:pt x="15094" y="32499"/>
                  </a:lnTo>
                  <a:lnTo>
                    <a:pt x="15226" y="32778"/>
                  </a:lnTo>
                  <a:lnTo>
                    <a:pt x="15358" y="33057"/>
                  </a:lnTo>
                  <a:lnTo>
                    <a:pt x="15491" y="33336"/>
                  </a:lnTo>
                  <a:lnTo>
                    <a:pt x="15623" y="33615"/>
                  </a:lnTo>
                  <a:lnTo>
                    <a:pt x="15756" y="33894"/>
                  </a:lnTo>
                  <a:lnTo>
                    <a:pt x="15888" y="34173"/>
                  </a:lnTo>
                  <a:lnTo>
                    <a:pt x="16021" y="34452"/>
                  </a:lnTo>
                  <a:lnTo>
                    <a:pt x="16154" y="34731"/>
                  </a:lnTo>
                  <a:lnTo>
                    <a:pt x="16286" y="35010"/>
                  </a:lnTo>
                  <a:lnTo>
                    <a:pt x="16419" y="35289"/>
                  </a:lnTo>
                  <a:lnTo>
                    <a:pt x="16552" y="35568"/>
                  </a:lnTo>
                  <a:lnTo>
                    <a:pt x="16684" y="35847"/>
                  </a:lnTo>
                  <a:lnTo>
                    <a:pt x="16817" y="36126"/>
                  </a:lnTo>
                  <a:lnTo>
                    <a:pt x="16950" y="36405"/>
                  </a:lnTo>
                  <a:lnTo>
                    <a:pt x="17083" y="36684"/>
                  </a:lnTo>
                  <a:lnTo>
                    <a:pt x="17216" y="36962"/>
                  </a:lnTo>
                  <a:lnTo>
                    <a:pt x="17349" y="37241"/>
                  </a:lnTo>
                  <a:lnTo>
                    <a:pt x="17482" y="37520"/>
                  </a:lnTo>
                  <a:lnTo>
                    <a:pt x="17615" y="37799"/>
                  </a:lnTo>
                  <a:lnTo>
                    <a:pt x="17748" y="38078"/>
                  </a:lnTo>
                  <a:lnTo>
                    <a:pt x="17881" y="38356"/>
                  </a:lnTo>
                  <a:lnTo>
                    <a:pt x="18014" y="38635"/>
                  </a:lnTo>
                  <a:lnTo>
                    <a:pt x="18148" y="38914"/>
                  </a:lnTo>
                  <a:lnTo>
                    <a:pt x="18281" y="39192"/>
                  </a:lnTo>
                  <a:lnTo>
                    <a:pt x="18414" y="39471"/>
                  </a:lnTo>
                  <a:lnTo>
                    <a:pt x="18548" y="39750"/>
                  </a:lnTo>
                  <a:lnTo>
                    <a:pt x="18681" y="40028"/>
                  </a:lnTo>
                  <a:lnTo>
                    <a:pt x="18814" y="40307"/>
                  </a:lnTo>
                  <a:lnTo>
                    <a:pt x="18948" y="40586"/>
                  </a:lnTo>
                  <a:lnTo>
                    <a:pt x="19081" y="40864"/>
                  </a:lnTo>
                  <a:lnTo>
                    <a:pt x="19215" y="41143"/>
                  </a:lnTo>
                  <a:lnTo>
                    <a:pt x="19348" y="41421"/>
                  </a:lnTo>
                  <a:lnTo>
                    <a:pt x="19482" y="41700"/>
                  </a:lnTo>
                  <a:lnTo>
                    <a:pt x="19615" y="41978"/>
                  </a:lnTo>
                  <a:lnTo>
                    <a:pt x="19749" y="42257"/>
                  </a:lnTo>
                  <a:lnTo>
                    <a:pt x="19883" y="42535"/>
                  </a:lnTo>
                  <a:lnTo>
                    <a:pt x="20017" y="42814"/>
                  </a:lnTo>
                  <a:lnTo>
                    <a:pt x="20150" y="43092"/>
                  </a:lnTo>
                  <a:lnTo>
                    <a:pt x="20284" y="43371"/>
                  </a:lnTo>
                  <a:lnTo>
                    <a:pt x="20418" y="43649"/>
                  </a:lnTo>
                  <a:lnTo>
                    <a:pt x="20552" y="43927"/>
                  </a:lnTo>
                  <a:lnTo>
                    <a:pt x="20686" y="44206"/>
                  </a:lnTo>
                  <a:lnTo>
                    <a:pt x="20820" y="44484"/>
                  </a:lnTo>
                  <a:lnTo>
                    <a:pt x="20954" y="44763"/>
                  </a:lnTo>
                  <a:lnTo>
                    <a:pt x="21088" y="45041"/>
                  </a:lnTo>
                  <a:lnTo>
                    <a:pt x="21222" y="45319"/>
                  </a:lnTo>
                  <a:lnTo>
                    <a:pt x="21356" y="45597"/>
                  </a:lnTo>
                  <a:lnTo>
                    <a:pt x="21490" y="45876"/>
                  </a:lnTo>
                  <a:lnTo>
                    <a:pt x="21624" y="46154"/>
                  </a:lnTo>
                  <a:lnTo>
                    <a:pt x="21759" y="46432"/>
                  </a:lnTo>
                  <a:lnTo>
                    <a:pt x="21893" y="46710"/>
                  </a:lnTo>
                  <a:lnTo>
                    <a:pt x="22027" y="46989"/>
                  </a:lnTo>
                  <a:lnTo>
                    <a:pt x="22162" y="47267"/>
                  </a:lnTo>
                  <a:lnTo>
                    <a:pt x="22296" y="47545"/>
                  </a:lnTo>
                  <a:lnTo>
                    <a:pt x="22430" y="47823"/>
                  </a:lnTo>
                  <a:lnTo>
                    <a:pt x="22565" y="48101"/>
                  </a:lnTo>
                  <a:lnTo>
                    <a:pt x="22699" y="48379"/>
                  </a:lnTo>
                  <a:lnTo>
                    <a:pt x="22834" y="48657"/>
                  </a:lnTo>
                  <a:lnTo>
                    <a:pt x="22969" y="48935"/>
                  </a:lnTo>
                  <a:lnTo>
                    <a:pt x="23103" y="49213"/>
                  </a:lnTo>
                  <a:lnTo>
                    <a:pt x="23238" y="49491"/>
                  </a:lnTo>
                  <a:lnTo>
                    <a:pt x="23373" y="49769"/>
                  </a:lnTo>
                  <a:lnTo>
                    <a:pt x="23507" y="50047"/>
                  </a:lnTo>
                  <a:lnTo>
                    <a:pt x="23642" y="50325"/>
                  </a:lnTo>
                  <a:lnTo>
                    <a:pt x="23777" y="50603"/>
                  </a:lnTo>
                  <a:lnTo>
                    <a:pt x="23912" y="50881"/>
                  </a:lnTo>
                  <a:lnTo>
                    <a:pt x="24047" y="51159"/>
                  </a:lnTo>
                  <a:lnTo>
                    <a:pt x="24182" y="51437"/>
                  </a:lnTo>
                  <a:lnTo>
                    <a:pt x="24317" y="51715"/>
                  </a:lnTo>
                  <a:lnTo>
                    <a:pt x="24452" y="51993"/>
                  </a:lnTo>
                  <a:lnTo>
                    <a:pt x="24587" y="52270"/>
                  </a:lnTo>
                  <a:lnTo>
                    <a:pt x="24722" y="52548"/>
                  </a:lnTo>
                  <a:lnTo>
                    <a:pt x="24857" y="52826"/>
                  </a:lnTo>
                  <a:lnTo>
                    <a:pt x="24992" y="53104"/>
                  </a:lnTo>
                  <a:lnTo>
                    <a:pt x="25127" y="53382"/>
                  </a:lnTo>
                  <a:lnTo>
                    <a:pt x="25262" y="53659"/>
                  </a:lnTo>
                  <a:lnTo>
                    <a:pt x="25398" y="53937"/>
                  </a:lnTo>
                  <a:lnTo>
                    <a:pt x="25533" y="54215"/>
                  </a:lnTo>
                  <a:lnTo>
                    <a:pt x="25668" y="54492"/>
                  </a:lnTo>
                  <a:lnTo>
                    <a:pt x="25804" y="54770"/>
                  </a:lnTo>
                  <a:lnTo>
                    <a:pt x="25939" y="55048"/>
                  </a:lnTo>
                  <a:lnTo>
                    <a:pt x="26075" y="55325"/>
                  </a:lnTo>
                  <a:lnTo>
                    <a:pt x="26210" y="55603"/>
                  </a:lnTo>
                  <a:lnTo>
                    <a:pt x="26346" y="55881"/>
                  </a:lnTo>
                  <a:lnTo>
                    <a:pt x="26481" y="56158"/>
                  </a:lnTo>
                  <a:lnTo>
                    <a:pt x="26617" y="56436"/>
                  </a:lnTo>
                  <a:lnTo>
                    <a:pt x="26752" y="56713"/>
                  </a:lnTo>
                  <a:lnTo>
                    <a:pt x="26888" y="56991"/>
                  </a:lnTo>
                  <a:lnTo>
                    <a:pt x="27024" y="57268"/>
                  </a:lnTo>
                  <a:lnTo>
                    <a:pt x="27160" y="57546"/>
                  </a:lnTo>
                  <a:lnTo>
                    <a:pt x="27295" y="57823"/>
                  </a:lnTo>
                  <a:lnTo>
                    <a:pt x="27431" y="58101"/>
                  </a:lnTo>
                  <a:lnTo>
                    <a:pt x="27567" y="58378"/>
                  </a:lnTo>
                  <a:lnTo>
                    <a:pt x="27703" y="58655"/>
                  </a:lnTo>
                  <a:lnTo>
                    <a:pt x="27839" y="58933"/>
                  </a:lnTo>
                  <a:lnTo>
                    <a:pt x="27975" y="59210"/>
                  </a:lnTo>
                  <a:lnTo>
                    <a:pt x="28111" y="59488"/>
                  </a:lnTo>
                  <a:lnTo>
                    <a:pt x="28247" y="59765"/>
                  </a:lnTo>
                  <a:lnTo>
                    <a:pt x="28383" y="60042"/>
                  </a:lnTo>
                  <a:lnTo>
                    <a:pt x="28519" y="60320"/>
                  </a:lnTo>
                  <a:lnTo>
                    <a:pt x="28655" y="60597"/>
                  </a:lnTo>
                  <a:lnTo>
                    <a:pt x="28792" y="60874"/>
                  </a:lnTo>
                  <a:lnTo>
                    <a:pt x="28928" y="61151"/>
                  </a:lnTo>
                  <a:lnTo>
                    <a:pt x="29064" y="61429"/>
                  </a:lnTo>
                  <a:lnTo>
                    <a:pt x="29201" y="61706"/>
                  </a:lnTo>
                  <a:lnTo>
                    <a:pt x="29337" y="61983"/>
                  </a:lnTo>
                  <a:lnTo>
                    <a:pt x="29473" y="62260"/>
                  </a:lnTo>
                  <a:lnTo>
                    <a:pt x="29610" y="62537"/>
                  </a:lnTo>
                  <a:lnTo>
                    <a:pt x="29746" y="62814"/>
                  </a:lnTo>
                  <a:lnTo>
                    <a:pt x="29883" y="63091"/>
                  </a:lnTo>
                  <a:lnTo>
                    <a:pt x="30019" y="63369"/>
                  </a:lnTo>
                  <a:lnTo>
                    <a:pt x="30156" y="63646"/>
                  </a:lnTo>
                  <a:lnTo>
                    <a:pt x="30293" y="63923"/>
                  </a:lnTo>
                  <a:lnTo>
                    <a:pt x="30429" y="64200"/>
                  </a:lnTo>
                  <a:lnTo>
                    <a:pt x="30566" y="64477"/>
                  </a:lnTo>
                  <a:lnTo>
                    <a:pt x="30703" y="64754"/>
                  </a:lnTo>
                  <a:lnTo>
                    <a:pt x="30840" y="65031"/>
                  </a:lnTo>
                  <a:lnTo>
                    <a:pt x="30976" y="65308"/>
                  </a:lnTo>
                  <a:lnTo>
                    <a:pt x="31113" y="65585"/>
                  </a:lnTo>
                  <a:lnTo>
                    <a:pt x="31250" y="65861"/>
                  </a:lnTo>
                  <a:lnTo>
                    <a:pt x="31387" y="66138"/>
                  </a:lnTo>
                  <a:lnTo>
                    <a:pt x="31524" y="66415"/>
                  </a:lnTo>
                  <a:lnTo>
                    <a:pt x="31661" y="66692"/>
                  </a:lnTo>
                  <a:lnTo>
                    <a:pt x="31798" y="66969"/>
                  </a:lnTo>
                  <a:lnTo>
                    <a:pt x="31935" y="67246"/>
                  </a:lnTo>
                  <a:lnTo>
                    <a:pt x="32072" y="67523"/>
                  </a:lnTo>
                  <a:lnTo>
                    <a:pt x="32209" y="67799"/>
                  </a:lnTo>
                  <a:lnTo>
                    <a:pt x="32347" y="68076"/>
                  </a:lnTo>
                  <a:lnTo>
                    <a:pt x="32484" y="68353"/>
                  </a:lnTo>
                  <a:lnTo>
                    <a:pt x="32621" y="68630"/>
                  </a:lnTo>
                  <a:lnTo>
                    <a:pt x="32759" y="68906"/>
                  </a:lnTo>
                  <a:lnTo>
                    <a:pt x="32896" y="69183"/>
                  </a:lnTo>
                  <a:lnTo>
                    <a:pt x="33033" y="6946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29" name="pl7129"/>
            <p:cNvSpPr/>
            <p:nvPr/>
          </p:nvSpPr>
          <p:spPr>
            <a:xfrm>
              <a:off x="4117260" y="4422292"/>
              <a:ext cx="48801" cy="91772"/>
            </a:xfrm>
            <a:custGeom>
              <a:avLst/>
              <a:pathLst>
                <a:path w="48801" h="91772">
                  <a:moveTo>
                    <a:pt x="0" y="0"/>
                  </a:moveTo>
                  <a:lnTo>
                    <a:pt x="187" y="373"/>
                  </a:lnTo>
                  <a:lnTo>
                    <a:pt x="374" y="746"/>
                  </a:lnTo>
                  <a:lnTo>
                    <a:pt x="562" y="1119"/>
                  </a:lnTo>
                  <a:lnTo>
                    <a:pt x="749" y="1492"/>
                  </a:lnTo>
                  <a:lnTo>
                    <a:pt x="937" y="1865"/>
                  </a:lnTo>
                  <a:lnTo>
                    <a:pt x="1125" y="2237"/>
                  </a:lnTo>
                  <a:lnTo>
                    <a:pt x="1312" y="2610"/>
                  </a:lnTo>
                  <a:lnTo>
                    <a:pt x="1500" y="2983"/>
                  </a:lnTo>
                  <a:lnTo>
                    <a:pt x="1688" y="3356"/>
                  </a:lnTo>
                  <a:lnTo>
                    <a:pt x="1876" y="3729"/>
                  </a:lnTo>
                  <a:lnTo>
                    <a:pt x="2064" y="4101"/>
                  </a:lnTo>
                  <a:lnTo>
                    <a:pt x="2252" y="4474"/>
                  </a:lnTo>
                  <a:lnTo>
                    <a:pt x="2440" y="4847"/>
                  </a:lnTo>
                  <a:lnTo>
                    <a:pt x="2629" y="5219"/>
                  </a:lnTo>
                  <a:lnTo>
                    <a:pt x="2817" y="5592"/>
                  </a:lnTo>
                  <a:lnTo>
                    <a:pt x="3005" y="5965"/>
                  </a:lnTo>
                  <a:lnTo>
                    <a:pt x="3194" y="6337"/>
                  </a:lnTo>
                  <a:lnTo>
                    <a:pt x="3382" y="6709"/>
                  </a:lnTo>
                  <a:lnTo>
                    <a:pt x="3571" y="7082"/>
                  </a:lnTo>
                  <a:lnTo>
                    <a:pt x="3760" y="7454"/>
                  </a:lnTo>
                  <a:lnTo>
                    <a:pt x="3948" y="7827"/>
                  </a:lnTo>
                  <a:lnTo>
                    <a:pt x="4137" y="8199"/>
                  </a:lnTo>
                  <a:lnTo>
                    <a:pt x="4326" y="8571"/>
                  </a:lnTo>
                  <a:lnTo>
                    <a:pt x="4515" y="8944"/>
                  </a:lnTo>
                  <a:lnTo>
                    <a:pt x="4704" y="9316"/>
                  </a:lnTo>
                  <a:lnTo>
                    <a:pt x="4893" y="9688"/>
                  </a:lnTo>
                  <a:lnTo>
                    <a:pt x="5082" y="10060"/>
                  </a:lnTo>
                  <a:lnTo>
                    <a:pt x="5272" y="10432"/>
                  </a:lnTo>
                  <a:lnTo>
                    <a:pt x="5461" y="10804"/>
                  </a:lnTo>
                  <a:lnTo>
                    <a:pt x="5650" y="11176"/>
                  </a:lnTo>
                  <a:lnTo>
                    <a:pt x="5840" y="11548"/>
                  </a:lnTo>
                  <a:lnTo>
                    <a:pt x="6029" y="11920"/>
                  </a:lnTo>
                  <a:lnTo>
                    <a:pt x="6219" y="12292"/>
                  </a:lnTo>
                  <a:lnTo>
                    <a:pt x="6408" y="12664"/>
                  </a:lnTo>
                  <a:lnTo>
                    <a:pt x="6598" y="13036"/>
                  </a:lnTo>
                  <a:lnTo>
                    <a:pt x="6788" y="13408"/>
                  </a:lnTo>
                  <a:lnTo>
                    <a:pt x="6978" y="13780"/>
                  </a:lnTo>
                  <a:lnTo>
                    <a:pt x="7168" y="14152"/>
                  </a:lnTo>
                  <a:lnTo>
                    <a:pt x="7358" y="14523"/>
                  </a:lnTo>
                  <a:lnTo>
                    <a:pt x="7548" y="14895"/>
                  </a:lnTo>
                  <a:lnTo>
                    <a:pt x="7738" y="15267"/>
                  </a:lnTo>
                  <a:lnTo>
                    <a:pt x="7928" y="15638"/>
                  </a:lnTo>
                  <a:lnTo>
                    <a:pt x="8118" y="16010"/>
                  </a:lnTo>
                  <a:lnTo>
                    <a:pt x="8309" y="16381"/>
                  </a:lnTo>
                  <a:lnTo>
                    <a:pt x="8499" y="16753"/>
                  </a:lnTo>
                  <a:lnTo>
                    <a:pt x="8690" y="17124"/>
                  </a:lnTo>
                  <a:lnTo>
                    <a:pt x="8880" y="17496"/>
                  </a:lnTo>
                  <a:lnTo>
                    <a:pt x="9071" y="17867"/>
                  </a:lnTo>
                  <a:lnTo>
                    <a:pt x="9262" y="18239"/>
                  </a:lnTo>
                  <a:lnTo>
                    <a:pt x="9452" y="18610"/>
                  </a:lnTo>
                  <a:lnTo>
                    <a:pt x="9643" y="18981"/>
                  </a:lnTo>
                  <a:lnTo>
                    <a:pt x="9834" y="19352"/>
                  </a:lnTo>
                  <a:lnTo>
                    <a:pt x="10025" y="19724"/>
                  </a:lnTo>
                  <a:lnTo>
                    <a:pt x="10216" y="20095"/>
                  </a:lnTo>
                  <a:lnTo>
                    <a:pt x="10407" y="20466"/>
                  </a:lnTo>
                  <a:lnTo>
                    <a:pt x="10599" y="20837"/>
                  </a:lnTo>
                  <a:lnTo>
                    <a:pt x="10790" y="21208"/>
                  </a:lnTo>
                  <a:lnTo>
                    <a:pt x="10981" y="21579"/>
                  </a:lnTo>
                  <a:lnTo>
                    <a:pt x="11173" y="21950"/>
                  </a:lnTo>
                  <a:lnTo>
                    <a:pt x="11364" y="22321"/>
                  </a:lnTo>
                  <a:lnTo>
                    <a:pt x="11556" y="22692"/>
                  </a:lnTo>
                  <a:lnTo>
                    <a:pt x="11747" y="23063"/>
                  </a:lnTo>
                  <a:lnTo>
                    <a:pt x="11939" y="23434"/>
                  </a:lnTo>
                  <a:lnTo>
                    <a:pt x="12131" y="23805"/>
                  </a:lnTo>
                  <a:lnTo>
                    <a:pt x="12322" y="24176"/>
                  </a:lnTo>
                  <a:lnTo>
                    <a:pt x="12514" y="24546"/>
                  </a:lnTo>
                  <a:lnTo>
                    <a:pt x="12706" y="24917"/>
                  </a:lnTo>
                  <a:lnTo>
                    <a:pt x="12898" y="25288"/>
                  </a:lnTo>
                  <a:lnTo>
                    <a:pt x="13090" y="25658"/>
                  </a:lnTo>
                  <a:lnTo>
                    <a:pt x="13283" y="26029"/>
                  </a:lnTo>
                  <a:lnTo>
                    <a:pt x="13475" y="26400"/>
                  </a:lnTo>
                  <a:lnTo>
                    <a:pt x="13667" y="26770"/>
                  </a:lnTo>
                  <a:lnTo>
                    <a:pt x="13860" y="27141"/>
                  </a:lnTo>
                  <a:lnTo>
                    <a:pt x="14052" y="27511"/>
                  </a:lnTo>
                  <a:lnTo>
                    <a:pt x="14245" y="27881"/>
                  </a:lnTo>
                  <a:lnTo>
                    <a:pt x="14437" y="28252"/>
                  </a:lnTo>
                  <a:lnTo>
                    <a:pt x="14630" y="28622"/>
                  </a:lnTo>
                  <a:lnTo>
                    <a:pt x="14823" y="28993"/>
                  </a:lnTo>
                  <a:lnTo>
                    <a:pt x="15015" y="29363"/>
                  </a:lnTo>
                  <a:lnTo>
                    <a:pt x="15208" y="29733"/>
                  </a:lnTo>
                  <a:lnTo>
                    <a:pt x="15401" y="30103"/>
                  </a:lnTo>
                  <a:lnTo>
                    <a:pt x="15594" y="30473"/>
                  </a:lnTo>
                  <a:lnTo>
                    <a:pt x="15787" y="30844"/>
                  </a:lnTo>
                  <a:lnTo>
                    <a:pt x="15980" y="31214"/>
                  </a:lnTo>
                  <a:lnTo>
                    <a:pt x="16174" y="31584"/>
                  </a:lnTo>
                  <a:lnTo>
                    <a:pt x="16367" y="31954"/>
                  </a:lnTo>
                  <a:lnTo>
                    <a:pt x="16560" y="32324"/>
                  </a:lnTo>
                  <a:lnTo>
                    <a:pt x="16754" y="32694"/>
                  </a:lnTo>
                  <a:lnTo>
                    <a:pt x="16947" y="33064"/>
                  </a:lnTo>
                  <a:lnTo>
                    <a:pt x="17141" y="33433"/>
                  </a:lnTo>
                  <a:lnTo>
                    <a:pt x="17334" y="33803"/>
                  </a:lnTo>
                  <a:lnTo>
                    <a:pt x="17528" y="34173"/>
                  </a:lnTo>
                  <a:lnTo>
                    <a:pt x="17722" y="34543"/>
                  </a:lnTo>
                  <a:lnTo>
                    <a:pt x="17916" y="34913"/>
                  </a:lnTo>
                  <a:lnTo>
                    <a:pt x="18110" y="35282"/>
                  </a:lnTo>
                  <a:lnTo>
                    <a:pt x="18304" y="35652"/>
                  </a:lnTo>
                  <a:lnTo>
                    <a:pt x="18498" y="36022"/>
                  </a:lnTo>
                  <a:lnTo>
                    <a:pt x="18692" y="36391"/>
                  </a:lnTo>
                  <a:lnTo>
                    <a:pt x="18886" y="36761"/>
                  </a:lnTo>
                  <a:lnTo>
                    <a:pt x="19080" y="37130"/>
                  </a:lnTo>
                  <a:lnTo>
                    <a:pt x="19275" y="37500"/>
                  </a:lnTo>
                  <a:lnTo>
                    <a:pt x="19469" y="37869"/>
                  </a:lnTo>
                  <a:lnTo>
                    <a:pt x="19664" y="38239"/>
                  </a:lnTo>
                  <a:lnTo>
                    <a:pt x="19858" y="38608"/>
                  </a:lnTo>
                  <a:lnTo>
                    <a:pt x="20053" y="38977"/>
                  </a:lnTo>
                  <a:lnTo>
                    <a:pt x="20247" y="39347"/>
                  </a:lnTo>
                  <a:lnTo>
                    <a:pt x="20442" y="39716"/>
                  </a:lnTo>
                  <a:lnTo>
                    <a:pt x="20637" y="40085"/>
                  </a:lnTo>
                  <a:lnTo>
                    <a:pt x="20832" y="40454"/>
                  </a:lnTo>
                  <a:lnTo>
                    <a:pt x="21027" y="40823"/>
                  </a:lnTo>
                  <a:lnTo>
                    <a:pt x="21222" y="41193"/>
                  </a:lnTo>
                  <a:lnTo>
                    <a:pt x="21417" y="41562"/>
                  </a:lnTo>
                  <a:lnTo>
                    <a:pt x="21612" y="41931"/>
                  </a:lnTo>
                  <a:lnTo>
                    <a:pt x="21807" y="42300"/>
                  </a:lnTo>
                  <a:lnTo>
                    <a:pt x="22003" y="42669"/>
                  </a:lnTo>
                  <a:lnTo>
                    <a:pt x="22198" y="43038"/>
                  </a:lnTo>
                  <a:lnTo>
                    <a:pt x="22394" y="43406"/>
                  </a:lnTo>
                  <a:lnTo>
                    <a:pt x="22589" y="43775"/>
                  </a:lnTo>
                  <a:lnTo>
                    <a:pt x="22785" y="44144"/>
                  </a:lnTo>
                  <a:lnTo>
                    <a:pt x="22980" y="44513"/>
                  </a:lnTo>
                  <a:lnTo>
                    <a:pt x="23176" y="44882"/>
                  </a:lnTo>
                  <a:lnTo>
                    <a:pt x="23372" y="45250"/>
                  </a:lnTo>
                  <a:lnTo>
                    <a:pt x="23568" y="45619"/>
                  </a:lnTo>
                  <a:lnTo>
                    <a:pt x="23764" y="45988"/>
                  </a:lnTo>
                  <a:lnTo>
                    <a:pt x="23960" y="46356"/>
                  </a:lnTo>
                  <a:lnTo>
                    <a:pt x="24156" y="46725"/>
                  </a:lnTo>
                  <a:lnTo>
                    <a:pt x="24352" y="47093"/>
                  </a:lnTo>
                  <a:lnTo>
                    <a:pt x="24548" y="47462"/>
                  </a:lnTo>
                  <a:lnTo>
                    <a:pt x="24744" y="47830"/>
                  </a:lnTo>
                  <a:lnTo>
                    <a:pt x="24941" y="48199"/>
                  </a:lnTo>
                  <a:lnTo>
                    <a:pt x="25137" y="48567"/>
                  </a:lnTo>
                  <a:lnTo>
                    <a:pt x="25334" y="48935"/>
                  </a:lnTo>
                  <a:lnTo>
                    <a:pt x="25530" y="49304"/>
                  </a:lnTo>
                  <a:lnTo>
                    <a:pt x="25727" y="49672"/>
                  </a:lnTo>
                  <a:lnTo>
                    <a:pt x="25924" y="50040"/>
                  </a:lnTo>
                  <a:lnTo>
                    <a:pt x="26120" y="50408"/>
                  </a:lnTo>
                  <a:lnTo>
                    <a:pt x="26317" y="50777"/>
                  </a:lnTo>
                  <a:lnTo>
                    <a:pt x="26514" y="51145"/>
                  </a:lnTo>
                  <a:lnTo>
                    <a:pt x="26711" y="51513"/>
                  </a:lnTo>
                  <a:lnTo>
                    <a:pt x="26908" y="51881"/>
                  </a:lnTo>
                  <a:lnTo>
                    <a:pt x="27105" y="52249"/>
                  </a:lnTo>
                  <a:lnTo>
                    <a:pt x="27302" y="52617"/>
                  </a:lnTo>
                  <a:lnTo>
                    <a:pt x="27500" y="52985"/>
                  </a:lnTo>
                  <a:lnTo>
                    <a:pt x="27697" y="53353"/>
                  </a:lnTo>
                  <a:lnTo>
                    <a:pt x="27894" y="53720"/>
                  </a:lnTo>
                  <a:lnTo>
                    <a:pt x="28092" y="54088"/>
                  </a:lnTo>
                  <a:lnTo>
                    <a:pt x="28289" y="54456"/>
                  </a:lnTo>
                  <a:lnTo>
                    <a:pt x="28487" y="54824"/>
                  </a:lnTo>
                  <a:lnTo>
                    <a:pt x="28685" y="55191"/>
                  </a:lnTo>
                  <a:lnTo>
                    <a:pt x="28882" y="55559"/>
                  </a:lnTo>
                  <a:lnTo>
                    <a:pt x="29080" y="55927"/>
                  </a:lnTo>
                  <a:lnTo>
                    <a:pt x="29278" y="56294"/>
                  </a:lnTo>
                  <a:lnTo>
                    <a:pt x="29476" y="56662"/>
                  </a:lnTo>
                  <a:lnTo>
                    <a:pt x="29674" y="57029"/>
                  </a:lnTo>
                  <a:lnTo>
                    <a:pt x="29872" y="57397"/>
                  </a:lnTo>
                  <a:lnTo>
                    <a:pt x="30070" y="57764"/>
                  </a:lnTo>
                  <a:lnTo>
                    <a:pt x="30269" y="58132"/>
                  </a:lnTo>
                  <a:lnTo>
                    <a:pt x="30467" y="58499"/>
                  </a:lnTo>
                  <a:lnTo>
                    <a:pt x="30665" y="58866"/>
                  </a:lnTo>
                  <a:lnTo>
                    <a:pt x="30864" y="59234"/>
                  </a:lnTo>
                  <a:lnTo>
                    <a:pt x="31062" y="59601"/>
                  </a:lnTo>
                  <a:lnTo>
                    <a:pt x="31261" y="59968"/>
                  </a:lnTo>
                  <a:lnTo>
                    <a:pt x="31459" y="60335"/>
                  </a:lnTo>
                  <a:lnTo>
                    <a:pt x="31658" y="60703"/>
                  </a:lnTo>
                  <a:lnTo>
                    <a:pt x="31857" y="61070"/>
                  </a:lnTo>
                  <a:lnTo>
                    <a:pt x="32056" y="61437"/>
                  </a:lnTo>
                  <a:lnTo>
                    <a:pt x="32255" y="61804"/>
                  </a:lnTo>
                  <a:lnTo>
                    <a:pt x="32454" y="62171"/>
                  </a:lnTo>
                  <a:lnTo>
                    <a:pt x="32653" y="62538"/>
                  </a:lnTo>
                  <a:lnTo>
                    <a:pt x="32852" y="62905"/>
                  </a:lnTo>
                  <a:lnTo>
                    <a:pt x="33051" y="63272"/>
                  </a:lnTo>
                  <a:lnTo>
                    <a:pt x="33250" y="63638"/>
                  </a:lnTo>
                  <a:lnTo>
                    <a:pt x="33450" y="64005"/>
                  </a:lnTo>
                  <a:lnTo>
                    <a:pt x="33649" y="64372"/>
                  </a:lnTo>
                  <a:lnTo>
                    <a:pt x="33849" y="64739"/>
                  </a:lnTo>
                  <a:lnTo>
                    <a:pt x="34048" y="65105"/>
                  </a:lnTo>
                  <a:lnTo>
                    <a:pt x="34248" y="65472"/>
                  </a:lnTo>
                  <a:lnTo>
                    <a:pt x="34447" y="65839"/>
                  </a:lnTo>
                  <a:lnTo>
                    <a:pt x="34647" y="66205"/>
                  </a:lnTo>
                  <a:lnTo>
                    <a:pt x="34847" y="66572"/>
                  </a:lnTo>
                  <a:lnTo>
                    <a:pt x="35047" y="66938"/>
                  </a:lnTo>
                  <a:lnTo>
                    <a:pt x="35247" y="67305"/>
                  </a:lnTo>
                  <a:lnTo>
                    <a:pt x="35447" y="67671"/>
                  </a:lnTo>
                  <a:lnTo>
                    <a:pt x="35647" y="68038"/>
                  </a:lnTo>
                  <a:lnTo>
                    <a:pt x="35847" y="68404"/>
                  </a:lnTo>
                  <a:lnTo>
                    <a:pt x="36047" y="68770"/>
                  </a:lnTo>
                  <a:lnTo>
                    <a:pt x="36248" y="69137"/>
                  </a:lnTo>
                  <a:lnTo>
                    <a:pt x="36448" y="69503"/>
                  </a:lnTo>
                  <a:lnTo>
                    <a:pt x="36649" y="69869"/>
                  </a:lnTo>
                  <a:lnTo>
                    <a:pt x="36849" y="70235"/>
                  </a:lnTo>
                  <a:lnTo>
                    <a:pt x="37050" y="70601"/>
                  </a:lnTo>
                  <a:lnTo>
                    <a:pt x="37250" y="70967"/>
                  </a:lnTo>
                  <a:lnTo>
                    <a:pt x="37451" y="71333"/>
                  </a:lnTo>
                  <a:lnTo>
                    <a:pt x="37652" y="71699"/>
                  </a:lnTo>
                  <a:lnTo>
                    <a:pt x="37853" y="72065"/>
                  </a:lnTo>
                  <a:lnTo>
                    <a:pt x="38054" y="72431"/>
                  </a:lnTo>
                  <a:lnTo>
                    <a:pt x="38255" y="72797"/>
                  </a:lnTo>
                  <a:lnTo>
                    <a:pt x="38456" y="73163"/>
                  </a:lnTo>
                  <a:lnTo>
                    <a:pt x="38657" y="73529"/>
                  </a:lnTo>
                  <a:lnTo>
                    <a:pt x="38858" y="73895"/>
                  </a:lnTo>
                  <a:lnTo>
                    <a:pt x="39059" y="74260"/>
                  </a:lnTo>
                  <a:lnTo>
                    <a:pt x="39261" y="74626"/>
                  </a:lnTo>
                  <a:lnTo>
                    <a:pt x="39462" y="74992"/>
                  </a:lnTo>
                  <a:lnTo>
                    <a:pt x="39663" y="75357"/>
                  </a:lnTo>
                  <a:lnTo>
                    <a:pt x="39865" y="75723"/>
                  </a:lnTo>
                  <a:lnTo>
                    <a:pt x="40067" y="76089"/>
                  </a:lnTo>
                  <a:lnTo>
                    <a:pt x="40268" y="76454"/>
                  </a:lnTo>
                  <a:lnTo>
                    <a:pt x="40470" y="76820"/>
                  </a:lnTo>
                  <a:lnTo>
                    <a:pt x="40672" y="77185"/>
                  </a:lnTo>
                  <a:lnTo>
                    <a:pt x="40874" y="77551"/>
                  </a:lnTo>
                  <a:lnTo>
                    <a:pt x="41076" y="77916"/>
                  </a:lnTo>
                  <a:lnTo>
                    <a:pt x="41278" y="78281"/>
                  </a:lnTo>
                  <a:lnTo>
                    <a:pt x="41480" y="78647"/>
                  </a:lnTo>
                  <a:lnTo>
                    <a:pt x="41682" y="79012"/>
                  </a:lnTo>
                  <a:lnTo>
                    <a:pt x="41884" y="79377"/>
                  </a:lnTo>
                  <a:lnTo>
                    <a:pt x="42087" y="79742"/>
                  </a:lnTo>
                  <a:lnTo>
                    <a:pt x="42289" y="80107"/>
                  </a:lnTo>
                  <a:lnTo>
                    <a:pt x="42491" y="80472"/>
                  </a:lnTo>
                  <a:lnTo>
                    <a:pt x="42694" y="80837"/>
                  </a:lnTo>
                  <a:lnTo>
                    <a:pt x="42896" y="81202"/>
                  </a:lnTo>
                  <a:lnTo>
                    <a:pt x="43099" y="81567"/>
                  </a:lnTo>
                  <a:lnTo>
                    <a:pt x="43302" y="81932"/>
                  </a:lnTo>
                  <a:lnTo>
                    <a:pt x="43505" y="82297"/>
                  </a:lnTo>
                  <a:lnTo>
                    <a:pt x="43707" y="82662"/>
                  </a:lnTo>
                  <a:lnTo>
                    <a:pt x="43910" y="83027"/>
                  </a:lnTo>
                  <a:lnTo>
                    <a:pt x="44113" y="83392"/>
                  </a:lnTo>
                  <a:lnTo>
                    <a:pt x="44316" y="83757"/>
                  </a:lnTo>
                  <a:lnTo>
                    <a:pt x="44520" y="84121"/>
                  </a:lnTo>
                  <a:lnTo>
                    <a:pt x="44723" y="84486"/>
                  </a:lnTo>
                  <a:lnTo>
                    <a:pt x="44926" y="84851"/>
                  </a:lnTo>
                  <a:lnTo>
                    <a:pt x="45129" y="85215"/>
                  </a:lnTo>
                  <a:lnTo>
                    <a:pt x="45333" y="85580"/>
                  </a:lnTo>
                  <a:lnTo>
                    <a:pt x="45536" y="85944"/>
                  </a:lnTo>
                  <a:lnTo>
                    <a:pt x="45740" y="86309"/>
                  </a:lnTo>
                  <a:lnTo>
                    <a:pt x="45943" y="86673"/>
                  </a:lnTo>
                  <a:lnTo>
                    <a:pt x="46147" y="87038"/>
                  </a:lnTo>
                  <a:lnTo>
                    <a:pt x="46351" y="87402"/>
                  </a:lnTo>
                  <a:lnTo>
                    <a:pt x="46555" y="87766"/>
                  </a:lnTo>
                  <a:lnTo>
                    <a:pt x="46759" y="88131"/>
                  </a:lnTo>
                  <a:lnTo>
                    <a:pt x="46962" y="88495"/>
                  </a:lnTo>
                  <a:lnTo>
                    <a:pt x="47166" y="88859"/>
                  </a:lnTo>
                  <a:lnTo>
                    <a:pt x="47371" y="89223"/>
                  </a:lnTo>
                  <a:lnTo>
                    <a:pt x="47575" y="89588"/>
                  </a:lnTo>
                  <a:lnTo>
                    <a:pt x="47779" y="89952"/>
                  </a:lnTo>
                  <a:lnTo>
                    <a:pt x="47983" y="90316"/>
                  </a:lnTo>
                  <a:lnTo>
                    <a:pt x="48188" y="90680"/>
                  </a:lnTo>
                  <a:lnTo>
                    <a:pt x="48392" y="91044"/>
                  </a:lnTo>
                  <a:lnTo>
                    <a:pt x="48597" y="91408"/>
                  </a:lnTo>
                  <a:lnTo>
                    <a:pt x="48801" y="91772"/>
                  </a:lnTo>
                </a:path>
              </a:pathLst>
            </a:custGeom>
            <a:ln w="83820" cap="rnd">
              <a:solidFill>
                <a:srgbClr val="F06A6A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0" name="pl7130"/>
            <p:cNvSpPr/>
            <p:nvPr/>
          </p:nvSpPr>
          <p:spPr>
            <a:xfrm>
              <a:off x="4082750" y="4439617"/>
              <a:ext cx="49652" cy="93372"/>
            </a:xfrm>
            <a:custGeom>
              <a:avLst/>
              <a:pathLst>
                <a:path w="49652" h="93372">
                  <a:moveTo>
                    <a:pt x="0" y="0"/>
                  </a:moveTo>
                  <a:lnTo>
                    <a:pt x="190" y="379"/>
                  </a:lnTo>
                  <a:lnTo>
                    <a:pt x="381" y="759"/>
                  </a:lnTo>
                  <a:lnTo>
                    <a:pt x="572" y="1138"/>
                  </a:lnTo>
                  <a:lnTo>
                    <a:pt x="762" y="1518"/>
                  </a:lnTo>
                  <a:lnTo>
                    <a:pt x="953" y="1897"/>
                  </a:lnTo>
                  <a:lnTo>
                    <a:pt x="1144" y="2276"/>
                  </a:lnTo>
                  <a:lnTo>
                    <a:pt x="1335" y="2656"/>
                  </a:lnTo>
                  <a:lnTo>
                    <a:pt x="1526" y="3035"/>
                  </a:lnTo>
                  <a:lnTo>
                    <a:pt x="1718" y="3414"/>
                  </a:lnTo>
                  <a:lnTo>
                    <a:pt x="1909" y="3794"/>
                  </a:lnTo>
                  <a:lnTo>
                    <a:pt x="2100" y="4173"/>
                  </a:lnTo>
                  <a:lnTo>
                    <a:pt x="2291" y="4552"/>
                  </a:lnTo>
                  <a:lnTo>
                    <a:pt x="2483" y="4931"/>
                  </a:lnTo>
                  <a:lnTo>
                    <a:pt x="2674" y="5310"/>
                  </a:lnTo>
                  <a:lnTo>
                    <a:pt x="2866" y="5690"/>
                  </a:lnTo>
                  <a:lnTo>
                    <a:pt x="3058" y="6069"/>
                  </a:lnTo>
                  <a:lnTo>
                    <a:pt x="3250" y="6448"/>
                  </a:lnTo>
                  <a:lnTo>
                    <a:pt x="3441" y="6827"/>
                  </a:lnTo>
                  <a:lnTo>
                    <a:pt x="3633" y="7205"/>
                  </a:lnTo>
                  <a:lnTo>
                    <a:pt x="3825" y="7584"/>
                  </a:lnTo>
                  <a:lnTo>
                    <a:pt x="4017" y="7963"/>
                  </a:lnTo>
                  <a:lnTo>
                    <a:pt x="4209" y="8342"/>
                  </a:lnTo>
                  <a:lnTo>
                    <a:pt x="4402" y="8721"/>
                  </a:lnTo>
                  <a:lnTo>
                    <a:pt x="4594" y="9100"/>
                  </a:lnTo>
                  <a:lnTo>
                    <a:pt x="4786" y="9478"/>
                  </a:lnTo>
                  <a:lnTo>
                    <a:pt x="4978" y="9857"/>
                  </a:lnTo>
                  <a:lnTo>
                    <a:pt x="5171" y="10236"/>
                  </a:lnTo>
                  <a:lnTo>
                    <a:pt x="5363" y="10614"/>
                  </a:lnTo>
                  <a:lnTo>
                    <a:pt x="5556" y="10993"/>
                  </a:lnTo>
                  <a:lnTo>
                    <a:pt x="5749" y="11371"/>
                  </a:lnTo>
                  <a:lnTo>
                    <a:pt x="5941" y="11750"/>
                  </a:lnTo>
                  <a:lnTo>
                    <a:pt x="6134" y="12128"/>
                  </a:lnTo>
                  <a:lnTo>
                    <a:pt x="6327" y="12507"/>
                  </a:lnTo>
                  <a:lnTo>
                    <a:pt x="6520" y="12885"/>
                  </a:lnTo>
                  <a:lnTo>
                    <a:pt x="6713" y="13264"/>
                  </a:lnTo>
                  <a:lnTo>
                    <a:pt x="6906" y="13642"/>
                  </a:lnTo>
                  <a:lnTo>
                    <a:pt x="7099" y="14020"/>
                  </a:lnTo>
                  <a:lnTo>
                    <a:pt x="7293" y="14398"/>
                  </a:lnTo>
                  <a:lnTo>
                    <a:pt x="7486" y="14777"/>
                  </a:lnTo>
                  <a:lnTo>
                    <a:pt x="7679" y="15155"/>
                  </a:lnTo>
                  <a:lnTo>
                    <a:pt x="7873" y="15533"/>
                  </a:lnTo>
                  <a:lnTo>
                    <a:pt x="8066" y="15911"/>
                  </a:lnTo>
                  <a:lnTo>
                    <a:pt x="8260" y="16289"/>
                  </a:lnTo>
                  <a:lnTo>
                    <a:pt x="8454" y="16667"/>
                  </a:lnTo>
                  <a:lnTo>
                    <a:pt x="8647" y="17045"/>
                  </a:lnTo>
                  <a:lnTo>
                    <a:pt x="8841" y="17423"/>
                  </a:lnTo>
                  <a:lnTo>
                    <a:pt x="9035" y="17801"/>
                  </a:lnTo>
                  <a:lnTo>
                    <a:pt x="9229" y="18179"/>
                  </a:lnTo>
                  <a:lnTo>
                    <a:pt x="9423" y="18557"/>
                  </a:lnTo>
                  <a:lnTo>
                    <a:pt x="9617" y="18934"/>
                  </a:lnTo>
                  <a:lnTo>
                    <a:pt x="9811" y="19312"/>
                  </a:lnTo>
                  <a:lnTo>
                    <a:pt x="10006" y="19690"/>
                  </a:lnTo>
                  <a:lnTo>
                    <a:pt x="10200" y="20068"/>
                  </a:lnTo>
                  <a:lnTo>
                    <a:pt x="10394" y="20445"/>
                  </a:lnTo>
                  <a:lnTo>
                    <a:pt x="10589" y="20823"/>
                  </a:lnTo>
                  <a:lnTo>
                    <a:pt x="10783" y="21201"/>
                  </a:lnTo>
                  <a:lnTo>
                    <a:pt x="10978" y="21578"/>
                  </a:lnTo>
                  <a:lnTo>
                    <a:pt x="11173" y="21956"/>
                  </a:lnTo>
                  <a:lnTo>
                    <a:pt x="11367" y="22333"/>
                  </a:lnTo>
                  <a:lnTo>
                    <a:pt x="11562" y="22711"/>
                  </a:lnTo>
                  <a:lnTo>
                    <a:pt x="11757" y="23088"/>
                  </a:lnTo>
                  <a:lnTo>
                    <a:pt x="11952" y="23465"/>
                  </a:lnTo>
                  <a:lnTo>
                    <a:pt x="12147" y="23843"/>
                  </a:lnTo>
                  <a:lnTo>
                    <a:pt x="12342" y="24220"/>
                  </a:lnTo>
                  <a:lnTo>
                    <a:pt x="12537" y="24597"/>
                  </a:lnTo>
                  <a:lnTo>
                    <a:pt x="12733" y="24974"/>
                  </a:lnTo>
                  <a:lnTo>
                    <a:pt x="12928" y="25352"/>
                  </a:lnTo>
                  <a:lnTo>
                    <a:pt x="13123" y="25729"/>
                  </a:lnTo>
                  <a:lnTo>
                    <a:pt x="13319" y="26106"/>
                  </a:lnTo>
                  <a:lnTo>
                    <a:pt x="13514" y="26483"/>
                  </a:lnTo>
                  <a:lnTo>
                    <a:pt x="13710" y="26860"/>
                  </a:lnTo>
                  <a:lnTo>
                    <a:pt x="13906" y="27237"/>
                  </a:lnTo>
                  <a:lnTo>
                    <a:pt x="14101" y="27614"/>
                  </a:lnTo>
                  <a:lnTo>
                    <a:pt x="14297" y="27991"/>
                  </a:lnTo>
                  <a:lnTo>
                    <a:pt x="14493" y="28368"/>
                  </a:lnTo>
                  <a:lnTo>
                    <a:pt x="14689" y="28745"/>
                  </a:lnTo>
                  <a:lnTo>
                    <a:pt x="14885" y="29121"/>
                  </a:lnTo>
                  <a:lnTo>
                    <a:pt x="15081" y="29498"/>
                  </a:lnTo>
                  <a:lnTo>
                    <a:pt x="15277" y="29875"/>
                  </a:lnTo>
                  <a:lnTo>
                    <a:pt x="15473" y="30252"/>
                  </a:lnTo>
                  <a:lnTo>
                    <a:pt x="15670" y="30628"/>
                  </a:lnTo>
                  <a:lnTo>
                    <a:pt x="15866" y="31005"/>
                  </a:lnTo>
                  <a:lnTo>
                    <a:pt x="16063" y="31382"/>
                  </a:lnTo>
                  <a:lnTo>
                    <a:pt x="16259" y="31758"/>
                  </a:lnTo>
                  <a:lnTo>
                    <a:pt x="16456" y="32135"/>
                  </a:lnTo>
                  <a:lnTo>
                    <a:pt x="16652" y="32511"/>
                  </a:lnTo>
                  <a:lnTo>
                    <a:pt x="16849" y="32888"/>
                  </a:lnTo>
                  <a:lnTo>
                    <a:pt x="17046" y="33264"/>
                  </a:lnTo>
                  <a:lnTo>
                    <a:pt x="17243" y="33640"/>
                  </a:lnTo>
                  <a:lnTo>
                    <a:pt x="17440" y="34017"/>
                  </a:lnTo>
                  <a:lnTo>
                    <a:pt x="17637" y="34393"/>
                  </a:lnTo>
                  <a:lnTo>
                    <a:pt x="17834" y="34769"/>
                  </a:lnTo>
                  <a:lnTo>
                    <a:pt x="18031" y="35145"/>
                  </a:lnTo>
                  <a:lnTo>
                    <a:pt x="18228" y="35522"/>
                  </a:lnTo>
                  <a:lnTo>
                    <a:pt x="18426" y="35898"/>
                  </a:lnTo>
                  <a:lnTo>
                    <a:pt x="18623" y="36274"/>
                  </a:lnTo>
                  <a:lnTo>
                    <a:pt x="18820" y="36650"/>
                  </a:lnTo>
                  <a:lnTo>
                    <a:pt x="19018" y="37026"/>
                  </a:lnTo>
                  <a:lnTo>
                    <a:pt x="19215" y="37402"/>
                  </a:lnTo>
                  <a:lnTo>
                    <a:pt x="19413" y="37778"/>
                  </a:lnTo>
                  <a:lnTo>
                    <a:pt x="19611" y="38154"/>
                  </a:lnTo>
                  <a:lnTo>
                    <a:pt x="19809" y="38530"/>
                  </a:lnTo>
                  <a:lnTo>
                    <a:pt x="20007" y="38906"/>
                  </a:lnTo>
                  <a:lnTo>
                    <a:pt x="20204" y="39281"/>
                  </a:lnTo>
                  <a:lnTo>
                    <a:pt x="20403" y="39657"/>
                  </a:lnTo>
                  <a:lnTo>
                    <a:pt x="20601" y="40033"/>
                  </a:lnTo>
                  <a:lnTo>
                    <a:pt x="20799" y="40409"/>
                  </a:lnTo>
                  <a:lnTo>
                    <a:pt x="20997" y="40784"/>
                  </a:lnTo>
                  <a:lnTo>
                    <a:pt x="21195" y="41160"/>
                  </a:lnTo>
                  <a:lnTo>
                    <a:pt x="21394" y="41535"/>
                  </a:lnTo>
                  <a:lnTo>
                    <a:pt x="21592" y="41911"/>
                  </a:lnTo>
                  <a:lnTo>
                    <a:pt x="21791" y="42287"/>
                  </a:lnTo>
                  <a:lnTo>
                    <a:pt x="21989" y="42662"/>
                  </a:lnTo>
                  <a:lnTo>
                    <a:pt x="22188" y="43037"/>
                  </a:lnTo>
                  <a:lnTo>
                    <a:pt x="22387" y="43413"/>
                  </a:lnTo>
                  <a:lnTo>
                    <a:pt x="22585" y="43788"/>
                  </a:lnTo>
                  <a:lnTo>
                    <a:pt x="22784" y="44164"/>
                  </a:lnTo>
                  <a:lnTo>
                    <a:pt x="22983" y="44539"/>
                  </a:lnTo>
                  <a:lnTo>
                    <a:pt x="23182" y="44914"/>
                  </a:lnTo>
                  <a:lnTo>
                    <a:pt x="23381" y="45289"/>
                  </a:lnTo>
                  <a:lnTo>
                    <a:pt x="23580" y="45664"/>
                  </a:lnTo>
                  <a:lnTo>
                    <a:pt x="23780" y="46040"/>
                  </a:lnTo>
                  <a:lnTo>
                    <a:pt x="23979" y="46415"/>
                  </a:lnTo>
                  <a:lnTo>
                    <a:pt x="24178" y="46790"/>
                  </a:lnTo>
                  <a:lnTo>
                    <a:pt x="24378" y="47165"/>
                  </a:lnTo>
                  <a:lnTo>
                    <a:pt x="24577" y="47540"/>
                  </a:lnTo>
                  <a:lnTo>
                    <a:pt x="24777" y="47915"/>
                  </a:lnTo>
                  <a:lnTo>
                    <a:pt x="24976" y="48290"/>
                  </a:lnTo>
                  <a:lnTo>
                    <a:pt x="25176" y="48665"/>
                  </a:lnTo>
                  <a:lnTo>
                    <a:pt x="25376" y="49039"/>
                  </a:lnTo>
                  <a:lnTo>
                    <a:pt x="25576" y="49414"/>
                  </a:lnTo>
                  <a:lnTo>
                    <a:pt x="25776" y="49789"/>
                  </a:lnTo>
                  <a:lnTo>
                    <a:pt x="25976" y="50164"/>
                  </a:lnTo>
                  <a:lnTo>
                    <a:pt x="26176" y="50538"/>
                  </a:lnTo>
                  <a:lnTo>
                    <a:pt x="26376" y="50913"/>
                  </a:lnTo>
                  <a:lnTo>
                    <a:pt x="26576" y="51288"/>
                  </a:lnTo>
                  <a:lnTo>
                    <a:pt x="26776" y="51662"/>
                  </a:lnTo>
                  <a:lnTo>
                    <a:pt x="26977" y="52037"/>
                  </a:lnTo>
                  <a:lnTo>
                    <a:pt x="27177" y="52411"/>
                  </a:lnTo>
                  <a:lnTo>
                    <a:pt x="27377" y="52786"/>
                  </a:lnTo>
                  <a:lnTo>
                    <a:pt x="27578" y="53160"/>
                  </a:lnTo>
                  <a:lnTo>
                    <a:pt x="27779" y="53534"/>
                  </a:lnTo>
                  <a:lnTo>
                    <a:pt x="27979" y="53909"/>
                  </a:lnTo>
                  <a:lnTo>
                    <a:pt x="28180" y="54283"/>
                  </a:lnTo>
                  <a:lnTo>
                    <a:pt x="28381" y="54657"/>
                  </a:lnTo>
                  <a:lnTo>
                    <a:pt x="28582" y="55032"/>
                  </a:lnTo>
                  <a:lnTo>
                    <a:pt x="28783" y="55406"/>
                  </a:lnTo>
                  <a:lnTo>
                    <a:pt x="28984" y="55780"/>
                  </a:lnTo>
                  <a:lnTo>
                    <a:pt x="29185" y="56154"/>
                  </a:lnTo>
                  <a:lnTo>
                    <a:pt x="29386" y="56528"/>
                  </a:lnTo>
                  <a:lnTo>
                    <a:pt x="29588" y="56902"/>
                  </a:lnTo>
                  <a:lnTo>
                    <a:pt x="29789" y="57276"/>
                  </a:lnTo>
                  <a:lnTo>
                    <a:pt x="29990" y="57650"/>
                  </a:lnTo>
                  <a:lnTo>
                    <a:pt x="30192" y="58024"/>
                  </a:lnTo>
                  <a:lnTo>
                    <a:pt x="30393" y="58398"/>
                  </a:lnTo>
                  <a:lnTo>
                    <a:pt x="30595" y="58772"/>
                  </a:lnTo>
                  <a:lnTo>
                    <a:pt x="30797" y="59146"/>
                  </a:lnTo>
                  <a:lnTo>
                    <a:pt x="30998" y="59519"/>
                  </a:lnTo>
                  <a:lnTo>
                    <a:pt x="31200" y="59893"/>
                  </a:lnTo>
                  <a:lnTo>
                    <a:pt x="31402" y="60267"/>
                  </a:lnTo>
                  <a:lnTo>
                    <a:pt x="31604" y="60641"/>
                  </a:lnTo>
                  <a:lnTo>
                    <a:pt x="31806" y="61014"/>
                  </a:lnTo>
                  <a:lnTo>
                    <a:pt x="32008" y="61388"/>
                  </a:lnTo>
                  <a:lnTo>
                    <a:pt x="32210" y="61761"/>
                  </a:lnTo>
                  <a:lnTo>
                    <a:pt x="32413" y="62135"/>
                  </a:lnTo>
                  <a:lnTo>
                    <a:pt x="32615" y="62508"/>
                  </a:lnTo>
                  <a:lnTo>
                    <a:pt x="32817" y="62882"/>
                  </a:lnTo>
                  <a:lnTo>
                    <a:pt x="33020" y="63255"/>
                  </a:lnTo>
                  <a:lnTo>
                    <a:pt x="33222" y="63629"/>
                  </a:lnTo>
                  <a:lnTo>
                    <a:pt x="33425" y="64002"/>
                  </a:lnTo>
                  <a:lnTo>
                    <a:pt x="33628" y="64375"/>
                  </a:lnTo>
                  <a:lnTo>
                    <a:pt x="33830" y="64748"/>
                  </a:lnTo>
                  <a:lnTo>
                    <a:pt x="34033" y="65122"/>
                  </a:lnTo>
                  <a:lnTo>
                    <a:pt x="34236" y="65495"/>
                  </a:lnTo>
                  <a:lnTo>
                    <a:pt x="34439" y="65868"/>
                  </a:lnTo>
                  <a:lnTo>
                    <a:pt x="34642" y="66241"/>
                  </a:lnTo>
                  <a:lnTo>
                    <a:pt x="34845" y="66614"/>
                  </a:lnTo>
                  <a:lnTo>
                    <a:pt x="35048" y="66987"/>
                  </a:lnTo>
                  <a:lnTo>
                    <a:pt x="35252" y="67360"/>
                  </a:lnTo>
                  <a:lnTo>
                    <a:pt x="35455" y="67733"/>
                  </a:lnTo>
                  <a:lnTo>
                    <a:pt x="35658" y="68106"/>
                  </a:lnTo>
                  <a:lnTo>
                    <a:pt x="35862" y="68479"/>
                  </a:lnTo>
                  <a:lnTo>
                    <a:pt x="36065" y="68852"/>
                  </a:lnTo>
                  <a:lnTo>
                    <a:pt x="36269" y="69224"/>
                  </a:lnTo>
                  <a:lnTo>
                    <a:pt x="36472" y="69597"/>
                  </a:lnTo>
                  <a:lnTo>
                    <a:pt x="36676" y="69970"/>
                  </a:lnTo>
                  <a:lnTo>
                    <a:pt x="36880" y="70342"/>
                  </a:lnTo>
                  <a:lnTo>
                    <a:pt x="37084" y="70715"/>
                  </a:lnTo>
                  <a:lnTo>
                    <a:pt x="37288" y="71088"/>
                  </a:lnTo>
                  <a:lnTo>
                    <a:pt x="37492" y="71460"/>
                  </a:lnTo>
                  <a:lnTo>
                    <a:pt x="37696" y="71833"/>
                  </a:lnTo>
                  <a:lnTo>
                    <a:pt x="37900" y="72205"/>
                  </a:lnTo>
                  <a:lnTo>
                    <a:pt x="38104" y="72578"/>
                  </a:lnTo>
                  <a:lnTo>
                    <a:pt x="38308" y="72950"/>
                  </a:lnTo>
                  <a:lnTo>
                    <a:pt x="38513" y="73322"/>
                  </a:lnTo>
                  <a:lnTo>
                    <a:pt x="38717" y="73695"/>
                  </a:lnTo>
                  <a:lnTo>
                    <a:pt x="38922" y="74067"/>
                  </a:lnTo>
                  <a:lnTo>
                    <a:pt x="39126" y="74439"/>
                  </a:lnTo>
                  <a:lnTo>
                    <a:pt x="39331" y="74811"/>
                  </a:lnTo>
                  <a:lnTo>
                    <a:pt x="39536" y="75184"/>
                  </a:lnTo>
                  <a:lnTo>
                    <a:pt x="39740" y="75556"/>
                  </a:lnTo>
                  <a:lnTo>
                    <a:pt x="39945" y="75928"/>
                  </a:lnTo>
                  <a:lnTo>
                    <a:pt x="40150" y="76300"/>
                  </a:lnTo>
                  <a:lnTo>
                    <a:pt x="40355" y="76672"/>
                  </a:lnTo>
                  <a:lnTo>
                    <a:pt x="40560" y="77044"/>
                  </a:lnTo>
                  <a:lnTo>
                    <a:pt x="40765" y="77416"/>
                  </a:lnTo>
                  <a:lnTo>
                    <a:pt x="40971" y="77788"/>
                  </a:lnTo>
                  <a:lnTo>
                    <a:pt x="41176" y="78160"/>
                  </a:lnTo>
                  <a:lnTo>
                    <a:pt x="41381" y="78531"/>
                  </a:lnTo>
                  <a:lnTo>
                    <a:pt x="41587" y="78903"/>
                  </a:lnTo>
                  <a:lnTo>
                    <a:pt x="41792" y="79275"/>
                  </a:lnTo>
                  <a:lnTo>
                    <a:pt x="41998" y="79647"/>
                  </a:lnTo>
                  <a:lnTo>
                    <a:pt x="42203" y="80018"/>
                  </a:lnTo>
                  <a:lnTo>
                    <a:pt x="42409" y="80390"/>
                  </a:lnTo>
                  <a:lnTo>
                    <a:pt x="42615" y="80761"/>
                  </a:lnTo>
                  <a:lnTo>
                    <a:pt x="42821" y="81133"/>
                  </a:lnTo>
                  <a:lnTo>
                    <a:pt x="43027" y="81505"/>
                  </a:lnTo>
                  <a:lnTo>
                    <a:pt x="43232" y="81876"/>
                  </a:lnTo>
                  <a:lnTo>
                    <a:pt x="43439" y="82247"/>
                  </a:lnTo>
                  <a:lnTo>
                    <a:pt x="43645" y="82619"/>
                  </a:lnTo>
                  <a:lnTo>
                    <a:pt x="43851" y="82990"/>
                  </a:lnTo>
                  <a:lnTo>
                    <a:pt x="44057" y="83361"/>
                  </a:lnTo>
                  <a:lnTo>
                    <a:pt x="44263" y="83733"/>
                  </a:lnTo>
                  <a:lnTo>
                    <a:pt x="44470" y="84104"/>
                  </a:lnTo>
                  <a:lnTo>
                    <a:pt x="44676" y="84475"/>
                  </a:lnTo>
                  <a:lnTo>
                    <a:pt x="44883" y="84846"/>
                  </a:lnTo>
                  <a:lnTo>
                    <a:pt x="45089" y="85217"/>
                  </a:lnTo>
                  <a:lnTo>
                    <a:pt x="45296" y="85589"/>
                  </a:lnTo>
                  <a:lnTo>
                    <a:pt x="45503" y="85960"/>
                  </a:lnTo>
                  <a:lnTo>
                    <a:pt x="45710" y="86331"/>
                  </a:lnTo>
                  <a:lnTo>
                    <a:pt x="45917" y="86702"/>
                  </a:lnTo>
                  <a:lnTo>
                    <a:pt x="46123" y="87072"/>
                  </a:lnTo>
                  <a:lnTo>
                    <a:pt x="46330" y="87443"/>
                  </a:lnTo>
                  <a:lnTo>
                    <a:pt x="46538" y="87814"/>
                  </a:lnTo>
                  <a:lnTo>
                    <a:pt x="46745" y="88185"/>
                  </a:lnTo>
                  <a:lnTo>
                    <a:pt x="46952" y="88556"/>
                  </a:lnTo>
                  <a:lnTo>
                    <a:pt x="47159" y="88927"/>
                  </a:lnTo>
                  <a:lnTo>
                    <a:pt x="47367" y="89297"/>
                  </a:lnTo>
                  <a:lnTo>
                    <a:pt x="47574" y="89668"/>
                  </a:lnTo>
                  <a:lnTo>
                    <a:pt x="47782" y="90038"/>
                  </a:lnTo>
                  <a:lnTo>
                    <a:pt x="47989" y="90409"/>
                  </a:lnTo>
                  <a:lnTo>
                    <a:pt x="48197" y="90780"/>
                  </a:lnTo>
                  <a:lnTo>
                    <a:pt x="48405" y="91150"/>
                  </a:lnTo>
                  <a:lnTo>
                    <a:pt x="48612" y="91521"/>
                  </a:lnTo>
                  <a:lnTo>
                    <a:pt x="48820" y="91891"/>
                  </a:lnTo>
                  <a:lnTo>
                    <a:pt x="49028" y="92261"/>
                  </a:lnTo>
                  <a:lnTo>
                    <a:pt x="49236" y="92632"/>
                  </a:lnTo>
                  <a:lnTo>
                    <a:pt x="49444" y="93002"/>
                  </a:lnTo>
                  <a:lnTo>
                    <a:pt x="49652" y="93372"/>
                  </a:lnTo>
                </a:path>
              </a:pathLst>
            </a:custGeom>
            <a:ln w="22859" cap="rnd">
              <a:solidFill>
                <a:srgbClr val="F06A6A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1" name="pl7131"/>
            <p:cNvSpPr/>
            <p:nvPr/>
          </p:nvSpPr>
          <p:spPr>
            <a:xfrm>
              <a:off x="4170711" y="4522291"/>
              <a:ext cx="300689" cy="410905"/>
            </a:xfrm>
            <a:custGeom>
              <a:avLst/>
              <a:pathLst>
                <a:path w="300689" h="410905">
                  <a:moveTo>
                    <a:pt x="0" y="0"/>
                  </a:moveTo>
                  <a:lnTo>
                    <a:pt x="1012" y="1781"/>
                  </a:lnTo>
                  <a:lnTo>
                    <a:pt x="2027" y="3562"/>
                  </a:lnTo>
                  <a:lnTo>
                    <a:pt x="3043" y="5342"/>
                  </a:lnTo>
                  <a:lnTo>
                    <a:pt x="4061" y="7120"/>
                  </a:lnTo>
                  <a:lnTo>
                    <a:pt x="5080" y="8898"/>
                  </a:lnTo>
                  <a:lnTo>
                    <a:pt x="6101" y="10675"/>
                  </a:lnTo>
                  <a:lnTo>
                    <a:pt x="7124" y="12451"/>
                  </a:lnTo>
                  <a:lnTo>
                    <a:pt x="8149" y="14226"/>
                  </a:lnTo>
                  <a:lnTo>
                    <a:pt x="9175" y="16000"/>
                  </a:lnTo>
                  <a:lnTo>
                    <a:pt x="10202" y="17773"/>
                  </a:lnTo>
                  <a:lnTo>
                    <a:pt x="11232" y="19545"/>
                  </a:lnTo>
                  <a:lnTo>
                    <a:pt x="12263" y="21317"/>
                  </a:lnTo>
                  <a:lnTo>
                    <a:pt x="13295" y="23087"/>
                  </a:lnTo>
                  <a:lnTo>
                    <a:pt x="14329" y="24856"/>
                  </a:lnTo>
                  <a:lnTo>
                    <a:pt x="15365" y="26624"/>
                  </a:lnTo>
                  <a:lnTo>
                    <a:pt x="16403" y="28392"/>
                  </a:lnTo>
                  <a:lnTo>
                    <a:pt x="17442" y="30158"/>
                  </a:lnTo>
                  <a:lnTo>
                    <a:pt x="18483" y="31924"/>
                  </a:lnTo>
                  <a:lnTo>
                    <a:pt x="19525" y="33688"/>
                  </a:lnTo>
                  <a:lnTo>
                    <a:pt x="20569" y="35452"/>
                  </a:lnTo>
                  <a:lnTo>
                    <a:pt x="21615" y="37214"/>
                  </a:lnTo>
                  <a:lnTo>
                    <a:pt x="22662" y="38976"/>
                  </a:lnTo>
                  <a:lnTo>
                    <a:pt x="23711" y="40737"/>
                  </a:lnTo>
                  <a:lnTo>
                    <a:pt x="24762" y="42496"/>
                  </a:lnTo>
                  <a:lnTo>
                    <a:pt x="25814" y="44255"/>
                  </a:lnTo>
                  <a:lnTo>
                    <a:pt x="26868" y="46013"/>
                  </a:lnTo>
                  <a:lnTo>
                    <a:pt x="27923" y="47769"/>
                  </a:lnTo>
                  <a:lnTo>
                    <a:pt x="28980" y="49525"/>
                  </a:lnTo>
                  <a:lnTo>
                    <a:pt x="30039" y="51280"/>
                  </a:lnTo>
                  <a:lnTo>
                    <a:pt x="31099" y="53034"/>
                  </a:lnTo>
                  <a:lnTo>
                    <a:pt x="32161" y="54786"/>
                  </a:lnTo>
                  <a:lnTo>
                    <a:pt x="33225" y="56538"/>
                  </a:lnTo>
                  <a:lnTo>
                    <a:pt x="34290" y="58289"/>
                  </a:lnTo>
                  <a:lnTo>
                    <a:pt x="35357" y="60039"/>
                  </a:lnTo>
                  <a:lnTo>
                    <a:pt x="36425" y="61788"/>
                  </a:lnTo>
                  <a:lnTo>
                    <a:pt x="37495" y="63536"/>
                  </a:lnTo>
                  <a:lnTo>
                    <a:pt x="38567" y="65282"/>
                  </a:lnTo>
                  <a:lnTo>
                    <a:pt x="39640" y="67028"/>
                  </a:lnTo>
                  <a:lnTo>
                    <a:pt x="40715" y="68773"/>
                  </a:lnTo>
                  <a:lnTo>
                    <a:pt x="41792" y="70517"/>
                  </a:lnTo>
                  <a:lnTo>
                    <a:pt x="42870" y="72260"/>
                  </a:lnTo>
                  <a:lnTo>
                    <a:pt x="43950" y="74002"/>
                  </a:lnTo>
                  <a:lnTo>
                    <a:pt x="45031" y="75743"/>
                  </a:lnTo>
                  <a:lnTo>
                    <a:pt x="46114" y="77483"/>
                  </a:lnTo>
                  <a:lnTo>
                    <a:pt x="47199" y="79222"/>
                  </a:lnTo>
                  <a:lnTo>
                    <a:pt x="48285" y="80960"/>
                  </a:lnTo>
                  <a:lnTo>
                    <a:pt x="49373" y="82696"/>
                  </a:lnTo>
                  <a:lnTo>
                    <a:pt x="50462" y="84432"/>
                  </a:lnTo>
                  <a:lnTo>
                    <a:pt x="51553" y="86167"/>
                  </a:lnTo>
                  <a:lnTo>
                    <a:pt x="52646" y="87901"/>
                  </a:lnTo>
                  <a:lnTo>
                    <a:pt x="53740" y="89634"/>
                  </a:lnTo>
                  <a:lnTo>
                    <a:pt x="54836" y="91366"/>
                  </a:lnTo>
                  <a:lnTo>
                    <a:pt x="55933" y="93096"/>
                  </a:lnTo>
                  <a:lnTo>
                    <a:pt x="57032" y="94826"/>
                  </a:lnTo>
                  <a:lnTo>
                    <a:pt x="58133" y="96555"/>
                  </a:lnTo>
                  <a:lnTo>
                    <a:pt x="59235" y="98283"/>
                  </a:lnTo>
                  <a:lnTo>
                    <a:pt x="60339" y="100010"/>
                  </a:lnTo>
                  <a:lnTo>
                    <a:pt x="61444" y="101735"/>
                  </a:lnTo>
                  <a:lnTo>
                    <a:pt x="62551" y="103460"/>
                  </a:lnTo>
                  <a:lnTo>
                    <a:pt x="63660" y="105184"/>
                  </a:lnTo>
                  <a:lnTo>
                    <a:pt x="64770" y="106906"/>
                  </a:lnTo>
                  <a:lnTo>
                    <a:pt x="65882" y="108628"/>
                  </a:lnTo>
                  <a:lnTo>
                    <a:pt x="66995" y="110348"/>
                  </a:lnTo>
                  <a:lnTo>
                    <a:pt x="68110" y="112068"/>
                  </a:lnTo>
                  <a:lnTo>
                    <a:pt x="69227" y="113787"/>
                  </a:lnTo>
                  <a:lnTo>
                    <a:pt x="70345" y="115504"/>
                  </a:lnTo>
                  <a:lnTo>
                    <a:pt x="71465" y="117220"/>
                  </a:lnTo>
                  <a:lnTo>
                    <a:pt x="72586" y="118936"/>
                  </a:lnTo>
                  <a:lnTo>
                    <a:pt x="73709" y="120650"/>
                  </a:lnTo>
                  <a:lnTo>
                    <a:pt x="74834" y="122364"/>
                  </a:lnTo>
                  <a:lnTo>
                    <a:pt x="75960" y="124076"/>
                  </a:lnTo>
                  <a:lnTo>
                    <a:pt x="77088" y="125787"/>
                  </a:lnTo>
                  <a:lnTo>
                    <a:pt x="78217" y="127497"/>
                  </a:lnTo>
                  <a:lnTo>
                    <a:pt x="79348" y="129206"/>
                  </a:lnTo>
                  <a:lnTo>
                    <a:pt x="80480" y="130915"/>
                  </a:lnTo>
                  <a:lnTo>
                    <a:pt x="81614" y="132622"/>
                  </a:lnTo>
                  <a:lnTo>
                    <a:pt x="82750" y="134328"/>
                  </a:lnTo>
                  <a:lnTo>
                    <a:pt x="83887" y="136033"/>
                  </a:lnTo>
                  <a:lnTo>
                    <a:pt x="85026" y="137736"/>
                  </a:lnTo>
                  <a:lnTo>
                    <a:pt x="86166" y="139439"/>
                  </a:lnTo>
                  <a:lnTo>
                    <a:pt x="87308" y="141141"/>
                  </a:lnTo>
                  <a:lnTo>
                    <a:pt x="88452" y="142842"/>
                  </a:lnTo>
                  <a:lnTo>
                    <a:pt x="89597" y="144542"/>
                  </a:lnTo>
                  <a:lnTo>
                    <a:pt x="90743" y="146240"/>
                  </a:lnTo>
                  <a:lnTo>
                    <a:pt x="91891" y="147938"/>
                  </a:lnTo>
                  <a:lnTo>
                    <a:pt x="93041" y="149634"/>
                  </a:lnTo>
                  <a:lnTo>
                    <a:pt x="94193" y="151330"/>
                  </a:lnTo>
                  <a:lnTo>
                    <a:pt x="95345" y="153024"/>
                  </a:lnTo>
                  <a:lnTo>
                    <a:pt x="96500" y="154717"/>
                  </a:lnTo>
                  <a:lnTo>
                    <a:pt x="97656" y="156409"/>
                  </a:lnTo>
                  <a:lnTo>
                    <a:pt x="98814" y="158101"/>
                  </a:lnTo>
                  <a:lnTo>
                    <a:pt x="99973" y="159791"/>
                  </a:lnTo>
                  <a:lnTo>
                    <a:pt x="101134" y="161480"/>
                  </a:lnTo>
                  <a:lnTo>
                    <a:pt x="102296" y="163168"/>
                  </a:lnTo>
                  <a:lnTo>
                    <a:pt x="103460" y="164854"/>
                  </a:lnTo>
                  <a:lnTo>
                    <a:pt x="104625" y="166540"/>
                  </a:lnTo>
                  <a:lnTo>
                    <a:pt x="105792" y="168225"/>
                  </a:lnTo>
                  <a:lnTo>
                    <a:pt x="106961" y="169909"/>
                  </a:lnTo>
                  <a:lnTo>
                    <a:pt x="108131" y="171591"/>
                  </a:lnTo>
                  <a:lnTo>
                    <a:pt x="109303" y="173273"/>
                  </a:lnTo>
                  <a:lnTo>
                    <a:pt x="110476" y="174953"/>
                  </a:lnTo>
                  <a:lnTo>
                    <a:pt x="111651" y="176632"/>
                  </a:lnTo>
                  <a:lnTo>
                    <a:pt x="112827" y="178310"/>
                  </a:lnTo>
                  <a:lnTo>
                    <a:pt x="114005" y="179987"/>
                  </a:lnTo>
                  <a:lnTo>
                    <a:pt x="115184" y="181663"/>
                  </a:lnTo>
                  <a:lnTo>
                    <a:pt x="116365" y="183338"/>
                  </a:lnTo>
                  <a:lnTo>
                    <a:pt x="117548" y="185012"/>
                  </a:lnTo>
                  <a:lnTo>
                    <a:pt x="118732" y="186685"/>
                  </a:lnTo>
                  <a:lnTo>
                    <a:pt x="119917" y="188357"/>
                  </a:lnTo>
                  <a:lnTo>
                    <a:pt x="121105" y="190027"/>
                  </a:lnTo>
                  <a:lnTo>
                    <a:pt x="122293" y="191696"/>
                  </a:lnTo>
                  <a:lnTo>
                    <a:pt x="123484" y="193365"/>
                  </a:lnTo>
                  <a:lnTo>
                    <a:pt x="124675" y="195032"/>
                  </a:lnTo>
                  <a:lnTo>
                    <a:pt x="125869" y="196698"/>
                  </a:lnTo>
                  <a:lnTo>
                    <a:pt x="127064" y="198363"/>
                  </a:lnTo>
                  <a:lnTo>
                    <a:pt x="128260" y="200027"/>
                  </a:lnTo>
                  <a:lnTo>
                    <a:pt x="129458" y="201690"/>
                  </a:lnTo>
                  <a:lnTo>
                    <a:pt x="130658" y="203352"/>
                  </a:lnTo>
                  <a:lnTo>
                    <a:pt x="131859" y="205012"/>
                  </a:lnTo>
                  <a:lnTo>
                    <a:pt x="133061" y="206672"/>
                  </a:lnTo>
                  <a:lnTo>
                    <a:pt x="134266" y="208330"/>
                  </a:lnTo>
                  <a:lnTo>
                    <a:pt x="135471" y="209987"/>
                  </a:lnTo>
                  <a:lnTo>
                    <a:pt x="136678" y="211643"/>
                  </a:lnTo>
                  <a:lnTo>
                    <a:pt x="137887" y="213298"/>
                  </a:lnTo>
                  <a:lnTo>
                    <a:pt x="139097" y="214952"/>
                  </a:lnTo>
                  <a:lnTo>
                    <a:pt x="140309" y="216605"/>
                  </a:lnTo>
                  <a:lnTo>
                    <a:pt x="141523" y="218257"/>
                  </a:lnTo>
                  <a:lnTo>
                    <a:pt x="142737" y="219907"/>
                  </a:lnTo>
                  <a:lnTo>
                    <a:pt x="143954" y="221556"/>
                  </a:lnTo>
                  <a:lnTo>
                    <a:pt x="145172" y="223205"/>
                  </a:lnTo>
                  <a:lnTo>
                    <a:pt x="146391" y="224852"/>
                  </a:lnTo>
                  <a:lnTo>
                    <a:pt x="147612" y="226498"/>
                  </a:lnTo>
                  <a:lnTo>
                    <a:pt x="148835" y="228143"/>
                  </a:lnTo>
                  <a:lnTo>
                    <a:pt x="150059" y="229787"/>
                  </a:lnTo>
                  <a:lnTo>
                    <a:pt x="151284" y="231429"/>
                  </a:lnTo>
                  <a:lnTo>
                    <a:pt x="152511" y="233071"/>
                  </a:lnTo>
                  <a:lnTo>
                    <a:pt x="153740" y="234711"/>
                  </a:lnTo>
                  <a:lnTo>
                    <a:pt x="154970" y="236350"/>
                  </a:lnTo>
                  <a:lnTo>
                    <a:pt x="156201" y="237988"/>
                  </a:lnTo>
                  <a:lnTo>
                    <a:pt x="157434" y="239625"/>
                  </a:lnTo>
                  <a:lnTo>
                    <a:pt x="158669" y="241261"/>
                  </a:lnTo>
                  <a:lnTo>
                    <a:pt x="159905" y="242896"/>
                  </a:lnTo>
                  <a:lnTo>
                    <a:pt x="161143" y="244529"/>
                  </a:lnTo>
                  <a:lnTo>
                    <a:pt x="162382" y="246161"/>
                  </a:lnTo>
                  <a:lnTo>
                    <a:pt x="163623" y="247793"/>
                  </a:lnTo>
                  <a:lnTo>
                    <a:pt x="164865" y="249423"/>
                  </a:lnTo>
                  <a:lnTo>
                    <a:pt x="166109" y="251051"/>
                  </a:lnTo>
                  <a:lnTo>
                    <a:pt x="167354" y="252679"/>
                  </a:lnTo>
                  <a:lnTo>
                    <a:pt x="168600" y="254306"/>
                  </a:lnTo>
                  <a:lnTo>
                    <a:pt x="169849" y="255931"/>
                  </a:lnTo>
                  <a:lnTo>
                    <a:pt x="171098" y="257556"/>
                  </a:lnTo>
                  <a:lnTo>
                    <a:pt x="172350" y="259179"/>
                  </a:lnTo>
                  <a:lnTo>
                    <a:pt x="173602" y="260801"/>
                  </a:lnTo>
                  <a:lnTo>
                    <a:pt x="174857" y="262421"/>
                  </a:lnTo>
                  <a:lnTo>
                    <a:pt x="176112" y="264041"/>
                  </a:lnTo>
                  <a:lnTo>
                    <a:pt x="177370" y="265659"/>
                  </a:lnTo>
                  <a:lnTo>
                    <a:pt x="178628" y="267277"/>
                  </a:lnTo>
                  <a:lnTo>
                    <a:pt x="179888" y="268893"/>
                  </a:lnTo>
                  <a:lnTo>
                    <a:pt x="181150" y="270508"/>
                  </a:lnTo>
                  <a:lnTo>
                    <a:pt x="182413" y="272122"/>
                  </a:lnTo>
                  <a:lnTo>
                    <a:pt x="183678" y="273734"/>
                  </a:lnTo>
                  <a:lnTo>
                    <a:pt x="184944" y="275346"/>
                  </a:lnTo>
                  <a:lnTo>
                    <a:pt x="186212" y="276956"/>
                  </a:lnTo>
                  <a:lnTo>
                    <a:pt x="187481" y="278565"/>
                  </a:lnTo>
                  <a:lnTo>
                    <a:pt x="188752" y="280173"/>
                  </a:lnTo>
                  <a:lnTo>
                    <a:pt x="190024" y="281780"/>
                  </a:lnTo>
                  <a:lnTo>
                    <a:pt x="191298" y="283386"/>
                  </a:lnTo>
                  <a:lnTo>
                    <a:pt x="192573" y="284990"/>
                  </a:lnTo>
                  <a:lnTo>
                    <a:pt x="193849" y="286593"/>
                  </a:lnTo>
                  <a:lnTo>
                    <a:pt x="195127" y="288195"/>
                  </a:lnTo>
                  <a:lnTo>
                    <a:pt x="196407" y="289796"/>
                  </a:lnTo>
                  <a:lnTo>
                    <a:pt x="197688" y="291396"/>
                  </a:lnTo>
                  <a:lnTo>
                    <a:pt x="198971" y="292994"/>
                  </a:lnTo>
                  <a:lnTo>
                    <a:pt x="200255" y="294592"/>
                  </a:lnTo>
                  <a:lnTo>
                    <a:pt x="201540" y="296188"/>
                  </a:lnTo>
                  <a:lnTo>
                    <a:pt x="202827" y="297783"/>
                  </a:lnTo>
                  <a:lnTo>
                    <a:pt x="204115" y="299376"/>
                  </a:lnTo>
                  <a:lnTo>
                    <a:pt x="205405" y="300969"/>
                  </a:lnTo>
                  <a:lnTo>
                    <a:pt x="206697" y="302560"/>
                  </a:lnTo>
                  <a:lnTo>
                    <a:pt x="207990" y="304150"/>
                  </a:lnTo>
                  <a:lnTo>
                    <a:pt x="209284" y="305739"/>
                  </a:lnTo>
                  <a:lnTo>
                    <a:pt x="210580" y="307327"/>
                  </a:lnTo>
                  <a:lnTo>
                    <a:pt x="211877" y="308914"/>
                  </a:lnTo>
                  <a:lnTo>
                    <a:pt x="213176" y="310499"/>
                  </a:lnTo>
                  <a:lnTo>
                    <a:pt x="214476" y="312083"/>
                  </a:lnTo>
                  <a:lnTo>
                    <a:pt x="215778" y="313666"/>
                  </a:lnTo>
                  <a:lnTo>
                    <a:pt x="217081" y="315248"/>
                  </a:lnTo>
                  <a:lnTo>
                    <a:pt x="218385" y="316828"/>
                  </a:lnTo>
                  <a:lnTo>
                    <a:pt x="219692" y="318408"/>
                  </a:lnTo>
                  <a:lnTo>
                    <a:pt x="220999" y="319986"/>
                  </a:lnTo>
                  <a:lnTo>
                    <a:pt x="222308" y="321563"/>
                  </a:lnTo>
                  <a:lnTo>
                    <a:pt x="223618" y="323138"/>
                  </a:lnTo>
                  <a:lnTo>
                    <a:pt x="224930" y="324713"/>
                  </a:lnTo>
                  <a:lnTo>
                    <a:pt x="226244" y="326286"/>
                  </a:lnTo>
                  <a:lnTo>
                    <a:pt x="227559" y="327858"/>
                  </a:lnTo>
                  <a:lnTo>
                    <a:pt x="228875" y="329429"/>
                  </a:lnTo>
                  <a:lnTo>
                    <a:pt x="230193" y="330999"/>
                  </a:lnTo>
                  <a:lnTo>
                    <a:pt x="231512" y="332567"/>
                  </a:lnTo>
                  <a:lnTo>
                    <a:pt x="232832" y="334134"/>
                  </a:lnTo>
                  <a:lnTo>
                    <a:pt x="234154" y="335700"/>
                  </a:lnTo>
                  <a:lnTo>
                    <a:pt x="235478" y="337265"/>
                  </a:lnTo>
                  <a:lnTo>
                    <a:pt x="236803" y="338828"/>
                  </a:lnTo>
                  <a:lnTo>
                    <a:pt x="238129" y="340391"/>
                  </a:lnTo>
                  <a:lnTo>
                    <a:pt x="239457" y="341952"/>
                  </a:lnTo>
                  <a:lnTo>
                    <a:pt x="240787" y="343511"/>
                  </a:lnTo>
                  <a:lnTo>
                    <a:pt x="242117" y="345070"/>
                  </a:lnTo>
                  <a:lnTo>
                    <a:pt x="243450" y="346627"/>
                  </a:lnTo>
                  <a:lnTo>
                    <a:pt x="244783" y="348183"/>
                  </a:lnTo>
                  <a:lnTo>
                    <a:pt x="246118" y="349738"/>
                  </a:lnTo>
                  <a:lnTo>
                    <a:pt x="247455" y="351292"/>
                  </a:lnTo>
                  <a:lnTo>
                    <a:pt x="248793" y="352844"/>
                  </a:lnTo>
                  <a:lnTo>
                    <a:pt x="250132" y="354395"/>
                  </a:lnTo>
                  <a:lnTo>
                    <a:pt x="251473" y="355945"/>
                  </a:lnTo>
                  <a:lnTo>
                    <a:pt x="252815" y="357494"/>
                  </a:lnTo>
                  <a:lnTo>
                    <a:pt x="254159" y="359041"/>
                  </a:lnTo>
                  <a:lnTo>
                    <a:pt x="255504" y="360588"/>
                  </a:lnTo>
                  <a:lnTo>
                    <a:pt x="256851" y="362133"/>
                  </a:lnTo>
                  <a:lnTo>
                    <a:pt x="258199" y="363676"/>
                  </a:lnTo>
                  <a:lnTo>
                    <a:pt x="259548" y="365219"/>
                  </a:lnTo>
                  <a:lnTo>
                    <a:pt x="260899" y="366760"/>
                  </a:lnTo>
                  <a:lnTo>
                    <a:pt x="262251" y="368300"/>
                  </a:lnTo>
                  <a:lnTo>
                    <a:pt x="263605" y="369839"/>
                  </a:lnTo>
                  <a:lnTo>
                    <a:pt x="264960" y="371376"/>
                  </a:lnTo>
                  <a:lnTo>
                    <a:pt x="266317" y="372912"/>
                  </a:lnTo>
                  <a:lnTo>
                    <a:pt x="267674" y="374447"/>
                  </a:lnTo>
                  <a:lnTo>
                    <a:pt x="269034" y="375981"/>
                  </a:lnTo>
                  <a:lnTo>
                    <a:pt x="270395" y="377513"/>
                  </a:lnTo>
                  <a:lnTo>
                    <a:pt x="271757" y="379044"/>
                  </a:lnTo>
                  <a:lnTo>
                    <a:pt x="273121" y="380574"/>
                  </a:lnTo>
                  <a:lnTo>
                    <a:pt x="274486" y="382103"/>
                  </a:lnTo>
                  <a:lnTo>
                    <a:pt x="275852" y="383630"/>
                  </a:lnTo>
                  <a:lnTo>
                    <a:pt x="277220" y="385156"/>
                  </a:lnTo>
                  <a:lnTo>
                    <a:pt x="278589" y="386681"/>
                  </a:lnTo>
                  <a:lnTo>
                    <a:pt x="279960" y="388205"/>
                  </a:lnTo>
                  <a:lnTo>
                    <a:pt x="281332" y="389727"/>
                  </a:lnTo>
                  <a:lnTo>
                    <a:pt x="282706" y="391248"/>
                  </a:lnTo>
                  <a:lnTo>
                    <a:pt x="284081" y="392768"/>
                  </a:lnTo>
                  <a:lnTo>
                    <a:pt x="285457" y="394286"/>
                  </a:lnTo>
                  <a:lnTo>
                    <a:pt x="286835" y="395803"/>
                  </a:lnTo>
                  <a:lnTo>
                    <a:pt x="288214" y="397319"/>
                  </a:lnTo>
                  <a:lnTo>
                    <a:pt x="289594" y="398834"/>
                  </a:lnTo>
                  <a:lnTo>
                    <a:pt x="290976" y="400347"/>
                  </a:lnTo>
                  <a:lnTo>
                    <a:pt x="292360" y="401859"/>
                  </a:lnTo>
                  <a:lnTo>
                    <a:pt x="293744" y="403370"/>
                  </a:lnTo>
                  <a:lnTo>
                    <a:pt x="295130" y="404880"/>
                  </a:lnTo>
                  <a:lnTo>
                    <a:pt x="296518" y="406388"/>
                  </a:lnTo>
                  <a:lnTo>
                    <a:pt x="297907" y="407895"/>
                  </a:lnTo>
                  <a:lnTo>
                    <a:pt x="299297" y="409401"/>
                  </a:lnTo>
                  <a:lnTo>
                    <a:pt x="300689" y="410905"/>
                  </a:lnTo>
                </a:path>
              </a:pathLst>
            </a:custGeom>
            <a:ln w="83820" cap="rnd">
              <a:solidFill>
                <a:srgbClr val="FF1A1A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2" name="pl7132"/>
            <p:cNvSpPr/>
            <p:nvPr/>
          </p:nvSpPr>
          <p:spPr>
            <a:xfrm>
              <a:off x="4137133" y="4541360"/>
              <a:ext cx="305934" cy="418072"/>
            </a:xfrm>
            <a:custGeom>
              <a:avLst/>
              <a:pathLst>
                <a:path w="305934" h="418072">
                  <a:moveTo>
                    <a:pt x="0" y="0"/>
                  </a:moveTo>
                  <a:lnTo>
                    <a:pt x="1030" y="1812"/>
                  </a:lnTo>
                  <a:lnTo>
                    <a:pt x="2062" y="3624"/>
                  </a:lnTo>
                  <a:lnTo>
                    <a:pt x="3096" y="5435"/>
                  </a:lnTo>
                  <a:lnTo>
                    <a:pt x="4132" y="7245"/>
                  </a:lnTo>
                  <a:lnTo>
                    <a:pt x="5169" y="9053"/>
                  </a:lnTo>
                  <a:lnTo>
                    <a:pt x="6208" y="10861"/>
                  </a:lnTo>
                  <a:lnTo>
                    <a:pt x="7248" y="12668"/>
                  </a:lnTo>
                  <a:lnTo>
                    <a:pt x="8291" y="14474"/>
                  </a:lnTo>
                  <a:lnTo>
                    <a:pt x="9335" y="16279"/>
                  </a:lnTo>
                  <a:lnTo>
                    <a:pt x="10380" y="18083"/>
                  </a:lnTo>
                  <a:lnTo>
                    <a:pt x="11428" y="19886"/>
                  </a:lnTo>
                  <a:lnTo>
                    <a:pt x="12477" y="21688"/>
                  </a:lnTo>
                  <a:lnTo>
                    <a:pt x="13527" y="23490"/>
                  </a:lnTo>
                  <a:lnTo>
                    <a:pt x="14579" y="25290"/>
                  </a:lnTo>
                  <a:lnTo>
                    <a:pt x="15633" y="27089"/>
                  </a:lnTo>
                  <a:lnTo>
                    <a:pt x="16689" y="28887"/>
                  </a:lnTo>
                  <a:lnTo>
                    <a:pt x="17746" y="30684"/>
                  </a:lnTo>
                  <a:lnTo>
                    <a:pt x="18805" y="32481"/>
                  </a:lnTo>
                  <a:lnTo>
                    <a:pt x="19866" y="34276"/>
                  </a:lnTo>
                  <a:lnTo>
                    <a:pt x="20928" y="36070"/>
                  </a:lnTo>
                  <a:lnTo>
                    <a:pt x="21992" y="37863"/>
                  </a:lnTo>
                  <a:lnTo>
                    <a:pt x="23058" y="39656"/>
                  </a:lnTo>
                  <a:lnTo>
                    <a:pt x="24125" y="41447"/>
                  </a:lnTo>
                  <a:lnTo>
                    <a:pt x="25194" y="43237"/>
                  </a:lnTo>
                  <a:lnTo>
                    <a:pt x="26264" y="45027"/>
                  </a:lnTo>
                  <a:lnTo>
                    <a:pt x="27336" y="46815"/>
                  </a:lnTo>
                  <a:lnTo>
                    <a:pt x="28410" y="48602"/>
                  </a:lnTo>
                  <a:lnTo>
                    <a:pt x="29486" y="50389"/>
                  </a:lnTo>
                  <a:lnTo>
                    <a:pt x="30563" y="52174"/>
                  </a:lnTo>
                  <a:lnTo>
                    <a:pt x="31642" y="53959"/>
                  </a:lnTo>
                  <a:lnTo>
                    <a:pt x="32722" y="55742"/>
                  </a:lnTo>
                  <a:lnTo>
                    <a:pt x="33804" y="57524"/>
                  </a:lnTo>
                  <a:lnTo>
                    <a:pt x="34888" y="59306"/>
                  </a:lnTo>
                  <a:lnTo>
                    <a:pt x="35974" y="61086"/>
                  </a:lnTo>
                  <a:lnTo>
                    <a:pt x="37061" y="62865"/>
                  </a:lnTo>
                  <a:lnTo>
                    <a:pt x="38149" y="64644"/>
                  </a:lnTo>
                  <a:lnTo>
                    <a:pt x="39240" y="66421"/>
                  </a:lnTo>
                  <a:lnTo>
                    <a:pt x="40332" y="68197"/>
                  </a:lnTo>
                  <a:lnTo>
                    <a:pt x="41426" y="69973"/>
                  </a:lnTo>
                  <a:lnTo>
                    <a:pt x="42521" y="71747"/>
                  </a:lnTo>
                  <a:lnTo>
                    <a:pt x="43618" y="73520"/>
                  </a:lnTo>
                  <a:lnTo>
                    <a:pt x="44716" y="75293"/>
                  </a:lnTo>
                  <a:lnTo>
                    <a:pt x="45817" y="77064"/>
                  </a:lnTo>
                  <a:lnTo>
                    <a:pt x="46918" y="78834"/>
                  </a:lnTo>
                  <a:lnTo>
                    <a:pt x="48022" y="80603"/>
                  </a:lnTo>
                  <a:lnTo>
                    <a:pt x="49127" y="82372"/>
                  </a:lnTo>
                  <a:lnTo>
                    <a:pt x="50234" y="84139"/>
                  </a:lnTo>
                  <a:lnTo>
                    <a:pt x="51342" y="85905"/>
                  </a:lnTo>
                  <a:lnTo>
                    <a:pt x="52452" y="87670"/>
                  </a:lnTo>
                  <a:lnTo>
                    <a:pt x="53564" y="89434"/>
                  </a:lnTo>
                  <a:lnTo>
                    <a:pt x="54677" y="91197"/>
                  </a:lnTo>
                  <a:lnTo>
                    <a:pt x="55792" y="92959"/>
                  </a:lnTo>
                  <a:lnTo>
                    <a:pt x="56909" y="94720"/>
                  </a:lnTo>
                  <a:lnTo>
                    <a:pt x="58027" y="96480"/>
                  </a:lnTo>
                  <a:lnTo>
                    <a:pt x="59147" y="98239"/>
                  </a:lnTo>
                  <a:lnTo>
                    <a:pt x="60268" y="99997"/>
                  </a:lnTo>
                  <a:lnTo>
                    <a:pt x="61391" y="101754"/>
                  </a:lnTo>
                  <a:lnTo>
                    <a:pt x="62516" y="103510"/>
                  </a:lnTo>
                  <a:lnTo>
                    <a:pt x="63642" y="105265"/>
                  </a:lnTo>
                  <a:lnTo>
                    <a:pt x="64770" y="107018"/>
                  </a:lnTo>
                  <a:lnTo>
                    <a:pt x="65900" y="108771"/>
                  </a:lnTo>
                  <a:lnTo>
                    <a:pt x="67031" y="110523"/>
                  </a:lnTo>
                  <a:lnTo>
                    <a:pt x="68164" y="112273"/>
                  </a:lnTo>
                  <a:lnTo>
                    <a:pt x="69298" y="114023"/>
                  </a:lnTo>
                  <a:lnTo>
                    <a:pt x="70434" y="115771"/>
                  </a:lnTo>
                  <a:lnTo>
                    <a:pt x="71572" y="117519"/>
                  </a:lnTo>
                  <a:lnTo>
                    <a:pt x="72711" y="119265"/>
                  </a:lnTo>
                  <a:lnTo>
                    <a:pt x="73852" y="121010"/>
                  </a:lnTo>
                  <a:lnTo>
                    <a:pt x="74995" y="122755"/>
                  </a:lnTo>
                  <a:lnTo>
                    <a:pt x="76139" y="124498"/>
                  </a:lnTo>
                  <a:lnTo>
                    <a:pt x="77285" y="126240"/>
                  </a:lnTo>
                  <a:lnTo>
                    <a:pt x="78432" y="127981"/>
                  </a:lnTo>
                  <a:lnTo>
                    <a:pt x="79581" y="129721"/>
                  </a:lnTo>
                  <a:lnTo>
                    <a:pt x="80732" y="131460"/>
                  </a:lnTo>
                  <a:lnTo>
                    <a:pt x="81884" y="133198"/>
                  </a:lnTo>
                  <a:lnTo>
                    <a:pt x="83038" y="134935"/>
                  </a:lnTo>
                  <a:lnTo>
                    <a:pt x="84193" y="136671"/>
                  </a:lnTo>
                  <a:lnTo>
                    <a:pt x="85350" y="138405"/>
                  </a:lnTo>
                  <a:lnTo>
                    <a:pt x="86509" y="140139"/>
                  </a:lnTo>
                  <a:lnTo>
                    <a:pt x="87669" y="141871"/>
                  </a:lnTo>
                  <a:lnTo>
                    <a:pt x="88831" y="143603"/>
                  </a:lnTo>
                  <a:lnTo>
                    <a:pt x="89994" y="145333"/>
                  </a:lnTo>
                  <a:lnTo>
                    <a:pt x="91159" y="147063"/>
                  </a:lnTo>
                  <a:lnTo>
                    <a:pt x="92326" y="148791"/>
                  </a:lnTo>
                  <a:lnTo>
                    <a:pt x="93494" y="150518"/>
                  </a:lnTo>
                  <a:lnTo>
                    <a:pt x="94664" y="152244"/>
                  </a:lnTo>
                  <a:lnTo>
                    <a:pt x="95835" y="153969"/>
                  </a:lnTo>
                  <a:lnTo>
                    <a:pt x="97009" y="155693"/>
                  </a:lnTo>
                  <a:lnTo>
                    <a:pt x="98183" y="157416"/>
                  </a:lnTo>
                  <a:lnTo>
                    <a:pt x="99359" y="159138"/>
                  </a:lnTo>
                  <a:lnTo>
                    <a:pt x="100537" y="160858"/>
                  </a:lnTo>
                  <a:lnTo>
                    <a:pt x="101717" y="162578"/>
                  </a:lnTo>
                  <a:lnTo>
                    <a:pt x="102898" y="164296"/>
                  </a:lnTo>
                  <a:lnTo>
                    <a:pt x="104080" y="166014"/>
                  </a:lnTo>
                  <a:lnTo>
                    <a:pt x="105264" y="167730"/>
                  </a:lnTo>
                  <a:lnTo>
                    <a:pt x="106450" y="169445"/>
                  </a:lnTo>
                  <a:lnTo>
                    <a:pt x="107637" y="171159"/>
                  </a:lnTo>
                  <a:lnTo>
                    <a:pt x="108826" y="172872"/>
                  </a:lnTo>
                  <a:lnTo>
                    <a:pt x="110017" y="174584"/>
                  </a:lnTo>
                  <a:lnTo>
                    <a:pt x="111209" y="176295"/>
                  </a:lnTo>
                  <a:lnTo>
                    <a:pt x="112403" y="178004"/>
                  </a:lnTo>
                  <a:lnTo>
                    <a:pt x="113598" y="179713"/>
                  </a:lnTo>
                  <a:lnTo>
                    <a:pt x="114795" y="181420"/>
                  </a:lnTo>
                  <a:lnTo>
                    <a:pt x="115993" y="183127"/>
                  </a:lnTo>
                  <a:lnTo>
                    <a:pt x="117193" y="184832"/>
                  </a:lnTo>
                  <a:lnTo>
                    <a:pt x="118395" y="186536"/>
                  </a:lnTo>
                  <a:lnTo>
                    <a:pt x="119598" y="188239"/>
                  </a:lnTo>
                  <a:lnTo>
                    <a:pt x="120803" y="189941"/>
                  </a:lnTo>
                  <a:lnTo>
                    <a:pt x="122009" y="191642"/>
                  </a:lnTo>
                  <a:lnTo>
                    <a:pt x="123217" y="193341"/>
                  </a:lnTo>
                  <a:lnTo>
                    <a:pt x="124426" y="195040"/>
                  </a:lnTo>
                  <a:lnTo>
                    <a:pt x="125637" y="196737"/>
                  </a:lnTo>
                  <a:lnTo>
                    <a:pt x="126850" y="198434"/>
                  </a:lnTo>
                  <a:lnTo>
                    <a:pt x="128064" y="200129"/>
                  </a:lnTo>
                  <a:lnTo>
                    <a:pt x="129280" y="201823"/>
                  </a:lnTo>
                  <a:lnTo>
                    <a:pt x="130497" y="203516"/>
                  </a:lnTo>
                  <a:lnTo>
                    <a:pt x="131716" y="205208"/>
                  </a:lnTo>
                  <a:lnTo>
                    <a:pt x="132937" y="206898"/>
                  </a:lnTo>
                  <a:lnTo>
                    <a:pt x="134159" y="208588"/>
                  </a:lnTo>
                  <a:lnTo>
                    <a:pt x="135382" y="210276"/>
                  </a:lnTo>
                  <a:lnTo>
                    <a:pt x="136607" y="211964"/>
                  </a:lnTo>
                  <a:lnTo>
                    <a:pt x="137834" y="213650"/>
                  </a:lnTo>
                  <a:lnTo>
                    <a:pt x="139062" y="215335"/>
                  </a:lnTo>
                  <a:lnTo>
                    <a:pt x="140292" y="217019"/>
                  </a:lnTo>
                  <a:lnTo>
                    <a:pt x="141524" y="218701"/>
                  </a:lnTo>
                  <a:lnTo>
                    <a:pt x="142756" y="220383"/>
                  </a:lnTo>
                  <a:lnTo>
                    <a:pt x="143991" y="222063"/>
                  </a:lnTo>
                  <a:lnTo>
                    <a:pt x="145227" y="223743"/>
                  </a:lnTo>
                  <a:lnTo>
                    <a:pt x="146465" y="225421"/>
                  </a:lnTo>
                  <a:lnTo>
                    <a:pt x="147704" y="227098"/>
                  </a:lnTo>
                  <a:lnTo>
                    <a:pt x="148944" y="228774"/>
                  </a:lnTo>
                  <a:lnTo>
                    <a:pt x="150187" y="230448"/>
                  </a:lnTo>
                  <a:lnTo>
                    <a:pt x="151430" y="232122"/>
                  </a:lnTo>
                  <a:lnTo>
                    <a:pt x="152676" y="233794"/>
                  </a:lnTo>
                  <a:lnTo>
                    <a:pt x="153923" y="235466"/>
                  </a:lnTo>
                  <a:lnTo>
                    <a:pt x="155171" y="237136"/>
                  </a:lnTo>
                  <a:lnTo>
                    <a:pt x="156421" y="238805"/>
                  </a:lnTo>
                  <a:lnTo>
                    <a:pt x="157673" y="240473"/>
                  </a:lnTo>
                  <a:lnTo>
                    <a:pt x="158926" y="242139"/>
                  </a:lnTo>
                  <a:lnTo>
                    <a:pt x="160180" y="243805"/>
                  </a:lnTo>
                  <a:lnTo>
                    <a:pt x="161437" y="245469"/>
                  </a:lnTo>
                  <a:lnTo>
                    <a:pt x="162694" y="247132"/>
                  </a:lnTo>
                  <a:lnTo>
                    <a:pt x="163954" y="248794"/>
                  </a:lnTo>
                  <a:lnTo>
                    <a:pt x="165214" y="250455"/>
                  </a:lnTo>
                  <a:lnTo>
                    <a:pt x="166477" y="252114"/>
                  </a:lnTo>
                  <a:lnTo>
                    <a:pt x="167740" y="253773"/>
                  </a:lnTo>
                  <a:lnTo>
                    <a:pt x="169006" y="255430"/>
                  </a:lnTo>
                  <a:lnTo>
                    <a:pt x="170273" y="257086"/>
                  </a:lnTo>
                  <a:lnTo>
                    <a:pt x="171541" y="258741"/>
                  </a:lnTo>
                  <a:lnTo>
                    <a:pt x="172811" y="260395"/>
                  </a:lnTo>
                  <a:lnTo>
                    <a:pt x="174083" y="262048"/>
                  </a:lnTo>
                  <a:lnTo>
                    <a:pt x="175356" y="263699"/>
                  </a:lnTo>
                  <a:lnTo>
                    <a:pt x="176630" y="265349"/>
                  </a:lnTo>
                  <a:lnTo>
                    <a:pt x="177906" y="266999"/>
                  </a:lnTo>
                  <a:lnTo>
                    <a:pt x="179184" y="268646"/>
                  </a:lnTo>
                  <a:lnTo>
                    <a:pt x="180463" y="270293"/>
                  </a:lnTo>
                  <a:lnTo>
                    <a:pt x="181744" y="271939"/>
                  </a:lnTo>
                  <a:lnTo>
                    <a:pt x="183026" y="273583"/>
                  </a:lnTo>
                  <a:lnTo>
                    <a:pt x="184310" y="275226"/>
                  </a:lnTo>
                  <a:lnTo>
                    <a:pt x="185595" y="276868"/>
                  </a:lnTo>
                  <a:lnTo>
                    <a:pt x="186882" y="278509"/>
                  </a:lnTo>
                  <a:lnTo>
                    <a:pt x="188170" y="280148"/>
                  </a:lnTo>
                  <a:lnTo>
                    <a:pt x="189460" y="281787"/>
                  </a:lnTo>
                  <a:lnTo>
                    <a:pt x="190751" y="283424"/>
                  </a:lnTo>
                  <a:lnTo>
                    <a:pt x="192044" y="285060"/>
                  </a:lnTo>
                  <a:lnTo>
                    <a:pt x="193338" y="286695"/>
                  </a:lnTo>
                  <a:lnTo>
                    <a:pt x="194634" y="288328"/>
                  </a:lnTo>
                  <a:lnTo>
                    <a:pt x="195932" y="289961"/>
                  </a:lnTo>
                  <a:lnTo>
                    <a:pt x="197230" y="291592"/>
                  </a:lnTo>
                  <a:lnTo>
                    <a:pt x="198531" y="293222"/>
                  </a:lnTo>
                  <a:lnTo>
                    <a:pt x="199833" y="294851"/>
                  </a:lnTo>
                  <a:lnTo>
                    <a:pt x="201136" y="296478"/>
                  </a:lnTo>
                  <a:lnTo>
                    <a:pt x="202441" y="298105"/>
                  </a:lnTo>
                  <a:lnTo>
                    <a:pt x="203747" y="299730"/>
                  </a:lnTo>
                  <a:lnTo>
                    <a:pt x="205055" y="301354"/>
                  </a:lnTo>
                  <a:lnTo>
                    <a:pt x="206365" y="302977"/>
                  </a:lnTo>
                  <a:lnTo>
                    <a:pt x="207676" y="304598"/>
                  </a:lnTo>
                  <a:lnTo>
                    <a:pt x="208988" y="306218"/>
                  </a:lnTo>
                  <a:lnTo>
                    <a:pt x="210302" y="307837"/>
                  </a:lnTo>
                  <a:lnTo>
                    <a:pt x="211617" y="309455"/>
                  </a:lnTo>
                  <a:lnTo>
                    <a:pt x="212934" y="311072"/>
                  </a:lnTo>
                  <a:lnTo>
                    <a:pt x="214253" y="312687"/>
                  </a:lnTo>
                  <a:lnTo>
                    <a:pt x="215573" y="314302"/>
                  </a:lnTo>
                  <a:lnTo>
                    <a:pt x="216894" y="315915"/>
                  </a:lnTo>
                  <a:lnTo>
                    <a:pt x="218217" y="317526"/>
                  </a:lnTo>
                  <a:lnTo>
                    <a:pt x="219541" y="319137"/>
                  </a:lnTo>
                  <a:lnTo>
                    <a:pt x="220867" y="320746"/>
                  </a:lnTo>
                  <a:lnTo>
                    <a:pt x="222195" y="322354"/>
                  </a:lnTo>
                  <a:lnTo>
                    <a:pt x="223523" y="323961"/>
                  </a:lnTo>
                  <a:lnTo>
                    <a:pt x="224854" y="325567"/>
                  </a:lnTo>
                  <a:lnTo>
                    <a:pt x="226186" y="327171"/>
                  </a:lnTo>
                  <a:lnTo>
                    <a:pt x="227519" y="328774"/>
                  </a:lnTo>
                  <a:lnTo>
                    <a:pt x="228854" y="330376"/>
                  </a:lnTo>
                  <a:lnTo>
                    <a:pt x="230190" y="331977"/>
                  </a:lnTo>
                  <a:lnTo>
                    <a:pt x="231528" y="333577"/>
                  </a:lnTo>
                  <a:lnTo>
                    <a:pt x="232867" y="335175"/>
                  </a:lnTo>
                  <a:lnTo>
                    <a:pt x="234208" y="336772"/>
                  </a:lnTo>
                  <a:lnTo>
                    <a:pt x="235550" y="338368"/>
                  </a:lnTo>
                  <a:lnTo>
                    <a:pt x="236893" y="339962"/>
                  </a:lnTo>
                  <a:lnTo>
                    <a:pt x="238239" y="341555"/>
                  </a:lnTo>
                  <a:lnTo>
                    <a:pt x="239585" y="343147"/>
                  </a:lnTo>
                  <a:lnTo>
                    <a:pt x="240933" y="344738"/>
                  </a:lnTo>
                  <a:lnTo>
                    <a:pt x="242283" y="346328"/>
                  </a:lnTo>
                  <a:lnTo>
                    <a:pt x="243634" y="347916"/>
                  </a:lnTo>
                  <a:lnTo>
                    <a:pt x="244986" y="349503"/>
                  </a:lnTo>
                  <a:lnTo>
                    <a:pt x="246340" y="351089"/>
                  </a:lnTo>
                  <a:lnTo>
                    <a:pt x="247696" y="352673"/>
                  </a:lnTo>
                  <a:lnTo>
                    <a:pt x="249053" y="354256"/>
                  </a:lnTo>
                  <a:lnTo>
                    <a:pt x="250411" y="355838"/>
                  </a:lnTo>
                  <a:lnTo>
                    <a:pt x="251771" y="357419"/>
                  </a:lnTo>
                  <a:lnTo>
                    <a:pt x="253132" y="358999"/>
                  </a:lnTo>
                  <a:lnTo>
                    <a:pt x="254495" y="360577"/>
                  </a:lnTo>
                  <a:lnTo>
                    <a:pt x="255859" y="362154"/>
                  </a:lnTo>
                  <a:lnTo>
                    <a:pt x="257225" y="363729"/>
                  </a:lnTo>
                  <a:lnTo>
                    <a:pt x="258592" y="365304"/>
                  </a:lnTo>
                  <a:lnTo>
                    <a:pt x="259961" y="366877"/>
                  </a:lnTo>
                  <a:lnTo>
                    <a:pt x="261331" y="368449"/>
                  </a:lnTo>
                  <a:lnTo>
                    <a:pt x="262702" y="370019"/>
                  </a:lnTo>
                  <a:lnTo>
                    <a:pt x="264075" y="371589"/>
                  </a:lnTo>
                  <a:lnTo>
                    <a:pt x="265449" y="373157"/>
                  </a:lnTo>
                  <a:lnTo>
                    <a:pt x="266825" y="374724"/>
                  </a:lnTo>
                  <a:lnTo>
                    <a:pt x="268203" y="376289"/>
                  </a:lnTo>
                  <a:lnTo>
                    <a:pt x="269581" y="377853"/>
                  </a:lnTo>
                  <a:lnTo>
                    <a:pt x="270962" y="379416"/>
                  </a:lnTo>
                  <a:lnTo>
                    <a:pt x="272343" y="380978"/>
                  </a:lnTo>
                  <a:lnTo>
                    <a:pt x="273726" y="382539"/>
                  </a:lnTo>
                  <a:lnTo>
                    <a:pt x="275111" y="384098"/>
                  </a:lnTo>
                  <a:lnTo>
                    <a:pt x="276497" y="385656"/>
                  </a:lnTo>
                  <a:lnTo>
                    <a:pt x="277884" y="387212"/>
                  </a:lnTo>
                  <a:lnTo>
                    <a:pt x="279273" y="388767"/>
                  </a:lnTo>
                  <a:lnTo>
                    <a:pt x="280663" y="390321"/>
                  </a:lnTo>
                  <a:lnTo>
                    <a:pt x="282055" y="391874"/>
                  </a:lnTo>
                  <a:lnTo>
                    <a:pt x="283448" y="393426"/>
                  </a:lnTo>
                  <a:lnTo>
                    <a:pt x="284843" y="394976"/>
                  </a:lnTo>
                  <a:lnTo>
                    <a:pt x="286239" y="396525"/>
                  </a:lnTo>
                  <a:lnTo>
                    <a:pt x="287636" y="398072"/>
                  </a:lnTo>
                  <a:lnTo>
                    <a:pt x="289035" y="399618"/>
                  </a:lnTo>
                  <a:lnTo>
                    <a:pt x="290436" y="401163"/>
                  </a:lnTo>
                  <a:lnTo>
                    <a:pt x="291838" y="402707"/>
                  </a:lnTo>
                  <a:lnTo>
                    <a:pt x="293241" y="404249"/>
                  </a:lnTo>
                  <a:lnTo>
                    <a:pt x="294645" y="405790"/>
                  </a:lnTo>
                  <a:lnTo>
                    <a:pt x="296051" y="407330"/>
                  </a:lnTo>
                  <a:lnTo>
                    <a:pt x="297459" y="408869"/>
                  </a:lnTo>
                  <a:lnTo>
                    <a:pt x="298868" y="410406"/>
                  </a:lnTo>
                  <a:lnTo>
                    <a:pt x="300278" y="411942"/>
                  </a:lnTo>
                  <a:lnTo>
                    <a:pt x="301690" y="413476"/>
                  </a:lnTo>
                  <a:lnTo>
                    <a:pt x="303103" y="415009"/>
                  </a:lnTo>
                  <a:lnTo>
                    <a:pt x="304518" y="416541"/>
                  </a:lnTo>
                  <a:lnTo>
                    <a:pt x="305934" y="418072"/>
                  </a:lnTo>
                </a:path>
              </a:pathLst>
            </a:custGeom>
            <a:ln w="22859" cap="rnd">
              <a:solidFill>
                <a:srgbClr val="FF1A1A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3" name="pl7133"/>
            <p:cNvSpPr/>
            <p:nvPr/>
          </p:nvSpPr>
          <p:spPr>
            <a:xfrm>
              <a:off x="4550544" y="5014394"/>
              <a:ext cx="97442" cy="89460"/>
            </a:xfrm>
            <a:custGeom>
              <a:avLst/>
              <a:pathLst>
                <a:path w="97442" h="89460">
                  <a:moveTo>
                    <a:pt x="0" y="0"/>
                  </a:moveTo>
                  <a:lnTo>
                    <a:pt x="380" y="370"/>
                  </a:lnTo>
                  <a:lnTo>
                    <a:pt x="761" y="741"/>
                  </a:lnTo>
                  <a:lnTo>
                    <a:pt x="1141" y="1112"/>
                  </a:lnTo>
                  <a:lnTo>
                    <a:pt x="1522" y="1482"/>
                  </a:lnTo>
                  <a:lnTo>
                    <a:pt x="1903" y="1853"/>
                  </a:lnTo>
                  <a:lnTo>
                    <a:pt x="2284" y="2223"/>
                  </a:lnTo>
                  <a:lnTo>
                    <a:pt x="2665" y="2593"/>
                  </a:lnTo>
                  <a:lnTo>
                    <a:pt x="3046" y="2963"/>
                  </a:lnTo>
                  <a:lnTo>
                    <a:pt x="3427" y="3334"/>
                  </a:lnTo>
                  <a:lnTo>
                    <a:pt x="3809" y="3704"/>
                  </a:lnTo>
                  <a:lnTo>
                    <a:pt x="4190" y="4073"/>
                  </a:lnTo>
                  <a:lnTo>
                    <a:pt x="4572" y="4443"/>
                  </a:lnTo>
                  <a:lnTo>
                    <a:pt x="4953" y="4813"/>
                  </a:lnTo>
                  <a:lnTo>
                    <a:pt x="5335" y="5183"/>
                  </a:lnTo>
                  <a:lnTo>
                    <a:pt x="5717" y="5552"/>
                  </a:lnTo>
                  <a:lnTo>
                    <a:pt x="6099" y="5922"/>
                  </a:lnTo>
                  <a:lnTo>
                    <a:pt x="6481" y="6291"/>
                  </a:lnTo>
                  <a:lnTo>
                    <a:pt x="6863" y="6660"/>
                  </a:lnTo>
                  <a:lnTo>
                    <a:pt x="7245" y="7029"/>
                  </a:lnTo>
                  <a:lnTo>
                    <a:pt x="7627" y="7398"/>
                  </a:lnTo>
                  <a:lnTo>
                    <a:pt x="8009" y="7767"/>
                  </a:lnTo>
                  <a:lnTo>
                    <a:pt x="8392" y="8136"/>
                  </a:lnTo>
                  <a:lnTo>
                    <a:pt x="8774" y="8505"/>
                  </a:lnTo>
                  <a:lnTo>
                    <a:pt x="9157" y="8874"/>
                  </a:lnTo>
                  <a:lnTo>
                    <a:pt x="9539" y="9243"/>
                  </a:lnTo>
                  <a:lnTo>
                    <a:pt x="9922" y="9611"/>
                  </a:lnTo>
                  <a:lnTo>
                    <a:pt x="10305" y="9979"/>
                  </a:lnTo>
                  <a:lnTo>
                    <a:pt x="10688" y="10348"/>
                  </a:lnTo>
                  <a:lnTo>
                    <a:pt x="11071" y="10716"/>
                  </a:lnTo>
                  <a:lnTo>
                    <a:pt x="11454" y="11084"/>
                  </a:lnTo>
                  <a:lnTo>
                    <a:pt x="11837" y="11452"/>
                  </a:lnTo>
                  <a:lnTo>
                    <a:pt x="12220" y="11820"/>
                  </a:lnTo>
                  <a:lnTo>
                    <a:pt x="12604" y="12188"/>
                  </a:lnTo>
                  <a:lnTo>
                    <a:pt x="12987" y="12556"/>
                  </a:lnTo>
                  <a:lnTo>
                    <a:pt x="13371" y="12924"/>
                  </a:lnTo>
                  <a:lnTo>
                    <a:pt x="13754" y="13291"/>
                  </a:lnTo>
                  <a:lnTo>
                    <a:pt x="14138" y="13659"/>
                  </a:lnTo>
                  <a:lnTo>
                    <a:pt x="14522" y="14026"/>
                  </a:lnTo>
                  <a:lnTo>
                    <a:pt x="14906" y="14394"/>
                  </a:lnTo>
                  <a:lnTo>
                    <a:pt x="15290" y="14761"/>
                  </a:lnTo>
                  <a:lnTo>
                    <a:pt x="15674" y="15128"/>
                  </a:lnTo>
                  <a:lnTo>
                    <a:pt x="16058" y="15495"/>
                  </a:lnTo>
                  <a:lnTo>
                    <a:pt x="16442" y="15862"/>
                  </a:lnTo>
                  <a:lnTo>
                    <a:pt x="16827" y="16229"/>
                  </a:lnTo>
                  <a:lnTo>
                    <a:pt x="17211" y="16596"/>
                  </a:lnTo>
                  <a:lnTo>
                    <a:pt x="17596" y="16962"/>
                  </a:lnTo>
                  <a:lnTo>
                    <a:pt x="17980" y="17329"/>
                  </a:lnTo>
                  <a:lnTo>
                    <a:pt x="18365" y="17695"/>
                  </a:lnTo>
                  <a:lnTo>
                    <a:pt x="18750" y="18062"/>
                  </a:lnTo>
                  <a:lnTo>
                    <a:pt x="19135" y="18428"/>
                  </a:lnTo>
                  <a:lnTo>
                    <a:pt x="19520" y="18794"/>
                  </a:lnTo>
                  <a:lnTo>
                    <a:pt x="19905" y="19160"/>
                  </a:lnTo>
                  <a:lnTo>
                    <a:pt x="20290" y="19526"/>
                  </a:lnTo>
                  <a:lnTo>
                    <a:pt x="20675" y="19892"/>
                  </a:lnTo>
                  <a:lnTo>
                    <a:pt x="21060" y="20258"/>
                  </a:lnTo>
                  <a:lnTo>
                    <a:pt x="21446" y="20624"/>
                  </a:lnTo>
                  <a:lnTo>
                    <a:pt x="21831" y="20990"/>
                  </a:lnTo>
                  <a:lnTo>
                    <a:pt x="22217" y="21355"/>
                  </a:lnTo>
                  <a:lnTo>
                    <a:pt x="22602" y="21721"/>
                  </a:lnTo>
                  <a:lnTo>
                    <a:pt x="22988" y="22086"/>
                  </a:lnTo>
                  <a:lnTo>
                    <a:pt x="23374" y="22451"/>
                  </a:lnTo>
                  <a:lnTo>
                    <a:pt x="23760" y="22817"/>
                  </a:lnTo>
                  <a:lnTo>
                    <a:pt x="24146" y="23182"/>
                  </a:lnTo>
                  <a:lnTo>
                    <a:pt x="24532" y="23547"/>
                  </a:lnTo>
                  <a:lnTo>
                    <a:pt x="24918" y="23912"/>
                  </a:lnTo>
                  <a:lnTo>
                    <a:pt x="25304" y="24277"/>
                  </a:lnTo>
                  <a:lnTo>
                    <a:pt x="25691" y="24641"/>
                  </a:lnTo>
                  <a:lnTo>
                    <a:pt x="26077" y="25006"/>
                  </a:lnTo>
                  <a:lnTo>
                    <a:pt x="26464" y="25371"/>
                  </a:lnTo>
                  <a:lnTo>
                    <a:pt x="26850" y="25735"/>
                  </a:lnTo>
                  <a:lnTo>
                    <a:pt x="27237" y="26099"/>
                  </a:lnTo>
                  <a:lnTo>
                    <a:pt x="27624" y="26464"/>
                  </a:lnTo>
                  <a:lnTo>
                    <a:pt x="28011" y="26828"/>
                  </a:lnTo>
                  <a:lnTo>
                    <a:pt x="28398" y="27192"/>
                  </a:lnTo>
                  <a:lnTo>
                    <a:pt x="28785" y="27556"/>
                  </a:lnTo>
                  <a:lnTo>
                    <a:pt x="29172" y="27920"/>
                  </a:lnTo>
                  <a:lnTo>
                    <a:pt x="29559" y="28284"/>
                  </a:lnTo>
                  <a:lnTo>
                    <a:pt x="29946" y="28647"/>
                  </a:lnTo>
                  <a:lnTo>
                    <a:pt x="30334" y="29011"/>
                  </a:lnTo>
                  <a:lnTo>
                    <a:pt x="30721" y="29375"/>
                  </a:lnTo>
                  <a:lnTo>
                    <a:pt x="31109" y="29738"/>
                  </a:lnTo>
                  <a:lnTo>
                    <a:pt x="31497" y="30101"/>
                  </a:lnTo>
                  <a:lnTo>
                    <a:pt x="31884" y="30465"/>
                  </a:lnTo>
                  <a:lnTo>
                    <a:pt x="32272" y="30828"/>
                  </a:lnTo>
                  <a:lnTo>
                    <a:pt x="32660" y="31191"/>
                  </a:lnTo>
                  <a:lnTo>
                    <a:pt x="33048" y="31554"/>
                  </a:lnTo>
                  <a:lnTo>
                    <a:pt x="33436" y="31917"/>
                  </a:lnTo>
                  <a:lnTo>
                    <a:pt x="33824" y="32280"/>
                  </a:lnTo>
                  <a:lnTo>
                    <a:pt x="34213" y="32642"/>
                  </a:lnTo>
                  <a:lnTo>
                    <a:pt x="34601" y="33005"/>
                  </a:lnTo>
                  <a:lnTo>
                    <a:pt x="34989" y="33367"/>
                  </a:lnTo>
                  <a:lnTo>
                    <a:pt x="35378" y="33730"/>
                  </a:lnTo>
                  <a:lnTo>
                    <a:pt x="35767" y="34092"/>
                  </a:lnTo>
                  <a:lnTo>
                    <a:pt x="36155" y="34454"/>
                  </a:lnTo>
                  <a:lnTo>
                    <a:pt x="36544" y="34816"/>
                  </a:lnTo>
                  <a:lnTo>
                    <a:pt x="36933" y="35179"/>
                  </a:lnTo>
                  <a:lnTo>
                    <a:pt x="37322" y="35540"/>
                  </a:lnTo>
                  <a:lnTo>
                    <a:pt x="37711" y="35902"/>
                  </a:lnTo>
                  <a:lnTo>
                    <a:pt x="38100" y="36264"/>
                  </a:lnTo>
                  <a:lnTo>
                    <a:pt x="38489" y="36626"/>
                  </a:lnTo>
                  <a:lnTo>
                    <a:pt x="38879" y="36987"/>
                  </a:lnTo>
                  <a:lnTo>
                    <a:pt x="39268" y="37349"/>
                  </a:lnTo>
                  <a:lnTo>
                    <a:pt x="39658" y="37710"/>
                  </a:lnTo>
                  <a:lnTo>
                    <a:pt x="40047" y="38072"/>
                  </a:lnTo>
                  <a:lnTo>
                    <a:pt x="40437" y="38433"/>
                  </a:lnTo>
                  <a:lnTo>
                    <a:pt x="40827" y="38794"/>
                  </a:lnTo>
                  <a:lnTo>
                    <a:pt x="41216" y="39155"/>
                  </a:lnTo>
                  <a:lnTo>
                    <a:pt x="41606" y="39516"/>
                  </a:lnTo>
                  <a:lnTo>
                    <a:pt x="41996" y="39877"/>
                  </a:lnTo>
                  <a:lnTo>
                    <a:pt x="42386" y="40237"/>
                  </a:lnTo>
                  <a:lnTo>
                    <a:pt x="42777" y="40598"/>
                  </a:lnTo>
                  <a:lnTo>
                    <a:pt x="43167" y="40959"/>
                  </a:lnTo>
                  <a:lnTo>
                    <a:pt x="43557" y="41319"/>
                  </a:lnTo>
                  <a:lnTo>
                    <a:pt x="43948" y="41679"/>
                  </a:lnTo>
                  <a:lnTo>
                    <a:pt x="44338" y="42040"/>
                  </a:lnTo>
                  <a:lnTo>
                    <a:pt x="44729" y="42400"/>
                  </a:lnTo>
                  <a:lnTo>
                    <a:pt x="45120" y="42760"/>
                  </a:lnTo>
                  <a:lnTo>
                    <a:pt x="45510" y="43120"/>
                  </a:lnTo>
                  <a:lnTo>
                    <a:pt x="45901" y="43480"/>
                  </a:lnTo>
                  <a:lnTo>
                    <a:pt x="46292" y="43840"/>
                  </a:lnTo>
                  <a:lnTo>
                    <a:pt x="46683" y="44199"/>
                  </a:lnTo>
                  <a:lnTo>
                    <a:pt x="47074" y="44559"/>
                  </a:lnTo>
                  <a:lnTo>
                    <a:pt x="47466" y="44918"/>
                  </a:lnTo>
                  <a:lnTo>
                    <a:pt x="47857" y="45278"/>
                  </a:lnTo>
                  <a:lnTo>
                    <a:pt x="48248" y="45637"/>
                  </a:lnTo>
                  <a:lnTo>
                    <a:pt x="48640" y="45996"/>
                  </a:lnTo>
                  <a:lnTo>
                    <a:pt x="49031" y="46356"/>
                  </a:lnTo>
                  <a:lnTo>
                    <a:pt x="49423" y="46715"/>
                  </a:lnTo>
                  <a:lnTo>
                    <a:pt x="49815" y="47074"/>
                  </a:lnTo>
                  <a:lnTo>
                    <a:pt x="50207" y="47432"/>
                  </a:lnTo>
                  <a:lnTo>
                    <a:pt x="50599" y="47791"/>
                  </a:lnTo>
                  <a:lnTo>
                    <a:pt x="50991" y="48150"/>
                  </a:lnTo>
                  <a:lnTo>
                    <a:pt x="51383" y="48508"/>
                  </a:lnTo>
                  <a:lnTo>
                    <a:pt x="51775" y="48867"/>
                  </a:lnTo>
                  <a:lnTo>
                    <a:pt x="52167" y="49225"/>
                  </a:lnTo>
                  <a:lnTo>
                    <a:pt x="52559" y="49584"/>
                  </a:lnTo>
                  <a:lnTo>
                    <a:pt x="52952" y="49942"/>
                  </a:lnTo>
                  <a:lnTo>
                    <a:pt x="53344" y="50300"/>
                  </a:lnTo>
                  <a:lnTo>
                    <a:pt x="53737" y="50658"/>
                  </a:lnTo>
                  <a:lnTo>
                    <a:pt x="54130" y="51016"/>
                  </a:lnTo>
                  <a:lnTo>
                    <a:pt x="54522" y="51374"/>
                  </a:lnTo>
                  <a:lnTo>
                    <a:pt x="54915" y="51731"/>
                  </a:lnTo>
                  <a:lnTo>
                    <a:pt x="55308" y="52089"/>
                  </a:lnTo>
                  <a:lnTo>
                    <a:pt x="55701" y="52447"/>
                  </a:lnTo>
                  <a:lnTo>
                    <a:pt x="56094" y="52804"/>
                  </a:lnTo>
                  <a:lnTo>
                    <a:pt x="56488" y="53161"/>
                  </a:lnTo>
                  <a:lnTo>
                    <a:pt x="56881" y="53519"/>
                  </a:lnTo>
                  <a:lnTo>
                    <a:pt x="57274" y="53876"/>
                  </a:lnTo>
                  <a:lnTo>
                    <a:pt x="57668" y="54233"/>
                  </a:lnTo>
                  <a:lnTo>
                    <a:pt x="58061" y="54590"/>
                  </a:lnTo>
                  <a:lnTo>
                    <a:pt x="58455" y="54947"/>
                  </a:lnTo>
                  <a:lnTo>
                    <a:pt x="58849" y="55304"/>
                  </a:lnTo>
                  <a:lnTo>
                    <a:pt x="59242" y="55660"/>
                  </a:lnTo>
                  <a:lnTo>
                    <a:pt x="59636" y="56017"/>
                  </a:lnTo>
                  <a:lnTo>
                    <a:pt x="60030" y="56373"/>
                  </a:lnTo>
                  <a:lnTo>
                    <a:pt x="60424" y="56730"/>
                  </a:lnTo>
                  <a:lnTo>
                    <a:pt x="60818" y="57086"/>
                  </a:lnTo>
                  <a:lnTo>
                    <a:pt x="61213" y="57442"/>
                  </a:lnTo>
                  <a:lnTo>
                    <a:pt x="61607" y="57798"/>
                  </a:lnTo>
                  <a:lnTo>
                    <a:pt x="62001" y="58154"/>
                  </a:lnTo>
                  <a:lnTo>
                    <a:pt x="62396" y="58510"/>
                  </a:lnTo>
                  <a:lnTo>
                    <a:pt x="62790" y="58866"/>
                  </a:lnTo>
                  <a:lnTo>
                    <a:pt x="63185" y="59222"/>
                  </a:lnTo>
                  <a:lnTo>
                    <a:pt x="63580" y="59578"/>
                  </a:lnTo>
                  <a:lnTo>
                    <a:pt x="63975" y="59933"/>
                  </a:lnTo>
                  <a:lnTo>
                    <a:pt x="64370" y="60289"/>
                  </a:lnTo>
                  <a:lnTo>
                    <a:pt x="64765" y="60644"/>
                  </a:lnTo>
                  <a:lnTo>
                    <a:pt x="65160" y="60999"/>
                  </a:lnTo>
                  <a:lnTo>
                    <a:pt x="65555" y="61354"/>
                  </a:lnTo>
                  <a:lnTo>
                    <a:pt x="65950" y="61710"/>
                  </a:lnTo>
                  <a:lnTo>
                    <a:pt x="66345" y="62065"/>
                  </a:lnTo>
                  <a:lnTo>
                    <a:pt x="66741" y="62419"/>
                  </a:lnTo>
                  <a:lnTo>
                    <a:pt x="67136" y="62774"/>
                  </a:lnTo>
                  <a:lnTo>
                    <a:pt x="67532" y="63129"/>
                  </a:lnTo>
                  <a:lnTo>
                    <a:pt x="67928" y="63484"/>
                  </a:lnTo>
                  <a:lnTo>
                    <a:pt x="68323" y="63838"/>
                  </a:lnTo>
                  <a:lnTo>
                    <a:pt x="68719" y="64192"/>
                  </a:lnTo>
                  <a:lnTo>
                    <a:pt x="69115" y="64547"/>
                  </a:lnTo>
                  <a:lnTo>
                    <a:pt x="69511" y="64901"/>
                  </a:lnTo>
                  <a:lnTo>
                    <a:pt x="69907" y="65255"/>
                  </a:lnTo>
                  <a:lnTo>
                    <a:pt x="70303" y="65609"/>
                  </a:lnTo>
                  <a:lnTo>
                    <a:pt x="70700" y="65963"/>
                  </a:lnTo>
                  <a:lnTo>
                    <a:pt x="71096" y="66317"/>
                  </a:lnTo>
                  <a:lnTo>
                    <a:pt x="71493" y="66671"/>
                  </a:lnTo>
                  <a:lnTo>
                    <a:pt x="71889" y="67024"/>
                  </a:lnTo>
                  <a:lnTo>
                    <a:pt x="72286" y="67378"/>
                  </a:lnTo>
                  <a:lnTo>
                    <a:pt x="72682" y="67731"/>
                  </a:lnTo>
                  <a:lnTo>
                    <a:pt x="73079" y="68085"/>
                  </a:lnTo>
                  <a:lnTo>
                    <a:pt x="73476" y="68438"/>
                  </a:lnTo>
                  <a:lnTo>
                    <a:pt x="73873" y="68791"/>
                  </a:lnTo>
                  <a:lnTo>
                    <a:pt x="74270" y="69144"/>
                  </a:lnTo>
                  <a:lnTo>
                    <a:pt x="74667" y="69497"/>
                  </a:lnTo>
                  <a:lnTo>
                    <a:pt x="75064" y="69850"/>
                  </a:lnTo>
                  <a:lnTo>
                    <a:pt x="75462" y="70203"/>
                  </a:lnTo>
                  <a:lnTo>
                    <a:pt x="75859" y="70556"/>
                  </a:lnTo>
                  <a:lnTo>
                    <a:pt x="76256" y="70908"/>
                  </a:lnTo>
                  <a:lnTo>
                    <a:pt x="76654" y="71261"/>
                  </a:lnTo>
                  <a:lnTo>
                    <a:pt x="77052" y="71613"/>
                  </a:lnTo>
                  <a:lnTo>
                    <a:pt x="77449" y="71966"/>
                  </a:lnTo>
                  <a:lnTo>
                    <a:pt x="77847" y="72318"/>
                  </a:lnTo>
                  <a:lnTo>
                    <a:pt x="78245" y="72670"/>
                  </a:lnTo>
                  <a:lnTo>
                    <a:pt x="78643" y="73022"/>
                  </a:lnTo>
                  <a:lnTo>
                    <a:pt x="79041" y="73374"/>
                  </a:lnTo>
                  <a:lnTo>
                    <a:pt x="79439" y="73726"/>
                  </a:lnTo>
                  <a:lnTo>
                    <a:pt x="79837" y="74078"/>
                  </a:lnTo>
                  <a:lnTo>
                    <a:pt x="80236" y="74429"/>
                  </a:lnTo>
                  <a:lnTo>
                    <a:pt x="80634" y="74781"/>
                  </a:lnTo>
                  <a:lnTo>
                    <a:pt x="81033" y="75132"/>
                  </a:lnTo>
                  <a:lnTo>
                    <a:pt x="81431" y="75484"/>
                  </a:lnTo>
                  <a:lnTo>
                    <a:pt x="81830" y="75835"/>
                  </a:lnTo>
                  <a:lnTo>
                    <a:pt x="82229" y="76186"/>
                  </a:lnTo>
                  <a:lnTo>
                    <a:pt x="82627" y="76537"/>
                  </a:lnTo>
                  <a:lnTo>
                    <a:pt x="83026" y="76888"/>
                  </a:lnTo>
                  <a:lnTo>
                    <a:pt x="83425" y="77239"/>
                  </a:lnTo>
                  <a:lnTo>
                    <a:pt x="83824" y="77590"/>
                  </a:lnTo>
                  <a:lnTo>
                    <a:pt x="84223" y="77940"/>
                  </a:lnTo>
                  <a:lnTo>
                    <a:pt x="84623" y="78291"/>
                  </a:lnTo>
                  <a:lnTo>
                    <a:pt x="85022" y="78642"/>
                  </a:lnTo>
                  <a:lnTo>
                    <a:pt x="85421" y="78992"/>
                  </a:lnTo>
                  <a:lnTo>
                    <a:pt x="85821" y="79342"/>
                  </a:lnTo>
                  <a:lnTo>
                    <a:pt x="86220" y="79693"/>
                  </a:lnTo>
                  <a:lnTo>
                    <a:pt x="86620" y="80043"/>
                  </a:lnTo>
                  <a:lnTo>
                    <a:pt x="87020" y="80393"/>
                  </a:lnTo>
                  <a:lnTo>
                    <a:pt x="87420" y="80743"/>
                  </a:lnTo>
                  <a:lnTo>
                    <a:pt x="87820" y="81092"/>
                  </a:lnTo>
                  <a:lnTo>
                    <a:pt x="88220" y="81442"/>
                  </a:lnTo>
                  <a:lnTo>
                    <a:pt x="88620" y="81792"/>
                  </a:lnTo>
                  <a:lnTo>
                    <a:pt x="89020" y="82141"/>
                  </a:lnTo>
                  <a:lnTo>
                    <a:pt x="89420" y="82491"/>
                  </a:lnTo>
                  <a:lnTo>
                    <a:pt x="89820" y="82840"/>
                  </a:lnTo>
                  <a:lnTo>
                    <a:pt x="90221" y="83189"/>
                  </a:lnTo>
                  <a:lnTo>
                    <a:pt x="90621" y="83539"/>
                  </a:lnTo>
                  <a:lnTo>
                    <a:pt x="91022" y="83888"/>
                  </a:lnTo>
                  <a:lnTo>
                    <a:pt x="91422" y="84237"/>
                  </a:lnTo>
                  <a:lnTo>
                    <a:pt x="91823" y="84586"/>
                  </a:lnTo>
                  <a:lnTo>
                    <a:pt x="92224" y="84934"/>
                  </a:lnTo>
                  <a:lnTo>
                    <a:pt x="92625" y="85283"/>
                  </a:lnTo>
                  <a:lnTo>
                    <a:pt x="93026" y="85632"/>
                  </a:lnTo>
                  <a:lnTo>
                    <a:pt x="93427" y="85980"/>
                  </a:lnTo>
                  <a:lnTo>
                    <a:pt x="93828" y="86328"/>
                  </a:lnTo>
                  <a:lnTo>
                    <a:pt x="94229" y="86677"/>
                  </a:lnTo>
                  <a:lnTo>
                    <a:pt x="94631" y="87025"/>
                  </a:lnTo>
                  <a:lnTo>
                    <a:pt x="95032" y="87373"/>
                  </a:lnTo>
                  <a:lnTo>
                    <a:pt x="95434" y="87721"/>
                  </a:lnTo>
                  <a:lnTo>
                    <a:pt x="95835" y="88069"/>
                  </a:lnTo>
                  <a:lnTo>
                    <a:pt x="96237" y="88417"/>
                  </a:lnTo>
                  <a:lnTo>
                    <a:pt x="96639" y="88765"/>
                  </a:lnTo>
                  <a:lnTo>
                    <a:pt x="97040" y="89112"/>
                  </a:lnTo>
                  <a:lnTo>
                    <a:pt x="97442" y="89460"/>
                  </a:lnTo>
                </a:path>
              </a:pathLst>
            </a:custGeom>
            <a:ln w="83820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4" name="pl7134"/>
            <p:cNvSpPr/>
            <p:nvPr/>
          </p:nvSpPr>
          <p:spPr>
            <a:xfrm>
              <a:off x="4523591" y="5042046"/>
              <a:ext cx="99142" cy="91020"/>
            </a:xfrm>
            <a:custGeom>
              <a:avLst/>
              <a:pathLst>
                <a:path w="99142" h="91020">
                  <a:moveTo>
                    <a:pt x="0" y="0"/>
                  </a:moveTo>
                  <a:lnTo>
                    <a:pt x="387" y="377"/>
                  </a:lnTo>
                  <a:lnTo>
                    <a:pt x="774" y="754"/>
                  </a:lnTo>
                  <a:lnTo>
                    <a:pt x="1161" y="1131"/>
                  </a:lnTo>
                  <a:lnTo>
                    <a:pt x="1549" y="1508"/>
                  </a:lnTo>
                  <a:lnTo>
                    <a:pt x="1936" y="1885"/>
                  </a:lnTo>
                  <a:lnTo>
                    <a:pt x="2324" y="2262"/>
                  </a:lnTo>
                  <a:lnTo>
                    <a:pt x="2712" y="2639"/>
                  </a:lnTo>
                  <a:lnTo>
                    <a:pt x="3099" y="3015"/>
                  </a:lnTo>
                  <a:lnTo>
                    <a:pt x="3487" y="3392"/>
                  </a:lnTo>
                  <a:lnTo>
                    <a:pt x="3875" y="3768"/>
                  </a:lnTo>
                  <a:lnTo>
                    <a:pt x="4263" y="4145"/>
                  </a:lnTo>
                  <a:lnTo>
                    <a:pt x="4651" y="4521"/>
                  </a:lnTo>
                  <a:lnTo>
                    <a:pt x="5040" y="4897"/>
                  </a:lnTo>
                  <a:lnTo>
                    <a:pt x="5428" y="5273"/>
                  </a:lnTo>
                  <a:lnTo>
                    <a:pt x="5817" y="5649"/>
                  </a:lnTo>
                  <a:lnTo>
                    <a:pt x="6205" y="6025"/>
                  </a:lnTo>
                  <a:lnTo>
                    <a:pt x="6594" y="6401"/>
                  </a:lnTo>
                  <a:lnTo>
                    <a:pt x="6982" y="6776"/>
                  </a:lnTo>
                  <a:lnTo>
                    <a:pt x="7371" y="7152"/>
                  </a:lnTo>
                  <a:lnTo>
                    <a:pt x="7760" y="7528"/>
                  </a:lnTo>
                  <a:lnTo>
                    <a:pt x="8149" y="7903"/>
                  </a:lnTo>
                  <a:lnTo>
                    <a:pt x="8538" y="8278"/>
                  </a:lnTo>
                  <a:lnTo>
                    <a:pt x="8927" y="8654"/>
                  </a:lnTo>
                  <a:lnTo>
                    <a:pt x="9316" y="9029"/>
                  </a:lnTo>
                  <a:lnTo>
                    <a:pt x="9706" y="9404"/>
                  </a:lnTo>
                  <a:lnTo>
                    <a:pt x="10095" y="9779"/>
                  </a:lnTo>
                  <a:lnTo>
                    <a:pt x="10485" y="10154"/>
                  </a:lnTo>
                  <a:lnTo>
                    <a:pt x="10874" y="10528"/>
                  </a:lnTo>
                  <a:lnTo>
                    <a:pt x="11264" y="10903"/>
                  </a:lnTo>
                  <a:lnTo>
                    <a:pt x="11654" y="11278"/>
                  </a:lnTo>
                  <a:lnTo>
                    <a:pt x="12044" y="11652"/>
                  </a:lnTo>
                  <a:lnTo>
                    <a:pt x="12434" y="12026"/>
                  </a:lnTo>
                  <a:lnTo>
                    <a:pt x="12824" y="12401"/>
                  </a:lnTo>
                  <a:lnTo>
                    <a:pt x="13214" y="12775"/>
                  </a:lnTo>
                  <a:lnTo>
                    <a:pt x="13604" y="13149"/>
                  </a:lnTo>
                  <a:lnTo>
                    <a:pt x="13994" y="13523"/>
                  </a:lnTo>
                  <a:lnTo>
                    <a:pt x="14385" y="13897"/>
                  </a:lnTo>
                  <a:lnTo>
                    <a:pt x="14775" y="14271"/>
                  </a:lnTo>
                  <a:lnTo>
                    <a:pt x="15166" y="14645"/>
                  </a:lnTo>
                  <a:lnTo>
                    <a:pt x="15557" y="15018"/>
                  </a:lnTo>
                  <a:lnTo>
                    <a:pt x="15947" y="15392"/>
                  </a:lnTo>
                  <a:lnTo>
                    <a:pt x="16338" y="15765"/>
                  </a:lnTo>
                  <a:lnTo>
                    <a:pt x="16729" y="16139"/>
                  </a:lnTo>
                  <a:lnTo>
                    <a:pt x="17120" y="16512"/>
                  </a:lnTo>
                  <a:lnTo>
                    <a:pt x="17511" y="16885"/>
                  </a:lnTo>
                  <a:lnTo>
                    <a:pt x="17903" y="17258"/>
                  </a:lnTo>
                  <a:lnTo>
                    <a:pt x="18294" y="17631"/>
                  </a:lnTo>
                  <a:lnTo>
                    <a:pt x="18685" y="18004"/>
                  </a:lnTo>
                  <a:lnTo>
                    <a:pt x="19077" y="18377"/>
                  </a:lnTo>
                  <a:lnTo>
                    <a:pt x="19468" y="18750"/>
                  </a:lnTo>
                  <a:lnTo>
                    <a:pt x="19860" y="19122"/>
                  </a:lnTo>
                  <a:lnTo>
                    <a:pt x="20252" y="19495"/>
                  </a:lnTo>
                  <a:lnTo>
                    <a:pt x="20644" y="19867"/>
                  </a:lnTo>
                  <a:lnTo>
                    <a:pt x="21036" y="20239"/>
                  </a:lnTo>
                  <a:lnTo>
                    <a:pt x="21428" y="20612"/>
                  </a:lnTo>
                  <a:lnTo>
                    <a:pt x="21820" y="20984"/>
                  </a:lnTo>
                  <a:lnTo>
                    <a:pt x="22212" y="21356"/>
                  </a:lnTo>
                  <a:lnTo>
                    <a:pt x="22604" y="21728"/>
                  </a:lnTo>
                  <a:lnTo>
                    <a:pt x="22997" y="22100"/>
                  </a:lnTo>
                  <a:lnTo>
                    <a:pt x="23389" y="22471"/>
                  </a:lnTo>
                  <a:lnTo>
                    <a:pt x="23782" y="22843"/>
                  </a:lnTo>
                  <a:lnTo>
                    <a:pt x="24174" y="23215"/>
                  </a:lnTo>
                  <a:lnTo>
                    <a:pt x="24567" y="23586"/>
                  </a:lnTo>
                  <a:lnTo>
                    <a:pt x="24960" y="23958"/>
                  </a:lnTo>
                  <a:lnTo>
                    <a:pt x="25353" y="24329"/>
                  </a:lnTo>
                  <a:lnTo>
                    <a:pt x="25746" y="24700"/>
                  </a:lnTo>
                  <a:lnTo>
                    <a:pt x="26139" y="25071"/>
                  </a:lnTo>
                  <a:lnTo>
                    <a:pt x="26532" y="25442"/>
                  </a:lnTo>
                  <a:lnTo>
                    <a:pt x="26925" y="25813"/>
                  </a:lnTo>
                  <a:lnTo>
                    <a:pt x="27319" y="26184"/>
                  </a:lnTo>
                  <a:lnTo>
                    <a:pt x="27712" y="26555"/>
                  </a:lnTo>
                  <a:lnTo>
                    <a:pt x="28106" y="26925"/>
                  </a:lnTo>
                  <a:lnTo>
                    <a:pt x="28499" y="27296"/>
                  </a:lnTo>
                  <a:lnTo>
                    <a:pt x="28893" y="27666"/>
                  </a:lnTo>
                  <a:lnTo>
                    <a:pt x="29287" y="28037"/>
                  </a:lnTo>
                  <a:lnTo>
                    <a:pt x="29681" y="28407"/>
                  </a:lnTo>
                  <a:lnTo>
                    <a:pt x="30075" y="28777"/>
                  </a:lnTo>
                  <a:lnTo>
                    <a:pt x="30469" y="29147"/>
                  </a:lnTo>
                  <a:lnTo>
                    <a:pt x="30863" y="29517"/>
                  </a:lnTo>
                  <a:lnTo>
                    <a:pt x="31257" y="29887"/>
                  </a:lnTo>
                  <a:lnTo>
                    <a:pt x="31651" y="30257"/>
                  </a:lnTo>
                  <a:lnTo>
                    <a:pt x="32046" y="30626"/>
                  </a:lnTo>
                  <a:lnTo>
                    <a:pt x="32440" y="30996"/>
                  </a:lnTo>
                  <a:lnTo>
                    <a:pt x="32835" y="31365"/>
                  </a:lnTo>
                  <a:lnTo>
                    <a:pt x="33230" y="31735"/>
                  </a:lnTo>
                  <a:lnTo>
                    <a:pt x="33624" y="32104"/>
                  </a:lnTo>
                  <a:lnTo>
                    <a:pt x="34019" y="32473"/>
                  </a:lnTo>
                  <a:lnTo>
                    <a:pt x="34414" y="32843"/>
                  </a:lnTo>
                  <a:lnTo>
                    <a:pt x="34809" y="33212"/>
                  </a:lnTo>
                  <a:lnTo>
                    <a:pt x="35205" y="33581"/>
                  </a:lnTo>
                  <a:lnTo>
                    <a:pt x="35600" y="33949"/>
                  </a:lnTo>
                  <a:lnTo>
                    <a:pt x="35995" y="34318"/>
                  </a:lnTo>
                  <a:lnTo>
                    <a:pt x="36390" y="34687"/>
                  </a:lnTo>
                  <a:lnTo>
                    <a:pt x="36786" y="35055"/>
                  </a:lnTo>
                  <a:lnTo>
                    <a:pt x="37182" y="35424"/>
                  </a:lnTo>
                  <a:lnTo>
                    <a:pt x="37577" y="35792"/>
                  </a:lnTo>
                  <a:lnTo>
                    <a:pt x="37973" y="36160"/>
                  </a:lnTo>
                  <a:lnTo>
                    <a:pt x="38369" y="36529"/>
                  </a:lnTo>
                  <a:lnTo>
                    <a:pt x="38765" y="36897"/>
                  </a:lnTo>
                  <a:lnTo>
                    <a:pt x="39161" y="37265"/>
                  </a:lnTo>
                  <a:lnTo>
                    <a:pt x="39557" y="37632"/>
                  </a:lnTo>
                  <a:lnTo>
                    <a:pt x="39953" y="38000"/>
                  </a:lnTo>
                  <a:lnTo>
                    <a:pt x="40349" y="38368"/>
                  </a:lnTo>
                  <a:lnTo>
                    <a:pt x="40746" y="38736"/>
                  </a:lnTo>
                  <a:lnTo>
                    <a:pt x="41142" y="39103"/>
                  </a:lnTo>
                  <a:lnTo>
                    <a:pt x="41539" y="39470"/>
                  </a:lnTo>
                  <a:lnTo>
                    <a:pt x="41935" y="39838"/>
                  </a:lnTo>
                  <a:lnTo>
                    <a:pt x="42332" y="40205"/>
                  </a:lnTo>
                  <a:lnTo>
                    <a:pt x="42729" y="40572"/>
                  </a:lnTo>
                  <a:lnTo>
                    <a:pt x="43126" y="40939"/>
                  </a:lnTo>
                  <a:lnTo>
                    <a:pt x="43523" y="41306"/>
                  </a:lnTo>
                  <a:lnTo>
                    <a:pt x="43920" y="41673"/>
                  </a:lnTo>
                  <a:lnTo>
                    <a:pt x="44317" y="42040"/>
                  </a:lnTo>
                  <a:lnTo>
                    <a:pt x="44714" y="42406"/>
                  </a:lnTo>
                  <a:lnTo>
                    <a:pt x="45112" y="42773"/>
                  </a:lnTo>
                  <a:lnTo>
                    <a:pt x="45509" y="43139"/>
                  </a:lnTo>
                  <a:lnTo>
                    <a:pt x="45907" y="43506"/>
                  </a:lnTo>
                  <a:lnTo>
                    <a:pt x="46304" y="43872"/>
                  </a:lnTo>
                  <a:lnTo>
                    <a:pt x="46702" y="44238"/>
                  </a:lnTo>
                  <a:lnTo>
                    <a:pt x="47100" y="44604"/>
                  </a:lnTo>
                  <a:lnTo>
                    <a:pt x="47498" y="44970"/>
                  </a:lnTo>
                  <a:lnTo>
                    <a:pt x="47896" y="45336"/>
                  </a:lnTo>
                  <a:lnTo>
                    <a:pt x="48294" y="45702"/>
                  </a:lnTo>
                  <a:lnTo>
                    <a:pt x="48692" y="46068"/>
                  </a:lnTo>
                  <a:lnTo>
                    <a:pt x="49090" y="46433"/>
                  </a:lnTo>
                  <a:lnTo>
                    <a:pt x="49488" y="46799"/>
                  </a:lnTo>
                  <a:lnTo>
                    <a:pt x="49887" y="47164"/>
                  </a:lnTo>
                  <a:lnTo>
                    <a:pt x="50285" y="47529"/>
                  </a:lnTo>
                  <a:lnTo>
                    <a:pt x="50684" y="47895"/>
                  </a:lnTo>
                  <a:lnTo>
                    <a:pt x="51082" y="48260"/>
                  </a:lnTo>
                  <a:lnTo>
                    <a:pt x="51481" y="48625"/>
                  </a:lnTo>
                  <a:lnTo>
                    <a:pt x="51880" y="48990"/>
                  </a:lnTo>
                  <a:lnTo>
                    <a:pt x="52279" y="49355"/>
                  </a:lnTo>
                  <a:lnTo>
                    <a:pt x="52678" y="49719"/>
                  </a:lnTo>
                  <a:lnTo>
                    <a:pt x="53077" y="50084"/>
                  </a:lnTo>
                  <a:lnTo>
                    <a:pt x="53476" y="50448"/>
                  </a:lnTo>
                  <a:lnTo>
                    <a:pt x="53875" y="50813"/>
                  </a:lnTo>
                  <a:lnTo>
                    <a:pt x="54275" y="51177"/>
                  </a:lnTo>
                  <a:lnTo>
                    <a:pt x="54674" y="51542"/>
                  </a:lnTo>
                  <a:lnTo>
                    <a:pt x="55074" y="51906"/>
                  </a:lnTo>
                  <a:lnTo>
                    <a:pt x="55473" y="52270"/>
                  </a:lnTo>
                  <a:lnTo>
                    <a:pt x="55873" y="52634"/>
                  </a:lnTo>
                  <a:lnTo>
                    <a:pt x="56273" y="52998"/>
                  </a:lnTo>
                  <a:lnTo>
                    <a:pt x="56673" y="53361"/>
                  </a:lnTo>
                  <a:lnTo>
                    <a:pt x="57073" y="53725"/>
                  </a:lnTo>
                  <a:lnTo>
                    <a:pt x="57473" y="54089"/>
                  </a:lnTo>
                  <a:lnTo>
                    <a:pt x="57873" y="54452"/>
                  </a:lnTo>
                  <a:lnTo>
                    <a:pt x="58273" y="54816"/>
                  </a:lnTo>
                  <a:lnTo>
                    <a:pt x="58674" y="55179"/>
                  </a:lnTo>
                  <a:lnTo>
                    <a:pt x="59074" y="55542"/>
                  </a:lnTo>
                  <a:lnTo>
                    <a:pt x="59474" y="55905"/>
                  </a:lnTo>
                  <a:lnTo>
                    <a:pt x="59875" y="56268"/>
                  </a:lnTo>
                  <a:lnTo>
                    <a:pt x="60276" y="56631"/>
                  </a:lnTo>
                  <a:lnTo>
                    <a:pt x="60676" y="56994"/>
                  </a:lnTo>
                  <a:lnTo>
                    <a:pt x="61077" y="57357"/>
                  </a:lnTo>
                  <a:lnTo>
                    <a:pt x="61478" y="57719"/>
                  </a:lnTo>
                  <a:lnTo>
                    <a:pt x="61879" y="58082"/>
                  </a:lnTo>
                  <a:lnTo>
                    <a:pt x="62280" y="58444"/>
                  </a:lnTo>
                  <a:lnTo>
                    <a:pt x="62682" y="58807"/>
                  </a:lnTo>
                  <a:lnTo>
                    <a:pt x="63083" y="59169"/>
                  </a:lnTo>
                  <a:lnTo>
                    <a:pt x="63484" y="59531"/>
                  </a:lnTo>
                  <a:lnTo>
                    <a:pt x="63886" y="59893"/>
                  </a:lnTo>
                  <a:lnTo>
                    <a:pt x="64287" y="60255"/>
                  </a:lnTo>
                  <a:lnTo>
                    <a:pt x="64689" y="60617"/>
                  </a:lnTo>
                  <a:lnTo>
                    <a:pt x="65090" y="60979"/>
                  </a:lnTo>
                  <a:lnTo>
                    <a:pt x="65492" y="61340"/>
                  </a:lnTo>
                  <a:lnTo>
                    <a:pt x="65894" y="61702"/>
                  </a:lnTo>
                  <a:lnTo>
                    <a:pt x="66296" y="62063"/>
                  </a:lnTo>
                  <a:lnTo>
                    <a:pt x="66698" y="62425"/>
                  </a:lnTo>
                  <a:lnTo>
                    <a:pt x="67100" y="62786"/>
                  </a:lnTo>
                  <a:lnTo>
                    <a:pt x="67503" y="63147"/>
                  </a:lnTo>
                  <a:lnTo>
                    <a:pt x="67905" y="63508"/>
                  </a:lnTo>
                  <a:lnTo>
                    <a:pt x="68307" y="63869"/>
                  </a:lnTo>
                  <a:lnTo>
                    <a:pt x="68710" y="64230"/>
                  </a:lnTo>
                  <a:lnTo>
                    <a:pt x="69112" y="64591"/>
                  </a:lnTo>
                  <a:lnTo>
                    <a:pt x="69515" y="64951"/>
                  </a:lnTo>
                  <a:lnTo>
                    <a:pt x="69918" y="65312"/>
                  </a:lnTo>
                  <a:lnTo>
                    <a:pt x="70321" y="65673"/>
                  </a:lnTo>
                  <a:lnTo>
                    <a:pt x="70724" y="66033"/>
                  </a:lnTo>
                  <a:lnTo>
                    <a:pt x="71127" y="66393"/>
                  </a:lnTo>
                  <a:lnTo>
                    <a:pt x="71530" y="66754"/>
                  </a:lnTo>
                  <a:lnTo>
                    <a:pt x="71933" y="67114"/>
                  </a:lnTo>
                  <a:lnTo>
                    <a:pt x="72336" y="67474"/>
                  </a:lnTo>
                  <a:lnTo>
                    <a:pt x="72739" y="67834"/>
                  </a:lnTo>
                  <a:lnTo>
                    <a:pt x="73143" y="68193"/>
                  </a:lnTo>
                  <a:lnTo>
                    <a:pt x="73546" y="68553"/>
                  </a:lnTo>
                  <a:lnTo>
                    <a:pt x="73950" y="68913"/>
                  </a:lnTo>
                  <a:lnTo>
                    <a:pt x="74354" y="69272"/>
                  </a:lnTo>
                  <a:lnTo>
                    <a:pt x="74758" y="69632"/>
                  </a:lnTo>
                  <a:lnTo>
                    <a:pt x="75161" y="69991"/>
                  </a:lnTo>
                  <a:lnTo>
                    <a:pt x="75565" y="70350"/>
                  </a:lnTo>
                  <a:lnTo>
                    <a:pt x="75969" y="70709"/>
                  </a:lnTo>
                  <a:lnTo>
                    <a:pt x="76374" y="71069"/>
                  </a:lnTo>
                  <a:lnTo>
                    <a:pt x="76778" y="71428"/>
                  </a:lnTo>
                  <a:lnTo>
                    <a:pt x="77182" y="71786"/>
                  </a:lnTo>
                  <a:lnTo>
                    <a:pt x="77587" y="72145"/>
                  </a:lnTo>
                  <a:lnTo>
                    <a:pt x="77991" y="72504"/>
                  </a:lnTo>
                  <a:lnTo>
                    <a:pt x="78396" y="72862"/>
                  </a:lnTo>
                  <a:lnTo>
                    <a:pt x="78800" y="73221"/>
                  </a:lnTo>
                  <a:lnTo>
                    <a:pt x="79205" y="73579"/>
                  </a:lnTo>
                  <a:lnTo>
                    <a:pt x="79610" y="73937"/>
                  </a:lnTo>
                  <a:lnTo>
                    <a:pt x="80015" y="74296"/>
                  </a:lnTo>
                  <a:lnTo>
                    <a:pt x="80420" y="74654"/>
                  </a:lnTo>
                  <a:lnTo>
                    <a:pt x="80825" y="75012"/>
                  </a:lnTo>
                  <a:lnTo>
                    <a:pt x="81230" y="75370"/>
                  </a:lnTo>
                  <a:lnTo>
                    <a:pt x="81635" y="75727"/>
                  </a:lnTo>
                  <a:lnTo>
                    <a:pt x="82041" y="76085"/>
                  </a:lnTo>
                  <a:lnTo>
                    <a:pt x="82446" y="76443"/>
                  </a:lnTo>
                  <a:lnTo>
                    <a:pt x="82851" y="76800"/>
                  </a:lnTo>
                  <a:lnTo>
                    <a:pt x="83257" y="77158"/>
                  </a:lnTo>
                  <a:lnTo>
                    <a:pt x="83663" y="77515"/>
                  </a:lnTo>
                  <a:lnTo>
                    <a:pt x="84069" y="77872"/>
                  </a:lnTo>
                  <a:lnTo>
                    <a:pt x="84474" y="78229"/>
                  </a:lnTo>
                  <a:lnTo>
                    <a:pt x="84880" y="78586"/>
                  </a:lnTo>
                  <a:lnTo>
                    <a:pt x="85286" y="78943"/>
                  </a:lnTo>
                  <a:lnTo>
                    <a:pt x="85692" y="79300"/>
                  </a:lnTo>
                  <a:lnTo>
                    <a:pt x="86099" y="79657"/>
                  </a:lnTo>
                  <a:lnTo>
                    <a:pt x="86505" y="80013"/>
                  </a:lnTo>
                  <a:lnTo>
                    <a:pt x="86911" y="80370"/>
                  </a:lnTo>
                  <a:lnTo>
                    <a:pt x="87318" y="80726"/>
                  </a:lnTo>
                  <a:lnTo>
                    <a:pt x="87724" y="81083"/>
                  </a:lnTo>
                  <a:lnTo>
                    <a:pt x="88131" y="81439"/>
                  </a:lnTo>
                  <a:lnTo>
                    <a:pt x="88538" y="81795"/>
                  </a:lnTo>
                  <a:lnTo>
                    <a:pt x="88944" y="82151"/>
                  </a:lnTo>
                  <a:lnTo>
                    <a:pt x="89351" y="82507"/>
                  </a:lnTo>
                  <a:lnTo>
                    <a:pt x="89758" y="82863"/>
                  </a:lnTo>
                  <a:lnTo>
                    <a:pt x="90165" y="83218"/>
                  </a:lnTo>
                  <a:lnTo>
                    <a:pt x="90572" y="83574"/>
                  </a:lnTo>
                  <a:lnTo>
                    <a:pt x="90980" y="83930"/>
                  </a:lnTo>
                  <a:lnTo>
                    <a:pt x="91387" y="84285"/>
                  </a:lnTo>
                  <a:lnTo>
                    <a:pt x="91794" y="84640"/>
                  </a:lnTo>
                  <a:lnTo>
                    <a:pt x="92202" y="84996"/>
                  </a:lnTo>
                  <a:lnTo>
                    <a:pt x="92609" y="85351"/>
                  </a:lnTo>
                  <a:lnTo>
                    <a:pt x="93017" y="85706"/>
                  </a:lnTo>
                  <a:lnTo>
                    <a:pt x="93425" y="86061"/>
                  </a:lnTo>
                  <a:lnTo>
                    <a:pt x="93833" y="86416"/>
                  </a:lnTo>
                  <a:lnTo>
                    <a:pt x="94241" y="86770"/>
                  </a:lnTo>
                  <a:lnTo>
                    <a:pt x="94649" y="87125"/>
                  </a:lnTo>
                  <a:lnTo>
                    <a:pt x="95057" y="87480"/>
                  </a:lnTo>
                  <a:lnTo>
                    <a:pt x="95465" y="87834"/>
                  </a:lnTo>
                  <a:lnTo>
                    <a:pt x="95873" y="88189"/>
                  </a:lnTo>
                  <a:lnTo>
                    <a:pt x="96281" y="88543"/>
                  </a:lnTo>
                  <a:lnTo>
                    <a:pt x="96690" y="88897"/>
                  </a:lnTo>
                  <a:lnTo>
                    <a:pt x="97098" y="89251"/>
                  </a:lnTo>
                  <a:lnTo>
                    <a:pt x="97507" y="89605"/>
                  </a:lnTo>
                  <a:lnTo>
                    <a:pt x="97915" y="89959"/>
                  </a:lnTo>
                  <a:lnTo>
                    <a:pt x="98324" y="90313"/>
                  </a:lnTo>
                  <a:lnTo>
                    <a:pt x="98733" y="90666"/>
                  </a:lnTo>
                  <a:lnTo>
                    <a:pt x="99142" y="91020"/>
                  </a:lnTo>
                </a:path>
              </a:pathLst>
            </a:custGeom>
            <a:ln w="22859" cap="rnd">
              <a:solidFill>
                <a:srgbClr val="FF8C25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5" name="pl7135"/>
            <p:cNvSpPr/>
            <p:nvPr/>
          </p:nvSpPr>
          <p:spPr>
            <a:xfrm>
              <a:off x="4557326" y="502097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3820" cap="rnd">
              <a:solidFill>
                <a:srgbClr val="7CC7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6" name="pl7136"/>
            <p:cNvSpPr/>
            <p:nvPr/>
          </p:nvSpPr>
          <p:spPr>
            <a:xfrm>
              <a:off x="4530491" y="5048743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7CC7F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7" name="pl7137"/>
            <p:cNvSpPr/>
            <p:nvPr/>
          </p:nvSpPr>
          <p:spPr>
            <a:xfrm>
              <a:off x="4477836" y="4940117"/>
              <a:ext cx="184502" cy="176036"/>
            </a:xfrm>
            <a:custGeom>
              <a:avLst/>
              <a:pathLst>
                <a:path w="184502" h="176036">
                  <a:moveTo>
                    <a:pt x="0" y="0"/>
                  </a:moveTo>
                  <a:lnTo>
                    <a:pt x="699" y="748"/>
                  </a:lnTo>
                  <a:lnTo>
                    <a:pt x="1399" y="1497"/>
                  </a:lnTo>
                  <a:lnTo>
                    <a:pt x="2099" y="2245"/>
                  </a:lnTo>
                  <a:lnTo>
                    <a:pt x="2800" y="2992"/>
                  </a:lnTo>
                  <a:lnTo>
                    <a:pt x="3501" y="3740"/>
                  </a:lnTo>
                  <a:lnTo>
                    <a:pt x="4202" y="4487"/>
                  </a:lnTo>
                  <a:lnTo>
                    <a:pt x="4904" y="5234"/>
                  </a:lnTo>
                  <a:lnTo>
                    <a:pt x="5606" y="5980"/>
                  </a:lnTo>
                  <a:lnTo>
                    <a:pt x="6308" y="6726"/>
                  </a:lnTo>
                  <a:lnTo>
                    <a:pt x="7011" y="7472"/>
                  </a:lnTo>
                  <a:lnTo>
                    <a:pt x="7714" y="8218"/>
                  </a:lnTo>
                  <a:lnTo>
                    <a:pt x="8417" y="8963"/>
                  </a:lnTo>
                  <a:lnTo>
                    <a:pt x="9121" y="9708"/>
                  </a:lnTo>
                  <a:lnTo>
                    <a:pt x="9825" y="10452"/>
                  </a:lnTo>
                  <a:lnTo>
                    <a:pt x="10530" y="11196"/>
                  </a:lnTo>
                  <a:lnTo>
                    <a:pt x="11234" y="11940"/>
                  </a:lnTo>
                  <a:lnTo>
                    <a:pt x="11940" y="12684"/>
                  </a:lnTo>
                  <a:lnTo>
                    <a:pt x="12645" y="13427"/>
                  </a:lnTo>
                  <a:lnTo>
                    <a:pt x="13351" y="14170"/>
                  </a:lnTo>
                  <a:lnTo>
                    <a:pt x="14057" y="14912"/>
                  </a:lnTo>
                  <a:lnTo>
                    <a:pt x="14763" y="15655"/>
                  </a:lnTo>
                  <a:lnTo>
                    <a:pt x="15470" y="16396"/>
                  </a:lnTo>
                  <a:lnTo>
                    <a:pt x="16177" y="17138"/>
                  </a:lnTo>
                  <a:lnTo>
                    <a:pt x="16885" y="17879"/>
                  </a:lnTo>
                  <a:lnTo>
                    <a:pt x="17593" y="18620"/>
                  </a:lnTo>
                  <a:lnTo>
                    <a:pt x="18301" y="19361"/>
                  </a:lnTo>
                  <a:lnTo>
                    <a:pt x="19010" y="20101"/>
                  </a:lnTo>
                  <a:lnTo>
                    <a:pt x="19718" y="20841"/>
                  </a:lnTo>
                  <a:lnTo>
                    <a:pt x="20428" y="21581"/>
                  </a:lnTo>
                  <a:lnTo>
                    <a:pt x="21137" y="22320"/>
                  </a:lnTo>
                  <a:lnTo>
                    <a:pt x="21847" y="23059"/>
                  </a:lnTo>
                  <a:lnTo>
                    <a:pt x="22557" y="23797"/>
                  </a:lnTo>
                  <a:lnTo>
                    <a:pt x="23268" y="24536"/>
                  </a:lnTo>
                  <a:lnTo>
                    <a:pt x="23979" y="25274"/>
                  </a:lnTo>
                  <a:lnTo>
                    <a:pt x="24690" y="26011"/>
                  </a:lnTo>
                  <a:lnTo>
                    <a:pt x="25402" y="26749"/>
                  </a:lnTo>
                  <a:lnTo>
                    <a:pt x="26114" y="27485"/>
                  </a:lnTo>
                  <a:lnTo>
                    <a:pt x="26826" y="28222"/>
                  </a:lnTo>
                  <a:lnTo>
                    <a:pt x="27539" y="28958"/>
                  </a:lnTo>
                  <a:lnTo>
                    <a:pt x="28252" y="29694"/>
                  </a:lnTo>
                  <a:lnTo>
                    <a:pt x="28965" y="30430"/>
                  </a:lnTo>
                  <a:lnTo>
                    <a:pt x="29679" y="31165"/>
                  </a:lnTo>
                  <a:lnTo>
                    <a:pt x="30393" y="31900"/>
                  </a:lnTo>
                  <a:lnTo>
                    <a:pt x="31107" y="32635"/>
                  </a:lnTo>
                  <a:lnTo>
                    <a:pt x="31822" y="33369"/>
                  </a:lnTo>
                  <a:lnTo>
                    <a:pt x="32537" y="34103"/>
                  </a:lnTo>
                  <a:lnTo>
                    <a:pt x="33252" y="34837"/>
                  </a:lnTo>
                  <a:lnTo>
                    <a:pt x="33968" y="35570"/>
                  </a:lnTo>
                  <a:lnTo>
                    <a:pt x="34684" y="36303"/>
                  </a:lnTo>
                  <a:lnTo>
                    <a:pt x="35400" y="37036"/>
                  </a:lnTo>
                  <a:lnTo>
                    <a:pt x="36117" y="37768"/>
                  </a:lnTo>
                  <a:lnTo>
                    <a:pt x="36834" y="38500"/>
                  </a:lnTo>
                  <a:lnTo>
                    <a:pt x="37552" y="39232"/>
                  </a:lnTo>
                  <a:lnTo>
                    <a:pt x="38269" y="39963"/>
                  </a:lnTo>
                  <a:lnTo>
                    <a:pt x="38987" y="40694"/>
                  </a:lnTo>
                  <a:lnTo>
                    <a:pt x="39706" y="41425"/>
                  </a:lnTo>
                  <a:lnTo>
                    <a:pt x="40425" y="42155"/>
                  </a:lnTo>
                  <a:lnTo>
                    <a:pt x="41144" y="42885"/>
                  </a:lnTo>
                  <a:lnTo>
                    <a:pt x="41863" y="43615"/>
                  </a:lnTo>
                  <a:lnTo>
                    <a:pt x="42583" y="44344"/>
                  </a:lnTo>
                  <a:lnTo>
                    <a:pt x="43303" y="45073"/>
                  </a:lnTo>
                  <a:lnTo>
                    <a:pt x="44023" y="45802"/>
                  </a:lnTo>
                  <a:lnTo>
                    <a:pt x="44744" y="46531"/>
                  </a:lnTo>
                  <a:lnTo>
                    <a:pt x="45465" y="47259"/>
                  </a:lnTo>
                  <a:lnTo>
                    <a:pt x="46187" y="47986"/>
                  </a:lnTo>
                  <a:lnTo>
                    <a:pt x="46909" y="48714"/>
                  </a:lnTo>
                  <a:lnTo>
                    <a:pt x="47631" y="49441"/>
                  </a:lnTo>
                  <a:lnTo>
                    <a:pt x="48353" y="50167"/>
                  </a:lnTo>
                  <a:lnTo>
                    <a:pt x="49076" y="50894"/>
                  </a:lnTo>
                  <a:lnTo>
                    <a:pt x="49799" y="51620"/>
                  </a:lnTo>
                  <a:lnTo>
                    <a:pt x="50523" y="52345"/>
                  </a:lnTo>
                  <a:lnTo>
                    <a:pt x="51246" y="53071"/>
                  </a:lnTo>
                  <a:lnTo>
                    <a:pt x="51971" y="53796"/>
                  </a:lnTo>
                  <a:lnTo>
                    <a:pt x="52695" y="54520"/>
                  </a:lnTo>
                  <a:lnTo>
                    <a:pt x="53420" y="55245"/>
                  </a:lnTo>
                  <a:lnTo>
                    <a:pt x="54145" y="55969"/>
                  </a:lnTo>
                  <a:lnTo>
                    <a:pt x="54870" y="56692"/>
                  </a:lnTo>
                  <a:lnTo>
                    <a:pt x="55596" y="57416"/>
                  </a:lnTo>
                  <a:lnTo>
                    <a:pt x="56322" y="58139"/>
                  </a:lnTo>
                  <a:lnTo>
                    <a:pt x="57049" y="58861"/>
                  </a:lnTo>
                  <a:lnTo>
                    <a:pt x="57776" y="59584"/>
                  </a:lnTo>
                  <a:lnTo>
                    <a:pt x="58503" y="60306"/>
                  </a:lnTo>
                  <a:lnTo>
                    <a:pt x="59230" y="61027"/>
                  </a:lnTo>
                  <a:lnTo>
                    <a:pt x="59958" y="61748"/>
                  </a:lnTo>
                  <a:lnTo>
                    <a:pt x="60686" y="62469"/>
                  </a:lnTo>
                  <a:lnTo>
                    <a:pt x="61415" y="63190"/>
                  </a:lnTo>
                  <a:lnTo>
                    <a:pt x="62144" y="63910"/>
                  </a:lnTo>
                  <a:lnTo>
                    <a:pt x="62873" y="64630"/>
                  </a:lnTo>
                  <a:lnTo>
                    <a:pt x="63602" y="65350"/>
                  </a:lnTo>
                  <a:lnTo>
                    <a:pt x="64332" y="66069"/>
                  </a:lnTo>
                  <a:lnTo>
                    <a:pt x="65062" y="66788"/>
                  </a:lnTo>
                  <a:lnTo>
                    <a:pt x="65793" y="67507"/>
                  </a:lnTo>
                  <a:lnTo>
                    <a:pt x="66524" y="68225"/>
                  </a:lnTo>
                  <a:lnTo>
                    <a:pt x="67255" y="68943"/>
                  </a:lnTo>
                  <a:lnTo>
                    <a:pt x="67986" y="69661"/>
                  </a:lnTo>
                  <a:lnTo>
                    <a:pt x="68718" y="70378"/>
                  </a:lnTo>
                  <a:lnTo>
                    <a:pt x="69450" y="71095"/>
                  </a:lnTo>
                  <a:lnTo>
                    <a:pt x="70183" y="71811"/>
                  </a:lnTo>
                  <a:lnTo>
                    <a:pt x="70916" y="72528"/>
                  </a:lnTo>
                  <a:lnTo>
                    <a:pt x="71649" y="73243"/>
                  </a:lnTo>
                  <a:lnTo>
                    <a:pt x="72382" y="73959"/>
                  </a:lnTo>
                  <a:lnTo>
                    <a:pt x="73116" y="74674"/>
                  </a:lnTo>
                  <a:lnTo>
                    <a:pt x="73850" y="75389"/>
                  </a:lnTo>
                  <a:lnTo>
                    <a:pt x="74585" y="76104"/>
                  </a:lnTo>
                  <a:lnTo>
                    <a:pt x="75319" y="76818"/>
                  </a:lnTo>
                  <a:lnTo>
                    <a:pt x="76055" y="77532"/>
                  </a:lnTo>
                  <a:lnTo>
                    <a:pt x="76790" y="78245"/>
                  </a:lnTo>
                  <a:lnTo>
                    <a:pt x="77526" y="78958"/>
                  </a:lnTo>
                  <a:lnTo>
                    <a:pt x="78262" y="79671"/>
                  </a:lnTo>
                  <a:lnTo>
                    <a:pt x="78998" y="80384"/>
                  </a:lnTo>
                  <a:lnTo>
                    <a:pt x="79735" y="81096"/>
                  </a:lnTo>
                  <a:lnTo>
                    <a:pt x="80472" y="81808"/>
                  </a:lnTo>
                  <a:lnTo>
                    <a:pt x="81210" y="82519"/>
                  </a:lnTo>
                  <a:lnTo>
                    <a:pt x="81948" y="83230"/>
                  </a:lnTo>
                  <a:lnTo>
                    <a:pt x="82686" y="83941"/>
                  </a:lnTo>
                  <a:lnTo>
                    <a:pt x="83424" y="84652"/>
                  </a:lnTo>
                  <a:lnTo>
                    <a:pt x="84163" y="85362"/>
                  </a:lnTo>
                  <a:lnTo>
                    <a:pt x="84902" y="86071"/>
                  </a:lnTo>
                  <a:lnTo>
                    <a:pt x="85641" y="86781"/>
                  </a:lnTo>
                  <a:lnTo>
                    <a:pt x="86381" y="87490"/>
                  </a:lnTo>
                  <a:lnTo>
                    <a:pt x="87121" y="88199"/>
                  </a:lnTo>
                  <a:lnTo>
                    <a:pt x="87862" y="88907"/>
                  </a:lnTo>
                  <a:lnTo>
                    <a:pt x="88602" y="89615"/>
                  </a:lnTo>
                  <a:lnTo>
                    <a:pt x="89343" y="90323"/>
                  </a:lnTo>
                  <a:lnTo>
                    <a:pt x="90085" y="91030"/>
                  </a:lnTo>
                  <a:lnTo>
                    <a:pt x="90826" y="91737"/>
                  </a:lnTo>
                  <a:lnTo>
                    <a:pt x="91569" y="92444"/>
                  </a:lnTo>
                  <a:lnTo>
                    <a:pt x="92311" y="93150"/>
                  </a:lnTo>
                  <a:lnTo>
                    <a:pt x="93054" y="93856"/>
                  </a:lnTo>
                  <a:lnTo>
                    <a:pt x="93797" y="94562"/>
                  </a:lnTo>
                  <a:lnTo>
                    <a:pt x="94540" y="95267"/>
                  </a:lnTo>
                  <a:lnTo>
                    <a:pt x="95284" y="95972"/>
                  </a:lnTo>
                  <a:lnTo>
                    <a:pt x="96028" y="96677"/>
                  </a:lnTo>
                  <a:lnTo>
                    <a:pt x="96772" y="97381"/>
                  </a:lnTo>
                  <a:lnTo>
                    <a:pt x="97517" y="98085"/>
                  </a:lnTo>
                  <a:lnTo>
                    <a:pt x="98262" y="98789"/>
                  </a:lnTo>
                  <a:lnTo>
                    <a:pt x="99007" y="99492"/>
                  </a:lnTo>
                  <a:lnTo>
                    <a:pt x="99752" y="100195"/>
                  </a:lnTo>
                  <a:lnTo>
                    <a:pt x="100498" y="100897"/>
                  </a:lnTo>
                  <a:lnTo>
                    <a:pt x="101245" y="101599"/>
                  </a:lnTo>
                  <a:lnTo>
                    <a:pt x="101991" y="102301"/>
                  </a:lnTo>
                  <a:lnTo>
                    <a:pt x="102738" y="103003"/>
                  </a:lnTo>
                  <a:lnTo>
                    <a:pt x="103486" y="103704"/>
                  </a:lnTo>
                  <a:lnTo>
                    <a:pt x="104233" y="104405"/>
                  </a:lnTo>
                  <a:lnTo>
                    <a:pt x="104981" y="105105"/>
                  </a:lnTo>
                  <a:lnTo>
                    <a:pt x="105729" y="105805"/>
                  </a:lnTo>
                  <a:lnTo>
                    <a:pt x="106478" y="106505"/>
                  </a:lnTo>
                  <a:lnTo>
                    <a:pt x="107227" y="107205"/>
                  </a:lnTo>
                  <a:lnTo>
                    <a:pt x="107976" y="107904"/>
                  </a:lnTo>
                  <a:lnTo>
                    <a:pt x="108725" y="108602"/>
                  </a:lnTo>
                  <a:lnTo>
                    <a:pt x="109475" y="109301"/>
                  </a:lnTo>
                  <a:lnTo>
                    <a:pt x="110225" y="109999"/>
                  </a:lnTo>
                  <a:lnTo>
                    <a:pt x="110976" y="110697"/>
                  </a:lnTo>
                  <a:lnTo>
                    <a:pt x="111727" y="111394"/>
                  </a:lnTo>
                  <a:lnTo>
                    <a:pt x="112478" y="112091"/>
                  </a:lnTo>
                  <a:lnTo>
                    <a:pt x="113229" y="112788"/>
                  </a:lnTo>
                  <a:lnTo>
                    <a:pt x="113981" y="113484"/>
                  </a:lnTo>
                  <a:lnTo>
                    <a:pt x="114733" y="114180"/>
                  </a:lnTo>
                  <a:lnTo>
                    <a:pt x="115486" y="114875"/>
                  </a:lnTo>
                  <a:lnTo>
                    <a:pt x="116238" y="115571"/>
                  </a:lnTo>
                  <a:lnTo>
                    <a:pt x="116991" y="116266"/>
                  </a:lnTo>
                  <a:lnTo>
                    <a:pt x="117745" y="116960"/>
                  </a:lnTo>
                  <a:lnTo>
                    <a:pt x="118498" y="117654"/>
                  </a:lnTo>
                  <a:lnTo>
                    <a:pt x="119252" y="118348"/>
                  </a:lnTo>
                  <a:lnTo>
                    <a:pt x="120007" y="119042"/>
                  </a:lnTo>
                  <a:lnTo>
                    <a:pt x="120762" y="119735"/>
                  </a:lnTo>
                  <a:lnTo>
                    <a:pt x="121517" y="120428"/>
                  </a:lnTo>
                  <a:lnTo>
                    <a:pt x="122272" y="121120"/>
                  </a:lnTo>
                  <a:lnTo>
                    <a:pt x="123027" y="121812"/>
                  </a:lnTo>
                  <a:lnTo>
                    <a:pt x="123783" y="122504"/>
                  </a:lnTo>
                  <a:lnTo>
                    <a:pt x="124540" y="123196"/>
                  </a:lnTo>
                  <a:lnTo>
                    <a:pt x="125296" y="123887"/>
                  </a:lnTo>
                  <a:lnTo>
                    <a:pt x="126053" y="124577"/>
                  </a:lnTo>
                  <a:lnTo>
                    <a:pt x="126810" y="125268"/>
                  </a:lnTo>
                  <a:lnTo>
                    <a:pt x="127568" y="125958"/>
                  </a:lnTo>
                  <a:lnTo>
                    <a:pt x="128326" y="126647"/>
                  </a:lnTo>
                  <a:lnTo>
                    <a:pt x="129084" y="127337"/>
                  </a:lnTo>
                  <a:lnTo>
                    <a:pt x="129843" y="128026"/>
                  </a:lnTo>
                  <a:lnTo>
                    <a:pt x="130601" y="128714"/>
                  </a:lnTo>
                  <a:lnTo>
                    <a:pt x="131361" y="129403"/>
                  </a:lnTo>
                  <a:lnTo>
                    <a:pt x="132120" y="130090"/>
                  </a:lnTo>
                  <a:lnTo>
                    <a:pt x="132880" y="130778"/>
                  </a:lnTo>
                  <a:lnTo>
                    <a:pt x="133640" y="131465"/>
                  </a:lnTo>
                  <a:lnTo>
                    <a:pt x="134400" y="132152"/>
                  </a:lnTo>
                  <a:lnTo>
                    <a:pt x="135161" y="132839"/>
                  </a:lnTo>
                  <a:lnTo>
                    <a:pt x="135922" y="133525"/>
                  </a:lnTo>
                  <a:lnTo>
                    <a:pt x="136683" y="134211"/>
                  </a:lnTo>
                  <a:lnTo>
                    <a:pt x="137445" y="134896"/>
                  </a:lnTo>
                  <a:lnTo>
                    <a:pt x="138207" y="135581"/>
                  </a:lnTo>
                  <a:lnTo>
                    <a:pt x="138970" y="136266"/>
                  </a:lnTo>
                  <a:lnTo>
                    <a:pt x="139732" y="136950"/>
                  </a:lnTo>
                  <a:lnTo>
                    <a:pt x="140495" y="137634"/>
                  </a:lnTo>
                  <a:lnTo>
                    <a:pt x="141258" y="138318"/>
                  </a:lnTo>
                  <a:lnTo>
                    <a:pt x="142022" y="139001"/>
                  </a:lnTo>
                  <a:lnTo>
                    <a:pt x="142786" y="139684"/>
                  </a:lnTo>
                  <a:lnTo>
                    <a:pt x="143550" y="140367"/>
                  </a:lnTo>
                  <a:lnTo>
                    <a:pt x="144315" y="141049"/>
                  </a:lnTo>
                  <a:lnTo>
                    <a:pt x="145080" y="141731"/>
                  </a:lnTo>
                  <a:lnTo>
                    <a:pt x="145845" y="142413"/>
                  </a:lnTo>
                  <a:lnTo>
                    <a:pt x="146610" y="143094"/>
                  </a:lnTo>
                  <a:lnTo>
                    <a:pt x="147376" y="143775"/>
                  </a:lnTo>
                  <a:lnTo>
                    <a:pt x="148142" y="144455"/>
                  </a:lnTo>
                  <a:lnTo>
                    <a:pt x="148909" y="145135"/>
                  </a:lnTo>
                  <a:lnTo>
                    <a:pt x="149675" y="145815"/>
                  </a:lnTo>
                  <a:lnTo>
                    <a:pt x="150442" y="146495"/>
                  </a:lnTo>
                  <a:lnTo>
                    <a:pt x="151210" y="147174"/>
                  </a:lnTo>
                  <a:lnTo>
                    <a:pt x="151977" y="147852"/>
                  </a:lnTo>
                  <a:lnTo>
                    <a:pt x="152745" y="148531"/>
                  </a:lnTo>
                  <a:lnTo>
                    <a:pt x="153514" y="149209"/>
                  </a:lnTo>
                  <a:lnTo>
                    <a:pt x="154282" y="149886"/>
                  </a:lnTo>
                  <a:lnTo>
                    <a:pt x="155051" y="150564"/>
                  </a:lnTo>
                  <a:lnTo>
                    <a:pt x="155821" y="151241"/>
                  </a:lnTo>
                  <a:lnTo>
                    <a:pt x="156590" y="151917"/>
                  </a:lnTo>
                  <a:lnTo>
                    <a:pt x="157360" y="152594"/>
                  </a:lnTo>
                  <a:lnTo>
                    <a:pt x="158130" y="153269"/>
                  </a:lnTo>
                  <a:lnTo>
                    <a:pt x="158901" y="153945"/>
                  </a:lnTo>
                  <a:lnTo>
                    <a:pt x="159672" y="154620"/>
                  </a:lnTo>
                  <a:lnTo>
                    <a:pt x="160443" y="155295"/>
                  </a:lnTo>
                  <a:lnTo>
                    <a:pt x="161214" y="155969"/>
                  </a:lnTo>
                  <a:lnTo>
                    <a:pt x="161986" y="156643"/>
                  </a:lnTo>
                  <a:lnTo>
                    <a:pt x="162758" y="157317"/>
                  </a:lnTo>
                  <a:lnTo>
                    <a:pt x="163530" y="157991"/>
                  </a:lnTo>
                  <a:lnTo>
                    <a:pt x="164303" y="158664"/>
                  </a:lnTo>
                  <a:lnTo>
                    <a:pt x="165076" y="159336"/>
                  </a:lnTo>
                  <a:lnTo>
                    <a:pt x="165849" y="160009"/>
                  </a:lnTo>
                  <a:lnTo>
                    <a:pt x="166623" y="160681"/>
                  </a:lnTo>
                  <a:lnTo>
                    <a:pt x="167397" y="161352"/>
                  </a:lnTo>
                  <a:lnTo>
                    <a:pt x="168171" y="162023"/>
                  </a:lnTo>
                  <a:lnTo>
                    <a:pt x="168946" y="162694"/>
                  </a:lnTo>
                  <a:lnTo>
                    <a:pt x="169721" y="163365"/>
                  </a:lnTo>
                  <a:lnTo>
                    <a:pt x="170496" y="164035"/>
                  </a:lnTo>
                  <a:lnTo>
                    <a:pt x="171271" y="164705"/>
                  </a:lnTo>
                  <a:lnTo>
                    <a:pt x="172047" y="165374"/>
                  </a:lnTo>
                  <a:lnTo>
                    <a:pt x="172823" y="166043"/>
                  </a:lnTo>
                  <a:lnTo>
                    <a:pt x="173600" y="166712"/>
                  </a:lnTo>
                  <a:lnTo>
                    <a:pt x="174376" y="167380"/>
                  </a:lnTo>
                  <a:lnTo>
                    <a:pt x="175153" y="168048"/>
                  </a:lnTo>
                  <a:lnTo>
                    <a:pt x="175931" y="168716"/>
                  </a:lnTo>
                  <a:lnTo>
                    <a:pt x="176708" y="169383"/>
                  </a:lnTo>
                  <a:lnTo>
                    <a:pt x="177486" y="170050"/>
                  </a:lnTo>
                  <a:lnTo>
                    <a:pt x="178265" y="170717"/>
                  </a:lnTo>
                  <a:lnTo>
                    <a:pt x="179043" y="171383"/>
                  </a:lnTo>
                  <a:lnTo>
                    <a:pt x="179822" y="172049"/>
                  </a:lnTo>
                  <a:lnTo>
                    <a:pt x="180601" y="172714"/>
                  </a:lnTo>
                  <a:lnTo>
                    <a:pt x="181381" y="173379"/>
                  </a:lnTo>
                  <a:lnTo>
                    <a:pt x="182161" y="174044"/>
                  </a:lnTo>
                  <a:lnTo>
                    <a:pt x="182941" y="174708"/>
                  </a:lnTo>
                  <a:lnTo>
                    <a:pt x="183721" y="175373"/>
                  </a:lnTo>
                  <a:lnTo>
                    <a:pt x="184502" y="176036"/>
                  </a:lnTo>
                </a:path>
              </a:pathLst>
            </a:custGeom>
            <a:ln w="83820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8" name="pl7138"/>
            <p:cNvSpPr/>
            <p:nvPr/>
          </p:nvSpPr>
          <p:spPr>
            <a:xfrm>
              <a:off x="4449614" y="4966474"/>
              <a:ext cx="187720" cy="179107"/>
            </a:xfrm>
            <a:custGeom>
              <a:avLst/>
              <a:pathLst>
                <a:path w="187720" h="179107">
                  <a:moveTo>
                    <a:pt x="0" y="0"/>
                  </a:moveTo>
                  <a:lnTo>
                    <a:pt x="711" y="761"/>
                  </a:lnTo>
                  <a:lnTo>
                    <a:pt x="1423" y="1523"/>
                  </a:lnTo>
                  <a:lnTo>
                    <a:pt x="2136" y="2284"/>
                  </a:lnTo>
                  <a:lnTo>
                    <a:pt x="2849" y="3045"/>
                  </a:lnTo>
                  <a:lnTo>
                    <a:pt x="3562" y="3805"/>
                  </a:lnTo>
                  <a:lnTo>
                    <a:pt x="4276" y="4565"/>
                  </a:lnTo>
                  <a:lnTo>
                    <a:pt x="4989" y="5325"/>
                  </a:lnTo>
                  <a:lnTo>
                    <a:pt x="5704" y="6085"/>
                  </a:lnTo>
                  <a:lnTo>
                    <a:pt x="6418" y="6844"/>
                  </a:lnTo>
                  <a:lnTo>
                    <a:pt x="7133" y="7603"/>
                  </a:lnTo>
                  <a:lnTo>
                    <a:pt x="7849" y="8361"/>
                  </a:lnTo>
                  <a:lnTo>
                    <a:pt x="8564" y="9119"/>
                  </a:lnTo>
                  <a:lnTo>
                    <a:pt x="9280" y="9877"/>
                  </a:lnTo>
                  <a:lnTo>
                    <a:pt x="9997" y="10634"/>
                  </a:lnTo>
                  <a:lnTo>
                    <a:pt x="10713" y="11392"/>
                  </a:lnTo>
                  <a:lnTo>
                    <a:pt x="11430" y="12148"/>
                  </a:lnTo>
                  <a:lnTo>
                    <a:pt x="12148" y="12905"/>
                  </a:lnTo>
                  <a:lnTo>
                    <a:pt x="12866" y="13661"/>
                  </a:lnTo>
                  <a:lnTo>
                    <a:pt x="13584" y="14417"/>
                  </a:lnTo>
                  <a:lnTo>
                    <a:pt x="14302" y="15172"/>
                  </a:lnTo>
                  <a:lnTo>
                    <a:pt x="15021" y="15928"/>
                  </a:lnTo>
                  <a:lnTo>
                    <a:pt x="15740" y="16682"/>
                  </a:lnTo>
                  <a:lnTo>
                    <a:pt x="16460" y="17437"/>
                  </a:lnTo>
                  <a:lnTo>
                    <a:pt x="17179" y="18191"/>
                  </a:lnTo>
                  <a:lnTo>
                    <a:pt x="17900" y="18945"/>
                  </a:lnTo>
                  <a:lnTo>
                    <a:pt x="18620" y="19698"/>
                  </a:lnTo>
                  <a:lnTo>
                    <a:pt x="19341" y="20452"/>
                  </a:lnTo>
                  <a:lnTo>
                    <a:pt x="20062" y="21204"/>
                  </a:lnTo>
                  <a:lnTo>
                    <a:pt x="20784" y="21957"/>
                  </a:lnTo>
                  <a:lnTo>
                    <a:pt x="21506" y="22709"/>
                  </a:lnTo>
                  <a:lnTo>
                    <a:pt x="22228" y="23461"/>
                  </a:lnTo>
                  <a:lnTo>
                    <a:pt x="22951" y="24212"/>
                  </a:lnTo>
                  <a:lnTo>
                    <a:pt x="23674" y="24964"/>
                  </a:lnTo>
                  <a:lnTo>
                    <a:pt x="24397" y="25714"/>
                  </a:lnTo>
                  <a:lnTo>
                    <a:pt x="25121" y="26465"/>
                  </a:lnTo>
                  <a:lnTo>
                    <a:pt x="25845" y="27215"/>
                  </a:lnTo>
                  <a:lnTo>
                    <a:pt x="26569" y="27965"/>
                  </a:lnTo>
                  <a:lnTo>
                    <a:pt x="27294" y="28714"/>
                  </a:lnTo>
                  <a:lnTo>
                    <a:pt x="28019" y="29464"/>
                  </a:lnTo>
                  <a:lnTo>
                    <a:pt x="28745" y="30212"/>
                  </a:lnTo>
                  <a:lnTo>
                    <a:pt x="29470" y="30961"/>
                  </a:lnTo>
                  <a:lnTo>
                    <a:pt x="30196" y="31709"/>
                  </a:lnTo>
                  <a:lnTo>
                    <a:pt x="30923" y="32457"/>
                  </a:lnTo>
                  <a:lnTo>
                    <a:pt x="31650" y="33204"/>
                  </a:lnTo>
                  <a:lnTo>
                    <a:pt x="32377" y="33951"/>
                  </a:lnTo>
                  <a:lnTo>
                    <a:pt x="33104" y="34698"/>
                  </a:lnTo>
                  <a:lnTo>
                    <a:pt x="33832" y="35445"/>
                  </a:lnTo>
                  <a:lnTo>
                    <a:pt x="34560" y="36191"/>
                  </a:lnTo>
                  <a:lnTo>
                    <a:pt x="35289" y="36937"/>
                  </a:lnTo>
                  <a:lnTo>
                    <a:pt x="36018" y="37682"/>
                  </a:lnTo>
                  <a:lnTo>
                    <a:pt x="36747" y="38427"/>
                  </a:lnTo>
                  <a:lnTo>
                    <a:pt x="37477" y="39172"/>
                  </a:lnTo>
                  <a:lnTo>
                    <a:pt x="38207" y="39916"/>
                  </a:lnTo>
                  <a:lnTo>
                    <a:pt x="38937" y="40660"/>
                  </a:lnTo>
                  <a:lnTo>
                    <a:pt x="39667" y="41404"/>
                  </a:lnTo>
                  <a:lnTo>
                    <a:pt x="40398" y="42148"/>
                  </a:lnTo>
                  <a:lnTo>
                    <a:pt x="41130" y="42891"/>
                  </a:lnTo>
                  <a:lnTo>
                    <a:pt x="41861" y="43633"/>
                  </a:lnTo>
                  <a:lnTo>
                    <a:pt x="42593" y="44376"/>
                  </a:lnTo>
                  <a:lnTo>
                    <a:pt x="43326" y="45118"/>
                  </a:lnTo>
                  <a:lnTo>
                    <a:pt x="44058" y="45860"/>
                  </a:lnTo>
                  <a:lnTo>
                    <a:pt x="44791" y="46601"/>
                  </a:lnTo>
                  <a:lnTo>
                    <a:pt x="45525" y="47342"/>
                  </a:lnTo>
                  <a:lnTo>
                    <a:pt x="46258" y="48083"/>
                  </a:lnTo>
                  <a:lnTo>
                    <a:pt x="46992" y="48823"/>
                  </a:lnTo>
                  <a:lnTo>
                    <a:pt x="47727" y="49563"/>
                  </a:lnTo>
                  <a:lnTo>
                    <a:pt x="48461" y="50303"/>
                  </a:lnTo>
                  <a:lnTo>
                    <a:pt x="49197" y="51042"/>
                  </a:lnTo>
                  <a:lnTo>
                    <a:pt x="49932" y="51781"/>
                  </a:lnTo>
                  <a:lnTo>
                    <a:pt x="50668" y="52520"/>
                  </a:lnTo>
                  <a:lnTo>
                    <a:pt x="51404" y="53258"/>
                  </a:lnTo>
                  <a:lnTo>
                    <a:pt x="52140" y="53996"/>
                  </a:lnTo>
                  <a:lnTo>
                    <a:pt x="52877" y="54734"/>
                  </a:lnTo>
                  <a:lnTo>
                    <a:pt x="53614" y="55471"/>
                  </a:lnTo>
                  <a:lnTo>
                    <a:pt x="54352" y="56208"/>
                  </a:lnTo>
                  <a:lnTo>
                    <a:pt x="55089" y="56945"/>
                  </a:lnTo>
                  <a:lnTo>
                    <a:pt x="55828" y="57681"/>
                  </a:lnTo>
                  <a:lnTo>
                    <a:pt x="56566" y="58417"/>
                  </a:lnTo>
                  <a:lnTo>
                    <a:pt x="57305" y="59153"/>
                  </a:lnTo>
                  <a:lnTo>
                    <a:pt x="58044" y="59888"/>
                  </a:lnTo>
                  <a:lnTo>
                    <a:pt x="58783" y="60623"/>
                  </a:lnTo>
                  <a:lnTo>
                    <a:pt x="59523" y="61357"/>
                  </a:lnTo>
                  <a:lnTo>
                    <a:pt x="60264" y="62092"/>
                  </a:lnTo>
                  <a:lnTo>
                    <a:pt x="61004" y="62825"/>
                  </a:lnTo>
                  <a:lnTo>
                    <a:pt x="61745" y="63559"/>
                  </a:lnTo>
                  <a:lnTo>
                    <a:pt x="62486" y="64292"/>
                  </a:lnTo>
                  <a:lnTo>
                    <a:pt x="63228" y="65025"/>
                  </a:lnTo>
                  <a:lnTo>
                    <a:pt x="63970" y="65758"/>
                  </a:lnTo>
                  <a:lnTo>
                    <a:pt x="64712" y="66490"/>
                  </a:lnTo>
                  <a:lnTo>
                    <a:pt x="65454" y="67222"/>
                  </a:lnTo>
                  <a:lnTo>
                    <a:pt x="66197" y="67953"/>
                  </a:lnTo>
                  <a:lnTo>
                    <a:pt x="66940" y="68684"/>
                  </a:lnTo>
                  <a:lnTo>
                    <a:pt x="67684" y="69415"/>
                  </a:lnTo>
                  <a:lnTo>
                    <a:pt x="68428" y="70145"/>
                  </a:lnTo>
                  <a:lnTo>
                    <a:pt x="69172" y="70876"/>
                  </a:lnTo>
                  <a:lnTo>
                    <a:pt x="69917" y="71605"/>
                  </a:lnTo>
                  <a:lnTo>
                    <a:pt x="70662" y="72335"/>
                  </a:lnTo>
                  <a:lnTo>
                    <a:pt x="71407" y="73064"/>
                  </a:lnTo>
                  <a:lnTo>
                    <a:pt x="72153" y="73793"/>
                  </a:lnTo>
                  <a:lnTo>
                    <a:pt x="72898" y="74521"/>
                  </a:lnTo>
                  <a:lnTo>
                    <a:pt x="73645" y="75249"/>
                  </a:lnTo>
                  <a:lnTo>
                    <a:pt x="74391" y="75977"/>
                  </a:lnTo>
                  <a:lnTo>
                    <a:pt x="75138" y="76704"/>
                  </a:lnTo>
                  <a:lnTo>
                    <a:pt x="75886" y="77431"/>
                  </a:lnTo>
                  <a:lnTo>
                    <a:pt x="76633" y="78158"/>
                  </a:lnTo>
                  <a:lnTo>
                    <a:pt x="77381" y="78884"/>
                  </a:lnTo>
                  <a:lnTo>
                    <a:pt x="78129" y="79610"/>
                  </a:lnTo>
                  <a:lnTo>
                    <a:pt x="78878" y="80336"/>
                  </a:lnTo>
                  <a:lnTo>
                    <a:pt x="79627" y="81061"/>
                  </a:lnTo>
                  <a:lnTo>
                    <a:pt x="80376" y="81786"/>
                  </a:lnTo>
                  <a:lnTo>
                    <a:pt x="81126" y="82510"/>
                  </a:lnTo>
                  <a:lnTo>
                    <a:pt x="81876" y="83235"/>
                  </a:lnTo>
                  <a:lnTo>
                    <a:pt x="82626" y="83958"/>
                  </a:lnTo>
                  <a:lnTo>
                    <a:pt x="83377" y="84682"/>
                  </a:lnTo>
                  <a:lnTo>
                    <a:pt x="84128" y="85405"/>
                  </a:lnTo>
                  <a:lnTo>
                    <a:pt x="84879" y="86128"/>
                  </a:lnTo>
                  <a:lnTo>
                    <a:pt x="85631" y="86851"/>
                  </a:lnTo>
                  <a:lnTo>
                    <a:pt x="86383" y="87573"/>
                  </a:lnTo>
                  <a:lnTo>
                    <a:pt x="87135" y="88294"/>
                  </a:lnTo>
                  <a:lnTo>
                    <a:pt x="87888" y="89016"/>
                  </a:lnTo>
                  <a:lnTo>
                    <a:pt x="88641" y="89737"/>
                  </a:lnTo>
                  <a:lnTo>
                    <a:pt x="89394" y="90458"/>
                  </a:lnTo>
                  <a:lnTo>
                    <a:pt x="90148" y="91178"/>
                  </a:lnTo>
                  <a:lnTo>
                    <a:pt x="90902" y="91898"/>
                  </a:lnTo>
                  <a:lnTo>
                    <a:pt x="91656" y="92618"/>
                  </a:lnTo>
                  <a:lnTo>
                    <a:pt x="92411" y="93337"/>
                  </a:lnTo>
                  <a:lnTo>
                    <a:pt x="93166" y="94056"/>
                  </a:lnTo>
                  <a:lnTo>
                    <a:pt x="93921" y="94775"/>
                  </a:lnTo>
                  <a:lnTo>
                    <a:pt x="94677" y="95493"/>
                  </a:lnTo>
                  <a:lnTo>
                    <a:pt x="95433" y="96211"/>
                  </a:lnTo>
                  <a:lnTo>
                    <a:pt x="96189" y="96929"/>
                  </a:lnTo>
                  <a:lnTo>
                    <a:pt x="96946" y="97646"/>
                  </a:lnTo>
                  <a:lnTo>
                    <a:pt x="97703" y="98363"/>
                  </a:lnTo>
                  <a:lnTo>
                    <a:pt x="98460" y="99080"/>
                  </a:lnTo>
                  <a:lnTo>
                    <a:pt x="99217" y="99796"/>
                  </a:lnTo>
                  <a:lnTo>
                    <a:pt x="99975" y="100512"/>
                  </a:lnTo>
                  <a:lnTo>
                    <a:pt x="100734" y="101227"/>
                  </a:lnTo>
                  <a:lnTo>
                    <a:pt x="101492" y="101942"/>
                  </a:lnTo>
                  <a:lnTo>
                    <a:pt x="102251" y="102657"/>
                  </a:lnTo>
                  <a:lnTo>
                    <a:pt x="103011" y="103371"/>
                  </a:lnTo>
                  <a:lnTo>
                    <a:pt x="103770" y="104086"/>
                  </a:lnTo>
                  <a:lnTo>
                    <a:pt x="104530" y="104799"/>
                  </a:lnTo>
                  <a:lnTo>
                    <a:pt x="105290" y="105513"/>
                  </a:lnTo>
                  <a:lnTo>
                    <a:pt x="106051" y="106226"/>
                  </a:lnTo>
                  <a:lnTo>
                    <a:pt x="106812" y="106938"/>
                  </a:lnTo>
                  <a:lnTo>
                    <a:pt x="107573" y="107651"/>
                  </a:lnTo>
                  <a:lnTo>
                    <a:pt x="108335" y="108363"/>
                  </a:lnTo>
                  <a:lnTo>
                    <a:pt x="109097" y="109074"/>
                  </a:lnTo>
                  <a:lnTo>
                    <a:pt x="109859" y="109786"/>
                  </a:lnTo>
                  <a:lnTo>
                    <a:pt x="110622" y="110497"/>
                  </a:lnTo>
                  <a:lnTo>
                    <a:pt x="111385" y="111207"/>
                  </a:lnTo>
                  <a:lnTo>
                    <a:pt x="112148" y="111917"/>
                  </a:lnTo>
                  <a:lnTo>
                    <a:pt x="112911" y="112627"/>
                  </a:lnTo>
                  <a:lnTo>
                    <a:pt x="113675" y="113337"/>
                  </a:lnTo>
                  <a:lnTo>
                    <a:pt x="114440" y="114046"/>
                  </a:lnTo>
                  <a:lnTo>
                    <a:pt x="115204" y="114755"/>
                  </a:lnTo>
                  <a:lnTo>
                    <a:pt x="115969" y="115463"/>
                  </a:lnTo>
                  <a:lnTo>
                    <a:pt x="116734" y="116171"/>
                  </a:lnTo>
                  <a:lnTo>
                    <a:pt x="117500" y="116879"/>
                  </a:lnTo>
                  <a:lnTo>
                    <a:pt x="118266" y="117586"/>
                  </a:lnTo>
                  <a:lnTo>
                    <a:pt x="119032" y="118294"/>
                  </a:lnTo>
                  <a:lnTo>
                    <a:pt x="119798" y="119000"/>
                  </a:lnTo>
                  <a:lnTo>
                    <a:pt x="120565" y="119707"/>
                  </a:lnTo>
                  <a:lnTo>
                    <a:pt x="121332" y="120412"/>
                  </a:lnTo>
                  <a:lnTo>
                    <a:pt x="122100" y="121118"/>
                  </a:lnTo>
                  <a:lnTo>
                    <a:pt x="122868" y="121823"/>
                  </a:lnTo>
                  <a:lnTo>
                    <a:pt x="123636" y="122528"/>
                  </a:lnTo>
                  <a:lnTo>
                    <a:pt x="124404" y="123233"/>
                  </a:lnTo>
                  <a:lnTo>
                    <a:pt x="125173" y="123937"/>
                  </a:lnTo>
                  <a:lnTo>
                    <a:pt x="125942" y="124641"/>
                  </a:lnTo>
                  <a:lnTo>
                    <a:pt x="126712" y="125344"/>
                  </a:lnTo>
                  <a:lnTo>
                    <a:pt x="127482" y="126047"/>
                  </a:lnTo>
                  <a:lnTo>
                    <a:pt x="128252" y="126750"/>
                  </a:lnTo>
                  <a:lnTo>
                    <a:pt x="129022" y="127453"/>
                  </a:lnTo>
                  <a:lnTo>
                    <a:pt x="129793" y="128155"/>
                  </a:lnTo>
                  <a:lnTo>
                    <a:pt x="130564" y="128856"/>
                  </a:lnTo>
                  <a:lnTo>
                    <a:pt x="131336" y="129558"/>
                  </a:lnTo>
                  <a:lnTo>
                    <a:pt x="132107" y="130259"/>
                  </a:lnTo>
                  <a:lnTo>
                    <a:pt x="132879" y="130959"/>
                  </a:lnTo>
                  <a:lnTo>
                    <a:pt x="133652" y="131660"/>
                  </a:lnTo>
                  <a:lnTo>
                    <a:pt x="134424" y="132360"/>
                  </a:lnTo>
                  <a:lnTo>
                    <a:pt x="135197" y="133059"/>
                  </a:lnTo>
                  <a:lnTo>
                    <a:pt x="135971" y="133758"/>
                  </a:lnTo>
                  <a:lnTo>
                    <a:pt x="136745" y="134457"/>
                  </a:lnTo>
                  <a:lnTo>
                    <a:pt x="137519" y="135156"/>
                  </a:lnTo>
                  <a:lnTo>
                    <a:pt x="138293" y="135854"/>
                  </a:lnTo>
                  <a:lnTo>
                    <a:pt x="139068" y="136551"/>
                  </a:lnTo>
                  <a:lnTo>
                    <a:pt x="139842" y="137249"/>
                  </a:lnTo>
                  <a:lnTo>
                    <a:pt x="140618" y="137946"/>
                  </a:lnTo>
                  <a:lnTo>
                    <a:pt x="141393" y="138643"/>
                  </a:lnTo>
                  <a:lnTo>
                    <a:pt x="142169" y="139339"/>
                  </a:lnTo>
                  <a:lnTo>
                    <a:pt x="142946" y="140035"/>
                  </a:lnTo>
                  <a:lnTo>
                    <a:pt x="143722" y="140731"/>
                  </a:lnTo>
                  <a:lnTo>
                    <a:pt x="144499" y="141426"/>
                  </a:lnTo>
                  <a:lnTo>
                    <a:pt x="145276" y="142121"/>
                  </a:lnTo>
                  <a:lnTo>
                    <a:pt x="146054" y="142815"/>
                  </a:lnTo>
                  <a:lnTo>
                    <a:pt x="146832" y="143509"/>
                  </a:lnTo>
                  <a:lnTo>
                    <a:pt x="147610" y="144203"/>
                  </a:lnTo>
                  <a:lnTo>
                    <a:pt x="148389" y="144897"/>
                  </a:lnTo>
                  <a:lnTo>
                    <a:pt x="149167" y="145590"/>
                  </a:lnTo>
                  <a:lnTo>
                    <a:pt x="149947" y="146282"/>
                  </a:lnTo>
                  <a:lnTo>
                    <a:pt x="150726" y="146975"/>
                  </a:lnTo>
                  <a:lnTo>
                    <a:pt x="151506" y="147667"/>
                  </a:lnTo>
                  <a:lnTo>
                    <a:pt x="152286" y="148358"/>
                  </a:lnTo>
                  <a:lnTo>
                    <a:pt x="153066" y="149050"/>
                  </a:lnTo>
                  <a:lnTo>
                    <a:pt x="153847" y="149741"/>
                  </a:lnTo>
                  <a:lnTo>
                    <a:pt x="154628" y="150431"/>
                  </a:lnTo>
                  <a:lnTo>
                    <a:pt x="155410" y="151121"/>
                  </a:lnTo>
                  <a:lnTo>
                    <a:pt x="156191" y="151811"/>
                  </a:lnTo>
                  <a:lnTo>
                    <a:pt x="156973" y="152501"/>
                  </a:lnTo>
                  <a:lnTo>
                    <a:pt x="157756" y="153190"/>
                  </a:lnTo>
                  <a:lnTo>
                    <a:pt x="158538" y="153879"/>
                  </a:lnTo>
                  <a:lnTo>
                    <a:pt x="159321" y="154567"/>
                  </a:lnTo>
                  <a:lnTo>
                    <a:pt x="160105" y="155255"/>
                  </a:lnTo>
                  <a:lnTo>
                    <a:pt x="160888" y="155943"/>
                  </a:lnTo>
                  <a:lnTo>
                    <a:pt x="161672" y="156630"/>
                  </a:lnTo>
                  <a:lnTo>
                    <a:pt x="162457" y="157317"/>
                  </a:lnTo>
                  <a:lnTo>
                    <a:pt x="163241" y="158004"/>
                  </a:lnTo>
                  <a:lnTo>
                    <a:pt x="164026" y="158690"/>
                  </a:lnTo>
                  <a:lnTo>
                    <a:pt x="164811" y="159376"/>
                  </a:lnTo>
                  <a:lnTo>
                    <a:pt x="165597" y="160061"/>
                  </a:lnTo>
                  <a:lnTo>
                    <a:pt x="166383" y="160746"/>
                  </a:lnTo>
                  <a:lnTo>
                    <a:pt x="167169" y="161431"/>
                  </a:lnTo>
                  <a:lnTo>
                    <a:pt x="167955" y="162115"/>
                  </a:lnTo>
                  <a:lnTo>
                    <a:pt x="168742" y="162799"/>
                  </a:lnTo>
                  <a:lnTo>
                    <a:pt x="169529" y="163483"/>
                  </a:lnTo>
                  <a:lnTo>
                    <a:pt x="170317" y="164166"/>
                  </a:lnTo>
                  <a:lnTo>
                    <a:pt x="171104" y="164849"/>
                  </a:lnTo>
                  <a:lnTo>
                    <a:pt x="171893" y="165532"/>
                  </a:lnTo>
                  <a:lnTo>
                    <a:pt x="172681" y="166214"/>
                  </a:lnTo>
                  <a:lnTo>
                    <a:pt x="173470" y="166896"/>
                  </a:lnTo>
                  <a:lnTo>
                    <a:pt x="174259" y="167577"/>
                  </a:lnTo>
                  <a:lnTo>
                    <a:pt x="175048" y="168259"/>
                  </a:lnTo>
                  <a:lnTo>
                    <a:pt x="175838" y="168939"/>
                  </a:lnTo>
                  <a:lnTo>
                    <a:pt x="176628" y="169620"/>
                  </a:lnTo>
                  <a:lnTo>
                    <a:pt x="177418" y="170300"/>
                  </a:lnTo>
                  <a:lnTo>
                    <a:pt x="178208" y="170979"/>
                  </a:lnTo>
                  <a:lnTo>
                    <a:pt x="178999" y="171659"/>
                  </a:lnTo>
                  <a:lnTo>
                    <a:pt x="179791" y="172338"/>
                  </a:lnTo>
                  <a:lnTo>
                    <a:pt x="180582" y="173016"/>
                  </a:lnTo>
                  <a:lnTo>
                    <a:pt x="181374" y="173694"/>
                  </a:lnTo>
                  <a:lnTo>
                    <a:pt x="182166" y="174372"/>
                  </a:lnTo>
                  <a:lnTo>
                    <a:pt x="182959" y="175050"/>
                  </a:lnTo>
                  <a:lnTo>
                    <a:pt x="183751" y="175727"/>
                  </a:lnTo>
                  <a:lnTo>
                    <a:pt x="184544" y="176403"/>
                  </a:lnTo>
                  <a:lnTo>
                    <a:pt x="185338" y="177080"/>
                  </a:lnTo>
                  <a:lnTo>
                    <a:pt x="186132" y="177756"/>
                  </a:lnTo>
                  <a:lnTo>
                    <a:pt x="186926" y="178431"/>
                  </a:lnTo>
                  <a:lnTo>
                    <a:pt x="187720" y="179107"/>
                  </a:lnTo>
                </a:path>
              </a:pathLst>
            </a:custGeom>
            <a:ln w="22859" cap="rnd">
              <a:solidFill>
                <a:srgbClr val="FF8C25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9" name="pl7139"/>
            <p:cNvSpPr/>
            <p:nvPr/>
          </p:nvSpPr>
          <p:spPr>
            <a:xfrm>
              <a:off x="4669553" y="5122257"/>
              <a:ext cx="308441" cy="217721"/>
            </a:xfrm>
            <a:custGeom>
              <a:avLst/>
              <a:pathLst>
                <a:path w="308441" h="217721">
                  <a:moveTo>
                    <a:pt x="0" y="0"/>
                  </a:moveTo>
                  <a:lnTo>
                    <a:pt x="1161" y="977"/>
                  </a:lnTo>
                  <a:lnTo>
                    <a:pt x="2323" y="1954"/>
                  </a:lnTo>
                  <a:lnTo>
                    <a:pt x="3486" y="2930"/>
                  </a:lnTo>
                  <a:lnTo>
                    <a:pt x="4649" y="3905"/>
                  </a:lnTo>
                  <a:lnTo>
                    <a:pt x="5813" y="4880"/>
                  </a:lnTo>
                  <a:lnTo>
                    <a:pt x="6978" y="5853"/>
                  </a:lnTo>
                  <a:lnTo>
                    <a:pt x="8143" y="6826"/>
                  </a:lnTo>
                  <a:lnTo>
                    <a:pt x="9309" y="7798"/>
                  </a:lnTo>
                  <a:lnTo>
                    <a:pt x="10476" y="8769"/>
                  </a:lnTo>
                  <a:lnTo>
                    <a:pt x="11644" y="9740"/>
                  </a:lnTo>
                  <a:lnTo>
                    <a:pt x="12812" y="10709"/>
                  </a:lnTo>
                  <a:lnTo>
                    <a:pt x="13980" y="11678"/>
                  </a:lnTo>
                  <a:lnTo>
                    <a:pt x="15150" y="12646"/>
                  </a:lnTo>
                  <a:lnTo>
                    <a:pt x="16320" y="13613"/>
                  </a:lnTo>
                  <a:lnTo>
                    <a:pt x="17491" y="14580"/>
                  </a:lnTo>
                  <a:lnTo>
                    <a:pt x="18662" y="15545"/>
                  </a:lnTo>
                  <a:lnTo>
                    <a:pt x="19834" y="16510"/>
                  </a:lnTo>
                  <a:lnTo>
                    <a:pt x="21007" y="17474"/>
                  </a:lnTo>
                  <a:lnTo>
                    <a:pt x="22180" y="18437"/>
                  </a:lnTo>
                  <a:lnTo>
                    <a:pt x="23354" y="19400"/>
                  </a:lnTo>
                  <a:lnTo>
                    <a:pt x="24529" y="20361"/>
                  </a:lnTo>
                  <a:lnTo>
                    <a:pt x="25704" y="21322"/>
                  </a:lnTo>
                  <a:lnTo>
                    <a:pt x="26880" y="22282"/>
                  </a:lnTo>
                  <a:lnTo>
                    <a:pt x="28057" y="23241"/>
                  </a:lnTo>
                  <a:lnTo>
                    <a:pt x="29234" y="24200"/>
                  </a:lnTo>
                  <a:lnTo>
                    <a:pt x="30412" y="25157"/>
                  </a:lnTo>
                  <a:lnTo>
                    <a:pt x="31591" y="26114"/>
                  </a:lnTo>
                  <a:lnTo>
                    <a:pt x="32770" y="27070"/>
                  </a:lnTo>
                  <a:lnTo>
                    <a:pt x="33950" y="28025"/>
                  </a:lnTo>
                  <a:lnTo>
                    <a:pt x="35131" y="28979"/>
                  </a:lnTo>
                  <a:lnTo>
                    <a:pt x="36312" y="29933"/>
                  </a:lnTo>
                  <a:lnTo>
                    <a:pt x="37494" y="30886"/>
                  </a:lnTo>
                  <a:lnTo>
                    <a:pt x="38676" y="31837"/>
                  </a:lnTo>
                  <a:lnTo>
                    <a:pt x="39860" y="32789"/>
                  </a:lnTo>
                  <a:lnTo>
                    <a:pt x="41044" y="33739"/>
                  </a:lnTo>
                  <a:lnTo>
                    <a:pt x="42228" y="34688"/>
                  </a:lnTo>
                  <a:lnTo>
                    <a:pt x="43413" y="35637"/>
                  </a:lnTo>
                  <a:lnTo>
                    <a:pt x="44599" y="36585"/>
                  </a:lnTo>
                  <a:lnTo>
                    <a:pt x="45786" y="37532"/>
                  </a:lnTo>
                  <a:lnTo>
                    <a:pt x="46973" y="38478"/>
                  </a:lnTo>
                  <a:lnTo>
                    <a:pt x="48160" y="39423"/>
                  </a:lnTo>
                  <a:lnTo>
                    <a:pt x="49349" y="40368"/>
                  </a:lnTo>
                  <a:lnTo>
                    <a:pt x="50538" y="41312"/>
                  </a:lnTo>
                  <a:lnTo>
                    <a:pt x="51728" y="42255"/>
                  </a:lnTo>
                  <a:lnTo>
                    <a:pt x="52918" y="43197"/>
                  </a:lnTo>
                  <a:lnTo>
                    <a:pt x="54109" y="44138"/>
                  </a:lnTo>
                  <a:lnTo>
                    <a:pt x="55301" y="45079"/>
                  </a:lnTo>
                  <a:lnTo>
                    <a:pt x="56493" y="46018"/>
                  </a:lnTo>
                  <a:lnTo>
                    <a:pt x="57686" y="46957"/>
                  </a:lnTo>
                  <a:lnTo>
                    <a:pt x="58879" y="47895"/>
                  </a:lnTo>
                  <a:lnTo>
                    <a:pt x="60074" y="48832"/>
                  </a:lnTo>
                  <a:lnTo>
                    <a:pt x="61269" y="49769"/>
                  </a:lnTo>
                  <a:lnTo>
                    <a:pt x="62464" y="50704"/>
                  </a:lnTo>
                  <a:lnTo>
                    <a:pt x="63660" y="51639"/>
                  </a:lnTo>
                  <a:lnTo>
                    <a:pt x="64857" y="52573"/>
                  </a:lnTo>
                  <a:lnTo>
                    <a:pt x="66054" y="53506"/>
                  </a:lnTo>
                  <a:lnTo>
                    <a:pt x="67253" y="54439"/>
                  </a:lnTo>
                  <a:lnTo>
                    <a:pt x="68451" y="55370"/>
                  </a:lnTo>
                  <a:lnTo>
                    <a:pt x="69651" y="56301"/>
                  </a:lnTo>
                  <a:lnTo>
                    <a:pt x="70851" y="57231"/>
                  </a:lnTo>
                  <a:lnTo>
                    <a:pt x="72051" y="58160"/>
                  </a:lnTo>
                  <a:lnTo>
                    <a:pt x="73252" y="59088"/>
                  </a:lnTo>
                  <a:lnTo>
                    <a:pt x="74454" y="60015"/>
                  </a:lnTo>
                  <a:lnTo>
                    <a:pt x="75657" y="60942"/>
                  </a:lnTo>
                  <a:lnTo>
                    <a:pt x="76860" y="61867"/>
                  </a:lnTo>
                  <a:lnTo>
                    <a:pt x="78064" y="62792"/>
                  </a:lnTo>
                  <a:lnTo>
                    <a:pt x="79268" y="63716"/>
                  </a:lnTo>
                  <a:lnTo>
                    <a:pt x="80473" y="64640"/>
                  </a:lnTo>
                  <a:lnTo>
                    <a:pt x="81679" y="65562"/>
                  </a:lnTo>
                  <a:lnTo>
                    <a:pt x="82885" y="66484"/>
                  </a:lnTo>
                  <a:lnTo>
                    <a:pt x="84092" y="67404"/>
                  </a:lnTo>
                  <a:lnTo>
                    <a:pt x="85300" y="68324"/>
                  </a:lnTo>
                  <a:lnTo>
                    <a:pt x="86508" y="69243"/>
                  </a:lnTo>
                  <a:lnTo>
                    <a:pt x="87717" y="70162"/>
                  </a:lnTo>
                  <a:lnTo>
                    <a:pt x="88927" y="71079"/>
                  </a:lnTo>
                  <a:lnTo>
                    <a:pt x="90137" y="71996"/>
                  </a:lnTo>
                  <a:lnTo>
                    <a:pt x="91347" y="72911"/>
                  </a:lnTo>
                  <a:lnTo>
                    <a:pt x="92559" y="73826"/>
                  </a:lnTo>
                  <a:lnTo>
                    <a:pt x="93771" y="74741"/>
                  </a:lnTo>
                  <a:lnTo>
                    <a:pt x="94983" y="75654"/>
                  </a:lnTo>
                  <a:lnTo>
                    <a:pt x="96197" y="76566"/>
                  </a:lnTo>
                  <a:lnTo>
                    <a:pt x="97411" y="77478"/>
                  </a:lnTo>
                  <a:lnTo>
                    <a:pt x="98625" y="78389"/>
                  </a:lnTo>
                  <a:lnTo>
                    <a:pt x="99840" y="79299"/>
                  </a:lnTo>
                  <a:lnTo>
                    <a:pt x="101056" y="80208"/>
                  </a:lnTo>
                  <a:lnTo>
                    <a:pt x="102272" y="81116"/>
                  </a:lnTo>
                  <a:lnTo>
                    <a:pt x="103489" y="82024"/>
                  </a:lnTo>
                  <a:lnTo>
                    <a:pt x="104707" y="82930"/>
                  </a:lnTo>
                  <a:lnTo>
                    <a:pt x="105925" y="83836"/>
                  </a:lnTo>
                  <a:lnTo>
                    <a:pt x="107144" y="84741"/>
                  </a:lnTo>
                  <a:lnTo>
                    <a:pt x="108363" y="85645"/>
                  </a:lnTo>
                  <a:lnTo>
                    <a:pt x="109584" y="86548"/>
                  </a:lnTo>
                  <a:lnTo>
                    <a:pt x="110804" y="87451"/>
                  </a:lnTo>
                  <a:lnTo>
                    <a:pt x="112026" y="88352"/>
                  </a:lnTo>
                  <a:lnTo>
                    <a:pt x="113248" y="89253"/>
                  </a:lnTo>
                  <a:lnTo>
                    <a:pt x="114470" y="90153"/>
                  </a:lnTo>
                  <a:lnTo>
                    <a:pt x="115693" y="91052"/>
                  </a:lnTo>
                  <a:lnTo>
                    <a:pt x="116917" y="91950"/>
                  </a:lnTo>
                  <a:lnTo>
                    <a:pt x="118142" y="92848"/>
                  </a:lnTo>
                  <a:lnTo>
                    <a:pt x="119367" y="93744"/>
                  </a:lnTo>
                  <a:lnTo>
                    <a:pt x="120592" y="94640"/>
                  </a:lnTo>
                  <a:lnTo>
                    <a:pt x="121819" y="95535"/>
                  </a:lnTo>
                  <a:lnTo>
                    <a:pt x="123045" y="96429"/>
                  </a:lnTo>
                  <a:lnTo>
                    <a:pt x="124273" y="97322"/>
                  </a:lnTo>
                  <a:lnTo>
                    <a:pt x="125501" y="98215"/>
                  </a:lnTo>
                  <a:lnTo>
                    <a:pt x="126730" y="99106"/>
                  </a:lnTo>
                  <a:lnTo>
                    <a:pt x="127959" y="99997"/>
                  </a:lnTo>
                  <a:lnTo>
                    <a:pt x="129189" y="100887"/>
                  </a:lnTo>
                  <a:lnTo>
                    <a:pt x="130419" y="101776"/>
                  </a:lnTo>
                  <a:lnTo>
                    <a:pt x="131651" y="102664"/>
                  </a:lnTo>
                  <a:lnTo>
                    <a:pt x="132882" y="103551"/>
                  </a:lnTo>
                  <a:lnTo>
                    <a:pt x="134115" y="104438"/>
                  </a:lnTo>
                  <a:lnTo>
                    <a:pt x="135348" y="105323"/>
                  </a:lnTo>
                  <a:lnTo>
                    <a:pt x="136581" y="106208"/>
                  </a:lnTo>
                  <a:lnTo>
                    <a:pt x="137816" y="107092"/>
                  </a:lnTo>
                  <a:lnTo>
                    <a:pt x="139050" y="107975"/>
                  </a:lnTo>
                  <a:lnTo>
                    <a:pt x="140286" y="108857"/>
                  </a:lnTo>
                  <a:lnTo>
                    <a:pt x="141522" y="109739"/>
                  </a:lnTo>
                  <a:lnTo>
                    <a:pt x="142758" y="110619"/>
                  </a:lnTo>
                  <a:lnTo>
                    <a:pt x="143996" y="111499"/>
                  </a:lnTo>
                  <a:lnTo>
                    <a:pt x="145233" y="112378"/>
                  </a:lnTo>
                  <a:lnTo>
                    <a:pt x="146472" y="113256"/>
                  </a:lnTo>
                  <a:lnTo>
                    <a:pt x="147711" y="114133"/>
                  </a:lnTo>
                  <a:lnTo>
                    <a:pt x="148950" y="115009"/>
                  </a:lnTo>
                  <a:lnTo>
                    <a:pt x="150191" y="115885"/>
                  </a:lnTo>
                  <a:lnTo>
                    <a:pt x="151432" y="116759"/>
                  </a:lnTo>
                  <a:lnTo>
                    <a:pt x="152673" y="117633"/>
                  </a:lnTo>
                  <a:lnTo>
                    <a:pt x="153915" y="118506"/>
                  </a:lnTo>
                  <a:lnTo>
                    <a:pt x="155158" y="119378"/>
                  </a:lnTo>
                  <a:lnTo>
                    <a:pt x="156401" y="120249"/>
                  </a:lnTo>
                  <a:lnTo>
                    <a:pt x="157645" y="121120"/>
                  </a:lnTo>
                  <a:lnTo>
                    <a:pt x="158889" y="121989"/>
                  </a:lnTo>
                  <a:lnTo>
                    <a:pt x="160134" y="122858"/>
                  </a:lnTo>
                  <a:lnTo>
                    <a:pt x="161380" y="123725"/>
                  </a:lnTo>
                  <a:lnTo>
                    <a:pt x="162626" y="124592"/>
                  </a:lnTo>
                  <a:lnTo>
                    <a:pt x="163873" y="125458"/>
                  </a:lnTo>
                  <a:lnTo>
                    <a:pt x="165120" y="126324"/>
                  </a:lnTo>
                  <a:lnTo>
                    <a:pt x="166368" y="127188"/>
                  </a:lnTo>
                  <a:lnTo>
                    <a:pt x="167617" y="128051"/>
                  </a:lnTo>
                  <a:lnTo>
                    <a:pt x="168866" y="128914"/>
                  </a:lnTo>
                  <a:lnTo>
                    <a:pt x="170116" y="129776"/>
                  </a:lnTo>
                  <a:lnTo>
                    <a:pt x="171366" y="130637"/>
                  </a:lnTo>
                  <a:lnTo>
                    <a:pt x="172617" y="131497"/>
                  </a:lnTo>
                  <a:lnTo>
                    <a:pt x="173868" y="132356"/>
                  </a:lnTo>
                  <a:lnTo>
                    <a:pt x="175120" y="133214"/>
                  </a:lnTo>
                  <a:lnTo>
                    <a:pt x="176373" y="134072"/>
                  </a:lnTo>
                  <a:lnTo>
                    <a:pt x="177626" y="134929"/>
                  </a:lnTo>
                  <a:lnTo>
                    <a:pt x="178880" y="135784"/>
                  </a:lnTo>
                  <a:lnTo>
                    <a:pt x="180135" y="136639"/>
                  </a:lnTo>
                  <a:lnTo>
                    <a:pt x="181390" y="137493"/>
                  </a:lnTo>
                  <a:lnTo>
                    <a:pt x="182645" y="138347"/>
                  </a:lnTo>
                  <a:lnTo>
                    <a:pt x="183902" y="139199"/>
                  </a:lnTo>
                  <a:lnTo>
                    <a:pt x="185158" y="140050"/>
                  </a:lnTo>
                  <a:lnTo>
                    <a:pt x="186416" y="140901"/>
                  </a:lnTo>
                  <a:lnTo>
                    <a:pt x="187674" y="141751"/>
                  </a:lnTo>
                  <a:lnTo>
                    <a:pt x="188932" y="142600"/>
                  </a:lnTo>
                  <a:lnTo>
                    <a:pt x="190192" y="143448"/>
                  </a:lnTo>
                  <a:lnTo>
                    <a:pt x="191451" y="144295"/>
                  </a:lnTo>
                  <a:lnTo>
                    <a:pt x="192712" y="145141"/>
                  </a:lnTo>
                  <a:lnTo>
                    <a:pt x="193972" y="145987"/>
                  </a:lnTo>
                  <a:lnTo>
                    <a:pt x="195234" y="146831"/>
                  </a:lnTo>
                  <a:lnTo>
                    <a:pt x="196496" y="147675"/>
                  </a:lnTo>
                  <a:lnTo>
                    <a:pt x="197758" y="148518"/>
                  </a:lnTo>
                  <a:lnTo>
                    <a:pt x="199022" y="149360"/>
                  </a:lnTo>
                  <a:lnTo>
                    <a:pt x="200285" y="150201"/>
                  </a:lnTo>
                  <a:lnTo>
                    <a:pt x="201550" y="151041"/>
                  </a:lnTo>
                  <a:lnTo>
                    <a:pt x="202815" y="151880"/>
                  </a:lnTo>
                  <a:lnTo>
                    <a:pt x="204080" y="152719"/>
                  </a:lnTo>
                  <a:lnTo>
                    <a:pt x="205346" y="153556"/>
                  </a:lnTo>
                  <a:lnTo>
                    <a:pt x="206613" y="154393"/>
                  </a:lnTo>
                  <a:lnTo>
                    <a:pt x="207880" y="155229"/>
                  </a:lnTo>
                  <a:lnTo>
                    <a:pt x="209148" y="156064"/>
                  </a:lnTo>
                  <a:lnTo>
                    <a:pt x="210416" y="156898"/>
                  </a:lnTo>
                  <a:lnTo>
                    <a:pt x="211685" y="157732"/>
                  </a:lnTo>
                  <a:lnTo>
                    <a:pt x="212955" y="158564"/>
                  </a:lnTo>
                  <a:lnTo>
                    <a:pt x="214225" y="159396"/>
                  </a:lnTo>
                  <a:lnTo>
                    <a:pt x="215495" y="160226"/>
                  </a:lnTo>
                  <a:lnTo>
                    <a:pt x="216767" y="161056"/>
                  </a:lnTo>
                  <a:lnTo>
                    <a:pt x="218038" y="161885"/>
                  </a:lnTo>
                  <a:lnTo>
                    <a:pt x="219311" y="162713"/>
                  </a:lnTo>
                  <a:lnTo>
                    <a:pt x="220584" y="163540"/>
                  </a:lnTo>
                  <a:lnTo>
                    <a:pt x="221857" y="164367"/>
                  </a:lnTo>
                  <a:lnTo>
                    <a:pt x="223131" y="165192"/>
                  </a:lnTo>
                  <a:lnTo>
                    <a:pt x="224406" y="166017"/>
                  </a:lnTo>
                  <a:lnTo>
                    <a:pt x="225681" y="166840"/>
                  </a:lnTo>
                  <a:lnTo>
                    <a:pt x="226957" y="167663"/>
                  </a:lnTo>
                  <a:lnTo>
                    <a:pt x="228233" y="168485"/>
                  </a:lnTo>
                  <a:lnTo>
                    <a:pt x="229510" y="169306"/>
                  </a:lnTo>
                  <a:lnTo>
                    <a:pt x="230787" y="170126"/>
                  </a:lnTo>
                  <a:lnTo>
                    <a:pt x="232065" y="170946"/>
                  </a:lnTo>
                  <a:lnTo>
                    <a:pt x="233344" y="171764"/>
                  </a:lnTo>
                  <a:lnTo>
                    <a:pt x="234623" y="172582"/>
                  </a:lnTo>
                  <a:lnTo>
                    <a:pt x="235903" y="173398"/>
                  </a:lnTo>
                  <a:lnTo>
                    <a:pt x="237183" y="174214"/>
                  </a:lnTo>
                  <a:lnTo>
                    <a:pt x="238464" y="175029"/>
                  </a:lnTo>
                  <a:lnTo>
                    <a:pt x="239745" y="175843"/>
                  </a:lnTo>
                  <a:lnTo>
                    <a:pt x="241027" y="176656"/>
                  </a:lnTo>
                  <a:lnTo>
                    <a:pt x="242310" y="177469"/>
                  </a:lnTo>
                  <a:lnTo>
                    <a:pt x="243593" y="178280"/>
                  </a:lnTo>
                  <a:lnTo>
                    <a:pt x="244876" y="179091"/>
                  </a:lnTo>
                  <a:lnTo>
                    <a:pt x="246160" y="179900"/>
                  </a:lnTo>
                  <a:lnTo>
                    <a:pt x="247445" y="180709"/>
                  </a:lnTo>
                  <a:lnTo>
                    <a:pt x="248730" y="181517"/>
                  </a:lnTo>
                  <a:lnTo>
                    <a:pt x="250016" y="182324"/>
                  </a:lnTo>
                  <a:lnTo>
                    <a:pt x="251302" y="183130"/>
                  </a:lnTo>
                  <a:lnTo>
                    <a:pt x="252589" y="183935"/>
                  </a:lnTo>
                  <a:lnTo>
                    <a:pt x="253877" y="184740"/>
                  </a:lnTo>
                  <a:lnTo>
                    <a:pt x="255165" y="185543"/>
                  </a:lnTo>
                  <a:lnTo>
                    <a:pt x="256453" y="186346"/>
                  </a:lnTo>
                  <a:lnTo>
                    <a:pt x="257743" y="187147"/>
                  </a:lnTo>
                  <a:lnTo>
                    <a:pt x="259032" y="187948"/>
                  </a:lnTo>
                  <a:lnTo>
                    <a:pt x="260322" y="188748"/>
                  </a:lnTo>
                  <a:lnTo>
                    <a:pt x="261613" y="189547"/>
                  </a:lnTo>
                  <a:lnTo>
                    <a:pt x="262904" y="190345"/>
                  </a:lnTo>
                  <a:lnTo>
                    <a:pt x="264196" y="191143"/>
                  </a:lnTo>
                  <a:lnTo>
                    <a:pt x="265489" y="191939"/>
                  </a:lnTo>
                  <a:lnTo>
                    <a:pt x="266782" y="192735"/>
                  </a:lnTo>
                  <a:lnTo>
                    <a:pt x="268075" y="193529"/>
                  </a:lnTo>
                  <a:lnTo>
                    <a:pt x="269369" y="194323"/>
                  </a:lnTo>
                  <a:lnTo>
                    <a:pt x="270664" y="195116"/>
                  </a:lnTo>
                  <a:lnTo>
                    <a:pt x="271959" y="195908"/>
                  </a:lnTo>
                  <a:lnTo>
                    <a:pt x="273255" y="196699"/>
                  </a:lnTo>
                  <a:lnTo>
                    <a:pt x="274551" y="197489"/>
                  </a:lnTo>
                  <a:lnTo>
                    <a:pt x="275848" y="198278"/>
                  </a:lnTo>
                  <a:lnTo>
                    <a:pt x="277145" y="199067"/>
                  </a:lnTo>
                  <a:lnTo>
                    <a:pt x="278443" y="199854"/>
                  </a:lnTo>
                  <a:lnTo>
                    <a:pt x="279741" y="200641"/>
                  </a:lnTo>
                  <a:lnTo>
                    <a:pt x="281040" y="201427"/>
                  </a:lnTo>
                  <a:lnTo>
                    <a:pt x="282339" y="202212"/>
                  </a:lnTo>
                  <a:lnTo>
                    <a:pt x="283639" y="202996"/>
                  </a:lnTo>
                  <a:lnTo>
                    <a:pt x="284940" y="203779"/>
                  </a:lnTo>
                  <a:lnTo>
                    <a:pt x="286241" y="204561"/>
                  </a:lnTo>
                  <a:lnTo>
                    <a:pt x="287543" y="205342"/>
                  </a:lnTo>
                  <a:lnTo>
                    <a:pt x="288845" y="206122"/>
                  </a:lnTo>
                  <a:lnTo>
                    <a:pt x="290147" y="206902"/>
                  </a:lnTo>
                  <a:lnTo>
                    <a:pt x="291451" y="207681"/>
                  </a:lnTo>
                  <a:lnTo>
                    <a:pt x="292754" y="208458"/>
                  </a:lnTo>
                  <a:lnTo>
                    <a:pt x="294059" y="209235"/>
                  </a:lnTo>
                  <a:lnTo>
                    <a:pt x="295363" y="210011"/>
                  </a:lnTo>
                  <a:lnTo>
                    <a:pt x="296669" y="210786"/>
                  </a:lnTo>
                  <a:lnTo>
                    <a:pt x="297975" y="211560"/>
                  </a:lnTo>
                  <a:lnTo>
                    <a:pt x="299281" y="212333"/>
                  </a:lnTo>
                  <a:lnTo>
                    <a:pt x="300588" y="213106"/>
                  </a:lnTo>
                  <a:lnTo>
                    <a:pt x="301895" y="213877"/>
                  </a:lnTo>
                  <a:lnTo>
                    <a:pt x="303203" y="214648"/>
                  </a:lnTo>
                  <a:lnTo>
                    <a:pt x="304512" y="215417"/>
                  </a:lnTo>
                  <a:lnTo>
                    <a:pt x="305821" y="216186"/>
                  </a:lnTo>
                  <a:lnTo>
                    <a:pt x="307130" y="216954"/>
                  </a:lnTo>
                  <a:lnTo>
                    <a:pt x="308441" y="217721"/>
                  </a:lnTo>
                </a:path>
              </a:pathLst>
            </a:custGeom>
            <a:ln w="83820" cap="rnd">
              <a:solidFill>
                <a:srgbClr val="39D6D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0" name="pl7140"/>
            <p:cNvSpPr/>
            <p:nvPr/>
          </p:nvSpPr>
          <p:spPr>
            <a:xfrm>
              <a:off x="4644675" y="5151791"/>
              <a:ext cx="313820" cy="221518"/>
            </a:xfrm>
            <a:custGeom>
              <a:avLst/>
              <a:pathLst>
                <a:path w="313820" h="221518">
                  <a:moveTo>
                    <a:pt x="0" y="0"/>
                  </a:moveTo>
                  <a:lnTo>
                    <a:pt x="1181" y="994"/>
                  </a:lnTo>
                  <a:lnTo>
                    <a:pt x="2363" y="1988"/>
                  </a:lnTo>
                  <a:lnTo>
                    <a:pt x="3547" y="2981"/>
                  </a:lnTo>
                  <a:lnTo>
                    <a:pt x="4730" y="3973"/>
                  </a:lnTo>
                  <a:lnTo>
                    <a:pt x="5915" y="4965"/>
                  </a:lnTo>
                  <a:lnTo>
                    <a:pt x="7100" y="5955"/>
                  </a:lnTo>
                  <a:lnTo>
                    <a:pt x="8285" y="6945"/>
                  </a:lnTo>
                  <a:lnTo>
                    <a:pt x="9472" y="7934"/>
                  </a:lnTo>
                  <a:lnTo>
                    <a:pt x="10659" y="8922"/>
                  </a:lnTo>
                  <a:lnTo>
                    <a:pt x="11847" y="9910"/>
                  </a:lnTo>
                  <a:lnTo>
                    <a:pt x="13035" y="10896"/>
                  </a:lnTo>
                  <a:lnTo>
                    <a:pt x="14224" y="11882"/>
                  </a:lnTo>
                  <a:lnTo>
                    <a:pt x="15414" y="12867"/>
                  </a:lnTo>
                  <a:lnTo>
                    <a:pt x="16605" y="13851"/>
                  </a:lnTo>
                  <a:lnTo>
                    <a:pt x="17796" y="14834"/>
                  </a:lnTo>
                  <a:lnTo>
                    <a:pt x="18987" y="15817"/>
                  </a:lnTo>
                  <a:lnTo>
                    <a:pt x="20180" y="16798"/>
                  </a:lnTo>
                  <a:lnTo>
                    <a:pt x="21373" y="17779"/>
                  </a:lnTo>
                  <a:lnTo>
                    <a:pt x="22567" y="18759"/>
                  </a:lnTo>
                  <a:lnTo>
                    <a:pt x="23761" y="19738"/>
                  </a:lnTo>
                  <a:lnTo>
                    <a:pt x="24957" y="20717"/>
                  </a:lnTo>
                  <a:lnTo>
                    <a:pt x="26153" y="21694"/>
                  </a:lnTo>
                  <a:lnTo>
                    <a:pt x="27349" y="22671"/>
                  </a:lnTo>
                  <a:lnTo>
                    <a:pt x="28546" y="23647"/>
                  </a:lnTo>
                  <a:lnTo>
                    <a:pt x="29744" y="24622"/>
                  </a:lnTo>
                  <a:lnTo>
                    <a:pt x="30943" y="25596"/>
                  </a:lnTo>
                  <a:lnTo>
                    <a:pt x="32142" y="26569"/>
                  </a:lnTo>
                  <a:lnTo>
                    <a:pt x="33342" y="27542"/>
                  </a:lnTo>
                  <a:lnTo>
                    <a:pt x="34542" y="28514"/>
                  </a:lnTo>
                  <a:lnTo>
                    <a:pt x="35743" y="29485"/>
                  </a:lnTo>
                  <a:lnTo>
                    <a:pt x="36945" y="30455"/>
                  </a:lnTo>
                  <a:lnTo>
                    <a:pt x="38148" y="31424"/>
                  </a:lnTo>
                  <a:lnTo>
                    <a:pt x="39351" y="32393"/>
                  </a:lnTo>
                  <a:lnTo>
                    <a:pt x="40555" y="33360"/>
                  </a:lnTo>
                  <a:lnTo>
                    <a:pt x="41759" y="34327"/>
                  </a:lnTo>
                  <a:lnTo>
                    <a:pt x="42965" y="35293"/>
                  </a:lnTo>
                  <a:lnTo>
                    <a:pt x="44170" y="36259"/>
                  </a:lnTo>
                  <a:lnTo>
                    <a:pt x="45377" y="37223"/>
                  </a:lnTo>
                  <a:lnTo>
                    <a:pt x="46584" y="38186"/>
                  </a:lnTo>
                  <a:lnTo>
                    <a:pt x="47792" y="39149"/>
                  </a:lnTo>
                  <a:lnTo>
                    <a:pt x="49000" y="40111"/>
                  </a:lnTo>
                  <a:lnTo>
                    <a:pt x="50210" y="41072"/>
                  </a:lnTo>
                  <a:lnTo>
                    <a:pt x="51419" y="42032"/>
                  </a:lnTo>
                  <a:lnTo>
                    <a:pt x="52630" y="42992"/>
                  </a:lnTo>
                  <a:lnTo>
                    <a:pt x="53841" y="43950"/>
                  </a:lnTo>
                  <a:lnTo>
                    <a:pt x="55053" y="44908"/>
                  </a:lnTo>
                  <a:lnTo>
                    <a:pt x="56265" y="45865"/>
                  </a:lnTo>
                  <a:lnTo>
                    <a:pt x="57478" y="46821"/>
                  </a:lnTo>
                  <a:lnTo>
                    <a:pt x="58692" y="47776"/>
                  </a:lnTo>
                  <a:lnTo>
                    <a:pt x="59906" y="48731"/>
                  </a:lnTo>
                  <a:lnTo>
                    <a:pt x="61121" y="49684"/>
                  </a:lnTo>
                  <a:lnTo>
                    <a:pt x="62337" y="50637"/>
                  </a:lnTo>
                  <a:lnTo>
                    <a:pt x="63554" y="51589"/>
                  </a:lnTo>
                  <a:lnTo>
                    <a:pt x="64771" y="52540"/>
                  </a:lnTo>
                  <a:lnTo>
                    <a:pt x="65988" y="53490"/>
                  </a:lnTo>
                  <a:lnTo>
                    <a:pt x="67207" y="54439"/>
                  </a:lnTo>
                  <a:lnTo>
                    <a:pt x="68426" y="55388"/>
                  </a:lnTo>
                  <a:lnTo>
                    <a:pt x="69645" y="56336"/>
                  </a:lnTo>
                  <a:lnTo>
                    <a:pt x="70865" y="57283"/>
                  </a:lnTo>
                  <a:lnTo>
                    <a:pt x="72086" y="58229"/>
                  </a:lnTo>
                  <a:lnTo>
                    <a:pt x="73308" y="59174"/>
                  </a:lnTo>
                  <a:lnTo>
                    <a:pt x="74530" y="60118"/>
                  </a:lnTo>
                  <a:lnTo>
                    <a:pt x="75753" y="61062"/>
                  </a:lnTo>
                  <a:lnTo>
                    <a:pt x="76976" y="62005"/>
                  </a:lnTo>
                  <a:lnTo>
                    <a:pt x="78201" y="62946"/>
                  </a:lnTo>
                  <a:lnTo>
                    <a:pt x="79425" y="63887"/>
                  </a:lnTo>
                  <a:lnTo>
                    <a:pt x="80651" y="64828"/>
                  </a:lnTo>
                  <a:lnTo>
                    <a:pt x="81877" y="65767"/>
                  </a:lnTo>
                  <a:lnTo>
                    <a:pt x="83104" y="66705"/>
                  </a:lnTo>
                  <a:lnTo>
                    <a:pt x="84331" y="67643"/>
                  </a:lnTo>
                  <a:lnTo>
                    <a:pt x="85559" y="68580"/>
                  </a:lnTo>
                  <a:lnTo>
                    <a:pt x="86788" y="69516"/>
                  </a:lnTo>
                  <a:lnTo>
                    <a:pt x="88017" y="70451"/>
                  </a:lnTo>
                  <a:lnTo>
                    <a:pt x="89247" y="71385"/>
                  </a:lnTo>
                  <a:lnTo>
                    <a:pt x="90478" y="72319"/>
                  </a:lnTo>
                  <a:lnTo>
                    <a:pt x="91709" y="73251"/>
                  </a:lnTo>
                  <a:lnTo>
                    <a:pt x="92941" y="74183"/>
                  </a:lnTo>
                  <a:lnTo>
                    <a:pt x="94173" y="75114"/>
                  </a:lnTo>
                  <a:lnTo>
                    <a:pt x="95406" y="76044"/>
                  </a:lnTo>
                  <a:lnTo>
                    <a:pt x="96640" y="76973"/>
                  </a:lnTo>
                  <a:lnTo>
                    <a:pt x="97874" y="77902"/>
                  </a:lnTo>
                  <a:lnTo>
                    <a:pt x="99110" y="78829"/>
                  </a:lnTo>
                  <a:lnTo>
                    <a:pt x="100345" y="79756"/>
                  </a:lnTo>
                  <a:lnTo>
                    <a:pt x="101582" y="80682"/>
                  </a:lnTo>
                  <a:lnTo>
                    <a:pt x="102819" y="81607"/>
                  </a:lnTo>
                  <a:lnTo>
                    <a:pt x="104056" y="82531"/>
                  </a:lnTo>
                  <a:lnTo>
                    <a:pt x="105294" y="83454"/>
                  </a:lnTo>
                  <a:lnTo>
                    <a:pt x="106533" y="84377"/>
                  </a:lnTo>
                  <a:lnTo>
                    <a:pt x="107773" y="85298"/>
                  </a:lnTo>
                  <a:lnTo>
                    <a:pt x="109013" y="86219"/>
                  </a:lnTo>
                  <a:lnTo>
                    <a:pt x="110254" y="87139"/>
                  </a:lnTo>
                  <a:lnTo>
                    <a:pt x="111495" y="88058"/>
                  </a:lnTo>
                  <a:lnTo>
                    <a:pt x="112737" y="88976"/>
                  </a:lnTo>
                  <a:lnTo>
                    <a:pt x="113980" y="89893"/>
                  </a:lnTo>
                  <a:lnTo>
                    <a:pt x="115223" y="90810"/>
                  </a:lnTo>
                  <a:lnTo>
                    <a:pt x="116467" y="91726"/>
                  </a:lnTo>
                  <a:lnTo>
                    <a:pt x="117711" y="92640"/>
                  </a:lnTo>
                  <a:lnTo>
                    <a:pt x="118956" y="93554"/>
                  </a:lnTo>
                  <a:lnTo>
                    <a:pt x="120202" y="94467"/>
                  </a:lnTo>
                  <a:lnTo>
                    <a:pt x="121449" y="95380"/>
                  </a:lnTo>
                  <a:lnTo>
                    <a:pt x="122696" y="96291"/>
                  </a:lnTo>
                  <a:lnTo>
                    <a:pt x="123943" y="97201"/>
                  </a:lnTo>
                  <a:lnTo>
                    <a:pt x="125192" y="98111"/>
                  </a:lnTo>
                  <a:lnTo>
                    <a:pt x="126440" y="99020"/>
                  </a:lnTo>
                  <a:lnTo>
                    <a:pt x="127690" y="99928"/>
                  </a:lnTo>
                  <a:lnTo>
                    <a:pt x="128940" y="100835"/>
                  </a:lnTo>
                  <a:lnTo>
                    <a:pt x="130191" y="101741"/>
                  </a:lnTo>
                  <a:lnTo>
                    <a:pt x="131442" y="102646"/>
                  </a:lnTo>
                  <a:lnTo>
                    <a:pt x="132694" y="103551"/>
                  </a:lnTo>
                  <a:lnTo>
                    <a:pt x="133947" y="104455"/>
                  </a:lnTo>
                  <a:lnTo>
                    <a:pt x="135200" y="105357"/>
                  </a:lnTo>
                  <a:lnTo>
                    <a:pt x="136454" y="106259"/>
                  </a:lnTo>
                  <a:lnTo>
                    <a:pt x="137708" y="107160"/>
                  </a:lnTo>
                  <a:lnTo>
                    <a:pt x="138964" y="108061"/>
                  </a:lnTo>
                  <a:lnTo>
                    <a:pt x="140219" y="108960"/>
                  </a:lnTo>
                  <a:lnTo>
                    <a:pt x="141476" y="109858"/>
                  </a:lnTo>
                  <a:lnTo>
                    <a:pt x="142733" y="110756"/>
                  </a:lnTo>
                  <a:lnTo>
                    <a:pt x="143990" y="111653"/>
                  </a:lnTo>
                  <a:lnTo>
                    <a:pt x="145248" y="112549"/>
                  </a:lnTo>
                  <a:lnTo>
                    <a:pt x="146507" y="113444"/>
                  </a:lnTo>
                  <a:lnTo>
                    <a:pt x="147767" y="114338"/>
                  </a:lnTo>
                  <a:lnTo>
                    <a:pt x="149027" y="115231"/>
                  </a:lnTo>
                  <a:lnTo>
                    <a:pt x="150287" y="116124"/>
                  </a:lnTo>
                  <a:lnTo>
                    <a:pt x="151548" y="117015"/>
                  </a:lnTo>
                  <a:lnTo>
                    <a:pt x="152810" y="117906"/>
                  </a:lnTo>
                  <a:lnTo>
                    <a:pt x="154073" y="118796"/>
                  </a:lnTo>
                  <a:lnTo>
                    <a:pt x="155336" y="119685"/>
                  </a:lnTo>
                  <a:lnTo>
                    <a:pt x="156600" y="120573"/>
                  </a:lnTo>
                  <a:lnTo>
                    <a:pt x="157864" y="121460"/>
                  </a:lnTo>
                  <a:lnTo>
                    <a:pt x="159129" y="122347"/>
                  </a:lnTo>
                  <a:lnTo>
                    <a:pt x="160394" y="123232"/>
                  </a:lnTo>
                  <a:lnTo>
                    <a:pt x="161660" y="124117"/>
                  </a:lnTo>
                  <a:lnTo>
                    <a:pt x="162927" y="125000"/>
                  </a:lnTo>
                  <a:lnTo>
                    <a:pt x="164194" y="125883"/>
                  </a:lnTo>
                  <a:lnTo>
                    <a:pt x="165462" y="126765"/>
                  </a:lnTo>
                  <a:lnTo>
                    <a:pt x="166731" y="127647"/>
                  </a:lnTo>
                  <a:lnTo>
                    <a:pt x="168000" y="128527"/>
                  </a:lnTo>
                  <a:lnTo>
                    <a:pt x="169270" y="129406"/>
                  </a:lnTo>
                  <a:lnTo>
                    <a:pt x="170540" y="130285"/>
                  </a:lnTo>
                  <a:lnTo>
                    <a:pt x="171811" y="131163"/>
                  </a:lnTo>
                  <a:lnTo>
                    <a:pt x="173083" y="132039"/>
                  </a:lnTo>
                  <a:lnTo>
                    <a:pt x="174355" y="132915"/>
                  </a:lnTo>
                  <a:lnTo>
                    <a:pt x="175628" y="133790"/>
                  </a:lnTo>
                  <a:lnTo>
                    <a:pt x="176901" y="134665"/>
                  </a:lnTo>
                  <a:lnTo>
                    <a:pt x="178175" y="135538"/>
                  </a:lnTo>
                  <a:lnTo>
                    <a:pt x="179449" y="136410"/>
                  </a:lnTo>
                  <a:lnTo>
                    <a:pt x="180725" y="137282"/>
                  </a:lnTo>
                  <a:lnTo>
                    <a:pt x="182000" y="138153"/>
                  </a:lnTo>
                  <a:lnTo>
                    <a:pt x="183277" y="139023"/>
                  </a:lnTo>
                  <a:lnTo>
                    <a:pt x="184554" y="139891"/>
                  </a:lnTo>
                  <a:lnTo>
                    <a:pt x="185831" y="140760"/>
                  </a:lnTo>
                  <a:lnTo>
                    <a:pt x="187109" y="141627"/>
                  </a:lnTo>
                  <a:lnTo>
                    <a:pt x="188388" y="142493"/>
                  </a:lnTo>
                  <a:lnTo>
                    <a:pt x="189667" y="143359"/>
                  </a:lnTo>
                  <a:lnTo>
                    <a:pt x="190947" y="144223"/>
                  </a:lnTo>
                  <a:lnTo>
                    <a:pt x="192228" y="145087"/>
                  </a:lnTo>
                  <a:lnTo>
                    <a:pt x="193509" y="145950"/>
                  </a:lnTo>
                  <a:lnTo>
                    <a:pt x="194790" y="146812"/>
                  </a:lnTo>
                  <a:lnTo>
                    <a:pt x="196073" y="147673"/>
                  </a:lnTo>
                  <a:lnTo>
                    <a:pt x="197356" y="148533"/>
                  </a:lnTo>
                  <a:lnTo>
                    <a:pt x="198639" y="149392"/>
                  </a:lnTo>
                  <a:lnTo>
                    <a:pt x="199923" y="150251"/>
                  </a:lnTo>
                  <a:lnTo>
                    <a:pt x="201208" y="151108"/>
                  </a:lnTo>
                  <a:lnTo>
                    <a:pt x="202493" y="151965"/>
                  </a:lnTo>
                  <a:lnTo>
                    <a:pt x="203779" y="152820"/>
                  </a:lnTo>
                  <a:lnTo>
                    <a:pt x="205065" y="153675"/>
                  </a:lnTo>
                  <a:lnTo>
                    <a:pt x="206352" y="154529"/>
                  </a:lnTo>
                  <a:lnTo>
                    <a:pt x="207640" y="155383"/>
                  </a:lnTo>
                  <a:lnTo>
                    <a:pt x="208928" y="156235"/>
                  </a:lnTo>
                  <a:lnTo>
                    <a:pt x="210217" y="157086"/>
                  </a:lnTo>
                  <a:lnTo>
                    <a:pt x="211506" y="157937"/>
                  </a:lnTo>
                  <a:lnTo>
                    <a:pt x="212796" y="158786"/>
                  </a:lnTo>
                  <a:lnTo>
                    <a:pt x="214086" y="159635"/>
                  </a:lnTo>
                  <a:lnTo>
                    <a:pt x="215377" y="160483"/>
                  </a:lnTo>
                  <a:lnTo>
                    <a:pt x="216669" y="161330"/>
                  </a:lnTo>
                  <a:lnTo>
                    <a:pt x="217961" y="162176"/>
                  </a:lnTo>
                  <a:lnTo>
                    <a:pt x="219254" y="163021"/>
                  </a:lnTo>
                  <a:lnTo>
                    <a:pt x="220547" y="163865"/>
                  </a:lnTo>
                  <a:lnTo>
                    <a:pt x="221841" y="164709"/>
                  </a:lnTo>
                  <a:lnTo>
                    <a:pt x="223136" y="165551"/>
                  </a:lnTo>
                  <a:lnTo>
                    <a:pt x="224431" y="166393"/>
                  </a:lnTo>
                  <a:lnTo>
                    <a:pt x="225727" y="167233"/>
                  </a:lnTo>
                  <a:lnTo>
                    <a:pt x="227023" y="168073"/>
                  </a:lnTo>
                  <a:lnTo>
                    <a:pt x="228320" y="168912"/>
                  </a:lnTo>
                  <a:lnTo>
                    <a:pt x="229617" y="169750"/>
                  </a:lnTo>
                  <a:lnTo>
                    <a:pt x="230915" y="170587"/>
                  </a:lnTo>
                  <a:lnTo>
                    <a:pt x="232214" y="171424"/>
                  </a:lnTo>
                  <a:lnTo>
                    <a:pt x="233513" y="172259"/>
                  </a:lnTo>
                  <a:lnTo>
                    <a:pt x="234813" y="173094"/>
                  </a:lnTo>
                  <a:lnTo>
                    <a:pt x="236113" y="173927"/>
                  </a:lnTo>
                  <a:lnTo>
                    <a:pt x="237414" y="174760"/>
                  </a:lnTo>
                  <a:lnTo>
                    <a:pt x="238715" y="175592"/>
                  </a:lnTo>
                  <a:lnTo>
                    <a:pt x="240017" y="176423"/>
                  </a:lnTo>
                  <a:lnTo>
                    <a:pt x="241320" y="177253"/>
                  </a:lnTo>
                  <a:lnTo>
                    <a:pt x="242623" y="178082"/>
                  </a:lnTo>
                  <a:lnTo>
                    <a:pt x="243927" y="178910"/>
                  </a:lnTo>
                  <a:lnTo>
                    <a:pt x="245231" y="179737"/>
                  </a:lnTo>
                  <a:lnTo>
                    <a:pt x="246536" y="180564"/>
                  </a:lnTo>
                  <a:lnTo>
                    <a:pt x="247841" y="181390"/>
                  </a:lnTo>
                  <a:lnTo>
                    <a:pt x="249147" y="182214"/>
                  </a:lnTo>
                  <a:lnTo>
                    <a:pt x="250454" y="183038"/>
                  </a:lnTo>
                  <a:lnTo>
                    <a:pt x="251761" y="183861"/>
                  </a:lnTo>
                  <a:lnTo>
                    <a:pt x="253069" y="184683"/>
                  </a:lnTo>
                  <a:lnTo>
                    <a:pt x="254377" y="185504"/>
                  </a:lnTo>
                  <a:lnTo>
                    <a:pt x="255686" y="186324"/>
                  </a:lnTo>
                  <a:lnTo>
                    <a:pt x="256995" y="187143"/>
                  </a:lnTo>
                  <a:lnTo>
                    <a:pt x="258305" y="187962"/>
                  </a:lnTo>
                  <a:lnTo>
                    <a:pt x="259615" y="188779"/>
                  </a:lnTo>
                  <a:lnTo>
                    <a:pt x="260926" y="189596"/>
                  </a:lnTo>
                  <a:lnTo>
                    <a:pt x="262238" y="190412"/>
                  </a:lnTo>
                  <a:lnTo>
                    <a:pt x="263550" y="191226"/>
                  </a:lnTo>
                  <a:lnTo>
                    <a:pt x="264863" y="192040"/>
                  </a:lnTo>
                  <a:lnTo>
                    <a:pt x="266176" y="192853"/>
                  </a:lnTo>
                  <a:lnTo>
                    <a:pt x="267490" y="193665"/>
                  </a:lnTo>
                  <a:lnTo>
                    <a:pt x="268804" y="194477"/>
                  </a:lnTo>
                  <a:lnTo>
                    <a:pt x="270119" y="195287"/>
                  </a:lnTo>
                  <a:lnTo>
                    <a:pt x="271435" y="196096"/>
                  </a:lnTo>
                  <a:lnTo>
                    <a:pt x="272751" y="196905"/>
                  </a:lnTo>
                  <a:lnTo>
                    <a:pt x="274068" y="197712"/>
                  </a:lnTo>
                  <a:lnTo>
                    <a:pt x="275385" y="198519"/>
                  </a:lnTo>
                  <a:lnTo>
                    <a:pt x="276702" y="199325"/>
                  </a:lnTo>
                  <a:lnTo>
                    <a:pt x="278021" y="200130"/>
                  </a:lnTo>
                  <a:lnTo>
                    <a:pt x="279339" y="200934"/>
                  </a:lnTo>
                  <a:lnTo>
                    <a:pt x="280659" y="201737"/>
                  </a:lnTo>
                  <a:lnTo>
                    <a:pt x="281979" y="202539"/>
                  </a:lnTo>
                  <a:lnTo>
                    <a:pt x="283299" y="203340"/>
                  </a:lnTo>
                  <a:lnTo>
                    <a:pt x="284620" y="204141"/>
                  </a:lnTo>
                  <a:lnTo>
                    <a:pt x="285942" y="204940"/>
                  </a:lnTo>
                  <a:lnTo>
                    <a:pt x="287264" y="205739"/>
                  </a:lnTo>
                  <a:lnTo>
                    <a:pt x="288587" y="206536"/>
                  </a:lnTo>
                  <a:lnTo>
                    <a:pt x="289910" y="207333"/>
                  </a:lnTo>
                  <a:lnTo>
                    <a:pt x="291234" y="208129"/>
                  </a:lnTo>
                  <a:lnTo>
                    <a:pt x="292558" y="208924"/>
                  </a:lnTo>
                  <a:lnTo>
                    <a:pt x="293883" y="209718"/>
                  </a:lnTo>
                  <a:lnTo>
                    <a:pt x="295208" y="210511"/>
                  </a:lnTo>
                  <a:lnTo>
                    <a:pt x="296534" y="211303"/>
                  </a:lnTo>
                  <a:lnTo>
                    <a:pt x="297861" y="212094"/>
                  </a:lnTo>
                  <a:lnTo>
                    <a:pt x="299188" y="212885"/>
                  </a:lnTo>
                  <a:lnTo>
                    <a:pt x="300515" y="213674"/>
                  </a:lnTo>
                  <a:lnTo>
                    <a:pt x="301843" y="214463"/>
                  </a:lnTo>
                  <a:lnTo>
                    <a:pt x="303172" y="215250"/>
                  </a:lnTo>
                  <a:lnTo>
                    <a:pt x="304501" y="216037"/>
                  </a:lnTo>
                  <a:lnTo>
                    <a:pt x="305831" y="216823"/>
                  </a:lnTo>
                  <a:lnTo>
                    <a:pt x="307161" y="217608"/>
                  </a:lnTo>
                  <a:lnTo>
                    <a:pt x="308492" y="218392"/>
                  </a:lnTo>
                  <a:lnTo>
                    <a:pt x="309823" y="219175"/>
                  </a:lnTo>
                  <a:lnTo>
                    <a:pt x="311155" y="219957"/>
                  </a:lnTo>
                  <a:lnTo>
                    <a:pt x="312487" y="220738"/>
                  </a:lnTo>
                  <a:lnTo>
                    <a:pt x="313820" y="221518"/>
                  </a:lnTo>
                </a:path>
              </a:pathLst>
            </a:custGeom>
            <a:ln w="22859" cap="rnd">
              <a:solidFill>
                <a:srgbClr val="39D6D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1" name="pl7141"/>
            <p:cNvSpPr/>
            <p:nvPr/>
          </p:nvSpPr>
          <p:spPr>
            <a:xfrm>
              <a:off x="4986161" y="5344733"/>
              <a:ext cx="184524" cy="95612"/>
            </a:xfrm>
            <a:custGeom>
              <a:avLst/>
              <a:pathLst>
                <a:path w="184524" h="95612">
                  <a:moveTo>
                    <a:pt x="0" y="0"/>
                  </a:moveTo>
                  <a:lnTo>
                    <a:pt x="722" y="418"/>
                  </a:lnTo>
                  <a:lnTo>
                    <a:pt x="1445" y="836"/>
                  </a:lnTo>
                  <a:lnTo>
                    <a:pt x="2168" y="1254"/>
                  </a:lnTo>
                  <a:lnTo>
                    <a:pt x="2891" y="1671"/>
                  </a:lnTo>
                  <a:lnTo>
                    <a:pt x="3614" y="2089"/>
                  </a:lnTo>
                  <a:lnTo>
                    <a:pt x="4337" y="2506"/>
                  </a:lnTo>
                  <a:lnTo>
                    <a:pt x="5061" y="2922"/>
                  </a:lnTo>
                  <a:lnTo>
                    <a:pt x="5784" y="3339"/>
                  </a:lnTo>
                  <a:lnTo>
                    <a:pt x="6508" y="3755"/>
                  </a:lnTo>
                  <a:lnTo>
                    <a:pt x="7232" y="4171"/>
                  </a:lnTo>
                  <a:lnTo>
                    <a:pt x="7956" y="4587"/>
                  </a:lnTo>
                  <a:lnTo>
                    <a:pt x="8681" y="5002"/>
                  </a:lnTo>
                  <a:lnTo>
                    <a:pt x="9405" y="5417"/>
                  </a:lnTo>
                  <a:lnTo>
                    <a:pt x="10130" y="5832"/>
                  </a:lnTo>
                  <a:lnTo>
                    <a:pt x="10855" y="6246"/>
                  </a:lnTo>
                  <a:lnTo>
                    <a:pt x="11579" y="6661"/>
                  </a:lnTo>
                  <a:lnTo>
                    <a:pt x="12305" y="7075"/>
                  </a:lnTo>
                  <a:lnTo>
                    <a:pt x="13030" y="7488"/>
                  </a:lnTo>
                  <a:lnTo>
                    <a:pt x="13755" y="7902"/>
                  </a:lnTo>
                  <a:lnTo>
                    <a:pt x="14481" y="8315"/>
                  </a:lnTo>
                  <a:lnTo>
                    <a:pt x="15206" y="8728"/>
                  </a:lnTo>
                  <a:lnTo>
                    <a:pt x="15932" y="9140"/>
                  </a:lnTo>
                  <a:lnTo>
                    <a:pt x="16658" y="9553"/>
                  </a:lnTo>
                  <a:lnTo>
                    <a:pt x="17384" y="9965"/>
                  </a:lnTo>
                  <a:lnTo>
                    <a:pt x="18111" y="10377"/>
                  </a:lnTo>
                  <a:lnTo>
                    <a:pt x="18837" y="10788"/>
                  </a:lnTo>
                  <a:lnTo>
                    <a:pt x="19564" y="11199"/>
                  </a:lnTo>
                  <a:lnTo>
                    <a:pt x="20291" y="11610"/>
                  </a:lnTo>
                  <a:lnTo>
                    <a:pt x="21018" y="12021"/>
                  </a:lnTo>
                  <a:lnTo>
                    <a:pt x="21745" y="12432"/>
                  </a:lnTo>
                  <a:lnTo>
                    <a:pt x="22472" y="12842"/>
                  </a:lnTo>
                  <a:lnTo>
                    <a:pt x="23199" y="13252"/>
                  </a:lnTo>
                  <a:lnTo>
                    <a:pt x="23927" y="13661"/>
                  </a:lnTo>
                  <a:lnTo>
                    <a:pt x="24655" y="14071"/>
                  </a:lnTo>
                  <a:lnTo>
                    <a:pt x="25383" y="14480"/>
                  </a:lnTo>
                  <a:lnTo>
                    <a:pt x="26111" y="14888"/>
                  </a:lnTo>
                  <a:lnTo>
                    <a:pt x="26839" y="15297"/>
                  </a:lnTo>
                  <a:lnTo>
                    <a:pt x="27567" y="15705"/>
                  </a:lnTo>
                  <a:lnTo>
                    <a:pt x="28296" y="16113"/>
                  </a:lnTo>
                  <a:lnTo>
                    <a:pt x="29024" y="16521"/>
                  </a:lnTo>
                  <a:lnTo>
                    <a:pt x="29753" y="16928"/>
                  </a:lnTo>
                  <a:lnTo>
                    <a:pt x="30482" y="17335"/>
                  </a:lnTo>
                  <a:lnTo>
                    <a:pt x="31211" y="17742"/>
                  </a:lnTo>
                  <a:lnTo>
                    <a:pt x="31940" y="18149"/>
                  </a:lnTo>
                  <a:lnTo>
                    <a:pt x="32670" y="18555"/>
                  </a:lnTo>
                  <a:lnTo>
                    <a:pt x="33399" y="18961"/>
                  </a:lnTo>
                  <a:lnTo>
                    <a:pt x="34129" y="19367"/>
                  </a:lnTo>
                  <a:lnTo>
                    <a:pt x="34859" y="19773"/>
                  </a:lnTo>
                  <a:lnTo>
                    <a:pt x="35589" y="20178"/>
                  </a:lnTo>
                  <a:lnTo>
                    <a:pt x="36319" y="20583"/>
                  </a:lnTo>
                  <a:lnTo>
                    <a:pt x="37049" y="20987"/>
                  </a:lnTo>
                  <a:lnTo>
                    <a:pt x="37780" y="21392"/>
                  </a:lnTo>
                  <a:lnTo>
                    <a:pt x="38510" y="21796"/>
                  </a:lnTo>
                  <a:lnTo>
                    <a:pt x="39241" y="22200"/>
                  </a:lnTo>
                  <a:lnTo>
                    <a:pt x="39972" y="22603"/>
                  </a:lnTo>
                  <a:lnTo>
                    <a:pt x="40703" y="23007"/>
                  </a:lnTo>
                  <a:lnTo>
                    <a:pt x="41435" y="23410"/>
                  </a:lnTo>
                  <a:lnTo>
                    <a:pt x="42166" y="23812"/>
                  </a:lnTo>
                  <a:lnTo>
                    <a:pt x="42897" y="24215"/>
                  </a:lnTo>
                  <a:lnTo>
                    <a:pt x="43629" y="24617"/>
                  </a:lnTo>
                  <a:lnTo>
                    <a:pt x="44361" y="25019"/>
                  </a:lnTo>
                  <a:lnTo>
                    <a:pt x="45093" y="25420"/>
                  </a:lnTo>
                  <a:lnTo>
                    <a:pt x="45825" y="25822"/>
                  </a:lnTo>
                  <a:lnTo>
                    <a:pt x="46557" y="26223"/>
                  </a:lnTo>
                  <a:lnTo>
                    <a:pt x="47290" y="26624"/>
                  </a:lnTo>
                  <a:lnTo>
                    <a:pt x="48022" y="27024"/>
                  </a:lnTo>
                  <a:lnTo>
                    <a:pt x="48755" y="27424"/>
                  </a:lnTo>
                  <a:lnTo>
                    <a:pt x="49488" y="27824"/>
                  </a:lnTo>
                  <a:lnTo>
                    <a:pt x="50221" y="28224"/>
                  </a:lnTo>
                  <a:lnTo>
                    <a:pt x="50954" y="28624"/>
                  </a:lnTo>
                  <a:lnTo>
                    <a:pt x="51688" y="29023"/>
                  </a:lnTo>
                  <a:lnTo>
                    <a:pt x="52421" y="29422"/>
                  </a:lnTo>
                  <a:lnTo>
                    <a:pt x="53155" y="29820"/>
                  </a:lnTo>
                  <a:lnTo>
                    <a:pt x="53889" y="30219"/>
                  </a:lnTo>
                  <a:lnTo>
                    <a:pt x="54623" y="30617"/>
                  </a:lnTo>
                  <a:lnTo>
                    <a:pt x="55357" y="31014"/>
                  </a:lnTo>
                  <a:lnTo>
                    <a:pt x="56091" y="31412"/>
                  </a:lnTo>
                  <a:lnTo>
                    <a:pt x="56825" y="31809"/>
                  </a:lnTo>
                  <a:lnTo>
                    <a:pt x="57560" y="32206"/>
                  </a:lnTo>
                  <a:lnTo>
                    <a:pt x="58295" y="32603"/>
                  </a:lnTo>
                  <a:lnTo>
                    <a:pt x="59030" y="32999"/>
                  </a:lnTo>
                  <a:lnTo>
                    <a:pt x="59765" y="33395"/>
                  </a:lnTo>
                  <a:lnTo>
                    <a:pt x="60500" y="33791"/>
                  </a:lnTo>
                  <a:lnTo>
                    <a:pt x="61235" y="34186"/>
                  </a:lnTo>
                  <a:lnTo>
                    <a:pt x="61971" y="34582"/>
                  </a:lnTo>
                  <a:lnTo>
                    <a:pt x="62706" y="34977"/>
                  </a:lnTo>
                  <a:lnTo>
                    <a:pt x="63442" y="35371"/>
                  </a:lnTo>
                  <a:lnTo>
                    <a:pt x="64178" y="35766"/>
                  </a:lnTo>
                  <a:lnTo>
                    <a:pt x="64914" y="36160"/>
                  </a:lnTo>
                  <a:lnTo>
                    <a:pt x="65650" y="36554"/>
                  </a:lnTo>
                  <a:lnTo>
                    <a:pt x="66386" y="36947"/>
                  </a:lnTo>
                  <a:lnTo>
                    <a:pt x="67123" y="37341"/>
                  </a:lnTo>
                  <a:lnTo>
                    <a:pt x="67860" y="37734"/>
                  </a:lnTo>
                  <a:lnTo>
                    <a:pt x="68596" y="38127"/>
                  </a:lnTo>
                  <a:lnTo>
                    <a:pt x="69333" y="38519"/>
                  </a:lnTo>
                  <a:lnTo>
                    <a:pt x="70070" y="38911"/>
                  </a:lnTo>
                  <a:lnTo>
                    <a:pt x="70808" y="39303"/>
                  </a:lnTo>
                  <a:lnTo>
                    <a:pt x="71545" y="39695"/>
                  </a:lnTo>
                  <a:lnTo>
                    <a:pt x="72283" y="40086"/>
                  </a:lnTo>
                  <a:lnTo>
                    <a:pt x="73020" y="40477"/>
                  </a:lnTo>
                  <a:lnTo>
                    <a:pt x="73758" y="40868"/>
                  </a:lnTo>
                  <a:lnTo>
                    <a:pt x="74496" y="41259"/>
                  </a:lnTo>
                  <a:lnTo>
                    <a:pt x="75234" y="41649"/>
                  </a:lnTo>
                  <a:lnTo>
                    <a:pt x="75972" y="42039"/>
                  </a:lnTo>
                  <a:lnTo>
                    <a:pt x="76711" y="42429"/>
                  </a:lnTo>
                  <a:lnTo>
                    <a:pt x="77449" y="42818"/>
                  </a:lnTo>
                  <a:lnTo>
                    <a:pt x="78188" y="43207"/>
                  </a:lnTo>
                  <a:lnTo>
                    <a:pt x="78927" y="43596"/>
                  </a:lnTo>
                  <a:lnTo>
                    <a:pt x="79666" y="43985"/>
                  </a:lnTo>
                  <a:lnTo>
                    <a:pt x="80405" y="44373"/>
                  </a:lnTo>
                  <a:lnTo>
                    <a:pt x="81144" y="44761"/>
                  </a:lnTo>
                  <a:lnTo>
                    <a:pt x="81884" y="45149"/>
                  </a:lnTo>
                  <a:lnTo>
                    <a:pt x="82623" y="45536"/>
                  </a:lnTo>
                  <a:lnTo>
                    <a:pt x="83363" y="45924"/>
                  </a:lnTo>
                  <a:lnTo>
                    <a:pt x="84103" y="46310"/>
                  </a:lnTo>
                  <a:lnTo>
                    <a:pt x="84843" y="46697"/>
                  </a:lnTo>
                  <a:lnTo>
                    <a:pt x="85583" y="47083"/>
                  </a:lnTo>
                  <a:lnTo>
                    <a:pt x="86324" y="47470"/>
                  </a:lnTo>
                  <a:lnTo>
                    <a:pt x="87064" y="47855"/>
                  </a:lnTo>
                  <a:lnTo>
                    <a:pt x="87805" y="48241"/>
                  </a:lnTo>
                  <a:lnTo>
                    <a:pt x="88545" y="48626"/>
                  </a:lnTo>
                  <a:lnTo>
                    <a:pt x="89286" y="49011"/>
                  </a:lnTo>
                  <a:lnTo>
                    <a:pt x="90027" y="49396"/>
                  </a:lnTo>
                  <a:lnTo>
                    <a:pt x="90768" y="49780"/>
                  </a:lnTo>
                  <a:lnTo>
                    <a:pt x="91510" y="50164"/>
                  </a:lnTo>
                  <a:lnTo>
                    <a:pt x="92251" y="50548"/>
                  </a:lnTo>
                  <a:lnTo>
                    <a:pt x="92993" y="50932"/>
                  </a:lnTo>
                  <a:lnTo>
                    <a:pt x="93735" y="51315"/>
                  </a:lnTo>
                  <a:lnTo>
                    <a:pt x="94477" y="51698"/>
                  </a:lnTo>
                  <a:lnTo>
                    <a:pt x="95219" y="52081"/>
                  </a:lnTo>
                  <a:lnTo>
                    <a:pt x="95961" y="52463"/>
                  </a:lnTo>
                  <a:lnTo>
                    <a:pt x="96703" y="52845"/>
                  </a:lnTo>
                  <a:lnTo>
                    <a:pt x="97446" y="53227"/>
                  </a:lnTo>
                  <a:lnTo>
                    <a:pt x="98188" y="53609"/>
                  </a:lnTo>
                  <a:lnTo>
                    <a:pt x="98931" y="53990"/>
                  </a:lnTo>
                  <a:lnTo>
                    <a:pt x="99674" y="54371"/>
                  </a:lnTo>
                  <a:lnTo>
                    <a:pt x="100417" y="54752"/>
                  </a:lnTo>
                  <a:lnTo>
                    <a:pt x="101160" y="55133"/>
                  </a:lnTo>
                  <a:lnTo>
                    <a:pt x="101904" y="55513"/>
                  </a:lnTo>
                  <a:lnTo>
                    <a:pt x="102647" y="55893"/>
                  </a:lnTo>
                  <a:lnTo>
                    <a:pt x="103391" y="56272"/>
                  </a:lnTo>
                  <a:lnTo>
                    <a:pt x="104135" y="56652"/>
                  </a:lnTo>
                  <a:lnTo>
                    <a:pt x="104878" y="57031"/>
                  </a:lnTo>
                  <a:lnTo>
                    <a:pt x="105623" y="57410"/>
                  </a:lnTo>
                  <a:lnTo>
                    <a:pt x="106367" y="57788"/>
                  </a:lnTo>
                  <a:lnTo>
                    <a:pt x="107111" y="58166"/>
                  </a:lnTo>
                  <a:lnTo>
                    <a:pt x="107856" y="58544"/>
                  </a:lnTo>
                  <a:lnTo>
                    <a:pt x="108600" y="58922"/>
                  </a:lnTo>
                  <a:lnTo>
                    <a:pt x="109345" y="59299"/>
                  </a:lnTo>
                  <a:lnTo>
                    <a:pt x="110090" y="59677"/>
                  </a:lnTo>
                  <a:lnTo>
                    <a:pt x="110835" y="60053"/>
                  </a:lnTo>
                  <a:lnTo>
                    <a:pt x="111580" y="60430"/>
                  </a:lnTo>
                  <a:lnTo>
                    <a:pt x="112326" y="60806"/>
                  </a:lnTo>
                  <a:lnTo>
                    <a:pt x="113071" y="61182"/>
                  </a:lnTo>
                  <a:lnTo>
                    <a:pt x="113817" y="61558"/>
                  </a:lnTo>
                  <a:lnTo>
                    <a:pt x="114562" y="61933"/>
                  </a:lnTo>
                  <a:lnTo>
                    <a:pt x="115308" y="62309"/>
                  </a:lnTo>
                  <a:lnTo>
                    <a:pt x="116054" y="62683"/>
                  </a:lnTo>
                  <a:lnTo>
                    <a:pt x="116801" y="63058"/>
                  </a:lnTo>
                  <a:lnTo>
                    <a:pt x="117547" y="63432"/>
                  </a:lnTo>
                  <a:lnTo>
                    <a:pt x="118293" y="63806"/>
                  </a:lnTo>
                  <a:lnTo>
                    <a:pt x="119040" y="64180"/>
                  </a:lnTo>
                  <a:lnTo>
                    <a:pt x="119787" y="64554"/>
                  </a:lnTo>
                  <a:lnTo>
                    <a:pt x="120534" y="64927"/>
                  </a:lnTo>
                  <a:lnTo>
                    <a:pt x="121281" y="65300"/>
                  </a:lnTo>
                  <a:lnTo>
                    <a:pt x="122028" y="65672"/>
                  </a:lnTo>
                  <a:lnTo>
                    <a:pt x="122775" y="66045"/>
                  </a:lnTo>
                  <a:lnTo>
                    <a:pt x="123523" y="66417"/>
                  </a:lnTo>
                  <a:lnTo>
                    <a:pt x="124270" y="66788"/>
                  </a:lnTo>
                  <a:lnTo>
                    <a:pt x="125018" y="67160"/>
                  </a:lnTo>
                  <a:lnTo>
                    <a:pt x="125766" y="67531"/>
                  </a:lnTo>
                  <a:lnTo>
                    <a:pt x="126514" y="67902"/>
                  </a:lnTo>
                  <a:lnTo>
                    <a:pt x="127262" y="68273"/>
                  </a:lnTo>
                  <a:lnTo>
                    <a:pt x="128011" y="68643"/>
                  </a:lnTo>
                  <a:lnTo>
                    <a:pt x="128759" y="69013"/>
                  </a:lnTo>
                  <a:lnTo>
                    <a:pt x="129508" y="69383"/>
                  </a:lnTo>
                  <a:lnTo>
                    <a:pt x="130256" y="69752"/>
                  </a:lnTo>
                  <a:lnTo>
                    <a:pt x="131005" y="70122"/>
                  </a:lnTo>
                  <a:lnTo>
                    <a:pt x="131754" y="70491"/>
                  </a:lnTo>
                  <a:lnTo>
                    <a:pt x="132503" y="70859"/>
                  </a:lnTo>
                  <a:lnTo>
                    <a:pt x="133253" y="71228"/>
                  </a:lnTo>
                  <a:lnTo>
                    <a:pt x="134002" y="71596"/>
                  </a:lnTo>
                  <a:lnTo>
                    <a:pt x="134752" y="71964"/>
                  </a:lnTo>
                  <a:lnTo>
                    <a:pt x="135501" y="72331"/>
                  </a:lnTo>
                  <a:lnTo>
                    <a:pt x="136251" y="72698"/>
                  </a:lnTo>
                  <a:lnTo>
                    <a:pt x="137001" y="73065"/>
                  </a:lnTo>
                  <a:lnTo>
                    <a:pt x="137751" y="73432"/>
                  </a:lnTo>
                  <a:lnTo>
                    <a:pt x="138501" y="73798"/>
                  </a:lnTo>
                  <a:lnTo>
                    <a:pt x="139252" y="74165"/>
                  </a:lnTo>
                  <a:lnTo>
                    <a:pt x="140002" y="74530"/>
                  </a:lnTo>
                  <a:lnTo>
                    <a:pt x="140753" y="74896"/>
                  </a:lnTo>
                  <a:lnTo>
                    <a:pt x="141504" y="75261"/>
                  </a:lnTo>
                  <a:lnTo>
                    <a:pt x="142255" y="75626"/>
                  </a:lnTo>
                  <a:lnTo>
                    <a:pt x="143006" y="75991"/>
                  </a:lnTo>
                  <a:lnTo>
                    <a:pt x="143757" y="76355"/>
                  </a:lnTo>
                  <a:lnTo>
                    <a:pt x="144508" y="76720"/>
                  </a:lnTo>
                  <a:lnTo>
                    <a:pt x="145260" y="77083"/>
                  </a:lnTo>
                  <a:lnTo>
                    <a:pt x="146011" y="77447"/>
                  </a:lnTo>
                  <a:lnTo>
                    <a:pt x="146763" y="77810"/>
                  </a:lnTo>
                  <a:lnTo>
                    <a:pt x="147515" y="78173"/>
                  </a:lnTo>
                  <a:lnTo>
                    <a:pt x="148267" y="78536"/>
                  </a:lnTo>
                  <a:lnTo>
                    <a:pt x="149019" y="78898"/>
                  </a:lnTo>
                  <a:lnTo>
                    <a:pt x="149772" y="79261"/>
                  </a:lnTo>
                  <a:lnTo>
                    <a:pt x="150524" y="79622"/>
                  </a:lnTo>
                  <a:lnTo>
                    <a:pt x="151277" y="79984"/>
                  </a:lnTo>
                  <a:lnTo>
                    <a:pt x="152029" y="80345"/>
                  </a:lnTo>
                  <a:lnTo>
                    <a:pt x="152782" y="80706"/>
                  </a:lnTo>
                  <a:lnTo>
                    <a:pt x="153535" y="81067"/>
                  </a:lnTo>
                  <a:lnTo>
                    <a:pt x="154288" y="81428"/>
                  </a:lnTo>
                  <a:lnTo>
                    <a:pt x="155042" y="81788"/>
                  </a:lnTo>
                  <a:lnTo>
                    <a:pt x="155795" y="82148"/>
                  </a:lnTo>
                  <a:lnTo>
                    <a:pt x="156549" y="82507"/>
                  </a:lnTo>
                  <a:lnTo>
                    <a:pt x="157302" y="82867"/>
                  </a:lnTo>
                  <a:lnTo>
                    <a:pt x="158056" y="83226"/>
                  </a:lnTo>
                  <a:lnTo>
                    <a:pt x="158810" y="83584"/>
                  </a:lnTo>
                  <a:lnTo>
                    <a:pt x="159564" y="83943"/>
                  </a:lnTo>
                  <a:lnTo>
                    <a:pt x="160318" y="84301"/>
                  </a:lnTo>
                  <a:lnTo>
                    <a:pt x="161073" y="84659"/>
                  </a:lnTo>
                  <a:lnTo>
                    <a:pt x="161827" y="85017"/>
                  </a:lnTo>
                  <a:lnTo>
                    <a:pt x="162582" y="85374"/>
                  </a:lnTo>
                  <a:lnTo>
                    <a:pt x="163337" y="85731"/>
                  </a:lnTo>
                  <a:lnTo>
                    <a:pt x="164091" y="86088"/>
                  </a:lnTo>
                  <a:lnTo>
                    <a:pt x="164846" y="86444"/>
                  </a:lnTo>
                  <a:lnTo>
                    <a:pt x="165602" y="86800"/>
                  </a:lnTo>
                  <a:lnTo>
                    <a:pt x="166357" y="87156"/>
                  </a:lnTo>
                  <a:lnTo>
                    <a:pt x="167112" y="87512"/>
                  </a:lnTo>
                  <a:lnTo>
                    <a:pt x="167868" y="87867"/>
                  </a:lnTo>
                  <a:lnTo>
                    <a:pt x="168624" y="88222"/>
                  </a:lnTo>
                  <a:lnTo>
                    <a:pt x="169379" y="88577"/>
                  </a:lnTo>
                  <a:lnTo>
                    <a:pt x="170135" y="88931"/>
                  </a:lnTo>
                  <a:lnTo>
                    <a:pt x="170891" y="89286"/>
                  </a:lnTo>
                  <a:lnTo>
                    <a:pt x="171648" y="89640"/>
                  </a:lnTo>
                  <a:lnTo>
                    <a:pt x="172404" y="89993"/>
                  </a:lnTo>
                  <a:lnTo>
                    <a:pt x="173161" y="90347"/>
                  </a:lnTo>
                  <a:lnTo>
                    <a:pt x="173917" y="90700"/>
                  </a:lnTo>
                  <a:lnTo>
                    <a:pt x="174674" y="91052"/>
                  </a:lnTo>
                  <a:lnTo>
                    <a:pt x="175431" y="91405"/>
                  </a:lnTo>
                  <a:lnTo>
                    <a:pt x="176188" y="91757"/>
                  </a:lnTo>
                  <a:lnTo>
                    <a:pt x="176945" y="92109"/>
                  </a:lnTo>
                  <a:lnTo>
                    <a:pt x="177702" y="92461"/>
                  </a:lnTo>
                  <a:lnTo>
                    <a:pt x="178460" y="92812"/>
                  </a:lnTo>
                  <a:lnTo>
                    <a:pt x="179217" y="93163"/>
                  </a:lnTo>
                  <a:lnTo>
                    <a:pt x="179975" y="93514"/>
                  </a:lnTo>
                  <a:lnTo>
                    <a:pt x="180733" y="93864"/>
                  </a:lnTo>
                  <a:lnTo>
                    <a:pt x="181491" y="94214"/>
                  </a:lnTo>
                  <a:lnTo>
                    <a:pt x="182249" y="94564"/>
                  </a:lnTo>
                  <a:lnTo>
                    <a:pt x="183007" y="94914"/>
                  </a:lnTo>
                  <a:lnTo>
                    <a:pt x="183765" y="95263"/>
                  </a:lnTo>
                  <a:lnTo>
                    <a:pt x="184524" y="95612"/>
                  </a:lnTo>
                </a:path>
              </a:pathLst>
            </a:custGeom>
            <a:ln w="83820" cap="rnd">
              <a:solidFill>
                <a:srgbClr val="FFBF5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2" name="pl7142"/>
            <p:cNvSpPr/>
            <p:nvPr/>
          </p:nvSpPr>
          <p:spPr>
            <a:xfrm>
              <a:off x="4966806" y="5378147"/>
              <a:ext cx="187742" cy="97280"/>
            </a:xfrm>
            <a:custGeom>
              <a:avLst/>
              <a:pathLst>
                <a:path w="187742" h="97280">
                  <a:moveTo>
                    <a:pt x="0" y="0"/>
                  </a:moveTo>
                  <a:lnTo>
                    <a:pt x="735" y="425"/>
                  </a:lnTo>
                  <a:lnTo>
                    <a:pt x="1470" y="851"/>
                  </a:lnTo>
                  <a:lnTo>
                    <a:pt x="2205" y="1276"/>
                  </a:lnTo>
                  <a:lnTo>
                    <a:pt x="2941" y="1700"/>
                  </a:lnTo>
                  <a:lnTo>
                    <a:pt x="3677" y="2125"/>
                  </a:lnTo>
                  <a:lnTo>
                    <a:pt x="4413" y="2549"/>
                  </a:lnTo>
                  <a:lnTo>
                    <a:pt x="5149" y="2973"/>
                  </a:lnTo>
                  <a:lnTo>
                    <a:pt x="5885" y="3397"/>
                  </a:lnTo>
                  <a:lnTo>
                    <a:pt x="6622" y="3820"/>
                  </a:lnTo>
                  <a:lnTo>
                    <a:pt x="7358" y="4244"/>
                  </a:lnTo>
                  <a:lnTo>
                    <a:pt x="8095" y="4667"/>
                  </a:lnTo>
                  <a:lnTo>
                    <a:pt x="8832" y="5089"/>
                  </a:lnTo>
                  <a:lnTo>
                    <a:pt x="9569" y="5511"/>
                  </a:lnTo>
                  <a:lnTo>
                    <a:pt x="10306" y="5933"/>
                  </a:lnTo>
                  <a:lnTo>
                    <a:pt x="11044" y="6355"/>
                  </a:lnTo>
                  <a:lnTo>
                    <a:pt x="11781" y="6777"/>
                  </a:lnTo>
                  <a:lnTo>
                    <a:pt x="12519" y="7198"/>
                  </a:lnTo>
                  <a:lnTo>
                    <a:pt x="13257" y="7619"/>
                  </a:lnTo>
                  <a:lnTo>
                    <a:pt x="13995" y="8040"/>
                  </a:lnTo>
                  <a:lnTo>
                    <a:pt x="14733" y="8460"/>
                  </a:lnTo>
                  <a:lnTo>
                    <a:pt x="15472" y="8880"/>
                  </a:lnTo>
                  <a:lnTo>
                    <a:pt x="16210" y="9300"/>
                  </a:lnTo>
                  <a:lnTo>
                    <a:pt x="16949" y="9719"/>
                  </a:lnTo>
                  <a:lnTo>
                    <a:pt x="17688" y="10139"/>
                  </a:lnTo>
                  <a:lnTo>
                    <a:pt x="18427" y="10558"/>
                  </a:lnTo>
                  <a:lnTo>
                    <a:pt x="19166" y="10976"/>
                  </a:lnTo>
                  <a:lnTo>
                    <a:pt x="19905" y="11395"/>
                  </a:lnTo>
                  <a:lnTo>
                    <a:pt x="20645" y="11813"/>
                  </a:lnTo>
                  <a:lnTo>
                    <a:pt x="21384" y="12231"/>
                  </a:lnTo>
                  <a:lnTo>
                    <a:pt x="22124" y="12648"/>
                  </a:lnTo>
                  <a:lnTo>
                    <a:pt x="22864" y="13066"/>
                  </a:lnTo>
                  <a:lnTo>
                    <a:pt x="23604" y="13483"/>
                  </a:lnTo>
                  <a:lnTo>
                    <a:pt x="24344" y="13900"/>
                  </a:lnTo>
                  <a:lnTo>
                    <a:pt x="25085" y="14316"/>
                  </a:lnTo>
                  <a:lnTo>
                    <a:pt x="25825" y="14732"/>
                  </a:lnTo>
                  <a:lnTo>
                    <a:pt x="26566" y="15148"/>
                  </a:lnTo>
                  <a:lnTo>
                    <a:pt x="27307" y="15564"/>
                  </a:lnTo>
                  <a:lnTo>
                    <a:pt x="28048" y="15979"/>
                  </a:lnTo>
                  <a:lnTo>
                    <a:pt x="28789" y="16394"/>
                  </a:lnTo>
                  <a:lnTo>
                    <a:pt x="29530" y="16809"/>
                  </a:lnTo>
                  <a:lnTo>
                    <a:pt x="30272" y="17224"/>
                  </a:lnTo>
                  <a:lnTo>
                    <a:pt x="31014" y="17638"/>
                  </a:lnTo>
                  <a:lnTo>
                    <a:pt x="31755" y="18052"/>
                  </a:lnTo>
                  <a:lnTo>
                    <a:pt x="32497" y="18465"/>
                  </a:lnTo>
                  <a:lnTo>
                    <a:pt x="33240" y="18879"/>
                  </a:lnTo>
                  <a:lnTo>
                    <a:pt x="33982" y="19292"/>
                  </a:lnTo>
                  <a:lnTo>
                    <a:pt x="34724" y="19705"/>
                  </a:lnTo>
                  <a:lnTo>
                    <a:pt x="35467" y="20117"/>
                  </a:lnTo>
                  <a:lnTo>
                    <a:pt x="36210" y="20530"/>
                  </a:lnTo>
                  <a:lnTo>
                    <a:pt x="36953" y="20942"/>
                  </a:lnTo>
                  <a:lnTo>
                    <a:pt x="37696" y="21353"/>
                  </a:lnTo>
                  <a:lnTo>
                    <a:pt x="38439" y="21765"/>
                  </a:lnTo>
                  <a:lnTo>
                    <a:pt x="39182" y="22176"/>
                  </a:lnTo>
                  <a:lnTo>
                    <a:pt x="39926" y="22587"/>
                  </a:lnTo>
                  <a:lnTo>
                    <a:pt x="40669" y="22998"/>
                  </a:lnTo>
                  <a:lnTo>
                    <a:pt x="41413" y="23408"/>
                  </a:lnTo>
                  <a:lnTo>
                    <a:pt x="42157" y="23818"/>
                  </a:lnTo>
                  <a:lnTo>
                    <a:pt x="42901" y="24228"/>
                  </a:lnTo>
                  <a:lnTo>
                    <a:pt x="43646" y="24637"/>
                  </a:lnTo>
                  <a:lnTo>
                    <a:pt x="44390" y="25046"/>
                  </a:lnTo>
                  <a:lnTo>
                    <a:pt x="45135" y="25455"/>
                  </a:lnTo>
                  <a:lnTo>
                    <a:pt x="45879" y="25864"/>
                  </a:lnTo>
                  <a:lnTo>
                    <a:pt x="46624" y="26272"/>
                  </a:lnTo>
                  <a:lnTo>
                    <a:pt x="47369" y="26680"/>
                  </a:lnTo>
                  <a:lnTo>
                    <a:pt x="48115" y="27088"/>
                  </a:lnTo>
                  <a:lnTo>
                    <a:pt x="48860" y="27496"/>
                  </a:lnTo>
                  <a:lnTo>
                    <a:pt x="49606" y="27903"/>
                  </a:lnTo>
                  <a:lnTo>
                    <a:pt x="50351" y="28310"/>
                  </a:lnTo>
                  <a:lnTo>
                    <a:pt x="51097" y="28716"/>
                  </a:lnTo>
                  <a:lnTo>
                    <a:pt x="51843" y="29123"/>
                  </a:lnTo>
                  <a:lnTo>
                    <a:pt x="52589" y="29529"/>
                  </a:lnTo>
                  <a:lnTo>
                    <a:pt x="53336" y="29935"/>
                  </a:lnTo>
                  <a:lnTo>
                    <a:pt x="54082" y="30340"/>
                  </a:lnTo>
                  <a:lnTo>
                    <a:pt x="54829" y="30746"/>
                  </a:lnTo>
                  <a:lnTo>
                    <a:pt x="55575" y="31151"/>
                  </a:lnTo>
                  <a:lnTo>
                    <a:pt x="56322" y="31555"/>
                  </a:lnTo>
                  <a:lnTo>
                    <a:pt x="57069" y="31960"/>
                  </a:lnTo>
                  <a:lnTo>
                    <a:pt x="57817" y="32364"/>
                  </a:lnTo>
                  <a:lnTo>
                    <a:pt x="58564" y="32768"/>
                  </a:lnTo>
                  <a:lnTo>
                    <a:pt x="59312" y="33171"/>
                  </a:lnTo>
                  <a:lnTo>
                    <a:pt x="60059" y="33575"/>
                  </a:lnTo>
                  <a:lnTo>
                    <a:pt x="60807" y="33978"/>
                  </a:lnTo>
                  <a:lnTo>
                    <a:pt x="61555" y="34380"/>
                  </a:lnTo>
                  <a:lnTo>
                    <a:pt x="62303" y="34783"/>
                  </a:lnTo>
                  <a:lnTo>
                    <a:pt x="63051" y="35185"/>
                  </a:lnTo>
                  <a:lnTo>
                    <a:pt x="63800" y="35587"/>
                  </a:lnTo>
                  <a:lnTo>
                    <a:pt x="64548" y="35988"/>
                  </a:lnTo>
                  <a:lnTo>
                    <a:pt x="65297" y="36390"/>
                  </a:lnTo>
                  <a:lnTo>
                    <a:pt x="66046" y="36791"/>
                  </a:lnTo>
                  <a:lnTo>
                    <a:pt x="66795" y="37191"/>
                  </a:lnTo>
                  <a:lnTo>
                    <a:pt x="67544" y="37592"/>
                  </a:lnTo>
                  <a:lnTo>
                    <a:pt x="68294" y="37992"/>
                  </a:lnTo>
                  <a:lnTo>
                    <a:pt x="69043" y="38392"/>
                  </a:lnTo>
                  <a:lnTo>
                    <a:pt x="69793" y="38792"/>
                  </a:lnTo>
                  <a:lnTo>
                    <a:pt x="70543" y="39191"/>
                  </a:lnTo>
                  <a:lnTo>
                    <a:pt x="71293" y="39590"/>
                  </a:lnTo>
                  <a:lnTo>
                    <a:pt x="72043" y="39989"/>
                  </a:lnTo>
                  <a:lnTo>
                    <a:pt x="72793" y="40387"/>
                  </a:lnTo>
                  <a:lnTo>
                    <a:pt x="73543" y="40785"/>
                  </a:lnTo>
                  <a:lnTo>
                    <a:pt x="74294" y="41183"/>
                  </a:lnTo>
                  <a:lnTo>
                    <a:pt x="75045" y="41581"/>
                  </a:lnTo>
                  <a:lnTo>
                    <a:pt x="75795" y="41978"/>
                  </a:lnTo>
                  <a:lnTo>
                    <a:pt x="76546" y="42375"/>
                  </a:lnTo>
                  <a:lnTo>
                    <a:pt x="77297" y="42772"/>
                  </a:lnTo>
                  <a:lnTo>
                    <a:pt x="78049" y="43169"/>
                  </a:lnTo>
                  <a:lnTo>
                    <a:pt x="78800" y="43565"/>
                  </a:lnTo>
                  <a:lnTo>
                    <a:pt x="79552" y="43961"/>
                  </a:lnTo>
                  <a:lnTo>
                    <a:pt x="80304" y="44357"/>
                  </a:lnTo>
                  <a:lnTo>
                    <a:pt x="81055" y="44752"/>
                  </a:lnTo>
                  <a:lnTo>
                    <a:pt x="81808" y="45147"/>
                  </a:lnTo>
                  <a:lnTo>
                    <a:pt x="82560" y="45542"/>
                  </a:lnTo>
                  <a:lnTo>
                    <a:pt x="83312" y="45936"/>
                  </a:lnTo>
                  <a:lnTo>
                    <a:pt x="84065" y="46331"/>
                  </a:lnTo>
                  <a:lnTo>
                    <a:pt x="84817" y="46725"/>
                  </a:lnTo>
                  <a:lnTo>
                    <a:pt x="85570" y="47118"/>
                  </a:lnTo>
                  <a:lnTo>
                    <a:pt x="86323" y="47512"/>
                  </a:lnTo>
                  <a:lnTo>
                    <a:pt x="87076" y="47905"/>
                  </a:lnTo>
                  <a:lnTo>
                    <a:pt x="87829" y="48298"/>
                  </a:lnTo>
                  <a:lnTo>
                    <a:pt x="88583" y="48690"/>
                  </a:lnTo>
                  <a:lnTo>
                    <a:pt x="89336" y="49082"/>
                  </a:lnTo>
                  <a:lnTo>
                    <a:pt x="90090" y="49474"/>
                  </a:lnTo>
                  <a:lnTo>
                    <a:pt x="90844" y="49866"/>
                  </a:lnTo>
                  <a:lnTo>
                    <a:pt x="91598" y="50257"/>
                  </a:lnTo>
                  <a:lnTo>
                    <a:pt x="92352" y="50648"/>
                  </a:lnTo>
                  <a:lnTo>
                    <a:pt x="93106" y="51039"/>
                  </a:lnTo>
                  <a:lnTo>
                    <a:pt x="93860" y="51430"/>
                  </a:lnTo>
                  <a:lnTo>
                    <a:pt x="94615" y="51820"/>
                  </a:lnTo>
                  <a:lnTo>
                    <a:pt x="95370" y="52210"/>
                  </a:lnTo>
                  <a:lnTo>
                    <a:pt x="96124" y="52600"/>
                  </a:lnTo>
                  <a:lnTo>
                    <a:pt x="96879" y="52989"/>
                  </a:lnTo>
                  <a:lnTo>
                    <a:pt x="97635" y="53378"/>
                  </a:lnTo>
                  <a:lnTo>
                    <a:pt x="98390" y="53767"/>
                  </a:lnTo>
                  <a:lnTo>
                    <a:pt x="99145" y="54156"/>
                  </a:lnTo>
                  <a:lnTo>
                    <a:pt x="99901" y="54544"/>
                  </a:lnTo>
                  <a:lnTo>
                    <a:pt x="100657" y="54932"/>
                  </a:lnTo>
                  <a:lnTo>
                    <a:pt x="101413" y="55320"/>
                  </a:lnTo>
                  <a:lnTo>
                    <a:pt x="102169" y="55707"/>
                  </a:lnTo>
                  <a:lnTo>
                    <a:pt x="102925" y="56094"/>
                  </a:lnTo>
                  <a:lnTo>
                    <a:pt x="103681" y="56481"/>
                  </a:lnTo>
                  <a:lnTo>
                    <a:pt x="104438" y="56868"/>
                  </a:lnTo>
                  <a:lnTo>
                    <a:pt x="105194" y="57254"/>
                  </a:lnTo>
                  <a:lnTo>
                    <a:pt x="105951" y="57640"/>
                  </a:lnTo>
                  <a:lnTo>
                    <a:pt x="106708" y="58026"/>
                  </a:lnTo>
                  <a:lnTo>
                    <a:pt x="107465" y="58411"/>
                  </a:lnTo>
                  <a:lnTo>
                    <a:pt x="108222" y="58796"/>
                  </a:lnTo>
                  <a:lnTo>
                    <a:pt x="108979" y="59181"/>
                  </a:lnTo>
                  <a:lnTo>
                    <a:pt x="109737" y="59565"/>
                  </a:lnTo>
                  <a:lnTo>
                    <a:pt x="110494" y="59950"/>
                  </a:lnTo>
                  <a:lnTo>
                    <a:pt x="111252" y="60334"/>
                  </a:lnTo>
                  <a:lnTo>
                    <a:pt x="112010" y="60717"/>
                  </a:lnTo>
                  <a:lnTo>
                    <a:pt x="112768" y="61101"/>
                  </a:lnTo>
                  <a:lnTo>
                    <a:pt x="113526" y="61484"/>
                  </a:lnTo>
                  <a:lnTo>
                    <a:pt x="114285" y="61867"/>
                  </a:lnTo>
                  <a:lnTo>
                    <a:pt x="115043" y="62249"/>
                  </a:lnTo>
                  <a:lnTo>
                    <a:pt x="115802" y="62632"/>
                  </a:lnTo>
                  <a:lnTo>
                    <a:pt x="116561" y="63014"/>
                  </a:lnTo>
                  <a:lnTo>
                    <a:pt x="117320" y="63395"/>
                  </a:lnTo>
                  <a:lnTo>
                    <a:pt x="118079" y="63777"/>
                  </a:lnTo>
                  <a:lnTo>
                    <a:pt x="118838" y="64158"/>
                  </a:lnTo>
                  <a:lnTo>
                    <a:pt x="119597" y="64539"/>
                  </a:lnTo>
                  <a:lnTo>
                    <a:pt x="120357" y="64919"/>
                  </a:lnTo>
                  <a:lnTo>
                    <a:pt x="121116" y="65299"/>
                  </a:lnTo>
                  <a:lnTo>
                    <a:pt x="121876" y="65679"/>
                  </a:lnTo>
                  <a:lnTo>
                    <a:pt x="122636" y="66059"/>
                  </a:lnTo>
                  <a:lnTo>
                    <a:pt x="123396" y="66439"/>
                  </a:lnTo>
                  <a:lnTo>
                    <a:pt x="124156" y="66818"/>
                  </a:lnTo>
                  <a:lnTo>
                    <a:pt x="124917" y="67197"/>
                  </a:lnTo>
                  <a:lnTo>
                    <a:pt x="125677" y="67575"/>
                  </a:lnTo>
                  <a:lnTo>
                    <a:pt x="126438" y="67953"/>
                  </a:lnTo>
                  <a:lnTo>
                    <a:pt x="127199" y="68331"/>
                  </a:lnTo>
                  <a:lnTo>
                    <a:pt x="127960" y="68709"/>
                  </a:lnTo>
                  <a:lnTo>
                    <a:pt x="128721" y="69086"/>
                  </a:lnTo>
                  <a:lnTo>
                    <a:pt x="129482" y="69463"/>
                  </a:lnTo>
                  <a:lnTo>
                    <a:pt x="130243" y="69840"/>
                  </a:lnTo>
                  <a:lnTo>
                    <a:pt x="131005" y="70217"/>
                  </a:lnTo>
                  <a:lnTo>
                    <a:pt x="131766" y="70593"/>
                  </a:lnTo>
                  <a:lnTo>
                    <a:pt x="132528" y="70969"/>
                  </a:lnTo>
                  <a:lnTo>
                    <a:pt x="133290" y="71345"/>
                  </a:lnTo>
                  <a:lnTo>
                    <a:pt x="134052" y="71720"/>
                  </a:lnTo>
                  <a:lnTo>
                    <a:pt x="134814" y="72095"/>
                  </a:lnTo>
                  <a:lnTo>
                    <a:pt x="135577" y="72470"/>
                  </a:lnTo>
                  <a:lnTo>
                    <a:pt x="136339" y="72845"/>
                  </a:lnTo>
                  <a:lnTo>
                    <a:pt x="137102" y="73219"/>
                  </a:lnTo>
                  <a:lnTo>
                    <a:pt x="137865" y="73593"/>
                  </a:lnTo>
                  <a:lnTo>
                    <a:pt x="138628" y="73966"/>
                  </a:lnTo>
                  <a:lnTo>
                    <a:pt x="139391" y="74340"/>
                  </a:lnTo>
                  <a:lnTo>
                    <a:pt x="140154" y="74713"/>
                  </a:lnTo>
                  <a:lnTo>
                    <a:pt x="140917" y="75086"/>
                  </a:lnTo>
                  <a:lnTo>
                    <a:pt x="141681" y="75458"/>
                  </a:lnTo>
                  <a:lnTo>
                    <a:pt x="142444" y="75830"/>
                  </a:lnTo>
                  <a:lnTo>
                    <a:pt x="143208" y="76202"/>
                  </a:lnTo>
                  <a:lnTo>
                    <a:pt x="143972" y="76574"/>
                  </a:lnTo>
                  <a:lnTo>
                    <a:pt x="144736" y="76945"/>
                  </a:lnTo>
                  <a:lnTo>
                    <a:pt x="145500" y="77316"/>
                  </a:lnTo>
                  <a:lnTo>
                    <a:pt x="146264" y="77687"/>
                  </a:lnTo>
                  <a:lnTo>
                    <a:pt x="147029" y="78058"/>
                  </a:lnTo>
                  <a:lnTo>
                    <a:pt x="147793" y="78428"/>
                  </a:lnTo>
                  <a:lnTo>
                    <a:pt x="148558" y="78798"/>
                  </a:lnTo>
                  <a:lnTo>
                    <a:pt x="149323" y="79167"/>
                  </a:lnTo>
                  <a:lnTo>
                    <a:pt x="150088" y="79537"/>
                  </a:lnTo>
                  <a:lnTo>
                    <a:pt x="150853" y="79906"/>
                  </a:lnTo>
                  <a:lnTo>
                    <a:pt x="151619" y="80275"/>
                  </a:lnTo>
                  <a:lnTo>
                    <a:pt x="152384" y="80643"/>
                  </a:lnTo>
                  <a:lnTo>
                    <a:pt x="153150" y="81011"/>
                  </a:lnTo>
                  <a:lnTo>
                    <a:pt x="153915" y="81379"/>
                  </a:lnTo>
                  <a:lnTo>
                    <a:pt x="154681" y="81747"/>
                  </a:lnTo>
                  <a:lnTo>
                    <a:pt x="155447" y="82114"/>
                  </a:lnTo>
                  <a:lnTo>
                    <a:pt x="156213" y="82481"/>
                  </a:lnTo>
                  <a:lnTo>
                    <a:pt x="156979" y="82848"/>
                  </a:lnTo>
                  <a:lnTo>
                    <a:pt x="157746" y="83214"/>
                  </a:lnTo>
                  <a:lnTo>
                    <a:pt x="158512" y="83580"/>
                  </a:lnTo>
                  <a:lnTo>
                    <a:pt x="159279" y="83946"/>
                  </a:lnTo>
                  <a:lnTo>
                    <a:pt x="160046" y="84312"/>
                  </a:lnTo>
                  <a:lnTo>
                    <a:pt x="160813" y="84677"/>
                  </a:lnTo>
                  <a:lnTo>
                    <a:pt x="161580" y="85042"/>
                  </a:lnTo>
                  <a:lnTo>
                    <a:pt x="162347" y="85407"/>
                  </a:lnTo>
                  <a:lnTo>
                    <a:pt x="163115" y="85771"/>
                  </a:lnTo>
                  <a:lnTo>
                    <a:pt x="163882" y="86136"/>
                  </a:lnTo>
                  <a:lnTo>
                    <a:pt x="164650" y="86499"/>
                  </a:lnTo>
                  <a:lnTo>
                    <a:pt x="165418" y="86863"/>
                  </a:lnTo>
                  <a:lnTo>
                    <a:pt x="166185" y="87226"/>
                  </a:lnTo>
                  <a:lnTo>
                    <a:pt x="166953" y="87589"/>
                  </a:lnTo>
                  <a:lnTo>
                    <a:pt x="167722" y="87952"/>
                  </a:lnTo>
                  <a:lnTo>
                    <a:pt x="168490" y="88314"/>
                  </a:lnTo>
                  <a:lnTo>
                    <a:pt x="169258" y="88676"/>
                  </a:lnTo>
                  <a:lnTo>
                    <a:pt x="170027" y="89038"/>
                  </a:lnTo>
                  <a:lnTo>
                    <a:pt x="170796" y="89400"/>
                  </a:lnTo>
                  <a:lnTo>
                    <a:pt x="171565" y="89761"/>
                  </a:lnTo>
                  <a:lnTo>
                    <a:pt x="172334" y="90122"/>
                  </a:lnTo>
                  <a:lnTo>
                    <a:pt x="173103" y="90483"/>
                  </a:lnTo>
                  <a:lnTo>
                    <a:pt x="173872" y="90843"/>
                  </a:lnTo>
                  <a:lnTo>
                    <a:pt x="174642" y="91203"/>
                  </a:lnTo>
                  <a:lnTo>
                    <a:pt x="175411" y="91563"/>
                  </a:lnTo>
                  <a:lnTo>
                    <a:pt x="176181" y="91922"/>
                  </a:lnTo>
                  <a:lnTo>
                    <a:pt x="176951" y="92282"/>
                  </a:lnTo>
                  <a:lnTo>
                    <a:pt x="177721" y="92640"/>
                  </a:lnTo>
                  <a:lnTo>
                    <a:pt x="178491" y="92999"/>
                  </a:lnTo>
                  <a:lnTo>
                    <a:pt x="179261" y="93357"/>
                  </a:lnTo>
                  <a:lnTo>
                    <a:pt x="180031" y="93715"/>
                  </a:lnTo>
                  <a:lnTo>
                    <a:pt x="180802" y="94073"/>
                  </a:lnTo>
                  <a:lnTo>
                    <a:pt x="181572" y="94431"/>
                  </a:lnTo>
                  <a:lnTo>
                    <a:pt x="182343" y="94788"/>
                  </a:lnTo>
                  <a:lnTo>
                    <a:pt x="183114" y="95145"/>
                  </a:lnTo>
                  <a:lnTo>
                    <a:pt x="183885" y="95501"/>
                  </a:lnTo>
                  <a:lnTo>
                    <a:pt x="184656" y="95858"/>
                  </a:lnTo>
                  <a:lnTo>
                    <a:pt x="185428" y="96214"/>
                  </a:lnTo>
                  <a:lnTo>
                    <a:pt x="186199" y="96569"/>
                  </a:lnTo>
                  <a:lnTo>
                    <a:pt x="186971" y="96925"/>
                  </a:lnTo>
                  <a:lnTo>
                    <a:pt x="187742" y="97280"/>
                  </a:lnTo>
                </a:path>
              </a:pathLst>
            </a:custGeom>
            <a:ln w="22859" cap="rnd">
              <a:solidFill>
                <a:srgbClr val="FFBF5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3" name="pl7143"/>
            <p:cNvSpPr/>
            <p:nvPr/>
          </p:nvSpPr>
          <p:spPr>
            <a:xfrm>
              <a:off x="5179279" y="5444276"/>
              <a:ext cx="43216" cy="19101"/>
            </a:xfrm>
            <a:custGeom>
              <a:avLst/>
              <a:pathLst>
                <a:path w="43216" h="19101">
                  <a:moveTo>
                    <a:pt x="0" y="0"/>
                  </a:moveTo>
                  <a:lnTo>
                    <a:pt x="172" y="78"/>
                  </a:lnTo>
                  <a:lnTo>
                    <a:pt x="345" y="157"/>
                  </a:lnTo>
                  <a:lnTo>
                    <a:pt x="518" y="235"/>
                  </a:lnTo>
                  <a:lnTo>
                    <a:pt x="690" y="314"/>
                  </a:lnTo>
                  <a:lnTo>
                    <a:pt x="863" y="392"/>
                  </a:lnTo>
                  <a:lnTo>
                    <a:pt x="1036" y="471"/>
                  </a:lnTo>
                  <a:lnTo>
                    <a:pt x="1209" y="549"/>
                  </a:lnTo>
                  <a:lnTo>
                    <a:pt x="1382" y="628"/>
                  </a:lnTo>
                  <a:lnTo>
                    <a:pt x="1554" y="706"/>
                  </a:lnTo>
                  <a:lnTo>
                    <a:pt x="1727" y="784"/>
                  </a:lnTo>
                  <a:lnTo>
                    <a:pt x="1900" y="863"/>
                  </a:lnTo>
                  <a:lnTo>
                    <a:pt x="2073" y="941"/>
                  </a:lnTo>
                  <a:lnTo>
                    <a:pt x="2246" y="1020"/>
                  </a:lnTo>
                  <a:lnTo>
                    <a:pt x="2418" y="1098"/>
                  </a:lnTo>
                  <a:lnTo>
                    <a:pt x="2591" y="1176"/>
                  </a:lnTo>
                  <a:lnTo>
                    <a:pt x="2764" y="1255"/>
                  </a:lnTo>
                  <a:lnTo>
                    <a:pt x="2937" y="1333"/>
                  </a:lnTo>
                  <a:lnTo>
                    <a:pt x="3110" y="1411"/>
                  </a:lnTo>
                  <a:lnTo>
                    <a:pt x="3283" y="1489"/>
                  </a:lnTo>
                  <a:lnTo>
                    <a:pt x="3456" y="1568"/>
                  </a:lnTo>
                  <a:lnTo>
                    <a:pt x="3628" y="1646"/>
                  </a:lnTo>
                  <a:lnTo>
                    <a:pt x="3801" y="1724"/>
                  </a:lnTo>
                  <a:lnTo>
                    <a:pt x="3974" y="1802"/>
                  </a:lnTo>
                  <a:lnTo>
                    <a:pt x="4147" y="1881"/>
                  </a:lnTo>
                  <a:lnTo>
                    <a:pt x="4320" y="1959"/>
                  </a:lnTo>
                  <a:lnTo>
                    <a:pt x="4493" y="2037"/>
                  </a:lnTo>
                  <a:lnTo>
                    <a:pt x="4666" y="2115"/>
                  </a:lnTo>
                  <a:lnTo>
                    <a:pt x="4839" y="2193"/>
                  </a:lnTo>
                  <a:lnTo>
                    <a:pt x="5012" y="2272"/>
                  </a:lnTo>
                  <a:lnTo>
                    <a:pt x="5185" y="2350"/>
                  </a:lnTo>
                  <a:lnTo>
                    <a:pt x="5357" y="2428"/>
                  </a:lnTo>
                  <a:lnTo>
                    <a:pt x="5530" y="2506"/>
                  </a:lnTo>
                  <a:lnTo>
                    <a:pt x="5703" y="2584"/>
                  </a:lnTo>
                  <a:lnTo>
                    <a:pt x="5876" y="2662"/>
                  </a:lnTo>
                  <a:lnTo>
                    <a:pt x="6049" y="2740"/>
                  </a:lnTo>
                  <a:lnTo>
                    <a:pt x="6222" y="2818"/>
                  </a:lnTo>
                  <a:lnTo>
                    <a:pt x="6395" y="2896"/>
                  </a:lnTo>
                  <a:lnTo>
                    <a:pt x="6568" y="2974"/>
                  </a:lnTo>
                  <a:lnTo>
                    <a:pt x="6741" y="3052"/>
                  </a:lnTo>
                  <a:lnTo>
                    <a:pt x="6914" y="3130"/>
                  </a:lnTo>
                  <a:lnTo>
                    <a:pt x="7087" y="3208"/>
                  </a:lnTo>
                  <a:lnTo>
                    <a:pt x="7260" y="3286"/>
                  </a:lnTo>
                  <a:lnTo>
                    <a:pt x="7433" y="3364"/>
                  </a:lnTo>
                  <a:lnTo>
                    <a:pt x="7606" y="3442"/>
                  </a:lnTo>
                  <a:lnTo>
                    <a:pt x="7779" y="3520"/>
                  </a:lnTo>
                  <a:lnTo>
                    <a:pt x="7952" y="3598"/>
                  </a:lnTo>
                  <a:lnTo>
                    <a:pt x="8125" y="3676"/>
                  </a:lnTo>
                  <a:lnTo>
                    <a:pt x="8298" y="3753"/>
                  </a:lnTo>
                  <a:lnTo>
                    <a:pt x="8472" y="3831"/>
                  </a:lnTo>
                  <a:lnTo>
                    <a:pt x="8645" y="3909"/>
                  </a:lnTo>
                  <a:lnTo>
                    <a:pt x="8818" y="3987"/>
                  </a:lnTo>
                  <a:lnTo>
                    <a:pt x="8991" y="4065"/>
                  </a:lnTo>
                  <a:lnTo>
                    <a:pt x="9164" y="4142"/>
                  </a:lnTo>
                  <a:lnTo>
                    <a:pt x="9337" y="4220"/>
                  </a:lnTo>
                  <a:lnTo>
                    <a:pt x="9510" y="4298"/>
                  </a:lnTo>
                  <a:lnTo>
                    <a:pt x="9683" y="4376"/>
                  </a:lnTo>
                  <a:lnTo>
                    <a:pt x="9856" y="4453"/>
                  </a:lnTo>
                  <a:lnTo>
                    <a:pt x="10029" y="4531"/>
                  </a:lnTo>
                  <a:lnTo>
                    <a:pt x="10202" y="4609"/>
                  </a:lnTo>
                  <a:lnTo>
                    <a:pt x="10376" y="4686"/>
                  </a:lnTo>
                  <a:lnTo>
                    <a:pt x="10549" y="4764"/>
                  </a:lnTo>
                  <a:lnTo>
                    <a:pt x="10722" y="4842"/>
                  </a:lnTo>
                  <a:lnTo>
                    <a:pt x="10895" y="4919"/>
                  </a:lnTo>
                  <a:lnTo>
                    <a:pt x="11068" y="4997"/>
                  </a:lnTo>
                  <a:lnTo>
                    <a:pt x="11241" y="5075"/>
                  </a:lnTo>
                  <a:lnTo>
                    <a:pt x="11415" y="5152"/>
                  </a:lnTo>
                  <a:lnTo>
                    <a:pt x="11588" y="5230"/>
                  </a:lnTo>
                  <a:lnTo>
                    <a:pt x="11761" y="5307"/>
                  </a:lnTo>
                  <a:lnTo>
                    <a:pt x="11934" y="5385"/>
                  </a:lnTo>
                  <a:lnTo>
                    <a:pt x="12107" y="5462"/>
                  </a:lnTo>
                  <a:lnTo>
                    <a:pt x="12280" y="5540"/>
                  </a:lnTo>
                  <a:lnTo>
                    <a:pt x="12454" y="5617"/>
                  </a:lnTo>
                  <a:lnTo>
                    <a:pt x="12627" y="5695"/>
                  </a:lnTo>
                  <a:lnTo>
                    <a:pt x="12800" y="5772"/>
                  </a:lnTo>
                  <a:lnTo>
                    <a:pt x="12973" y="5850"/>
                  </a:lnTo>
                  <a:lnTo>
                    <a:pt x="13147" y="5927"/>
                  </a:lnTo>
                  <a:lnTo>
                    <a:pt x="13320" y="6005"/>
                  </a:lnTo>
                  <a:lnTo>
                    <a:pt x="13493" y="6082"/>
                  </a:lnTo>
                  <a:lnTo>
                    <a:pt x="13666" y="6160"/>
                  </a:lnTo>
                  <a:lnTo>
                    <a:pt x="13840" y="6237"/>
                  </a:lnTo>
                  <a:lnTo>
                    <a:pt x="14013" y="6314"/>
                  </a:lnTo>
                  <a:lnTo>
                    <a:pt x="14186" y="6392"/>
                  </a:lnTo>
                  <a:lnTo>
                    <a:pt x="14359" y="6469"/>
                  </a:lnTo>
                  <a:lnTo>
                    <a:pt x="14533" y="6546"/>
                  </a:lnTo>
                  <a:lnTo>
                    <a:pt x="14706" y="6624"/>
                  </a:lnTo>
                  <a:lnTo>
                    <a:pt x="14879" y="6701"/>
                  </a:lnTo>
                  <a:lnTo>
                    <a:pt x="15053" y="6778"/>
                  </a:lnTo>
                  <a:lnTo>
                    <a:pt x="15226" y="6855"/>
                  </a:lnTo>
                  <a:lnTo>
                    <a:pt x="15399" y="6933"/>
                  </a:lnTo>
                  <a:lnTo>
                    <a:pt x="15573" y="7010"/>
                  </a:lnTo>
                  <a:lnTo>
                    <a:pt x="15746" y="7087"/>
                  </a:lnTo>
                  <a:lnTo>
                    <a:pt x="15919" y="7164"/>
                  </a:lnTo>
                  <a:lnTo>
                    <a:pt x="16093" y="7242"/>
                  </a:lnTo>
                  <a:lnTo>
                    <a:pt x="16266" y="7319"/>
                  </a:lnTo>
                  <a:lnTo>
                    <a:pt x="16439" y="7396"/>
                  </a:lnTo>
                  <a:lnTo>
                    <a:pt x="16613" y="7473"/>
                  </a:lnTo>
                  <a:lnTo>
                    <a:pt x="16786" y="7550"/>
                  </a:lnTo>
                  <a:lnTo>
                    <a:pt x="16960" y="7627"/>
                  </a:lnTo>
                  <a:lnTo>
                    <a:pt x="17133" y="7704"/>
                  </a:lnTo>
                  <a:lnTo>
                    <a:pt x="17306" y="7781"/>
                  </a:lnTo>
                  <a:lnTo>
                    <a:pt x="17480" y="7859"/>
                  </a:lnTo>
                  <a:lnTo>
                    <a:pt x="17653" y="7936"/>
                  </a:lnTo>
                  <a:lnTo>
                    <a:pt x="17827" y="8013"/>
                  </a:lnTo>
                  <a:lnTo>
                    <a:pt x="18000" y="8090"/>
                  </a:lnTo>
                  <a:lnTo>
                    <a:pt x="18173" y="8167"/>
                  </a:lnTo>
                  <a:lnTo>
                    <a:pt x="18347" y="8244"/>
                  </a:lnTo>
                  <a:lnTo>
                    <a:pt x="18520" y="8321"/>
                  </a:lnTo>
                  <a:lnTo>
                    <a:pt x="18694" y="8398"/>
                  </a:lnTo>
                  <a:lnTo>
                    <a:pt x="18867" y="8475"/>
                  </a:lnTo>
                  <a:lnTo>
                    <a:pt x="19041" y="8552"/>
                  </a:lnTo>
                  <a:lnTo>
                    <a:pt x="19214" y="8628"/>
                  </a:lnTo>
                  <a:lnTo>
                    <a:pt x="19388" y="8705"/>
                  </a:lnTo>
                  <a:lnTo>
                    <a:pt x="19561" y="8782"/>
                  </a:lnTo>
                  <a:lnTo>
                    <a:pt x="19735" y="8859"/>
                  </a:lnTo>
                  <a:lnTo>
                    <a:pt x="19908" y="8936"/>
                  </a:lnTo>
                  <a:lnTo>
                    <a:pt x="20082" y="9013"/>
                  </a:lnTo>
                  <a:lnTo>
                    <a:pt x="20255" y="9090"/>
                  </a:lnTo>
                  <a:lnTo>
                    <a:pt x="20429" y="9166"/>
                  </a:lnTo>
                  <a:lnTo>
                    <a:pt x="20602" y="9243"/>
                  </a:lnTo>
                  <a:lnTo>
                    <a:pt x="20776" y="9320"/>
                  </a:lnTo>
                  <a:lnTo>
                    <a:pt x="20949" y="9397"/>
                  </a:lnTo>
                  <a:lnTo>
                    <a:pt x="21123" y="9474"/>
                  </a:lnTo>
                  <a:lnTo>
                    <a:pt x="21296" y="9550"/>
                  </a:lnTo>
                  <a:lnTo>
                    <a:pt x="21470" y="9627"/>
                  </a:lnTo>
                  <a:lnTo>
                    <a:pt x="21643" y="9704"/>
                  </a:lnTo>
                  <a:lnTo>
                    <a:pt x="21817" y="9780"/>
                  </a:lnTo>
                  <a:lnTo>
                    <a:pt x="21991" y="9857"/>
                  </a:lnTo>
                  <a:lnTo>
                    <a:pt x="22164" y="9934"/>
                  </a:lnTo>
                  <a:lnTo>
                    <a:pt x="22338" y="10010"/>
                  </a:lnTo>
                  <a:lnTo>
                    <a:pt x="22511" y="10087"/>
                  </a:lnTo>
                  <a:lnTo>
                    <a:pt x="22685" y="10164"/>
                  </a:lnTo>
                  <a:lnTo>
                    <a:pt x="22859" y="10240"/>
                  </a:lnTo>
                  <a:lnTo>
                    <a:pt x="23032" y="10317"/>
                  </a:lnTo>
                  <a:lnTo>
                    <a:pt x="23206" y="10394"/>
                  </a:lnTo>
                  <a:lnTo>
                    <a:pt x="23379" y="10470"/>
                  </a:lnTo>
                  <a:lnTo>
                    <a:pt x="23553" y="10547"/>
                  </a:lnTo>
                  <a:lnTo>
                    <a:pt x="23727" y="10623"/>
                  </a:lnTo>
                  <a:lnTo>
                    <a:pt x="23900" y="10700"/>
                  </a:lnTo>
                  <a:lnTo>
                    <a:pt x="24074" y="10776"/>
                  </a:lnTo>
                  <a:lnTo>
                    <a:pt x="24248" y="10853"/>
                  </a:lnTo>
                  <a:lnTo>
                    <a:pt x="24421" y="10929"/>
                  </a:lnTo>
                  <a:lnTo>
                    <a:pt x="24595" y="11006"/>
                  </a:lnTo>
                  <a:lnTo>
                    <a:pt x="24769" y="11082"/>
                  </a:lnTo>
                  <a:lnTo>
                    <a:pt x="24942" y="11159"/>
                  </a:lnTo>
                  <a:lnTo>
                    <a:pt x="25116" y="11235"/>
                  </a:lnTo>
                  <a:lnTo>
                    <a:pt x="25290" y="11311"/>
                  </a:lnTo>
                  <a:lnTo>
                    <a:pt x="25463" y="11388"/>
                  </a:lnTo>
                  <a:lnTo>
                    <a:pt x="25637" y="11464"/>
                  </a:lnTo>
                  <a:lnTo>
                    <a:pt x="25811" y="11540"/>
                  </a:lnTo>
                  <a:lnTo>
                    <a:pt x="25985" y="11617"/>
                  </a:lnTo>
                  <a:lnTo>
                    <a:pt x="26158" y="11693"/>
                  </a:lnTo>
                  <a:lnTo>
                    <a:pt x="26332" y="11769"/>
                  </a:lnTo>
                  <a:lnTo>
                    <a:pt x="26506" y="11846"/>
                  </a:lnTo>
                  <a:lnTo>
                    <a:pt x="26680" y="11922"/>
                  </a:lnTo>
                  <a:lnTo>
                    <a:pt x="26853" y="11998"/>
                  </a:lnTo>
                  <a:lnTo>
                    <a:pt x="27027" y="12075"/>
                  </a:lnTo>
                  <a:lnTo>
                    <a:pt x="27201" y="12151"/>
                  </a:lnTo>
                  <a:lnTo>
                    <a:pt x="27375" y="12227"/>
                  </a:lnTo>
                  <a:lnTo>
                    <a:pt x="27548" y="12303"/>
                  </a:lnTo>
                  <a:lnTo>
                    <a:pt x="27722" y="12379"/>
                  </a:lnTo>
                  <a:lnTo>
                    <a:pt x="27896" y="12456"/>
                  </a:lnTo>
                  <a:lnTo>
                    <a:pt x="28070" y="12532"/>
                  </a:lnTo>
                  <a:lnTo>
                    <a:pt x="28244" y="12608"/>
                  </a:lnTo>
                  <a:lnTo>
                    <a:pt x="28417" y="12684"/>
                  </a:lnTo>
                  <a:lnTo>
                    <a:pt x="28591" y="12760"/>
                  </a:lnTo>
                  <a:lnTo>
                    <a:pt x="28765" y="12836"/>
                  </a:lnTo>
                  <a:lnTo>
                    <a:pt x="28939" y="12912"/>
                  </a:lnTo>
                  <a:lnTo>
                    <a:pt x="29113" y="12988"/>
                  </a:lnTo>
                  <a:lnTo>
                    <a:pt x="29287" y="13064"/>
                  </a:lnTo>
                  <a:lnTo>
                    <a:pt x="29461" y="13140"/>
                  </a:lnTo>
                  <a:lnTo>
                    <a:pt x="29634" y="13217"/>
                  </a:lnTo>
                  <a:lnTo>
                    <a:pt x="29808" y="13293"/>
                  </a:lnTo>
                  <a:lnTo>
                    <a:pt x="29982" y="13369"/>
                  </a:lnTo>
                  <a:lnTo>
                    <a:pt x="30156" y="13445"/>
                  </a:lnTo>
                  <a:lnTo>
                    <a:pt x="30330" y="13520"/>
                  </a:lnTo>
                  <a:lnTo>
                    <a:pt x="30504" y="13596"/>
                  </a:lnTo>
                  <a:lnTo>
                    <a:pt x="30678" y="13672"/>
                  </a:lnTo>
                  <a:lnTo>
                    <a:pt x="30852" y="13748"/>
                  </a:lnTo>
                  <a:lnTo>
                    <a:pt x="31026" y="13824"/>
                  </a:lnTo>
                  <a:lnTo>
                    <a:pt x="31199" y="13900"/>
                  </a:lnTo>
                  <a:lnTo>
                    <a:pt x="31373" y="13976"/>
                  </a:lnTo>
                  <a:lnTo>
                    <a:pt x="31547" y="14052"/>
                  </a:lnTo>
                  <a:lnTo>
                    <a:pt x="31721" y="14128"/>
                  </a:lnTo>
                  <a:lnTo>
                    <a:pt x="31895" y="14204"/>
                  </a:lnTo>
                  <a:lnTo>
                    <a:pt x="32069" y="14279"/>
                  </a:lnTo>
                  <a:lnTo>
                    <a:pt x="32243" y="14355"/>
                  </a:lnTo>
                  <a:lnTo>
                    <a:pt x="32417" y="14431"/>
                  </a:lnTo>
                  <a:lnTo>
                    <a:pt x="32591" y="14507"/>
                  </a:lnTo>
                  <a:lnTo>
                    <a:pt x="32765" y="14582"/>
                  </a:lnTo>
                  <a:lnTo>
                    <a:pt x="32939" y="14658"/>
                  </a:lnTo>
                  <a:lnTo>
                    <a:pt x="33113" y="14734"/>
                  </a:lnTo>
                  <a:lnTo>
                    <a:pt x="33287" y="14810"/>
                  </a:lnTo>
                  <a:lnTo>
                    <a:pt x="33461" y="14885"/>
                  </a:lnTo>
                  <a:lnTo>
                    <a:pt x="33635" y="14961"/>
                  </a:lnTo>
                  <a:lnTo>
                    <a:pt x="33809" y="15037"/>
                  </a:lnTo>
                  <a:lnTo>
                    <a:pt x="33983" y="15112"/>
                  </a:lnTo>
                  <a:lnTo>
                    <a:pt x="34157" y="15188"/>
                  </a:lnTo>
                  <a:lnTo>
                    <a:pt x="34331" y="15264"/>
                  </a:lnTo>
                  <a:lnTo>
                    <a:pt x="34505" y="15339"/>
                  </a:lnTo>
                  <a:lnTo>
                    <a:pt x="34679" y="15415"/>
                  </a:lnTo>
                  <a:lnTo>
                    <a:pt x="34853" y="15490"/>
                  </a:lnTo>
                  <a:lnTo>
                    <a:pt x="35027" y="15566"/>
                  </a:lnTo>
                  <a:lnTo>
                    <a:pt x="35201" y="15642"/>
                  </a:lnTo>
                  <a:lnTo>
                    <a:pt x="35376" y="15717"/>
                  </a:lnTo>
                  <a:lnTo>
                    <a:pt x="35550" y="15793"/>
                  </a:lnTo>
                  <a:lnTo>
                    <a:pt x="35724" y="15868"/>
                  </a:lnTo>
                  <a:lnTo>
                    <a:pt x="35898" y="15944"/>
                  </a:lnTo>
                  <a:lnTo>
                    <a:pt x="36072" y="16019"/>
                  </a:lnTo>
                  <a:lnTo>
                    <a:pt x="36246" y="16095"/>
                  </a:lnTo>
                  <a:lnTo>
                    <a:pt x="36420" y="16170"/>
                  </a:lnTo>
                  <a:lnTo>
                    <a:pt x="36594" y="16245"/>
                  </a:lnTo>
                  <a:lnTo>
                    <a:pt x="36768" y="16321"/>
                  </a:lnTo>
                  <a:lnTo>
                    <a:pt x="36943" y="16396"/>
                  </a:lnTo>
                  <a:lnTo>
                    <a:pt x="37117" y="16472"/>
                  </a:lnTo>
                  <a:lnTo>
                    <a:pt x="37291" y="16547"/>
                  </a:lnTo>
                  <a:lnTo>
                    <a:pt x="37465" y="16622"/>
                  </a:lnTo>
                  <a:lnTo>
                    <a:pt x="37639" y="16698"/>
                  </a:lnTo>
                  <a:lnTo>
                    <a:pt x="37813" y="16773"/>
                  </a:lnTo>
                  <a:lnTo>
                    <a:pt x="37987" y="16848"/>
                  </a:lnTo>
                  <a:lnTo>
                    <a:pt x="38162" y="16924"/>
                  </a:lnTo>
                  <a:lnTo>
                    <a:pt x="38336" y="16999"/>
                  </a:lnTo>
                  <a:lnTo>
                    <a:pt x="38510" y="17074"/>
                  </a:lnTo>
                  <a:lnTo>
                    <a:pt x="38684" y="17149"/>
                  </a:lnTo>
                  <a:lnTo>
                    <a:pt x="38858" y="17225"/>
                  </a:lnTo>
                  <a:lnTo>
                    <a:pt x="39033" y="17300"/>
                  </a:lnTo>
                  <a:lnTo>
                    <a:pt x="39207" y="17375"/>
                  </a:lnTo>
                  <a:lnTo>
                    <a:pt x="39381" y="17450"/>
                  </a:lnTo>
                  <a:lnTo>
                    <a:pt x="39555" y="17525"/>
                  </a:lnTo>
                  <a:lnTo>
                    <a:pt x="39730" y="17601"/>
                  </a:lnTo>
                  <a:lnTo>
                    <a:pt x="39904" y="17676"/>
                  </a:lnTo>
                  <a:lnTo>
                    <a:pt x="40078" y="17751"/>
                  </a:lnTo>
                  <a:lnTo>
                    <a:pt x="40252" y="17826"/>
                  </a:lnTo>
                  <a:lnTo>
                    <a:pt x="40427" y="17901"/>
                  </a:lnTo>
                  <a:lnTo>
                    <a:pt x="40601" y="17976"/>
                  </a:lnTo>
                  <a:lnTo>
                    <a:pt x="40775" y="18051"/>
                  </a:lnTo>
                  <a:lnTo>
                    <a:pt x="40949" y="18126"/>
                  </a:lnTo>
                  <a:lnTo>
                    <a:pt x="41124" y="18201"/>
                  </a:lnTo>
                  <a:lnTo>
                    <a:pt x="41298" y="18276"/>
                  </a:lnTo>
                  <a:lnTo>
                    <a:pt x="41472" y="18351"/>
                  </a:lnTo>
                  <a:lnTo>
                    <a:pt x="41647" y="18426"/>
                  </a:lnTo>
                  <a:lnTo>
                    <a:pt x="41821" y="18501"/>
                  </a:lnTo>
                  <a:lnTo>
                    <a:pt x="41995" y="18576"/>
                  </a:lnTo>
                  <a:lnTo>
                    <a:pt x="42170" y="18651"/>
                  </a:lnTo>
                  <a:lnTo>
                    <a:pt x="42344" y="18726"/>
                  </a:lnTo>
                  <a:lnTo>
                    <a:pt x="42518" y="18801"/>
                  </a:lnTo>
                  <a:lnTo>
                    <a:pt x="42693" y="18876"/>
                  </a:lnTo>
                  <a:lnTo>
                    <a:pt x="42867" y="18951"/>
                  </a:lnTo>
                  <a:lnTo>
                    <a:pt x="43041" y="19026"/>
                  </a:lnTo>
                  <a:lnTo>
                    <a:pt x="43216" y="1910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44" name="pl7144"/>
            <p:cNvSpPr/>
            <p:nvPr/>
          </p:nvSpPr>
          <p:spPr>
            <a:xfrm>
              <a:off x="5163292" y="5479426"/>
              <a:ext cx="43969" cy="19434"/>
            </a:xfrm>
            <a:custGeom>
              <a:avLst/>
              <a:pathLst>
                <a:path w="43969" h="19434">
                  <a:moveTo>
                    <a:pt x="0" y="0"/>
                  </a:moveTo>
                  <a:lnTo>
                    <a:pt x="175" y="79"/>
                  </a:lnTo>
                  <a:lnTo>
                    <a:pt x="351" y="159"/>
                  </a:lnTo>
                  <a:lnTo>
                    <a:pt x="527" y="239"/>
                  </a:lnTo>
                  <a:lnTo>
                    <a:pt x="703" y="319"/>
                  </a:lnTo>
                  <a:lnTo>
                    <a:pt x="878" y="399"/>
                  </a:lnTo>
                  <a:lnTo>
                    <a:pt x="1054" y="479"/>
                  </a:lnTo>
                  <a:lnTo>
                    <a:pt x="1230" y="559"/>
                  </a:lnTo>
                  <a:lnTo>
                    <a:pt x="1406" y="638"/>
                  </a:lnTo>
                  <a:lnTo>
                    <a:pt x="1581" y="718"/>
                  </a:lnTo>
                  <a:lnTo>
                    <a:pt x="1757" y="798"/>
                  </a:lnTo>
                  <a:lnTo>
                    <a:pt x="1933" y="878"/>
                  </a:lnTo>
                  <a:lnTo>
                    <a:pt x="2109" y="958"/>
                  </a:lnTo>
                  <a:lnTo>
                    <a:pt x="2285" y="1037"/>
                  </a:lnTo>
                  <a:lnTo>
                    <a:pt x="2461" y="1117"/>
                  </a:lnTo>
                  <a:lnTo>
                    <a:pt x="2636" y="1197"/>
                  </a:lnTo>
                  <a:lnTo>
                    <a:pt x="2812" y="1276"/>
                  </a:lnTo>
                  <a:lnTo>
                    <a:pt x="2988" y="1356"/>
                  </a:lnTo>
                  <a:lnTo>
                    <a:pt x="3164" y="1436"/>
                  </a:lnTo>
                  <a:lnTo>
                    <a:pt x="3340" y="1515"/>
                  </a:lnTo>
                  <a:lnTo>
                    <a:pt x="3516" y="1595"/>
                  </a:lnTo>
                  <a:lnTo>
                    <a:pt x="3692" y="1675"/>
                  </a:lnTo>
                  <a:lnTo>
                    <a:pt x="3868" y="1754"/>
                  </a:lnTo>
                  <a:lnTo>
                    <a:pt x="4043" y="1834"/>
                  </a:lnTo>
                  <a:lnTo>
                    <a:pt x="4219" y="1914"/>
                  </a:lnTo>
                  <a:lnTo>
                    <a:pt x="4395" y="1993"/>
                  </a:lnTo>
                  <a:lnTo>
                    <a:pt x="4571" y="2073"/>
                  </a:lnTo>
                  <a:lnTo>
                    <a:pt x="4747" y="2152"/>
                  </a:lnTo>
                  <a:lnTo>
                    <a:pt x="4923" y="2232"/>
                  </a:lnTo>
                  <a:lnTo>
                    <a:pt x="5099" y="2311"/>
                  </a:lnTo>
                  <a:lnTo>
                    <a:pt x="5275" y="2391"/>
                  </a:lnTo>
                  <a:lnTo>
                    <a:pt x="5451" y="2470"/>
                  </a:lnTo>
                  <a:lnTo>
                    <a:pt x="5627" y="2550"/>
                  </a:lnTo>
                  <a:lnTo>
                    <a:pt x="5803" y="2629"/>
                  </a:lnTo>
                  <a:lnTo>
                    <a:pt x="5979" y="2708"/>
                  </a:lnTo>
                  <a:lnTo>
                    <a:pt x="6155" y="2788"/>
                  </a:lnTo>
                  <a:lnTo>
                    <a:pt x="6331" y="2867"/>
                  </a:lnTo>
                  <a:lnTo>
                    <a:pt x="6507" y="2947"/>
                  </a:lnTo>
                  <a:lnTo>
                    <a:pt x="6683" y="3026"/>
                  </a:lnTo>
                  <a:lnTo>
                    <a:pt x="6859" y="3105"/>
                  </a:lnTo>
                  <a:lnTo>
                    <a:pt x="7035" y="3185"/>
                  </a:lnTo>
                  <a:lnTo>
                    <a:pt x="7211" y="3264"/>
                  </a:lnTo>
                  <a:lnTo>
                    <a:pt x="7387" y="3343"/>
                  </a:lnTo>
                  <a:lnTo>
                    <a:pt x="7563" y="3423"/>
                  </a:lnTo>
                  <a:lnTo>
                    <a:pt x="7739" y="3502"/>
                  </a:lnTo>
                  <a:lnTo>
                    <a:pt x="7915" y="3581"/>
                  </a:lnTo>
                  <a:lnTo>
                    <a:pt x="8091" y="3660"/>
                  </a:lnTo>
                  <a:lnTo>
                    <a:pt x="8267" y="3740"/>
                  </a:lnTo>
                  <a:lnTo>
                    <a:pt x="8443" y="3819"/>
                  </a:lnTo>
                  <a:lnTo>
                    <a:pt x="8619" y="3898"/>
                  </a:lnTo>
                  <a:lnTo>
                    <a:pt x="8795" y="3977"/>
                  </a:lnTo>
                  <a:lnTo>
                    <a:pt x="8971" y="4056"/>
                  </a:lnTo>
                  <a:lnTo>
                    <a:pt x="9148" y="4136"/>
                  </a:lnTo>
                  <a:lnTo>
                    <a:pt x="9324" y="4215"/>
                  </a:lnTo>
                  <a:lnTo>
                    <a:pt x="9500" y="4294"/>
                  </a:lnTo>
                  <a:lnTo>
                    <a:pt x="9676" y="4373"/>
                  </a:lnTo>
                  <a:lnTo>
                    <a:pt x="9852" y="4452"/>
                  </a:lnTo>
                  <a:lnTo>
                    <a:pt x="10028" y="4531"/>
                  </a:lnTo>
                  <a:lnTo>
                    <a:pt x="10204" y="4610"/>
                  </a:lnTo>
                  <a:lnTo>
                    <a:pt x="10380" y="4689"/>
                  </a:lnTo>
                  <a:lnTo>
                    <a:pt x="10557" y="4768"/>
                  </a:lnTo>
                  <a:lnTo>
                    <a:pt x="10733" y="4847"/>
                  </a:lnTo>
                  <a:lnTo>
                    <a:pt x="10909" y="4926"/>
                  </a:lnTo>
                  <a:lnTo>
                    <a:pt x="11085" y="5005"/>
                  </a:lnTo>
                  <a:lnTo>
                    <a:pt x="11261" y="5084"/>
                  </a:lnTo>
                  <a:lnTo>
                    <a:pt x="11437" y="5163"/>
                  </a:lnTo>
                  <a:lnTo>
                    <a:pt x="11614" y="5242"/>
                  </a:lnTo>
                  <a:lnTo>
                    <a:pt x="11790" y="5321"/>
                  </a:lnTo>
                  <a:lnTo>
                    <a:pt x="11966" y="5400"/>
                  </a:lnTo>
                  <a:lnTo>
                    <a:pt x="12142" y="5479"/>
                  </a:lnTo>
                  <a:lnTo>
                    <a:pt x="12318" y="5558"/>
                  </a:lnTo>
                  <a:lnTo>
                    <a:pt x="12495" y="5637"/>
                  </a:lnTo>
                  <a:lnTo>
                    <a:pt x="12671" y="5715"/>
                  </a:lnTo>
                  <a:lnTo>
                    <a:pt x="12847" y="5794"/>
                  </a:lnTo>
                  <a:lnTo>
                    <a:pt x="13023" y="5873"/>
                  </a:lnTo>
                  <a:lnTo>
                    <a:pt x="13200" y="5952"/>
                  </a:lnTo>
                  <a:lnTo>
                    <a:pt x="13376" y="6031"/>
                  </a:lnTo>
                  <a:lnTo>
                    <a:pt x="13552" y="6110"/>
                  </a:lnTo>
                  <a:lnTo>
                    <a:pt x="13728" y="6188"/>
                  </a:lnTo>
                  <a:lnTo>
                    <a:pt x="13905" y="6267"/>
                  </a:lnTo>
                  <a:lnTo>
                    <a:pt x="14081" y="6346"/>
                  </a:lnTo>
                  <a:lnTo>
                    <a:pt x="14257" y="6424"/>
                  </a:lnTo>
                  <a:lnTo>
                    <a:pt x="14434" y="6503"/>
                  </a:lnTo>
                  <a:lnTo>
                    <a:pt x="14610" y="6582"/>
                  </a:lnTo>
                  <a:lnTo>
                    <a:pt x="14786" y="6661"/>
                  </a:lnTo>
                  <a:lnTo>
                    <a:pt x="14963" y="6739"/>
                  </a:lnTo>
                  <a:lnTo>
                    <a:pt x="15139" y="6818"/>
                  </a:lnTo>
                  <a:lnTo>
                    <a:pt x="15315" y="6896"/>
                  </a:lnTo>
                  <a:lnTo>
                    <a:pt x="15492" y="6975"/>
                  </a:lnTo>
                  <a:lnTo>
                    <a:pt x="15668" y="7054"/>
                  </a:lnTo>
                  <a:lnTo>
                    <a:pt x="15844" y="7132"/>
                  </a:lnTo>
                  <a:lnTo>
                    <a:pt x="16021" y="7211"/>
                  </a:lnTo>
                  <a:lnTo>
                    <a:pt x="16197" y="7289"/>
                  </a:lnTo>
                  <a:lnTo>
                    <a:pt x="16373" y="7368"/>
                  </a:lnTo>
                  <a:lnTo>
                    <a:pt x="16550" y="7446"/>
                  </a:lnTo>
                  <a:lnTo>
                    <a:pt x="16726" y="7525"/>
                  </a:lnTo>
                  <a:lnTo>
                    <a:pt x="16903" y="7603"/>
                  </a:lnTo>
                  <a:lnTo>
                    <a:pt x="17079" y="7682"/>
                  </a:lnTo>
                  <a:lnTo>
                    <a:pt x="17255" y="7760"/>
                  </a:lnTo>
                  <a:lnTo>
                    <a:pt x="17432" y="7839"/>
                  </a:lnTo>
                  <a:lnTo>
                    <a:pt x="17608" y="7917"/>
                  </a:lnTo>
                  <a:lnTo>
                    <a:pt x="17785" y="7996"/>
                  </a:lnTo>
                  <a:lnTo>
                    <a:pt x="17961" y="8074"/>
                  </a:lnTo>
                  <a:lnTo>
                    <a:pt x="18138" y="8152"/>
                  </a:lnTo>
                  <a:lnTo>
                    <a:pt x="18314" y="8231"/>
                  </a:lnTo>
                  <a:lnTo>
                    <a:pt x="18490" y="8309"/>
                  </a:lnTo>
                  <a:lnTo>
                    <a:pt x="18667" y="8387"/>
                  </a:lnTo>
                  <a:lnTo>
                    <a:pt x="18843" y="8466"/>
                  </a:lnTo>
                  <a:lnTo>
                    <a:pt x="19020" y="8544"/>
                  </a:lnTo>
                  <a:lnTo>
                    <a:pt x="19196" y="8622"/>
                  </a:lnTo>
                  <a:lnTo>
                    <a:pt x="19373" y="8701"/>
                  </a:lnTo>
                  <a:lnTo>
                    <a:pt x="19549" y="8779"/>
                  </a:lnTo>
                  <a:lnTo>
                    <a:pt x="19726" y="8857"/>
                  </a:lnTo>
                  <a:lnTo>
                    <a:pt x="19902" y="8935"/>
                  </a:lnTo>
                  <a:lnTo>
                    <a:pt x="20079" y="9014"/>
                  </a:lnTo>
                  <a:lnTo>
                    <a:pt x="20255" y="9092"/>
                  </a:lnTo>
                  <a:lnTo>
                    <a:pt x="20432" y="9170"/>
                  </a:lnTo>
                  <a:lnTo>
                    <a:pt x="20608" y="9248"/>
                  </a:lnTo>
                  <a:lnTo>
                    <a:pt x="20785" y="9326"/>
                  </a:lnTo>
                  <a:lnTo>
                    <a:pt x="20961" y="9405"/>
                  </a:lnTo>
                  <a:lnTo>
                    <a:pt x="21138" y="9483"/>
                  </a:lnTo>
                  <a:lnTo>
                    <a:pt x="21315" y="9561"/>
                  </a:lnTo>
                  <a:lnTo>
                    <a:pt x="21491" y="9639"/>
                  </a:lnTo>
                  <a:lnTo>
                    <a:pt x="21668" y="9717"/>
                  </a:lnTo>
                  <a:lnTo>
                    <a:pt x="21844" y="9795"/>
                  </a:lnTo>
                  <a:lnTo>
                    <a:pt x="22021" y="9873"/>
                  </a:lnTo>
                  <a:lnTo>
                    <a:pt x="22198" y="9951"/>
                  </a:lnTo>
                  <a:lnTo>
                    <a:pt x="22374" y="10029"/>
                  </a:lnTo>
                  <a:lnTo>
                    <a:pt x="22551" y="10107"/>
                  </a:lnTo>
                  <a:lnTo>
                    <a:pt x="22727" y="10185"/>
                  </a:lnTo>
                  <a:lnTo>
                    <a:pt x="22904" y="10263"/>
                  </a:lnTo>
                  <a:lnTo>
                    <a:pt x="23081" y="10341"/>
                  </a:lnTo>
                  <a:lnTo>
                    <a:pt x="23257" y="10419"/>
                  </a:lnTo>
                  <a:lnTo>
                    <a:pt x="23434" y="10497"/>
                  </a:lnTo>
                  <a:lnTo>
                    <a:pt x="23611" y="10575"/>
                  </a:lnTo>
                  <a:lnTo>
                    <a:pt x="23787" y="10653"/>
                  </a:lnTo>
                  <a:lnTo>
                    <a:pt x="23964" y="10731"/>
                  </a:lnTo>
                  <a:lnTo>
                    <a:pt x="24141" y="10808"/>
                  </a:lnTo>
                  <a:lnTo>
                    <a:pt x="24317" y="10886"/>
                  </a:lnTo>
                  <a:lnTo>
                    <a:pt x="24494" y="10964"/>
                  </a:lnTo>
                  <a:lnTo>
                    <a:pt x="24671" y="11042"/>
                  </a:lnTo>
                  <a:lnTo>
                    <a:pt x="24847" y="11120"/>
                  </a:lnTo>
                  <a:lnTo>
                    <a:pt x="25024" y="11198"/>
                  </a:lnTo>
                  <a:lnTo>
                    <a:pt x="25201" y="11275"/>
                  </a:lnTo>
                  <a:lnTo>
                    <a:pt x="25377" y="11353"/>
                  </a:lnTo>
                  <a:lnTo>
                    <a:pt x="25554" y="11431"/>
                  </a:lnTo>
                  <a:lnTo>
                    <a:pt x="25731" y="11509"/>
                  </a:lnTo>
                  <a:lnTo>
                    <a:pt x="25908" y="11586"/>
                  </a:lnTo>
                  <a:lnTo>
                    <a:pt x="26084" y="11664"/>
                  </a:lnTo>
                  <a:lnTo>
                    <a:pt x="26261" y="11742"/>
                  </a:lnTo>
                  <a:lnTo>
                    <a:pt x="26438" y="11819"/>
                  </a:lnTo>
                  <a:lnTo>
                    <a:pt x="26615" y="11897"/>
                  </a:lnTo>
                  <a:lnTo>
                    <a:pt x="26791" y="11975"/>
                  </a:lnTo>
                  <a:lnTo>
                    <a:pt x="26968" y="12052"/>
                  </a:lnTo>
                  <a:lnTo>
                    <a:pt x="27145" y="12130"/>
                  </a:lnTo>
                  <a:lnTo>
                    <a:pt x="27322" y="12208"/>
                  </a:lnTo>
                  <a:lnTo>
                    <a:pt x="27499" y="12285"/>
                  </a:lnTo>
                  <a:lnTo>
                    <a:pt x="27675" y="12363"/>
                  </a:lnTo>
                  <a:lnTo>
                    <a:pt x="27852" y="12440"/>
                  </a:lnTo>
                  <a:lnTo>
                    <a:pt x="28029" y="12518"/>
                  </a:lnTo>
                  <a:lnTo>
                    <a:pt x="28206" y="12595"/>
                  </a:lnTo>
                  <a:lnTo>
                    <a:pt x="28383" y="12673"/>
                  </a:lnTo>
                  <a:lnTo>
                    <a:pt x="28559" y="12750"/>
                  </a:lnTo>
                  <a:lnTo>
                    <a:pt x="28736" y="12828"/>
                  </a:lnTo>
                  <a:lnTo>
                    <a:pt x="28913" y="12905"/>
                  </a:lnTo>
                  <a:lnTo>
                    <a:pt x="29090" y="12983"/>
                  </a:lnTo>
                  <a:lnTo>
                    <a:pt x="29267" y="13060"/>
                  </a:lnTo>
                  <a:lnTo>
                    <a:pt x="29444" y="13138"/>
                  </a:lnTo>
                  <a:lnTo>
                    <a:pt x="29621" y="13215"/>
                  </a:lnTo>
                  <a:lnTo>
                    <a:pt x="29797" y="13292"/>
                  </a:lnTo>
                  <a:lnTo>
                    <a:pt x="29974" y="13370"/>
                  </a:lnTo>
                  <a:lnTo>
                    <a:pt x="30151" y="13447"/>
                  </a:lnTo>
                  <a:lnTo>
                    <a:pt x="30328" y="13524"/>
                  </a:lnTo>
                  <a:lnTo>
                    <a:pt x="30505" y="13602"/>
                  </a:lnTo>
                  <a:lnTo>
                    <a:pt x="30682" y="13679"/>
                  </a:lnTo>
                  <a:lnTo>
                    <a:pt x="30859" y="13756"/>
                  </a:lnTo>
                  <a:lnTo>
                    <a:pt x="31036" y="13834"/>
                  </a:lnTo>
                  <a:lnTo>
                    <a:pt x="31213" y="13911"/>
                  </a:lnTo>
                  <a:lnTo>
                    <a:pt x="31390" y="13988"/>
                  </a:lnTo>
                  <a:lnTo>
                    <a:pt x="31567" y="14065"/>
                  </a:lnTo>
                  <a:lnTo>
                    <a:pt x="31744" y="14143"/>
                  </a:lnTo>
                  <a:lnTo>
                    <a:pt x="31921" y="14220"/>
                  </a:lnTo>
                  <a:lnTo>
                    <a:pt x="32098" y="14297"/>
                  </a:lnTo>
                  <a:lnTo>
                    <a:pt x="32275" y="14374"/>
                  </a:lnTo>
                  <a:lnTo>
                    <a:pt x="32452" y="14451"/>
                  </a:lnTo>
                  <a:lnTo>
                    <a:pt x="32628" y="14528"/>
                  </a:lnTo>
                  <a:lnTo>
                    <a:pt x="32805" y="14606"/>
                  </a:lnTo>
                  <a:lnTo>
                    <a:pt x="32982" y="14683"/>
                  </a:lnTo>
                  <a:lnTo>
                    <a:pt x="33160" y="14760"/>
                  </a:lnTo>
                  <a:lnTo>
                    <a:pt x="33337" y="14837"/>
                  </a:lnTo>
                  <a:lnTo>
                    <a:pt x="33514" y="14914"/>
                  </a:lnTo>
                  <a:lnTo>
                    <a:pt x="33691" y="14991"/>
                  </a:lnTo>
                  <a:lnTo>
                    <a:pt x="33868" y="15068"/>
                  </a:lnTo>
                  <a:lnTo>
                    <a:pt x="34045" y="15145"/>
                  </a:lnTo>
                  <a:lnTo>
                    <a:pt x="34222" y="15222"/>
                  </a:lnTo>
                  <a:lnTo>
                    <a:pt x="34399" y="15299"/>
                  </a:lnTo>
                  <a:lnTo>
                    <a:pt x="34576" y="15376"/>
                  </a:lnTo>
                  <a:lnTo>
                    <a:pt x="34753" y="15453"/>
                  </a:lnTo>
                  <a:lnTo>
                    <a:pt x="34930" y="15530"/>
                  </a:lnTo>
                  <a:lnTo>
                    <a:pt x="35107" y="15607"/>
                  </a:lnTo>
                  <a:lnTo>
                    <a:pt x="35284" y="15684"/>
                  </a:lnTo>
                  <a:lnTo>
                    <a:pt x="35461" y="15761"/>
                  </a:lnTo>
                  <a:lnTo>
                    <a:pt x="35638" y="15838"/>
                  </a:lnTo>
                  <a:lnTo>
                    <a:pt x="35815" y="15914"/>
                  </a:lnTo>
                  <a:lnTo>
                    <a:pt x="35993" y="15991"/>
                  </a:lnTo>
                  <a:lnTo>
                    <a:pt x="36170" y="16068"/>
                  </a:lnTo>
                  <a:lnTo>
                    <a:pt x="36347" y="16145"/>
                  </a:lnTo>
                  <a:lnTo>
                    <a:pt x="36524" y="16222"/>
                  </a:lnTo>
                  <a:lnTo>
                    <a:pt x="36701" y="16298"/>
                  </a:lnTo>
                  <a:lnTo>
                    <a:pt x="36878" y="16375"/>
                  </a:lnTo>
                  <a:lnTo>
                    <a:pt x="37055" y="16452"/>
                  </a:lnTo>
                  <a:lnTo>
                    <a:pt x="37233" y="16529"/>
                  </a:lnTo>
                  <a:lnTo>
                    <a:pt x="37410" y="16606"/>
                  </a:lnTo>
                  <a:lnTo>
                    <a:pt x="37587" y="16682"/>
                  </a:lnTo>
                  <a:lnTo>
                    <a:pt x="37764" y="16759"/>
                  </a:lnTo>
                  <a:lnTo>
                    <a:pt x="37941" y="16836"/>
                  </a:lnTo>
                  <a:lnTo>
                    <a:pt x="38118" y="16912"/>
                  </a:lnTo>
                  <a:lnTo>
                    <a:pt x="38296" y="16989"/>
                  </a:lnTo>
                  <a:lnTo>
                    <a:pt x="38473" y="17066"/>
                  </a:lnTo>
                  <a:lnTo>
                    <a:pt x="38650" y="17142"/>
                  </a:lnTo>
                  <a:lnTo>
                    <a:pt x="38827" y="17219"/>
                  </a:lnTo>
                  <a:lnTo>
                    <a:pt x="39004" y="17295"/>
                  </a:lnTo>
                  <a:lnTo>
                    <a:pt x="39182" y="17372"/>
                  </a:lnTo>
                  <a:lnTo>
                    <a:pt x="39359" y="17449"/>
                  </a:lnTo>
                  <a:lnTo>
                    <a:pt x="39536" y="17525"/>
                  </a:lnTo>
                  <a:lnTo>
                    <a:pt x="39713" y="17602"/>
                  </a:lnTo>
                  <a:lnTo>
                    <a:pt x="39891" y="17678"/>
                  </a:lnTo>
                  <a:lnTo>
                    <a:pt x="40068" y="17755"/>
                  </a:lnTo>
                  <a:lnTo>
                    <a:pt x="40245" y="17831"/>
                  </a:lnTo>
                  <a:lnTo>
                    <a:pt x="40423" y="17908"/>
                  </a:lnTo>
                  <a:lnTo>
                    <a:pt x="40600" y="17984"/>
                  </a:lnTo>
                  <a:lnTo>
                    <a:pt x="40777" y="18061"/>
                  </a:lnTo>
                  <a:lnTo>
                    <a:pt x="40954" y="18137"/>
                  </a:lnTo>
                  <a:lnTo>
                    <a:pt x="41132" y="18213"/>
                  </a:lnTo>
                  <a:lnTo>
                    <a:pt x="41309" y="18290"/>
                  </a:lnTo>
                  <a:lnTo>
                    <a:pt x="41486" y="18366"/>
                  </a:lnTo>
                  <a:lnTo>
                    <a:pt x="41664" y="18443"/>
                  </a:lnTo>
                  <a:lnTo>
                    <a:pt x="41841" y="18519"/>
                  </a:lnTo>
                  <a:lnTo>
                    <a:pt x="42018" y="18595"/>
                  </a:lnTo>
                  <a:lnTo>
                    <a:pt x="42196" y="18672"/>
                  </a:lnTo>
                  <a:lnTo>
                    <a:pt x="42373" y="18748"/>
                  </a:lnTo>
                  <a:lnTo>
                    <a:pt x="42550" y="18824"/>
                  </a:lnTo>
                  <a:lnTo>
                    <a:pt x="42728" y="18900"/>
                  </a:lnTo>
                  <a:lnTo>
                    <a:pt x="42905" y="18977"/>
                  </a:lnTo>
                  <a:lnTo>
                    <a:pt x="43082" y="19053"/>
                  </a:lnTo>
                  <a:lnTo>
                    <a:pt x="43260" y="19129"/>
                  </a:lnTo>
                  <a:lnTo>
                    <a:pt x="43437" y="19205"/>
                  </a:lnTo>
                  <a:lnTo>
                    <a:pt x="43615" y="19282"/>
                  </a:lnTo>
                  <a:lnTo>
                    <a:pt x="43792" y="19358"/>
                  </a:lnTo>
                  <a:lnTo>
                    <a:pt x="43969" y="1943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45" name="pl7145"/>
            <p:cNvSpPr/>
            <p:nvPr/>
          </p:nvSpPr>
          <p:spPr>
            <a:xfrm>
              <a:off x="5231187" y="5467087"/>
              <a:ext cx="17430" cy="7307"/>
            </a:xfrm>
            <a:custGeom>
              <a:avLst/>
              <a:pathLst>
                <a:path w="17430" h="7307">
                  <a:moveTo>
                    <a:pt x="0" y="0"/>
                  </a:moveTo>
                  <a:lnTo>
                    <a:pt x="69" y="29"/>
                  </a:lnTo>
                  <a:lnTo>
                    <a:pt x="139" y="59"/>
                  </a:lnTo>
                  <a:lnTo>
                    <a:pt x="209" y="88"/>
                  </a:lnTo>
                  <a:lnTo>
                    <a:pt x="279" y="118"/>
                  </a:lnTo>
                  <a:lnTo>
                    <a:pt x="349" y="148"/>
                  </a:lnTo>
                  <a:lnTo>
                    <a:pt x="419" y="177"/>
                  </a:lnTo>
                  <a:lnTo>
                    <a:pt x="489" y="207"/>
                  </a:lnTo>
                  <a:lnTo>
                    <a:pt x="559" y="237"/>
                  </a:lnTo>
                  <a:lnTo>
                    <a:pt x="628" y="266"/>
                  </a:lnTo>
                  <a:lnTo>
                    <a:pt x="698" y="296"/>
                  </a:lnTo>
                  <a:lnTo>
                    <a:pt x="768" y="325"/>
                  </a:lnTo>
                  <a:lnTo>
                    <a:pt x="838" y="355"/>
                  </a:lnTo>
                  <a:lnTo>
                    <a:pt x="908" y="385"/>
                  </a:lnTo>
                  <a:lnTo>
                    <a:pt x="978" y="414"/>
                  </a:lnTo>
                  <a:lnTo>
                    <a:pt x="1048" y="444"/>
                  </a:lnTo>
                  <a:lnTo>
                    <a:pt x="1118" y="474"/>
                  </a:lnTo>
                  <a:lnTo>
                    <a:pt x="1188" y="503"/>
                  </a:lnTo>
                  <a:lnTo>
                    <a:pt x="1257" y="533"/>
                  </a:lnTo>
                  <a:lnTo>
                    <a:pt x="1327" y="562"/>
                  </a:lnTo>
                  <a:lnTo>
                    <a:pt x="1397" y="592"/>
                  </a:lnTo>
                  <a:lnTo>
                    <a:pt x="1467" y="622"/>
                  </a:lnTo>
                  <a:lnTo>
                    <a:pt x="1537" y="651"/>
                  </a:lnTo>
                  <a:lnTo>
                    <a:pt x="1607" y="681"/>
                  </a:lnTo>
                  <a:lnTo>
                    <a:pt x="1677" y="710"/>
                  </a:lnTo>
                  <a:lnTo>
                    <a:pt x="1747" y="740"/>
                  </a:lnTo>
                  <a:lnTo>
                    <a:pt x="1817" y="769"/>
                  </a:lnTo>
                  <a:lnTo>
                    <a:pt x="1887" y="799"/>
                  </a:lnTo>
                  <a:lnTo>
                    <a:pt x="1956" y="829"/>
                  </a:lnTo>
                  <a:lnTo>
                    <a:pt x="2026" y="858"/>
                  </a:lnTo>
                  <a:lnTo>
                    <a:pt x="2096" y="888"/>
                  </a:lnTo>
                  <a:lnTo>
                    <a:pt x="2166" y="917"/>
                  </a:lnTo>
                  <a:lnTo>
                    <a:pt x="2236" y="947"/>
                  </a:lnTo>
                  <a:lnTo>
                    <a:pt x="2306" y="976"/>
                  </a:lnTo>
                  <a:lnTo>
                    <a:pt x="2376" y="1006"/>
                  </a:lnTo>
                  <a:lnTo>
                    <a:pt x="2446" y="1036"/>
                  </a:lnTo>
                  <a:lnTo>
                    <a:pt x="2516" y="1065"/>
                  </a:lnTo>
                  <a:lnTo>
                    <a:pt x="2586" y="1095"/>
                  </a:lnTo>
                  <a:lnTo>
                    <a:pt x="2656" y="1124"/>
                  </a:lnTo>
                  <a:lnTo>
                    <a:pt x="2725" y="1154"/>
                  </a:lnTo>
                  <a:lnTo>
                    <a:pt x="2795" y="1183"/>
                  </a:lnTo>
                  <a:lnTo>
                    <a:pt x="2865" y="1213"/>
                  </a:lnTo>
                  <a:lnTo>
                    <a:pt x="2935" y="1242"/>
                  </a:lnTo>
                  <a:lnTo>
                    <a:pt x="3005" y="1272"/>
                  </a:lnTo>
                  <a:lnTo>
                    <a:pt x="3075" y="1302"/>
                  </a:lnTo>
                  <a:lnTo>
                    <a:pt x="3145" y="1331"/>
                  </a:lnTo>
                  <a:lnTo>
                    <a:pt x="3215" y="1361"/>
                  </a:lnTo>
                  <a:lnTo>
                    <a:pt x="3285" y="1390"/>
                  </a:lnTo>
                  <a:lnTo>
                    <a:pt x="3355" y="1420"/>
                  </a:lnTo>
                  <a:lnTo>
                    <a:pt x="3425" y="1449"/>
                  </a:lnTo>
                  <a:lnTo>
                    <a:pt x="3495" y="1479"/>
                  </a:lnTo>
                  <a:lnTo>
                    <a:pt x="3564" y="1508"/>
                  </a:lnTo>
                  <a:lnTo>
                    <a:pt x="3634" y="1538"/>
                  </a:lnTo>
                  <a:lnTo>
                    <a:pt x="3704" y="1567"/>
                  </a:lnTo>
                  <a:lnTo>
                    <a:pt x="3774" y="1597"/>
                  </a:lnTo>
                  <a:lnTo>
                    <a:pt x="3844" y="1626"/>
                  </a:lnTo>
                  <a:lnTo>
                    <a:pt x="3914" y="1656"/>
                  </a:lnTo>
                  <a:lnTo>
                    <a:pt x="3984" y="1685"/>
                  </a:lnTo>
                  <a:lnTo>
                    <a:pt x="4054" y="1715"/>
                  </a:lnTo>
                  <a:lnTo>
                    <a:pt x="4124" y="1744"/>
                  </a:lnTo>
                  <a:lnTo>
                    <a:pt x="4194" y="1774"/>
                  </a:lnTo>
                  <a:lnTo>
                    <a:pt x="4264" y="1803"/>
                  </a:lnTo>
                  <a:lnTo>
                    <a:pt x="4334" y="1833"/>
                  </a:lnTo>
                  <a:lnTo>
                    <a:pt x="4404" y="1862"/>
                  </a:lnTo>
                  <a:lnTo>
                    <a:pt x="4474" y="1892"/>
                  </a:lnTo>
                  <a:lnTo>
                    <a:pt x="4544" y="1921"/>
                  </a:lnTo>
                  <a:lnTo>
                    <a:pt x="4613" y="1951"/>
                  </a:lnTo>
                  <a:lnTo>
                    <a:pt x="4683" y="1980"/>
                  </a:lnTo>
                  <a:lnTo>
                    <a:pt x="4753" y="2010"/>
                  </a:lnTo>
                  <a:lnTo>
                    <a:pt x="4823" y="2039"/>
                  </a:lnTo>
                  <a:lnTo>
                    <a:pt x="4893" y="2069"/>
                  </a:lnTo>
                  <a:lnTo>
                    <a:pt x="4963" y="2098"/>
                  </a:lnTo>
                  <a:lnTo>
                    <a:pt x="5033" y="2128"/>
                  </a:lnTo>
                  <a:lnTo>
                    <a:pt x="5103" y="2157"/>
                  </a:lnTo>
                  <a:lnTo>
                    <a:pt x="5173" y="2187"/>
                  </a:lnTo>
                  <a:lnTo>
                    <a:pt x="5243" y="2216"/>
                  </a:lnTo>
                  <a:lnTo>
                    <a:pt x="5313" y="2246"/>
                  </a:lnTo>
                  <a:lnTo>
                    <a:pt x="5383" y="2275"/>
                  </a:lnTo>
                  <a:lnTo>
                    <a:pt x="5453" y="2305"/>
                  </a:lnTo>
                  <a:lnTo>
                    <a:pt x="5523" y="2334"/>
                  </a:lnTo>
                  <a:lnTo>
                    <a:pt x="5593" y="2363"/>
                  </a:lnTo>
                  <a:lnTo>
                    <a:pt x="5663" y="2393"/>
                  </a:lnTo>
                  <a:lnTo>
                    <a:pt x="5733" y="2422"/>
                  </a:lnTo>
                  <a:lnTo>
                    <a:pt x="5803" y="2452"/>
                  </a:lnTo>
                  <a:lnTo>
                    <a:pt x="5873" y="2481"/>
                  </a:lnTo>
                  <a:lnTo>
                    <a:pt x="5943" y="2511"/>
                  </a:lnTo>
                  <a:lnTo>
                    <a:pt x="6013" y="2540"/>
                  </a:lnTo>
                  <a:lnTo>
                    <a:pt x="6083" y="2570"/>
                  </a:lnTo>
                  <a:lnTo>
                    <a:pt x="6152" y="2599"/>
                  </a:lnTo>
                  <a:lnTo>
                    <a:pt x="6222" y="2628"/>
                  </a:lnTo>
                  <a:lnTo>
                    <a:pt x="6292" y="2658"/>
                  </a:lnTo>
                  <a:lnTo>
                    <a:pt x="6362" y="2687"/>
                  </a:lnTo>
                  <a:lnTo>
                    <a:pt x="6432" y="2717"/>
                  </a:lnTo>
                  <a:lnTo>
                    <a:pt x="6502" y="2746"/>
                  </a:lnTo>
                  <a:lnTo>
                    <a:pt x="6572" y="2776"/>
                  </a:lnTo>
                  <a:lnTo>
                    <a:pt x="6642" y="2805"/>
                  </a:lnTo>
                  <a:lnTo>
                    <a:pt x="6712" y="2834"/>
                  </a:lnTo>
                  <a:lnTo>
                    <a:pt x="6782" y="2864"/>
                  </a:lnTo>
                  <a:lnTo>
                    <a:pt x="6852" y="2893"/>
                  </a:lnTo>
                  <a:lnTo>
                    <a:pt x="6922" y="2923"/>
                  </a:lnTo>
                  <a:lnTo>
                    <a:pt x="6992" y="2952"/>
                  </a:lnTo>
                  <a:lnTo>
                    <a:pt x="7062" y="2981"/>
                  </a:lnTo>
                  <a:lnTo>
                    <a:pt x="7132" y="3011"/>
                  </a:lnTo>
                  <a:lnTo>
                    <a:pt x="7202" y="3040"/>
                  </a:lnTo>
                  <a:lnTo>
                    <a:pt x="7272" y="3070"/>
                  </a:lnTo>
                  <a:lnTo>
                    <a:pt x="7342" y="3099"/>
                  </a:lnTo>
                  <a:lnTo>
                    <a:pt x="7412" y="3128"/>
                  </a:lnTo>
                  <a:lnTo>
                    <a:pt x="7482" y="3158"/>
                  </a:lnTo>
                  <a:lnTo>
                    <a:pt x="7552" y="3187"/>
                  </a:lnTo>
                  <a:lnTo>
                    <a:pt x="7622" y="3217"/>
                  </a:lnTo>
                  <a:lnTo>
                    <a:pt x="7692" y="3246"/>
                  </a:lnTo>
                  <a:lnTo>
                    <a:pt x="7762" y="3275"/>
                  </a:lnTo>
                  <a:lnTo>
                    <a:pt x="7832" y="3305"/>
                  </a:lnTo>
                  <a:lnTo>
                    <a:pt x="7902" y="3334"/>
                  </a:lnTo>
                  <a:lnTo>
                    <a:pt x="7972" y="3363"/>
                  </a:lnTo>
                  <a:lnTo>
                    <a:pt x="8042" y="3393"/>
                  </a:lnTo>
                  <a:lnTo>
                    <a:pt x="8112" y="3422"/>
                  </a:lnTo>
                  <a:lnTo>
                    <a:pt x="8182" y="3452"/>
                  </a:lnTo>
                  <a:lnTo>
                    <a:pt x="8252" y="3481"/>
                  </a:lnTo>
                  <a:lnTo>
                    <a:pt x="8322" y="3510"/>
                  </a:lnTo>
                  <a:lnTo>
                    <a:pt x="8392" y="3540"/>
                  </a:lnTo>
                  <a:lnTo>
                    <a:pt x="8462" y="3569"/>
                  </a:lnTo>
                  <a:lnTo>
                    <a:pt x="8532" y="3598"/>
                  </a:lnTo>
                  <a:lnTo>
                    <a:pt x="8602" y="3628"/>
                  </a:lnTo>
                  <a:lnTo>
                    <a:pt x="8672" y="3657"/>
                  </a:lnTo>
                  <a:lnTo>
                    <a:pt x="8742" y="3686"/>
                  </a:lnTo>
                  <a:lnTo>
                    <a:pt x="8812" y="3716"/>
                  </a:lnTo>
                  <a:lnTo>
                    <a:pt x="8882" y="3745"/>
                  </a:lnTo>
                  <a:lnTo>
                    <a:pt x="8952" y="3774"/>
                  </a:lnTo>
                  <a:lnTo>
                    <a:pt x="9022" y="3804"/>
                  </a:lnTo>
                  <a:lnTo>
                    <a:pt x="9092" y="3833"/>
                  </a:lnTo>
                  <a:lnTo>
                    <a:pt x="9162" y="3862"/>
                  </a:lnTo>
                  <a:lnTo>
                    <a:pt x="9232" y="3892"/>
                  </a:lnTo>
                  <a:lnTo>
                    <a:pt x="9302" y="3921"/>
                  </a:lnTo>
                  <a:lnTo>
                    <a:pt x="9372" y="3950"/>
                  </a:lnTo>
                  <a:lnTo>
                    <a:pt x="9442" y="3980"/>
                  </a:lnTo>
                  <a:lnTo>
                    <a:pt x="9512" y="4009"/>
                  </a:lnTo>
                  <a:lnTo>
                    <a:pt x="9582" y="4038"/>
                  </a:lnTo>
                  <a:lnTo>
                    <a:pt x="9652" y="4068"/>
                  </a:lnTo>
                  <a:lnTo>
                    <a:pt x="9722" y="4097"/>
                  </a:lnTo>
                  <a:lnTo>
                    <a:pt x="9792" y="4126"/>
                  </a:lnTo>
                  <a:lnTo>
                    <a:pt x="9862" y="4156"/>
                  </a:lnTo>
                  <a:lnTo>
                    <a:pt x="9932" y="4185"/>
                  </a:lnTo>
                  <a:lnTo>
                    <a:pt x="10002" y="4214"/>
                  </a:lnTo>
                  <a:lnTo>
                    <a:pt x="10072" y="4243"/>
                  </a:lnTo>
                  <a:lnTo>
                    <a:pt x="10142" y="4273"/>
                  </a:lnTo>
                  <a:lnTo>
                    <a:pt x="10212" y="4302"/>
                  </a:lnTo>
                  <a:lnTo>
                    <a:pt x="10282" y="4331"/>
                  </a:lnTo>
                  <a:lnTo>
                    <a:pt x="10352" y="4361"/>
                  </a:lnTo>
                  <a:lnTo>
                    <a:pt x="10422" y="4390"/>
                  </a:lnTo>
                  <a:lnTo>
                    <a:pt x="10492" y="4419"/>
                  </a:lnTo>
                  <a:lnTo>
                    <a:pt x="10562" y="4449"/>
                  </a:lnTo>
                  <a:lnTo>
                    <a:pt x="10632" y="4478"/>
                  </a:lnTo>
                  <a:lnTo>
                    <a:pt x="10702" y="4507"/>
                  </a:lnTo>
                  <a:lnTo>
                    <a:pt x="10772" y="4536"/>
                  </a:lnTo>
                  <a:lnTo>
                    <a:pt x="10842" y="4566"/>
                  </a:lnTo>
                  <a:lnTo>
                    <a:pt x="10912" y="4595"/>
                  </a:lnTo>
                  <a:lnTo>
                    <a:pt x="10982" y="4624"/>
                  </a:lnTo>
                  <a:lnTo>
                    <a:pt x="11052" y="4653"/>
                  </a:lnTo>
                  <a:lnTo>
                    <a:pt x="11123" y="4683"/>
                  </a:lnTo>
                  <a:lnTo>
                    <a:pt x="11193" y="4712"/>
                  </a:lnTo>
                  <a:lnTo>
                    <a:pt x="11263" y="4741"/>
                  </a:lnTo>
                  <a:lnTo>
                    <a:pt x="11333" y="4770"/>
                  </a:lnTo>
                  <a:lnTo>
                    <a:pt x="11403" y="4800"/>
                  </a:lnTo>
                  <a:lnTo>
                    <a:pt x="11473" y="4829"/>
                  </a:lnTo>
                  <a:lnTo>
                    <a:pt x="11543" y="4858"/>
                  </a:lnTo>
                  <a:lnTo>
                    <a:pt x="11613" y="4887"/>
                  </a:lnTo>
                  <a:lnTo>
                    <a:pt x="11683" y="4917"/>
                  </a:lnTo>
                  <a:lnTo>
                    <a:pt x="11753" y="4946"/>
                  </a:lnTo>
                  <a:lnTo>
                    <a:pt x="11823" y="4975"/>
                  </a:lnTo>
                  <a:lnTo>
                    <a:pt x="11893" y="5004"/>
                  </a:lnTo>
                  <a:lnTo>
                    <a:pt x="11963" y="5034"/>
                  </a:lnTo>
                  <a:lnTo>
                    <a:pt x="12033" y="5063"/>
                  </a:lnTo>
                  <a:lnTo>
                    <a:pt x="12103" y="5092"/>
                  </a:lnTo>
                  <a:lnTo>
                    <a:pt x="12173" y="5121"/>
                  </a:lnTo>
                  <a:lnTo>
                    <a:pt x="12243" y="5151"/>
                  </a:lnTo>
                  <a:lnTo>
                    <a:pt x="12313" y="5180"/>
                  </a:lnTo>
                  <a:lnTo>
                    <a:pt x="12383" y="5209"/>
                  </a:lnTo>
                  <a:lnTo>
                    <a:pt x="12453" y="5238"/>
                  </a:lnTo>
                  <a:lnTo>
                    <a:pt x="12523" y="5268"/>
                  </a:lnTo>
                  <a:lnTo>
                    <a:pt x="12593" y="5297"/>
                  </a:lnTo>
                  <a:lnTo>
                    <a:pt x="12664" y="5326"/>
                  </a:lnTo>
                  <a:lnTo>
                    <a:pt x="12734" y="5355"/>
                  </a:lnTo>
                  <a:lnTo>
                    <a:pt x="12804" y="5384"/>
                  </a:lnTo>
                  <a:lnTo>
                    <a:pt x="12874" y="5414"/>
                  </a:lnTo>
                  <a:lnTo>
                    <a:pt x="12944" y="5443"/>
                  </a:lnTo>
                  <a:lnTo>
                    <a:pt x="13014" y="5472"/>
                  </a:lnTo>
                  <a:lnTo>
                    <a:pt x="13084" y="5501"/>
                  </a:lnTo>
                  <a:lnTo>
                    <a:pt x="13154" y="5530"/>
                  </a:lnTo>
                  <a:lnTo>
                    <a:pt x="13224" y="5560"/>
                  </a:lnTo>
                  <a:lnTo>
                    <a:pt x="13294" y="5589"/>
                  </a:lnTo>
                  <a:lnTo>
                    <a:pt x="13364" y="5618"/>
                  </a:lnTo>
                  <a:lnTo>
                    <a:pt x="13434" y="5647"/>
                  </a:lnTo>
                  <a:lnTo>
                    <a:pt x="13504" y="5676"/>
                  </a:lnTo>
                  <a:lnTo>
                    <a:pt x="13574" y="5705"/>
                  </a:lnTo>
                  <a:lnTo>
                    <a:pt x="13644" y="5735"/>
                  </a:lnTo>
                  <a:lnTo>
                    <a:pt x="13715" y="5764"/>
                  </a:lnTo>
                  <a:lnTo>
                    <a:pt x="13785" y="5793"/>
                  </a:lnTo>
                  <a:lnTo>
                    <a:pt x="13855" y="5822"/>
                  </a:lnTo>
                  <a:lnTo>
                    <a:pt x="13925" y="5851"/>
                  </a:lnTo>
                  <a:lnTo>
                    <a:pt x="13995" y="5880"/>
                  </a:lnTo>
                  <a:lnTo>
                    <a:pt x="14065" y="5910"/>
                  </a:lnTo>
                  <a:lnTo>
                    <a:pt x="14135" y="5939"/>
                  </a:lnTo>
                  <a:lnTo>
                    <a:pt x="14205" y="5968"/>
                  </a:lnTo>
                  <a:lnTo>
                    <a:pt x="14275" y="5997"/>
                  </a:lnTo>
                  <a:lnTo>
                    <a:pt x="14345" y="6026"/>
                  </a:lnTo>
                  <a:lnTo>
                    <a:pt x="14415" y="6055"/>
                  </a:lnTo>
                  <a:lnTo>
                    <a:pt x="14485" y="6085"/>
                  </a:lnTo>
                  <a:lnTo>
                    <a:pt x="14555" y="6114"/>
                  </a:lnTo>
                  <a:lnTo>
                    <a:pt x="14626" y="6143"/>
                  </a:lnTo>
                  <a:lnTo>
                    <a:pt x="14696" y="6172"/>
                  </a:lnTo>
                  <a:lnTo>
                    <a:pt x="14766" y="6201"/>
                  </a:lnTo>
                  <a:lnTo>
                    <a:pt x="14836" y="6230"/>
                  </a:lnTo>
                  <a:lnTo>
                    <a:pt x="14906" y="6259"/>
                  </a:lnTo>
                  <a:lnTo>
                    <a:pt x="14976" y="6289"/>
                  </a:lnTo>
                  <a:lnTo>
                    <a:pt x="15046" y="6318"/>
                  </a:lnTo>
                  <a:lnTo>
                    <a:pt x="15116" y="6347"/>
                  </a:lnTo>
                  <a:lnTo>
                    <a:pt x="15186" y="6376"/>
                  </a:lnTo>
                  <a:lnTo>
                    <a:pt x="15256" y="6405"/>
                  </a:lnTo>
                  <a:lnTo>
                    <a:pt x="15326" y="6434"/>
                  </a:lnTo>
                  <a:lnTo>
                    <a:pt x="15397" y="6463"/>
                  </a:lnTo>
                  <a:lnTo>
                    <a:pt x="15467" y="6492"/>
                  </a:lnTo>
                  <a:lnTo>
                    <a:pt x="15537" y="6522"/>
                  </a:lnTo>
                  <a:lnTo>
                    <a:pt x="15607" y="6551"/>
                  </a:lnTo>
                  <a:lnTo>
                    <a:pt x="15677" y="6580"/>
                  </a:lnTo>
                  <a:lnTo>
                    <a:pt x="15747" y="6609"/>
                  </a:lnTo>
                  <a:lnTo>
                    <a:pt x="15817" y="6638"/>
                  </a:lnTo>
                  <a:lnTo>
                    <a:pt x="15887" y="6667"/>
                  </a:lnTo>
                  <a:lnTo>
                    <a:pt x="15957" y="6696"/>
                  </a:lnTo>
                  <a:lnTo>
                    <a:pt x="16027" y="6725"/>
                  </a:lnTo>
                  <a:lnTo>
                    <a:pt x="16098" y="6754"/>
                  </a:lnTo>
                  <a:lnTo>
                    <a:pt x="16168" y="6783"/>
                  </a:lnTo>
                  <a:lnTo>
                    <a:pt x="16238" y="6813"/>
                  </a:lnTo>
                  <a:lnTo>
                    <a:pt x="16308" y="6842"/>
                  </a:lnTo>
                  <a:lnTo>
                    <a:pt x="16378" y="6871"/>
                  </a:lnTo>
                  <a:lnTo>
                    <a:pt x="16448" y="6900"/>
                  </a:lnTo>
                  <a:lnTo>
                    <a:pt x="16518" y="6929"/>
                  </a:lnTo>
                  <a:lnTo>
                    <a:pt x="16588" y="6958"/>
                  </a:lnTo>
                  <a:lnTo>
                    <a:pt x="16658" y="6987"/>
                  </a:lnTo>
                  <a:lnTo>
                    <a:pt x="16729" y="7016"/>
                  </a:lnTo>
                  <a:lnTo>
                    <a:pt x="16799" y="7045"/>
                  </a:lnTo>
                  <a:lnTo>
                    <a:pt x="16869" y="7074"/>
                  </a:lnTo>
                  <a:lnTo>
                    <a:pt x="16939" y="7103"/>
                  </a:lnTo>
                  <a:lnTo>
                    <a:pt x="17009" y="7132"/>
                  </a:lnTo>
                  <a:lnTo>
                    <a:pt x="17079" y="7161"/>
                  </a:lnTo>
                  <a:lnTo>
                    <a:pt x="17149" y="7190"/>
                  </a:lnTo>
                  <a:lnTo>
                    <a:pt x="17219" y="7220"/>
                  </a:lnTo>
                  <a:lnTo>
                    <a:pt x="17290" y="7249"/>
                  </a:lnTo>
                  <a:lnTo>
                    <a:pt x="17360" y="7278"/>
                  </a:lnTo>
                  <a:lnTo>
                    <a:pt x="17430" y="7307"/>
                  </a:lnTo>
                </a:path>
              </a:pathLst>
            </a:custGeom>
            <a:ln w="83820" cap="rnd">
              <a:solidFill>
                <a:srgbClr val="F04E9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6" name="pl7146"/>
            <p:cNvSpPr/>
            <p:nvPr/>
          </p:nvSpPr>
          <p:spPr>
            <a:xfrm>
              <a:off x="5216105" y="5502635"/>
              <a:ext cx="17734" cy="7434"/>
            </a:xfrm>
            <a:custGeom>
              <a:avLst/>
              <a:pathLst>
                <a:path w="17734" h="7434">
                  <a:moveTo>
                    <a:pt x="0" y="0"/>
                  </a:moveTo>
                  <a:lnTo>
                    <a:pt x="71" y="30"/>
                  </a:lnTo>
                  <a:lnTo>
                    <a:pt x="142" y="60"/>
                  </a:lnTo>
                  <a:lnTo>
                    <a:pt x="213" y="90"/>
                  </a:lnTo>
                  <a:lnTo>
                    <a:pt x="284" y="120"/>
                  </a:lnTo>
                  <a:lnTo>
                    <a:pt x="355" y="150"/>
                  </a:lnTo>
                  <a:lnTo>
                    <a:pt x="426" y="180"/>
                  </a:lnTo>
                  <a:lnTo>
                    <a:pt x="497" y="211"/>
                  </a:lnTo>
                  <a:lnTo>
                    <a:pt x="568" y="241"/>
                  </a:lnTo>
                  <a:lnTo>
                    <a:pt x="639" y="271"/>
                  </a:lnTo>
                  <a:lnTo>
                    <a:pt x="710" y="301"/>
                  </a:lnTo>
                  <a:lnTo>
                    <a:pt x="782" y="331"/>
                  </a:lnTo>
                  <a:lnTo>
                    <a:pt x="853" y="361"/>
                  </a:lnTo>
                  <a:lnTo>
                    <a:pt x="924" y="391"/>
                  </a:lnTo>
                  <a:lnTo>
                    <a:pt x="995" y="422"/>
                  </a:lnTo>
                  <a:lnTo>
                    <a:pt x="1066" y="452"/>
                  </a:lnTo>
                  <a:lnTo>
                    <a:pt x="1137" y="482"/>
                  </a:lnTo>
                  <a:lnTo>
                    <a:pt x="1208" y="512"/>
                  </a:lnTo>
                  <a:lnTo>
                    <a:pt x="1279" y="542"/>
                  </a:lnTo>
                  <a:lnTo>
                    <a:pt x="1350" y="572"/>
                  </a:lnTo>
                  <a:lnTo>
                    <a:pt x="1422" y="602"/>
                  </a:lnTo>
                  <a:lnTo>
                    <a:pt x="1493" y="632"/>
                  </a:lnTo>
                  <a:lnTo>
                    <a:pt x="1564" y="662"/>
                  </a:lnTo>
                  <a:lnTo>
                    <a:pt x="1635" y="693"/>
                  </a:lnTo>
                  <a:lnTo>
                    <a:pt x="1706" y="723"/>
                  </a:lnTo>
                  <a:lnTo>
                    <a:pt x="1777" y="753"/>
                  </a:lnTo>
                  <a:lnTo>
                    <a:pt x="1848" y="783"/>
                  </a:lnTo>
                  <a:lnTo>
                    <a:pt x="1919" y="813"/>
                  </a:lnTo>
                  <a:lnTo>
                    <a:pt x="1991" y="843"/>
                  </a:lnTo>
                  <a:lnTo>
                    <a:pt x="2062" y="873"/>
                  </a:lnTo>
                  <a:lnTo>
                    <a:pt x="2133" y="903"/>
                  </a:lnTo>
                  <a:lnTo>
                    <a:pt x="2204" y="933"/>
                  </a:lnTo>
                  <a:lnTo>
                    <a:pt x="2275" y="963"/>
                  </a:lnTo>
                  <a:lnTo>
                    <a:pt x="2346" y="994"/>
                  </a:lnTo>
                  <a:lnTo>
                    <a:pt x="2417" y="1024"/>
                  </a:lnTo>
                  <a:lnTo>
                    <a:pt x="2488" y="1054"/>
                  </a:lnTo>
                  <a:lnTo>
                    <a:pt x="2560" y="1084"/>
                  </a:lnTo>
                  <a:lnTo>
                    <a:pt x="2631" y="1114"/>
                  </a:lnTo>
                  <a:lnTo>
                    <a:pt x="2702" y="1144"/>
                  </a:lnTo>
                  <a:lnTo>
                    <a:pt x="2773" y="1174"/>
                  </a:lnTo>
                  <a:lnTo>
                    <a:pt x="2844" y="1204"/>
                  </a:lnTo>
                  <a:lnTo>
                    <a:pt x="2915" y="1234"/>
                  </a:lnTo>
                  <a:lnTo>
                    <a:pt x="2986" y="1264"/>
                  </a:lnTo>
                  <a:lnTo>
                    <a:pt x="3058" y="1294"/>
                  </a:lnTo>
                  <a:lnTo>
                    <a:pt x="3129" y="1324"/>
                  </a:lnTo>
                  <a:lnTo>
                    <a:pt x="3200" y="1354"/>
                  </a:lnTo>
                  <a:lnTo>
                    <a:pt x="3271" y="1384"/>
                  </a:lnTo>
                  <a:lnTo>
                    <a:pt x="3342" y="1414"/>
                  </a:lnTo>
                  <a:lnTo>
                    <a:pt x="3413" y="1444"/>
                  </a:lnTo>
                  <a:lnTo>
                    <a:pt x="3484" y="1475"/>
                  </a:lnTo>
                  <a:lnTo>
                    <a:pt x="3556" y="1505"/>
                  </a:lnTo>
                  <a:lnTo>
                    <a:pt x="3627" y="1535"/>
                  </a:lnTo>
                  <a:lnTo>
                    <a:pt x="3698" y="1565"/>
                  </a:lnTo>
                  <a:lnTo>
                    <a:pt x="3769" y="1595"/>
                  </a:lnTo>
                  <a:lnTo>
                    <a:pt x="3840" y="1625"/>
                  </a:lnTo>
                  <a:lnTo>
                    <a:pt x="3911" y="1655"/>
                  </a:lnTo>
                  <a:lnTo>
                    <a:pt x="3982" y="1685"/>
                  </a:lnTo>
                  <a:lnTo>
                    <a:pt x="4054" y="1715"/>
                  </a:lnTo>
                  <a:lnTo>
                    <a:pt x="4125" y="1745"/>
                  </a:lnTo>
                  <a:lnTo>
                    <a:pt x="4196" y="1775"/>
                  </a:lnTo>
                  <a:lnTo>
                    <a:pt x="4267" y="1805"/>
                  </a:lnTo>
                  <a:lnTo>
                    <a:pt x="4338" y="1835"/>
                  </a:lnTo>
                  <a:lnTo>
                    <a:pt x="4409" y="1865"/>
                  </a:lnTo>
                  <a:lnTo>
                    <a:pt x="4480" y="1895"/>
                  </a:lnTo>
                  <a:lnTo>
                    <a:pt x="4552" y="1925"/>
                  </a:lnTo>
                  <a:lnTo>
                    <a:pt x="4623" y="1955"/>
                  </a:lnTo>
                  <a:lnTo>
                    <a:pt x="4694" y="1985"/>
                  </a:lnTo>
                  <a:lnTo>
                    <a:pt x="4765" y="2015"/>
                  </a:lnTo>
                  <a:lnTo>
                    <a:pt x="4836" y="2045"/>
                  </a:lnTo>
                  <a:lnTo>
                    <a:pt x="4907" y="2075"/>
                  </a:lnTo>
                  <a:lnTo>
                    <a:pt x="4979" y="2105"/>
                  </a:lnTo>
                  <a:lnTo>
                    <a:pt x="5050" y="2135"/>
                  </a:lnTo>
                  <a:lnTo>
                    <a:pt x="5121" y="2165"/>
                  </a:lnTo>
                  <a:lnTo>
                    <a:pt x="5192" y="2195"/>
                  </a:lnTo>
                  <a:lnTo>
                    <a:pt x="5263" y="2225"/>
                  </a:lnTo>
                  <a:lnTo>
                    <a:pt x="5334" y="2255"/>
                  </a:lnTo>
                  <a:lnTo>
                    <a:pt x="5406" y="2285"/>
                  </a:lnTo>
                  <a:lnTo>
                    <a:pt x="5477" y="2315"/>
                  </a:lnTo>
                  <a:lnTo>
                    <a:pt x="5548" y="2345"/>
                  </a:lnTo>
                  <a:lnTo>
                    <a:pt x="5619" y="2375"/>
                  </a:lnTo>
                  <a:lnTo>
                    <a:pt x="5690" y="2405"/>
                  </a:lnTo>
                  <a:lnTo>
                    <a:pt x="5762" y="2435"/>
                  </a:lnTo>
                  <a:lnTo>
                    <a:pt x="5833" y="2465"/>
                  </a:lnTo>
                  <a:lnTo>
                    <a:pt x="5904" y="2495"/>
                  </a:lnTo>
                  <a:lnTo>
                    <a:pt x="5975" y="2524"/>
                  </a:lnTo>
                  <a:lnTo>
                    <a:pt x="6046" y="2554"/>
                  </a:lnTo>
                  <a:lnTo>
                    <a:pt x="6117" y="2584"/>
                  </a:lnTo>
                  <a:lnTo>
                    <a:pt x="6189" y="2614"/>
                  </a:lnTo>
                  <a:lnTo>
                    <a:pt x="6260" y="2644"/>
                  </a:lnTo>
                  <a:lnTo>
                    <a:pt x="6331" y="2674"/>
                  </a:lnTo>
                  <a:lnTo>
                    <a:pt x="6402" y="2704"/>
                  </a:lnTo>
                  <a:lnTo>
                    <a:pt x="6473" y="2734"/>
                  </a:lnTo>
                  <a:lnTo>
                    <a:pt x="6545" y="2764"/>
                  </a:lnTo>
                  <a:lnTo>
                    <a:pt x="6616" y="2794"/>
                  </a:lnTo>
                  <a:lnTo>
                    <a:pt x="6687" y="2824"/>
                  </a:lnTo>
                  <a:lnTo>
                    <a:pt x="6758" y="2854"/>
                  </a:lnTo>
                  <a:lnTo>
                    <a:pt x="6829" y="2884"/>
                  </a:lnTo>
                  <a:lnTo>
                    <a:pt x="6901" y="2914"/>
                  </a:lnTo>
                  <a:lnTo>
                    <a:pt x="6972" y="2944"/>
                  </a:lnTo>
                  <a:lnTo>
                    <a:pt x="7043" y="2974"/>
                  </a:lnTo>
                  <a:lnTo>
                    <a:pt x="7114" y="3003"/>
                  </a:lnTo>
                  <a:lnTo>
                    <a:pt x="7185" y="3033"/>
                  </a:lnTo>
                  <a:lnTo>
                    <a:pt x="7256" y="3063"/>
                  </a:lnTo>
                  <a:lnTo>
                    <a:pt x="7328" y="3093"/>
                  </a:lnTo>
                  <a:lnTo>
                    <a:pt x="7399" y="3123"/>
                  </a:lnTo>
                  <a:lnTo>
                    <a:pt x="7470" y="3153"/>
                  </a:lnTo>
                  <a:lnTo>
                    <a:pt x="7541" y="3183"/>
                  </a:lnTo>
                  <a:lnTo>
                    <a:pt x="7612" y="3213"/>
                  </a:lnTo>
                  <a:lnTo>
                    <a:pt x="7684" y="3243"/>
                  </a:lnTo>
                  <a:lnTo>
                    <a:pt x="7755" y="3273"/>
                  </a:lnTo>
                  <a:lnTo>
                    <a:pt x="7826" y="3303"/>
                  </a:lnTo>
                  <a:lnTo>
                    <a:pt x="7897" y="3332"/>
                  </a:lnTo>
                  <a:lnTo>
                    <a:pt x="7969" y="3362"/>
                  </a:lnTo>
                  <a:lnTo>
                    <a:pt x="8040" y="3392"/>
                  </a:lnTo>
                  <a:lnTo>
                    <a:pt x="8111" y="3422"/>
                  </a:lnTo>
                  <a:lnTo>
                    <a:pt x="8182" y="3452"/>
                  </a:lnTo>
                  <a:lnTo>
                    <a:pt x="8253" y="3482"/>
                  </a:lnTo>
                  <a:lnTo>
                    <a:pt x="8325" y="3512"/>
                  </a:lnTo>
                  <a:lnTo>
                    <a:pt x="8396" y="3542"/>
                  </a:lnTo>
                  <a:lnTo>
                    <a:pt x="8467" y="3571"/>
                  </a:lnTo>
                  <a:lnTo>
                    <a:pt x="8538" y="3601"/>
                  </a:lnTo>
                  <a:lnTo>
                    <a:pt x="8609" y="3631"/>
                  </a:lnTo>
                  <a:lnTo>
                    <a:pt x="8681" y="3661"/>
                  </a:lnTo>
                  <a:lnTo>
                    <a:pt x="8752" y="3691"/>
                  </a:lnTo>
                  <a:lnTo>
                    <a:pt x="8823" y="3721"/>
                  </a:lnTo>
                  <a:lnTo>
                    <a:pt x="8894" y="3751"/>
                  </a:lnTo>
                  <a:lnTo>
                    <a:pt x="8966" y="3781"/>
                  </a:lnTo>
                  <a:lnTo>
                    <a:pt x="9037" y="3810"/>
                  </a:lnTo>
                  <a:lnTo>
                    <a:pt x="9108" y="3840"/>
                  </a:lnTo>
                  <a:lnTo>
                    <a:pt x="9179" y="3870"/>
                  </a:lnTo>
                  <a:lnTo>
                    <a:pt x="9250" y="3900"/>
                  </a:lnTo>
                  <a:lnTo>
                    <a:pt x="9322" y="3930"/>
                  </a:lnTo>
                  <a:lnTo>
                    <a:pt x="9393" y="3960"/>
                  </a:lnTo>
                  <a:lnTo>
                    <a:pt x="9464" y="3989"/>
                  </a:lnTo>
                  <a:lnTo>
                    <a:pt x="9535" y="4019"/>
                  </a:lnTo>
                  <a:lnTo>
                    <a:pt x="9607" y="4049"/>
                  </a:lnTo>
                  <a:lnTo>
                    <a:pt x="9678" y="4079"/>
                  </a:lnTo>
                  <a:lnTo>
                    <a:pt x="9749" y="4109"/>
                  </a:lnTo>
                  <a:lnTo>
                    <a:pt x="9820" y="4139"/>
                  </a:lnTo>
                  <a:lnTo>
                    <a:pt x="9892" y="4168"/>
                  </a:lnTo>
                  <a:lnTo>
                    <a:pt x="9963" y="4198"/>
                  </a:lnTo>
                  <a:lnTo>
                    <a:pt x="10034" y="4228"/>
                  </a:lnTo>
                  <a:lnTo>
                    <a:pt x="10105" y="4258"/>
                  </a:lnTo>
                  <a:lnTo>
                    <a:pt x="10177" y="4288"/>
                  </a:lnTo>
                  <a:lnTo>
                    <a:pt x="10248" y="4318"/>
                  </a:lnTo>
                  <a:lnTo>
                    <a:pt x="10319" y="4347"/>
                  </a:lnTo>
                  <a:lnTo>
                    <a:pt x="10390" y="4377"/>
                  </a:lnTo>
                  <a:lnTo>
                    <a:pt x="10461" y="4407"/>
                  </a:lnTo>
                  <a:lnTo>
                    <a:pt x="10533" y="4437"/>
                  </a:lnTo>
                  <a:lnTo>
                    <a:pt x="10604" y="4467"/>
                  </a:lnTo>
                  <a:lnTo>
                    <a:pt x="10675" y="4496"/>
                  </a:lnTo>
                  <a:lnTo>
                    <a:pt x="10746" y="4526"/>
                  </a:lnTo>
                  <a:lnTo>
                    <a:pt x="10818" y="4556"/>
                  </a:lnTo>
                  <a:lnTo>
                    <a:pt x="10889" y="4586"/>
                  </a:lnTo>
                  <a:lnTo>
                    <a:pt x="10960" y="4615"/>
                  </a:lnTo>
                  <a:lnTo>
                    <a:pt x="11031" y="4645"/>
                  </a:lnTo>
                  <a:lnTo>
                    <a:pt x="11103" y="4675"/>
                  </a:lnTo>
                  <a:lnTo>
                    <a:pt x="11174" y="4705"/>
                  </a:lnTo>
                  <a:lnTo>
                    <a:pt x="11245" y="4735"/>
                  </a:lnTo>
                  <a:lnTo>
                    <a:pt x="11317" y="4764"/>
                  </a:lnTo>
                  <a:lnTo>
                    <a:pt x="11388" y="4794"/>
                  </a:lnTo>
                  <a:lnTo>
                    <a:pt x="11459" y="4824"/>
                  </a:lnTo>
                  <a:lnTo>
                    <a:pt x="11530" y="4854"/>
                  </a:lnTo>
                  <a:lnTo>
                    <a:pt x="11602" y="4883"/>
                  </a:lnTo>
                  <a:lnTo>
                    <a:pt x="11673" y="4913"/>
                  </a:lnTo>
                  <a:lnTo>
                    <a:pt x="11744" y="4943"/>
                  </a:lnTo>
                  <a:lnTo>
                    <a:pt x="11815" y="4973"/>
                  </a:lnTo>
                  <a:lnTo>
                    <a:pt x="11887" y="5003"/>
                  </a:lnTo>
                  <a:lnTo>
                    <a:pt x="11958" y="5032"/>
                  </a:lnTo>
                  <a:lnTo>
                    <a:pt x="12029" y="5062"/>
                  </a:lnTo>
                  <a:lnTo>
                    <a:pt x="12100" y="5092"/>
                  </a:lnTo>
                  <a:lnTo>
                    <a:pt x="12172" y="5122"/>
                  </a:lnTo>
                  <a:lnTo>
                    <a:pt x="12243" y="5151"/>
                  </a:lnTo>
                  <a:lnTo>
                    <a:pt x="12314" y="5181"/>
                  </a:lnTo>
                  <a:lnTo>
                    <a:pt x="12385" y="5211"/>
                  </a:lnTo>
                  <a:lnTo>
                    <a:pt x="12457" y="5240"/>
                  </a:lnTo>
                  <a:lnTo>
                    <a:pt x="12528" y="5270"/>
                  </a:lnTo>
                  <a:lnTo>
                    <a:pt x="12599" y="5300"/>
                  </a:lnTo>
                  <a:lnTo>
                    <a:pt x="12671" y="5330"/>
                  </a:lnTo>
                  <a:lnTo>
                    <a:pt x="12742" y="5359"/>
                  </a:lnTo>
                  <a:lnTo>
                    <a:pt x="12813" y="5389"/>
                  </a:lnTo>
                  <a:lnTo>
                    <a:pt x="12884" y="5419"/>
                  </a:lnTo>
                  <a:lnTo>
                    <a:pt x="12956" y="5449"/>
                  </a:lnTo>
                  <a:lnTo>
                    <a:pt x="13027" y="5478"/>
                  </a:lnTo>
                  <a:lnTo>
                    <a:pt x="13098" y="5508"/>
                  </a:lnTo>
                  <a:lnTo>
                    <a:pt x="13170" y="5538"/>
                  </a:lnTo>
                  <a:lnTo>
                    <a:pt x="13241" y="5567"/>
                  </a:lnTo>
                  <a:lnTo>
                    <a:pt x="13312" y="5597"/>
                  </a:lnTo>
                  <a:lnTo>
                    <a:pt x="13383" y="5627"/>
                  </a:lnTo>
                  <a:lnTo>
                    <a:pt x="13455" y="5657"/>
                  </a:lnTo>
                  <a:lnTo>
                    <a:pt x="13526" y="5686"/>
                  </a:lnTo>
                  <a:lnTo>
                    <a:pt x="13597" y="5716"/>
                  </a:lnTo>
                  <a:lnTo>
                    <a:pt x="13669" y="5746"/>
                  </a:lnTo>
                  <a:lnTo>
                    <a:pt x="13740" y="5775"/>
                  </a:lnTo>
                  <a:lnTo>
                    <a:pt x="13811" y="5805"/>
                  </a:lnTo>
                  <a:lnTo>
                    <a:pt x="13882" y="5835"/>
                  </a:lnTo>
                  <a:lnTo>
                    <a:pt x="13954" y="5864"/>
                  </a:lnTo>
                  <a:lnTo>
                    <a:pt x="14025" y="5894"/>
                  </a:lnTo>
                  <a:lnTo>
                    <a:pt x="14096" y="5924"/>
                  </a:lnTo>
                  <a:lnTo>
                    <a:pt x="14168" y="5953"/>
                  </a:lnTo>
                  <a:lnTo>
                    <a:pt x="14239" y="5983"/>
                  </a:lnTo>
                  <a:lnTo>
                    <a:pt x="14310" y="6013"/>
                  </a:lnTo>
                  <a:lnTo>
                    <a:pt x="14382" y="6042"/>
                  </a:lnTo>
                  <a:lnTo>
                    <a:pt x="14453" y="6072"/>
                  </a:lnTo>
                  <a:lnTo>
                    <a:pt x="14524" y="6102"/>
                  </a:lnTo>
                  <a:lnTo>
                    <a:pt x="14595" y="6131"/>
                  </a:lnTo>
                  <a:lnTo>
                    <a:pt x="14667" y="6161"/>
                  </a:lnTo>
                  <a:lnTo>
                    <a:pt x="14738" y="6191"/>
                  </a:lnTo>
                  <a:lnTo>
                    <a:pt x="14809" y="6220"/>
                  </a:lnTo>
                  <a:lnTo>
                    <a:pt x="14881" y="6250"/>
                  </a:lnTo>
                  <a:lnTo>
                    <a:pt x="14952" y="6280"/>
                  </a:lnTo>
                  <a:lnTo>
                    <a:pt x="15023" y="6309"/>
                  </a:lnTo>
                  <a:lnTo>
                    <a:pt x="15095" y="6339"/>
                  </a:lnTo>
                  <a:lnTo>
                    <a:pt x="15166" y="6369"/>
                  </a:lnTo>
                  <a:lnTo>
                    <a:pt x="15237" y="6398"/>
                  </a:lnTo>
                  <a:lnTo>
                    <a:pt x="15309" y="6428"/>
                  </a:lnTo>
                  <a:lnTo>
                    <a:pt x="15380" y="6458"/>
                  </a:lnTo>
                  <a:lnTo>
                    <a:pt x="15451" y="6487"/>
                  </a:lnTo>
                  <a:lnTo>
                    <a:pt x="15522" y="6517"/>
                  </a:lnTo>
                  <a:lnTo>
                    <a:pt x="15594" y="6546"/>
                  </a:lnTo>
                  <a:lnTo>
                    <a:pt x="15665" y="6576"/>
                  </a:lnTo>
                  <a:lnTo>
                    <a:pt x="15736" y="6606"/>
                  </a:lnTo>
                  <a:lnTo>
                    <a:pt x="15808" y="6635"/>
                  </a:lnTo>
                  <a:lnTo>
                    <a:pt x="15879" y="6665"/>
                  </a:lnTo>
                  <a:lnTo>
                    <a:pt x="15950" y="6695"/>
                  </a:lnTo>
                  <a:lnTo>
                    <a:pt x="16022" y="6724"/>
                  </a:lnTo>
                  <a:lnTo>
                    <a:pt x="16093" y="6754"/>
                  </a:lnTo>
                  <a:lnTo>
                    <a:pt x="16164" y="6783"/>
                  </a:lnTo>
                  <a:lnTo>
                    <a:pt x="16236" y="6813"/>
                  </a:lnTo>
                  <a:lnTo>
                    <a:pt x="16307" y="6843"/>
                  </a:lnTo>
                  <a:lnTo>
                    <a:pt x="16378" y="6872"/>
                  </a:lnTo>
                  <a:lnTo>
                    <a:pt x="16450" y="6902"/>
                  </a:lnTo>
                  <a:lnTo>
                    <a:pt x="16521" y="6931"/>
                  </a:lnTo>
                  <a:lnTo>
                    <a:pt x="16592" y="6961"/>
                  </a:lnTo>
                  <a:lnTo>
                    <a:pt x="16664" y="6991"/>
                  </a:lnTo>
                  <a:lnTo>
                    <a:pt x="16735" y="7020"/>
                  </a:lnTo>
                  <a:lnTo>
                    <a:pt x="16806" y="7050"/>
                  </a:lnTo>
                  <a:lnTo>
                    <a:pt x="16878" y="7079"/>
                  </a:lnTo>
                  <a:lnTo>
                    <a:pt x="16949" y="7109"/>
                  </a:lnTo>
                  <a:lnTo>
                    <a:pt x="17020" y="7138"/>
                  </a:lnTo>
                  <a:lnTo>
                    <a:pt x="17092" y="7168"/>
                  </a:lnTo>
                  <a:lnTo>
                    <a:pt x="17163" y="7198"/>
                  </a:lnTo>
                  <a:lnTo>
                    <a:pt x="17234" y="7227"/>
                  </a:lnTo>
                  <a:lnTo>
                    <a:pt x="17306" y="7257"/>
                  </a:lnTo>
                  <a:lnTo>
                    <a:pt x="17377" y="7286"/>
                  </a:lnTo>
                  <a:lnTo>
                    <a:pt x="17448" y="7316"/>
                  </a:lnTo>
                  <a:lnTo>
                    <a:pt x="17520" y="7345"/>
                  </a:lnTo>
                  <a:lnTo>
                    <a:pt x="17591" y="7375"/>
                  </a:lnTo>
                  <a:lnTo>
                    <a:pt x="17662" y="7405"/>
                  </a:lnTo>
                  <a:lnTo>
                    <a:pt x="17734" y="7434"/>
                  </a:lnTo>
                </a:path>
              </a:pathLst>
            </a:custGeom>
            <a:ln w="22859" cap="rnd">
              <a:solidFill>
                <a:srgbClr val="F04E9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7" name="pl7147"/>
            <p:cNvSpPr/>
            <p:nvPr/>
          </p:nvSpPr>
          <p:spPr>
            <a:xfrm>
              <a:off x="7478313" y="5027528"/>
              <a:ext cx="149246" cy="130697"/>
            </a:xfrm>
            <a:custGeom>
              <a:avLst/>
              <a:pathLst>
                <a:path w="149246" h="130697">
                  <a:moveTo>
                    <a:pt x="0" y="130697"/>
                  </a:moveTo>
                  <a:lnTo>
                    <a:pt x="622" y="130200"/>
                  </a:lnTo>
                  <a:lnTo>
                    <a:pt x="1244" y="129702"/>
                  </a:lnTo>
                  <a:lnTo>
                    <a:pt x="1866" y="129203"/>
                  </a:lnTo>
                  <a:lnTo>
                    <a:pt x="2488" y="128705"/>
                  </a:lnTo>
                  <a:lnTo>
                    <a:pt x="3110" y="128206"/>
                  </a:lnTo>
                  <a:lnTo>
                    <a:pt x="3731" y="127707"/>
                  </a:lnTo>
                  <a:lnTo>
                    <a:pt x="4353" y="127208"/>
                  </a:lnTo>
                  <a:lnTo>
                    <a:pt x="4974" y="126709"/>
                  </a:lnTo>
                  <a:lnTo>
                    <a:pt x="5595" y="126209"/>
                  </a:lnTo>
                  <a:lnTo>
                    <a:pt x="6216" y="125709"/>
                  </a:lnTo>
                  <a:lnTo>
                    <a:pt x="6836" y="125209"/>
                  </a:lnTo>
                  <a:lnTo>
                    <a:pt x="7457" y="124709"/>
                  </a:lnTo>
                  <a:lnTo>
                    <a:pt x="8077" y="124209"/>
                  </a:lnTo>
                  <a:lnTo>
                    <a:pt x="8697" y="123708"/>
                  </a:lnTo>
                  <a:lnTo>
                    <a:pt x="9317" y="123207"/>
                  </a:lnTo>
                  <a:lnTo>
                    <a:pt x="9937" y="122706"/>
                  </a:lnTo>
                  <a:lnTo>
                    <a:pt x="10556" y="122205"/>
                  </a:lnTo>
                  <a:lnTo>
                    <a:pt x="11176" y="121703"/>
                  </a:lnTo>
                  <a:lnTo>
                    <a:pt x="11795" y="121201"/>
                  </a:lnTo>
                  <a:lnTo>
                    <a:pt x="12414" y="120699"/>
                  </a:lnTo>
                  <a:lnTo>
                    <a:pt x="13033" y="120197"/>
                  </a:lnTo>
                  <a:lnTo>
                    <a:pt x="13651" y="119694"/>
                  </a:lnTo>
                  <a:lnTo>
                    <a:pt x="14270" y="119192"/>
                  </a:lnTo>
                  <a:lnTo>
                    <a:pt x="14888" y="118689"/>
                  </a:lnTo>
                  <a:lnTo>
                    <a:pt x="15506" y="118186"/>
                  </a:lnTo>
                  <a:lnTo>
                    <a:pt x="16124" y="117682"/>
                  </a:lnTo>
                  <a:lnTo>
                    <a:pt x="16742" y="117179"/>
                  </a:lnTo>
                  <a:lnTo>
                    <a:pt x="17359" y="116675"/>
                  </a:lnTo>
                  <a:lnTo>
                    <a:pt x="17977" y="116171"/>
                  </a:lnTo>
                  <a:lnTo>
                    <a:pt x="18594" y="115667"/>
                  </a:lnTo>
                  <a:lnTo>
                    <a:pt x="19211" y="115162"/>
                  </a:lnTo>
                  <a:lnTo>
                    <a:pt x="19828" y="114657"/>
                  </a:lnTo>
                  <a:lnTo>
                    <a:pt x="20444" y="114152"/>
                  </a:lnTo>
                  <a:lnTo>
                    <a:pt x="21061" y="113647"/>
                  </a:lnTo>
                  <a:lnTo>
                    <a:pt x="21677" y="113142"/>
                  </a:lnTo>
                  <a:lnTo>
                    <a:pt x="22293" y="112636"/>
                  </a:lnTo>
                  <a:lnTo>
                    <a:pt x="22909" y="112130"/>
                  </a:lnTo>
                  <a:lnTo>
                    <a:pt x="23525" y="111624"/>
                  </a:lnTo>
                  <a:lnTo>
                    <a:pt x="24140" y="111118"/>
                  </a:lnTo>
                  <a:lnTo>
                    <a:pt x="24756" y="110612"/>
                  </a:lnTo>
                  <a:lnTo>
                    <a:pt x="25371" y="110105"/>
                  </a:lnTo>
                  <a:lnTo>
                    <a:pt x="25986" y="109598"/>
                  </a:lnTo>
                  <a:lnTo>
                    <a:pt x="26601" y="109091"/>
                  </a:lnTo>
                  <a:lnTo>
                    <a:pt x="27215" y="108584"/>
                  </a:lnTo>
                  <a:lnTo>
                    <a:pt x="27830" y="108076"/>
                  </a:lnTo>
                  <a:lnTo>
                    <a:pt x="28444" y="107568"/>
                  </a:lnTo>
                  <a:lnTo>
                    <a:pt x="29058" y="107060"/>
                  </a:lnTo>
                  <a:lnTo>
                    <a:pt x="29672" y="106552"/>
                  </a:lnTo>
                  <a:lnTo>
                    <a:pt x="30286" y="106043"/>
                  </a:lnTo>
                  <a:lnTo>
                    <a:pt x="30899" y="105535"/>
                  </a:lnTo>
                  <a:lnTo>
                    <a:pt x="31513" y="105026"/>
                  </a:lnTo>
                  <a:lnTo>
                    <a:pt x="32126" y="104517"/>
                  </a:lnTo>
                  <a:lnTo>
                    <a:pt x="32739" y="104007"/>
                  </a:lnTo>
                  <a:lnTo>
                    <a:pt x="33352" y="103498"/>
                  </a:lnTo>
                  <a:lnTo>
                    <a:pt x="33964" y="102988"/>
                  </a:lnTo>
                  <a:lnTo>
                    <a:pt x="34577" y="102478"/>
                  </a:lnTo>
                  <a:lnTo>
                    <a:pt x="35189" y="101968"/>
                  </a:lnTo>
                  <a:lnTo>
                    <a:pt x="35801" y="101457"/>
                  </a:lnTo>
                  <a:lnTo>
                    <a:pt x="36413" y="100947"/>
                  </a:lnTo>
                  <a:lnTo>
                    <a:pt x="37025" y="100436"/>
                  </a:lnTo>
                  <a:lnTo>
                    <a:pt x="37636" y="99925"/>
                  </a:lnTo>
                  <a:lnTo>
                    <a:pt x="38247" y="99413"/>
                  </a:lnTo>
                  <a:lnTo>
                    <a:pt x="38859" y="98902"/>
                  </a:lnTo>
                  <a:lnTo>
                    <a:pt x="39469" y="98390"/>
                  </a:lnTo>
                  <a:lnTo>
                    <a:pt x="40080" y="97878"/>
                  </a:lnTo>
                  <a:lnTo>
                    <a:pt x="40691" y="97366"/>
                  </a:lnTo>
                  <a:lnTo>
                    <a:pt x="41301" y="96853"/>
                  </a:lnTo>
                  <a:lnTo>
                    <a:pt x="41912" y="96341"/>
                  </a:lnTo>
                  <a:lnTo>
                    <a:pt x="42522" y="95828"/>
                  </a:lnTo>
                  <a:lnTo>
                    <a:pt x="43131" y="95315"/>
                  </a:lnTo>
                  <a:lnTo>
                    <a:pt x="43741" y="94801"/>
                  </a:lnTo>
                  <a:lnTo>
                    <a:pt x="44351" y="94288"/>
                  </a:lnTo>
                  <a:lnTo>
                    <a:pt x="44960" y="93774"/>
                  </a:lnTo>
                  <a:lnTo>
                    <a:pt x="45569" y="93260"/>
                  </a:lnTo>
                  <a:lnTo>
                    <a:pt x="46178" y="92746"/>
                  </a:lnTo>
                  <a:lnTo>
                    <a:pt x="46787" y="92232"/>
                  </a:lnTo>
                  <a:lnTo>
                    <a:pt x="47395" y="91717"/>
                  </a:lnTo>
                  <a:lnTo>
                    <a:pt x="48004" y="91202"/>
                  </a:lnTo>
                  <a:lnTo>
                    <a:pt x="48612" y="90687"/>
                  </a:lnTo>
                  <a:lnTo>
                    <a:pt x="49220" y="90172"/>
                  </a:lnTo>
                  <a:lnTo>
                    <a:pt x="49828" y="89656"/>
                  </a:lnTo>
                  <a:lnTo>
                    <a:pt x="50435" y="89140"/>
                  </a:lnTo>
                  <a:lnTo>
                    <a:pt x="51043" y="88625"/>
                  </a:lnTo>
                  <a:lnTo>
                    <a:pt x="51650" y="88108"/>
                  </a:lnTo>
                  <a:lnTo>
                    <a:pt x="52257" y="87592"/>
                  </a:lnTo>
                  <a:lnTo>
                    <a:pt x="52864" y="87075"/>
                  </a:lnTo>
                  <a:lnTo>
                    <a:pt x="53471" y="86559"/>
                  </a:lnTo>
                  <a:lnTo>
                    <a:pt x="54077" y="86042"/>
                  </a:lnTo>
                  <a:lnTo>
                    <a:pt x="54684" y="85524"/>
                  </a:lnTo>
                  <a:lnTo>
                    <a:pt x="55290" y="85007"/>
                  </a:lnTo>
                  <a:lnTo>
                    <a:pt x="55896" y="84489"/>
                  </a:lnTo>
                  <a:lnTo>
                    <a:pt x="56502" y="83971"/>
                  </a:lnTo>
                  <a:lnTo>
                    <a:pt x="57107" y="83453"/>
                  </a:lnTo>
                  <a:lnTo>
                    <a:pt x="57713" y="82935"/>
                  </a:lnTo>
                  <a:lnTo>
                    <a:pt x="58318" y="82416"/>
                  </a:lnTo>
                  <a:lnTo>
                    <a:pt x="58923" y="81897"/>
                  </a:lnTo>
                  <a:lnTo>
                    <a:pt x="59528" y="81378"/>
                  </a:lnTo>
                  <a:lnTo>
                    <a:pt x="60132" y="80859"/>
                  </a:lnTo>
                  <a:lnTo>
                    <a:pt x="60737" y="80340"/>
                  </a:lnTo>
                  <a:lnTo>
                    <a:pt x="61341" y="79820"/>
                  </a:lnTo>
                  <a:lnTo>
                    <a:pt x="61945" y="79300"/>
                  </a:lnTo>
                  <a:lnTo>
                    <a:pt x="62549" y="78780"/>
                  </a:lnTo>
                  <a:lnTo>
                    <a:pt x="63153" y="78260"/>
                  </a:lnTo>
                  <a:lnTo>
                    <a:pt x="63756" y="77739"/>
                  </a:lnTo>
                  <a:lnTo>
                    <a:pt x="64360" y="77219"/>
                  </a:lnTo>
                  <a:lnTo>
                    <a:pt x="64963" y="76698"/>
                  </a:lnTo>
                  <a:lnTo>
                    <a:pt x="65566" y="76177"/>
                  </a:lnTo>
                  <a:lnTo>
                    <a:pt x="66169" y="75655"/>
                  </a:lnTo>
                  <a:lnTo>
                    <a:pt x="66771" y="75134"/>
                  </a:lnTo>
                  <a:lnTo>
                    <a:pt x="67374" y="74612"/>
                  </a:lnTo>
                  <a:lnTo>
                    <a:pt x="67976" y="74090"/>
                  </a:lnTo>
                  <a:lnTo>
                    <a:pt x="68578" y="73567"/>
                  </a:lnTo>
                  <a:lnTo>
                    <a:pt x="69180" y="73045"/>
                  </a:lnTo>
                  <a:lnTo>
                    <a:pt x="69781" y="72522"/>
                  </a:lnTo>
                  <a:lnTo>
                    <a:pt x="70383" y="71999"/>
                  </a:lnTo>
                  <a:lnTo>
                    <a:pt x="70984" y="71476"/>
                  </a:lnTo>
                  <a:lnTo>
                    <a:pt x="71585" y="70953"/>
                  </a:lnTo>
                  <a:lnTo>
                    <a:pt x="72186" y="70429"/>
                  </a:lnTo>
                  <a:lnTo>
                    <a:pt x="72787" y="69906"/>
                  </a:lnTo>
                  <a:lnTo>
                    <a:pt x="73387" y="69382"/>
                  </a:lnTo>
                  <a:lnTo>
                    <a:pt x="73988" y="68857"/>
                  </a:lnTo>
                  <a:lnTo>
                    <a:pt x="74588" y="68333"/>
                  </a:lnTo>
                  <a:lnTo>
                    <a:pt x="75188" y="67808"/>
                  </a:lnTo>
                  <a:lnTo>
                    <a:pt x="75788" y="67283"/>
                  </a:lnTo>
                  <a:lnTo>
                    <a:pt x="76387" y="66758"/>
                  </a:lnTo>
                  <a:lnTo>
                    <a:pt x="76987" y="66233"/>
                  </a:lnTo>
                  <a:lnTo>
                    <a:pt x="77586" y="65708"/>
                  </a:lnTo>
                  <a:lnTo>
                    <a:pt x="78185" y="65182"/>
                  </a:lnTo>
                  <a:lnTo>
                    <a:pt x="78784" y="64656"/>
                  </a:lnTo>
                  <a:lnTo>
                    <a:pt x="79382" y="64130"/>
                  </a:lnTo>
                  <a:lnTo>
                    <a:pt x="79981" y="63603"/>
                  </a:lnTo>
                  <a:lnTo>
                    <a:pt x="80579" y="63077"/>
                  </a:lnTo>
                  <a:lnTo>
                    <a:pt x="81177" y="62550"/>
                  </a:lnTo>
                  <a:lnTo>
                    <a:pt x="81775" y="62023"/>
                  </a:lnTo>
                  <a:lnTo>
                    <a:pt x="82373" y="61496"/>
                  </a:lnTo>
                  <a:lnTo>
                    <a:pt x="82970" y="60968"/>
                  </a:lnTo>
                  <a:lnTo>
                    <a:pt x="83567" y="60441"/>
                  </a:lnTo>
                  <a:lnTo>
                    <a:pt x="84164" y="59913"/>
                  </a:lnTo>
                  <a:lnTo>
                    <a:pt x="84761" y="59385"/>
                  </a:lnTo>
                  <a:lnTo>
                    <a:pt x="85358" y="58857"/>
                  </a:lnTo>
                  <a:lnTo>
                    <a:pt x="85955" y="58328"/>
                  </a:lnTo>
                  <a:lnTo>
                    <a:pt x="86551" y="57799"/>
                  </a:lnTo>
                  <a:lnTo>
                    <a:pt x="87147" y="57270"/>
                  </a:lnTo>
                  <a:lnTo>
                    <a:pt x="87743" y="56741"/>
                  </a:lnTo>
                  <a:lnTo>
                    <a:pt x="88339" y="56212"/>
                  </a:lnTo>
                  <a:lnTo>
                    <a:pt x="88935" y="55682"/>
                  </a:lnTo>
                  <a:lnTo>
                    <a:pt x="89530" y="55152"/>
                  </a:lnTo>
                  <a:lnTo>
                    <a:pt x="90125" y="54622"/>
                  </a:lnTo>
                  <a:lnTo>
                    <a:pt x="90720" y="54092"/>
                  </a:lnTo>
                  <a:lnTo>
                    <a:pt x="91315" y="53562"/>
                  </a:lnTo>
                  <a:lnTo>
                    <a:pt x="91910" y="53031"/>
                  </a:lnTo>
                  <a:lnTo>
                    <a:pt x="92504" y="52500"/>
                  </a:lnTo>
                  <a:lnTo>
                    <a:pt x="93098" y="51969"/>
                  </a:lnTo>
                  <a:lnTo>
                    <a:pt x="93692" y="51438"/>
                  </a:lnTo>
                  <a:lnTo>
                    <a:pt x="94286" y="50906"/>
                  </a:lnTo>
                  <a:lnTo>
                    <a:pt x="94880" y="50375"/>
                  </a:lnTo>
                  <a:lnTo>
                    <a:pt x="95474" y="49843"/>
                  </a:lnTo>
                  <a:lnTo>
                    <a:pt x="96067" y="49311"/>
                  </a:lnTo>
                  <a:lnTo>
                    <a:pt x="96660" y="48778"/>
                  </a:lnTo>
                  <a:lnTo>
                    <a:pt x="97253" y="48246"/>
                  </a:lnTo>
                  <a:lnTo>
                    <a:pt x="97846" y="47713"/>
                  </a:lnTo>
                  <a:lnTo>
                    <a:pt x="98438" y="47180"/>
                  </a:lnTo>
                  <a:lnTo>
                    <a:pt x="99031" y="46647"/>
                  </a:lnTo>
                  <a:lnTo>
                    <a:pt x="99623" y="46113"/>
                  </a:lnTo>
                  <a:lnTo>
                    <a:pt x="100215" y="45579"/>
                  </a:lnTo>
                  <a:lnTo>
                    <a:pt x="100806" y="45046"/>
                  </a:lnTo>
                  <a:lnTo>
                    <a:pt x="101398" y="44512"/>
                  </a:lnTo>
                  <a:lnTo>
                    <a:pt x="101989" y="43977"/>
                  </a:lnTo>
                  <a:lnTo>
                    <a:pt x="102581" y="43443"/>
                  </a:lnTo>
                  <a:lnTo>
                    <a:pt x="103172" y="42908"/>
                  </a:lnTo>
                  <a:lnTo>
                    <a:pt x="103762" y="42373"/>
                  </a:lnTo>
                  <a:lnTo>
                    <a:pt x="104353" y="41838"/>
                  </a:lnTo>
                  <a:lnTo>
                    <a:pt x="104943" y="41303"/>
                  </a:lnTo>
                  <a:lnTo>
                    <a:pt x="105534" y="40767"/>
                  </a:lnTo>
                  <a:lnTo>
                    <a:pt x="106124" y="40231"/>
                  </a:lnTo>
                  <a:lnTo>
                    <a:pt x="106713" y="39695"/>
                  </a:lnTo>
                  <a:lnTo>
                    <a:pt x="107303" y="39159"/>
                  </a:lnTo>
                  <a:lnTo>
                    <a:pt x="107893" y="38623"/>
                  </a:lnTo>
                  <a:lnTo>
                    <a:pt x="108482" y="38086"/>
                  </a:lnTo>
                  <a:lnTo>
                    <a:pt x="109071" y="37549"/>
                  </a:lnTo>
                  <a:lnTo>
                    <a:pt x="109660" y="37012"/>
                  </a:lnTo>
                  <a:lnTo>
                    <a:pt x="110248" y="36475"/>
                  </a:lnTo>
                  <a:lnTo>
                    <a:pt x="110837" y="35938"/>
                  </a:lnTo>
                  <a:lnTo>
                    <a:pt x="111425" y="35400"/>
                  </a:lnTo>
                  <a:lnTo>
                    <a:pt x="112013" y="34862"/>
                  </a:lnTo>
                  <a:lnTo>
                    <a:pt x="112601" y="34324"/>
                  </a:lnTo>
                  <a:lnTo>
                    <a:pt x="113189" y="33786"/>
                  </a:lnTo>
                  <a:lnTo>
                    <a:pt x="113777" y="33247"/>
                  </a:lnTo>
                  <a:lnTo>
                    <a:pt x="114364" y="32708"/>
                  </a:lnTo>
                  <a:lnTo>
                    <a:pt x="114951" y="32169"/>
                  </a:lnTo>
                  <a:lnTo>
                    <a:pt x="115538" y="31630"/>
                  </a:lnTo>
                  <a:lnTo>
                    <a:pt x="116125" y="31091"/>
                  </a:lnTo>
                  <a:lnTo>
                    <a:pt x="116711" y="30551"/>
                  </a:lnTo>
                  <a:lnTo>
                    <a:pt x="117298" y="30011"/>
                  </a:lnTo>
                  <a:lnTo>
                    <a:pt x="117884" y="29471"/>
                  </a:lnTo>
                  <a:lnTo>
                    <a:pt x="118470" y="28931"/>
                  </a:lnTo>
                  <a:lnTo>
                    <a:pt x="119055" y="28391"/>
                  </a:lnTo>
                  <a:lnTo>
                    <a:pt x="119641" y="27850"/>
                  </a:lnTo>
                  <a:lnTo>
                    <a:pt x="120226" y="27309"/>
                  </a:lnTo>
                  <a:lnTo>
                    <a:pt x="120812" y="26768"/>
                  </a:lnTo>
                  <a:lnTo>
                    <a:pt x="121397" y="26227"/>
                  </a:lnTo>
                  <a:lnTo>
                    <a:pt x="121981" y="25685"/>
                  </a:lnTo>
                  <a:lnTo>
                    <a:pt x="122566" y="25144"/>
                  </a:lnTo>
                  <a:lnTo>
                    <a:pt x="123150" y="24602"/>
                  </a:lnTo>
                  <a:lnTo>
                    <a:pt x="123735" y="24060"/>
                  </a:lnTo>
                  <a:lnTo>
                    <a:pt x="124319" y="23517"/>
                  </a:lnTo>
                  <a:lnTo>
                    <a:pt x="124903" y="22975"/>
                  </a:lnTo>
                  <a:lnTo>
                    <a:pt x="125486" y="22432"/>
                  </a:lnTo>
                  <a:lnTo>
                    <a:pt x="126070" y="21889"/>
                  </a:lnTo>
                  <a:lnTo>
                    <a:pt x="126653" y="21346"/>
                  </a:lnTo>
                  <a:lnTo>
                    <a:pt x="127236" y="20803"/>
                  </a:lnTo>
                  <a:lnTo>
                    <a:pt x="127819" y="20259"/>
                  </a:lnTo>
                  <a:lnTo>
                    <a:pt x="128401" y="19715"/>
                  </a:lnTo>
                  <a:lnTo>
                    <a:pt x="128984" y="19171"/>
                  </a:lnTo>
                  <a:lnTo>
                    <a:pt x="129566" y="18627"/>
                  </a:lnTo>
                  <a:lnTo>
                    <a:pt x="130148" y="18083"/>
                  </a:lnTo>
                  <a:lnTo>
                    <a:pt x="130730" y="17538"/>
                  </a:lnTo>
                  <a:lnTo>
                    <a:pt x="131312" y="16993"/>
                  </a:lnTo>
                  <a:lnTo>
                    <a:pt x="131893" y="16448"/>
                  </a:lnTo>
                  <a:lnTo>
                    <a:pt x="132474" y="15903"/>
                  </a:lnTo>
                  <a:lnTo>
                    <a:pt x="133056" y="15357"/>
                  </a:lnTo>
                  <a:lnTo>
                    <a:pt x="133636" y="14812"/>
                  </a:lnTo>
                  <a:lnTo>
                    <a:pt x="134217" y="14266"/>
                  </a:lnTo>
                  <a:lnTo>
                    <a:pt x="134798" y="13720"/>
                  </a:lnTo>
                  <a:lnTo>
                    <a:pt x="135378" y="13173"/>
                  </a:lnTo>
                  <a:lnTo>
                    <a:pt x="135958" y="12627"/>
                  </a:lnTo>
                  <a:lnTo>
                    <a:pt x="136538" y="12080"/>
                  </a:lnTo>
                  <a:lnTo>
                    <a:pt x="137118" y="11533"/>
                  </a:lnTo>
                  <a:lnTo>
                    <a:pt x="137697" y="10986"/>
                  </a:lnTo>
                  <a:lnTo>
                    <a:pt x="138276" y="10439"/>
                  </a:lnTo>
                  <a:lnTo>
                    <a:pt x="138856" y="9891"/>
                  </a:lnTo>
                  <a:lnTo>
                    <a:pt x="139434" y="9343"/>
                  </a:lnTo>
                  <a:lnTo>
                    <a:pt x="140013" y="8795"/>
                  </a:lnTo>
                  <a:lnTo>
                    <a:pt x="140592" y="8247"/>
                  </a:lnTo>
                  <a:lnTo>
                    <a:pt x="141170" y="7699"/>
                  </a:lnTo>
                  <a:lnTo>
                    <a:pt x="141748" y="7150"/>
                  </a:lnTo>
                  <a:lnTo>
                    <a:pt x="142326" y="6601"/>
                  </a:lnTo>
                  <a:lnTo>
                    <a:pt x="142904" y="6052"/>
                  </a:lnTo>
                  <a:lnTo>
                    <a:pt x="143481" y="5503"/>
                  </a:lnTo>
                  <a:lnTo>
                    <a:pt x="144059" y="4954"/>
                  </a:lnTo>
                  <a:lnTo>
                    <a:pt x="144636" y="4404"/>
                  </a:lnTo>
                  <a:lnTo>
                    <a:pt x="145213" y="3854"/>
                  </a:lnTo>
                  <a:lnTo>
                    <a:pt x="145790" y="3304"/>
                  </a:lnTo>
                  <a:lnTo>
                    <a:pt x="146366" y="2754"/>
                  </a:lnTo>
                  <a:lnTo>
                    <a:pt x="146942" y="2203"/>
                  </a:lnTo>
                  <a:lnTo>
                    <a:pt x="147519" y="1653"/>
                  </a:lnTo>
                  <a:lnTo>
                    <a:pt x="148095" y="1102"/>
                  </a:lnTo>
                  <a:lnTo>
                    <a:pt x="148670" y="551"/>
                  </a:lnTo>
                  <a:lnTo>
                    <a:pt x="149246" y="0"/>
                  </a:lnTo>
                </a:path>
              </a:pathLst>
            </a:custGeom>
            <a:ln w="83820" cap="rnd">
              <a:solidFill>
                <a:srgbClr val="8E7CD7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8" name="pl7148"/>
            <p:cNvSpPr/>
            <p:nvPr/>
          </p:nvSpPr>
          <p:spPr>
            <a:xfrm>
              <a:off x="7502426" y="5055410"/>
              <a:ext cx="151849" cy="132977"/>
            </a:xfrm>
            <a:custGeom>
              <a:avLst/>
              <a:pathLst>
                <a:path w="151849" h="132977">
                  <a:moveTo>
                    <a:pt x="0" y="132977"/>
                  </a:moveTo>
                  <a:lnTo>
                    <a:pt x="633" y="132470"/>
                  </a:lnTo>
                  <a:lnTo>
                    <a:pt x="1266" y="131964"/>
                  </a:lnTo>
                  <a:lnTo>
                    <a:pt x="1899" y="131457"/>
                  </a:lnTo>
                  <a:lnTo>
                    <a:pt x="2531" y="130950"/>
                  </a:lnTo>
                  <a:lnTo>
                    <a:pt x="3164" y="130442"/>
                  </a:lnTo>
                  <a:lnTo>
                    <a:pt x="3796" y="129935"/>
                  </a:lnTo>
                  <a:lnTo>
                    <a:pt x="4429" y="129427"/>
                  </a:lnTo>
                  <a:lnTo>
                    <a:pt x="5061" y="128919"/>
                  </a:lnTo>
                  <a:lnTo>
                    <a:pt x="5692" y="128411"/>
                  </a:lnTo>
                  <a:lnTo>
                    <a:pt x="6324" y="127902"/>
                  </a:lnTo>
                  <a:lnTo>
                    <a:pt x="6955" y="127393"/>
                  </a:lnTo>
                  <a:lnTo>
                    <a:pt x="7587" y="126884"/>
                  </a:lnTo>
                  <a:lnTo>
                    <a:pt x="8218" y="126375"/>
                  </a:lnTo>
                  <a:lnTo>
                    <a:pt x="8849" y="125866"/>
                  </a:lnTo>
                  <a:lnTo>
                    <a:pt x="9479" y="125356"/>
                  </a:lnTo>
                  <a:lnTo>
                    <a:pt x="10110" y="124846"/>
                  </a:lnTo>
                  <a:lnTo>
                    <a:pt x="10740" y="124336"/>
                  </a:lnTo>
                  <a:lnTo>
                    <a:pt x="11370" y="123826"/>
                  </a:lnTo>
                  <a:lnTo>
                    <a:pt x="12000" y="123315"/>
                  </a:lnTo>
                  <a:lnTo>
                    <a:pt x="12630" y="122804"/>
                  </a:lnTo>
                  <a:lnTo>
                    <a:pt x="13260" y="122293"/>
                  </a:lnTo>
                  <a:lnTo>
                    <a:pt x="13889" y="121782"/>
                  </a:lnTo>
                  <a:lnTo>
                    <a:pt x="14518" y="121271"/>
                  </a:lnTo>
                  <a:lnTo>
                    <a:pt x="15148" y="120759"/>
                  </a:lnTo>
                  <a:lnTo>
                    <a:pt x="15776" y="120247"/>
                  </a:lnTo>
                  <a:lnTo>
                    <a:pt x="16405" y="119735"/>
                  </a:lnTo>
                  <a:lnTo>
                    <a:pt x="17034" y="119222"/>
                  </a:lnTo>
                  <a:lnTo>
                    <a:pt x="17662" y="118710"/>
                  </a:lnTo>
                  <a:lnTo>
                    <a:pt x="18290" y="118197"/>
                  </a:lnTo>
                  <a:lnTo>
                    <a:pt x="18918" y="117684"/>
                  </a:lnTo>
                  <a:lnTo>
                    <a:pt x="19546" y="117171"/>
                  </a:lnTo>
                  <a:lnTo>
                    <a:pt x="20173" y="116657"/>
                  </a:lnTo>
                  <a:lnTo>
                    <a:pt x="20801" y="116143"/>
                  </a:lnTo>
                  <a:lnTo>
                    <a:pt x="21428" y="115629"/>
                  </a:lnTo>
                  <a:lnTo>
                    <a:pt x="22055" y="115115"/>
                  </a:lnTo>
                  <a:lnTo>
                    <a:pt x="22682" y="114601"/>
                  </a:lnTo>
                  <a:lnTo>
                    <a:pt x="23309" y="114086"/>
                  </a:lnTo>
                  <a:lnTo>
                    <a:pt x="23935" y="113571"/>
                  </a:lnTo>
                  <a:lnTo>
                    <a:pt x="24561" y="113056"/>
                  </a:lnTo>
                  <a:lnTo>
                    <a:pt x="25187" y="112541"/>
                  </a:lnTo>
                  <a:lnTo>
                    <a:pt x="25813" y="112025"/>
                  </a:lnTo>
                  <a:lnTo>
                    <a:pt x="26439" y="111510"/>
                  </a:lnTo>
                  <a:lnTo>
                    <a:pt x="27065" y="110994"/>
                  </a:lnTo>
                  <a:lnTo>
                    <a:pt x="27690" y="110477"/>
                  </a:lnTo>
                  <a:lnTo>
                    <a:pt x="28315" y="109961"/>
                  </a:lnTo>
                  <a:lnTo>
                    <a:pt x="28940" y="109444"/>
                  </a:lnTo>
                  <a:lnTo>
                    <a:pt x="29565" y="108928"/>
                  </a:lnTo>
                  <a:lnTo>
                    <a:pt x="30189" y="108410"/>
                  </a:lnTo>
                  <a:lnTo>
                    <a:pt x="30814" y="107893"/>
                  </a:lnTo>
                  <a:lnTo>
                    <a:pt x="31438" y="107376"/>
                  </a:lnTo>
                  <a:lnTo>
                    <a:pt x="32062" y="106858"/>
                  </a:lnTo>
                  <a:lnTo>
                    <a:pt x="32686" y="106340"/>
                  </a:lnTo>
                  <a:lnTo>
                    <a:pt x="33310" y="105821"/>
                  </a:lnTo>
                  <a:lnTo>
                    <a:pt x="33933" y="105303"/>
                  </a:lnTo>
                  <a:lnTo>
                    <a:pt x="34557" y="104784"/>
                  </a:lnTo>
                  <a:lnTo>
                    <a:pt x="35180" y="104265"/>
                  </a:lnTo>
                  <a:lnTo>
                    <a:pt x="35803" y="103746"/>
                  </a:lnTo>
                  <a:lnTo>
                    <a:pt x="36425" y="103227"/>
                  </a:lnTo>
                  <a:lnTo>
                    <a:pt x="37048" y="102707"/>
                  </a:lnTo>
                  <a:lnTo>
                    <a:pt x="37670" y="102188"/>
                  </a:lnTo>
                  <a:lnTo>
                    <a:pt x="38292" y="101668"/>
                  </a:lnTo>
                  <a:lnTo>
                    <a:pt x="38914" y="101147"/>
                  </a:lnTo>
                  <a:lnTo>
                    <a:pt x="39536" y="100627"/>
                  </a:lnTo>
                  <a:lnTo>
                    <a:pt x="40158" y="100106"/>
                  </a:lnTo>
                  <a:lnTo>
                    <a:pt x="40779" y="99585"/>
                  </a:lnTo>
                  <a:lnTo>
                    <a:pt x="41401" y="99064"/>
                  </a:lnTo>
                  <a:lnTo>
                    <a:pt x="42022" y="98543"/>
                  </a:lnTo>
                  <a:lnTo>
                    <a:pt x="42643" y="98021"/>
                  </a:lnTo>
                  <a:lnTo>
                    <a:pt x="43263" y="97499"/>
                  </a:lnTo>
                  <a:lnTo>
                    <a:pt x="43884" y="96977"/>
                  </a:lnTo>
                  <a:lnTo>
                    <a:pt x="44504" y="96455"/>
                  </a:lnTo>
                  <a:lnTo>
                    <a:pt x="45124" y="95932"/>
                  </a:lnTo>
                  <a:lnTo>
                    <a:pt x="45744" y="95410"/>
                  </a:lnTo>
                  <a:lnTo>
                    <a:pt x="46364" y="94887"/>
                  </a:lnTo>
                  <a:lnTo>
                    <a:pt x="46983" y="94364"/>
                  </a:lnTo>
                  <a:lnTo>
                    <a:pt x="47603" y="93840"/>
                  </a:lnTo>
                  <a:lnTo>
                    <a:pt x="48222" y="93317"/>
                  </a:lnTo>
                  <a:lnTo>
                    <a:pt x="48841" y="92793"/>
                  </a:lnTo>
                  <a:lnTo>
                    <a:pt x="49460" y="92269"/>
                  </a:lnTo>
                  <a:lnTo>
                    <a:pt x="50078" y="91744"/>
                  </a:lnTo>
                  <a:lnTo>
                    <a:pt x="50697" y="91220"/>
                  </a:lnTo>
                  <a:lnTo>
                    <a:pt x="51315" y="90695"/>
                  </a:lnTo>
                  <a:lnTo>
                    <a:pt x="51933" y="90170"/>
                  </a:lnTo>
                  <a:lnTo>
                    <a:pt x="52551" y="89645"/>
                  </a:lnTo>
                  <a:lnTo>
                    <a:pt x="53169" y="89120"/>
                  </a:lnTo>
                  <a:lnTo>
                    <a:pt x="53786" y="88594"/>
                  </a:lnTo>
                  <a:lnTo>
                    <a:pt x="54403" y="88068"/>
                  </a:lnTo>
                  <a:lnTo>
                    <a:pt x="55020" y="87542"/>
                  </a:lnTo>
                  <a:lnTo>
                    <a:pt x="55637" y="87016"/>
                  </a:lnTo>
                  <a:lnTo>
                    <a:pt x="56254" y="86490"/>
                  </a:lnTo>
                  <a:lnTo>
                    <a:pt x="56871" y="85963"/>
                  </a:lnTo>
                  <a:lnTo>
                    <a:pt x="57487" y="85436"/>
                  </a:lnTo>
                  <a:lnTo>
                    <a:pt x="58103" y="84909"/>
                  </a:lnTo>
                  <a:lnTo>
                    <a:pt x="58719" y="84381"/>
                  </a:lnTo>
                  <a:lnTo>
                    <a:pt x="59335" y="83854"/>
                  </a:lnTo>
                  <a:lnTo>
                    <a:pt x="59950" y="83326"/>
                  </a:lnTo>
                  <a:lnTo>
                    <a:pt x="60566" y="82798"/>
                  </a:lnTo>
                  <a:lnTo>
                    <a:pt x="61181" y="82270"/>
                  </a:lnTo>
                  <a:lnTo>
                    <a:pt x="61796" y="81741"/>
                  </a:lnTo>
                  <a:lnTo>
                    <a:pt x="62411" y="81212"/>
                  </a:lnTo>
                  <a:lnTo>
                    <a:pt x="63026" y="80683"/>
                  </a:lnTo>
                  <a:lnTo>
                    <a:pt x="63640" y="80154"/>
                  </a:lnTo>
                  <a:lnTo>
                    <a:pt x="64254" y="79625"/>
                  </a:lnTo>
                  <a:lnTo>
                    <a:pt x="64868" y="79095"/>
                  </a:lnTo>
                  <a:lnTo>
                    <a:pt x="65482" y="78565"/>
                  </a:lnTo>
                  <a:lnTo>
                    <a:pt x="66096" y="78035"/>
                  </a:lnTo>
                  <a:lnTo>
                    <a:pt x="66709" y="77505"/>
                  </a:lnTo>
                  <a:lnTo>
                    <a:pt x="67323" y="76975"/>
                  </a:lnTo>
                  <a:lnTo>
                    <a:pt x="67936" y="76444"/>
                  </a:lnTo>
                  <a:lnTo>
                    <a:pt x="68549" y="75913"/>
                  </a:lnTo>
                  <a:lnTo>
                    <a:pt x="69161" y="75382"/>
                  </a:lnTo>
                  <a:lnTo>
                    <a:pt x="69774" y="74851"/>
                  </a:lnTo>
                  <a:lnTo>
                    <a:pt x="70386" y="74319"/>
                  </a:lnTo>
                  <a:lnTo>
                    <a:pt x="70998" y="73787"/>
                  </a:lnTo>
                  <a:lnTo>
                    <a:pt x="71610" y="73255"/>
                  </a:lnTo>
                  <a:lnTo>
                    <a:pt x="72222" y="72723"/>
                  </a:lnTo>
                  <a:lnTo>
                    <a:pt x="72834" y="72190"/>
                  </a:lnTo>
                  <a:lnTo>
                    <a:pt x="73445" y="71658"/>
                  </a:lnTo>
                  <a:lnTo>
                    <a:pt x="74056" y="71125"/>
                  </a:lnTo>
                  <a:lnTo>
                    <a:pt x="74667" y="70592"/>
                  </a:lnTo>
                  <a:lnTo>
                    <a:pt x="75278" y="70058"/>
                  </a:lnTo>
                  <a:lnTo>
                    <a:pt x="75889" y="69525"/>
                  </a:lnTo>
                  <a:lnTo>
                    <a:pt x="76499" y="68991"/>
                  </a:lnTo>
                  <a:lnTo>
                    <a:pt x="77109" y="68457"/>
                  </a:lnTo>
                  <a:lnTo>
                    <a:pt x="77719" y="67923"/>
                  </a:lnTo>
                  <a:lnTo>
                    <a:pt x="78329" y="67388"/>
                  </a:lnTo>
                  <a:lnTo>
                    <a:pt x="78939" y="66854"/>
                  </a:lnTo>
                  <a:lnTo>
                    <a:pt x="79548" y="66319"/>
                  </a:lnTo>
                  <a:lnTo>
                    <a:pt x="80158" y="65784"/>
                  </a:lnTo>
                  <a:lnTo>
                    <a:pt x="80767" y="65248"/>
                  </a:lnTo>
                  <a:lnTo>
                    <a:pt x="81376" y="64713"/>
                  </a:lnTo>
                  <a:lnTo>
                    <a:pt x="81984" y="64177"/>
                  </a:lnTo>
                  <a:lnTo>
                    <a:pt x="82593" y="63641"/>
                  </a:lnTo>
                  <a:lnTo>
                    <a:pt x="83201" y="63105"/>
                  </a:lnTo>
                  <a:lnTo>
                    <a:pt x="83809" y="62568"/>
                  </a:lnTo>
                  <a:lnTo>
                    <a:pt x="84417" y="62032"/>
                  </a:lnTo>
                  <a:lnTo>
                    <a:pt x="85025" y="61495"/>
                  </a:lnTo>
                  <a:lnTo>
                    <a:pt x="85632" y="60958"/>
                  </a:lnTo>
                  <a:lnTo>
                    <a:pt x="86240" y="60421"/>
                  </a:lnTo>
                  <a:lnTo>
                    <a:pt x="86847" y="59883"/>
                  </a:lnTo>
                  <a:lnTo>
                    <a:pt x="87454" y="59345"/>
                  </a:lnTo>
                  <a:lnTo>
                    <a:pt x="88061" y="58807"/>
                  </a:lnTo>
                  <a:lnTo>
                    <a:pt x="88667" y="58269"/>
                  </a:lnTo>
                  <a:lnTo>
                    <a:pt x="89274" y="57731"/>
                  </a:lnTo>
                  <a:lnTo>
                    <a:pt x="89880" y="57192"/>
                  </a:lnTo>
                  <a:lnTo>
                    <a:pt x="90486" y="56653"/>
                  </a:lnTo>
                  <a:lnTo>
                    <a:pt x="91092" y="56114"/>
                  </a:lnTo>
                  <a:lnTo>
                    <a:pt x="91697" y="55575"/>
                  </a:lnTo>
                  <a:lnTo>
                    <a:pt x="92303" y="55036"/>
                  </a:lnTo>
                  <a:lnTo>
                    <a:pt x="92908" y="54496"/>
                  </a:lnTo>
                  <a:lnTo>
                    <a:pt x="93513" y="53956"/>
                  </a:lnTo>
                  <a:lnTo>
                    <a:pt x="94118" y="53416"/>
                  </a:lnTo>
                  <a:lnTo>
                    <a:pt x="94722" y="52876"/>
                  </a:lnTo>
                  <a:lnTo>
                    <a:pt x="95327" y="52335"/>
                  </a:lnTo>
                  <a:lnTo>
                    <a:pt x="95931" y="51794"/>
                  </a:lnTo>
                  <a:lnTo>
                    <a:pt x="96535" y="51253"/>
                  </a:lnTo>
                  <a:lnTo>
                    <a:pt x="97139" y="50712"/>
                  </a:lnTo>
                  <a:lnTo>
                    <a:pt x="97742" y="50171"/>
                  </a:lnTo>
                  <a:lnTo>
                    <a:pt x="98346" y="49629"/>
                  </a:lnTo>
                  <a:lnTo>
                    <a:pt x="98949" y="49087"/>
                  </a:lnTo>
                  <a:lnTo>
                    <a:pt x="99552" y="48545"/>
                  </a:lnTo>
                  <a:lnTo>
                    <a:pt x="100155" y="48003"/>
                  </a:lnTo>
                  <a:lnTo>
                    <a:pt x="100758" y="47460"/>
                  </a:lnTo>
                  <a:lnTo>
                    <a:pt x="101360" y="46917"/>
                  </a:lnTo>
                  <a:lnTo>
                    <a:pt x="101963" y="46374"/>
                  </a:lnTo>
                  <a:lnTo>
                    <a:pt x="102565" y="45831"/>
                  </a:lnTo>
                  <a:lnTo>
                    <a:pt x="103167" y="45288"/>
                  </a:lnTo>
                  <a:lnTo>
                    <a:pt x="103768" y="44744"/>
                  </a:lnTo>
                  <a:lnTo>
                    <a:pt x="104370" y="44201"/>
                  </a:lnTo>
                  <a:lnTo>
                    <a:pt x="104971" y="43656"/>
                  </a:lnTo>
                  <a:lnTo>
                    <a:pt x="105572" y="43112"/>
                  </a:lnTo>
                  <a:lnTo>
                    <a:pt x="106173" y="42568"/>
                  </a:lnTo>
                  <a:lnTo>
                    <a:pt x="106774" y="42023"/>
                  </a:lnTo>
                  <a:lnTo>
                    <a:pt x="107374" y="41478"/>
                  </a:lnTo>
                  <a:lnTo>
                    <a:pt x="107975" y="40933"/>
                  </a:lnTo>
                  <a:lnTo>
                    <a:pt x="108575" y="40388"/>
                  </a:lnTo>
                  <a:lnTo>
                    <a:pt x="109175" y="39842"/>
                  </a:lnTo>
                  <a:lnTo>
                    <a:pt x="109774" y="39296"/>
                  </a:lnTo>
                  <a:lnTo>
                    <a:pt x="110374" y="38750"/>
                  </a:lnTo>
                  <a:lnTo>
                    <a:pt x="110973" y="38204"/>
                  </a:lnTo>
                  <a:lnTo>
                    <a:pt x="111572" y="37658"/>
                  </a:lnTo>
                  <a:lnTo>
                    <a:pt x="112171" y="37111"/>
                  </a:lnTo>
                  <a:lnTo>
                    <a:pt x="112770" y="36564"/>
                  </a:lnTo>
                  <a:lnTo>
                    <a:pt x="113369" y="36017"/>
                  </a:lnTo>
                  <a:lnTo>
                    <a:pt x="113967" y="35470"/>
                  </a:lnTo>
                  <a:lnTo>
                    <a:pt x="114565" y="34923"/>
                  </a:lnTo>
                  <a:lnTo>
                    <a:pt x="115163" y="34375"/>
                  </a:lnTo>
                  <a:lnTo>
                    <a:pt x="115761" y="33827"/>
                  </a:lnTo>
                  <a:lnTo>
                    <a:pt x="116359" y="33279"/>
                  </a:lnTo>
                  <a:lnTo>
                    <a:pt x="116956" y="32730"/>
                  </a:lnTo>
                  <a:lnTo>
                    <a:pt x="117553" y="32182"/>
                  </a:lnTo>
                  <a:lnTo>
                    <a:pt x="118150" y="31633"/>
                  </a:lnTo>
                  <a:lnTo>
                    <a:pt x="118747" y="31084"/>
                  </a:lnTo>
                  <a:lnTo>
                    <a:pt x="119343" y="30535"/>
                  </a:lnTo>
                  <a:lnTo>
                    <a:pt x="119940" y="29985"/>
                  </a:lnTo>
                  <a:lnTo>
                    <a:pt x="120536" y="29436"/>
                  </a:lnTo>
                  <a:lnTo>
                    <a:pt x="121132" y="28886"/>
                  </a:lnTo>
                  <a:lnTo>
                    <a:pt x="121728" y="28336"/>
                  </a:lnTo>
                  <a:lnTo>
                    <a:pt x="122323" y="27786"/>
                  </a:lnTo>
                  <a:lnTo>
                    <a:pt x="122919" y="27235"/>
                  </a:lnTo>
                  <a:lnTo>
                    <a:pt x="123514" y="26684"/>
                  </a:lnTo>
                  <a:lnTo>
                    <a:pt x="124109" y="26133"/>
                  </a:lnTo>
                  <a:lnTo>
                    <a:pt x="124704" y="25582"/>
                  </a:lnTo>
                  <a:lnTo>
                    <a:pt x="125298" y="25031"/>
                  </a:lnTo>
                  <a:lnTo>
                    <a:pt x="125893" y="24479"/>
                  </a:lnTo>
                  <a:lnTo>
                    <a:pt x="126487" y="23928"/>
                  </a:lnTo>
                  <a:lnTo>
                    <a:pt x="127081" y="23376"/>
                  </a:lnTo>
                  <a:lnTo>
                    <a:pt x="127675" y="22823"/>
                  </a:lnTo>
                  <a:lnTo>
                    <a:pt x="128268" y="22271"/>
                  </a:lnTo>
                  <a:lnTo>
                    <a:pt x="128862" y="21718"/>
                  </a:lnTo>
                  <a:lnTo>
                    <a:pt x="129455" y="21165"/>
                  </a:lnTo>
                  <a:lnTo>
                    <a:pt x="130048" y="20612"/>
                  </a:lnTo>
                  <a:lnTo>
                    <a:pt x="130641" y="20059"/>
                  </a:lnTo>
                  <a:lnTo>
                    <a:pt x="131234" y="19506"/>
                  </a:lnTo>
                  <a:lnTo>
                    <a:pt x="131826" y="18952"/>
                  </a:lnTo>
                  <a:lnTo>
                    <a:pt x="132418" y="18398"/>
                  </a:lnTo>
                  <a:lnTo>
                    <a:pt x="133010" y="17844"/>
                  </a:lnTo>
                  <a:lnTo>
                    <a:pt x="133602" y="17290"/>
                  </a:lnTo>
                  <a:lnTo>
                    <a:pt x="134194" y="16735"/>
                  </a:lnTo>
                  <a:lnTo>
                    <a:pt x="134785" y="16180"/>
                  </a:lnTo>
                  <a:lnTo>
                    <a:pt x="135376" y="15625"/>
                  </a:lnTo>
                  <a:lnTo>
                    <a:pt x="135967" y="15070"/>
                  </a:lnTo>
                  <a:lnTo>
                    <a:pt x="136558" y="14515"/>
                  </a:lnTo>
                  <a:lnTo>
                    <a:pt x="137149" y="13959"/>
                  </a:lnTo>
                  <a:lnTo>
                    <a:pt x="137739" y="13403"/>
                  </a:lnTo>
                  <a:lnTo>
                    <a:pt x="138329" y="12847"/>
                  </a:lnTo>
                  <a:lnTo>
                    <a:pt x="138919" y="12291"/>
                  </a:lnTo>
                  <a:lnTo>
                    <a:pt x="139509" y="11734"/>
                  </a:lnTo>
                  <a:lnTo>
                    <a:pt x="140099" y="11178"/>
                  </a:lnTo>
                  <a:lnTo>
                    <a:pt x="140688" y="10621"/>
                  </a:lnTo>
                  <a:lnTo>
                    <a:pt x="141277" y="10064"/>
                  </a:lnTo>
                  <a:lnTo>
                    <a:pt x="141866" y="9506"/>
                  </a:lnTo>
                  <a:lnTo>
                    <a:pt x="142455" y="8949"/>
                  </a:lnTo>
                  <a:lnTo>
                    <a:pt x="143044" y="8391"/>
                  </a:lnTo>
                  <a:lnTo>
                    <a:pt x="143632" y="7833"/>
                  </a:lnTo>
                  <a:lnTo>
                    <a:pt x="144221" y="7275"/>
                  </a:lnTo>
                  <a:lnTo>
                    <a:pt x="144809" y="6717"/>
                  </a:lnTo>
                  <a:lnTo>
                    <a:pt x="145396" y="6158"/>
                  </a:lnTo>
                  <a:lnTo>
                    <a:pt x="145984" y="5599"/>
                  </a:lnTo>
                  <a:lnTo>
                    <a:pt x="146571" y="5040"/>
                  </a:lnTo>
                  <a:lnTo>
                    <a:pt x="147159" y="4481"/>
                  </a:lnTo>
                  <a:lnTo>
                    <a:pt x="147746" y="3921"/>
                  </a:lnTo>
                  <a:lnTo>
                    <a:pt x="148332" y="3362"/>
                  </a:lnTo>
                  <a:lnTo>
                    <a:pt x="148919" y="2802"/>
                  </a:lnTo>
                  <a:lnTo>
                    <a:pt x="149505" y="2242"/>
                  </a:lnTo>
                  <a:lnTo>
                    <a:pt x="150092" y="1682"/>
                  </a:lnTo>
                  <a:lnTo>
                    <a:pt x="150678" y="1121"/>
                  </a:lnTo>
                  <a:lnTo>
                    <a:pt x="151263" y="560"/>
                  </a:lnTo>
                  <a:lnTo>
                    <a:pt x="151849" y="0"/>
                  </a:lnTo>
                </a:path>
              </a:pathLst>
            </a:custGeom>
            <a:ln w="22859" cap="rnd">
              <a:solidFill>
                <a:srgbClr val="8E7CD7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9" name="pl7149"/>
            <p:cNvSpPr/>
            <p:nvPr/>
          </p:nvSpPr>
          <p:spPr>
            <a:xfrm>
              <a:off x="7278292" y="5204417"/>
              <a:ext cx="140177" cy="96282"/>
            </a:xfrm>
            <a:custGeom>
              <a:avLst/>
              <a:pathLst>
                <a:path w="140177" h="96282">
                  <a:moveTo>
                    <a:pt x="0" y="96282"/>
                  </a:moveTo>
                  <a:lnTo>
                    <a:pt x="577" y="95917"/>
                  </a:lnTo>
                  <a:lnTo>
                    <a:pt x="1154" y="95552"/>
                  </a:lnTo>
                  <a:lnTo>
                    <a:pt x="1732" y="95187"/>
                  </a:lnTo>
                  <a:lnTo>
                    <a:pt x="2309" y="94821"/>
                  </a:lnTo>
                  <a:lnTo>
                    <a:pt x="2886" y="94456"/>
                  </a:lnTo>
                  <a:lnTo>
                    <a:pt x="3463" y="94090"/>
                  </a:lnTo>
                  <a:lnTo>
                    <a:pt x="4040" y="93724"/>
                  </a:lnTo>
                  <a:lnTo>
                    <a:pt x="4616" y="93357"/>
                  </a:lnTo>
                  <a:lnTo>
                    <a:pt x="5193" y="92991"/>
                  </a:lnTo>
                  <a:lnTo>
                    <a:pt x="5769" y="92625"/>
                  </a:lnTo>
                  <a:lnTo>
                    <a:pt x="6346" y="92258"/>
                  </a:lnTo>
                  <a:lnTo>
                    <a:pt x="6922" y="91891"/>
                  </a:lnTo>
                  <a:lnTo>
                    <a:pt x="7498" y="91524"/>
                  </a:lnTo>
                  <a:lnTo>
                    <a:pt x="8074" y="91157"/>
                  </a:lnTo>
                  <a:lnTo>
                    <a:pt x="8650" y="90789"/>
                  </a:lnTo>
                  <a:lnTo>
                    <a:pt x="9226" y="90422"/>
                  </a:lnTo>
                  <a:lnTo>
                    <a:pt x="9801" y="90054"/>
                  </a:lnTo>
                  <a:lnTo>
                    <a:pt x="10377" y="89686"/>
                  </a:lnTo>
                  <a:lnTo>
                    <a:pt x="10952" y="89318"/>
                  </a:lnTo>
                  <a:lnTo>
                    <a:pt x="11528" y="88949"/>
                  </a:lnTo>
                  <a:lnTo>
                    <a:pt x="12103" y="88581"/>
                  </a:lnTo>
                  <a:lnTo>
                    <a:pt x="12678" y="88212"/>
                  </a:lnTo>
                  <a:lnTo>
                    <a:pt x="13253" y="87843"/>
                  </a:lnTo>
                  <a:lnTo>
                    <a:pt x="13828" y="87474"/>
                  </a:lnTo>
                  <a:lnTo>
                    <a:pt x="14403" y="87105"/>
                  </a:lnTo>
                  <a:lnTo>
                    <a:pt x="14977" y="86736"/>
                  </a:lnTo>
                  <a:lnTo>
                    <a:pt x="15552" y="86366"/>
                  </a:lnTo>
                  <a:lnTo>
                    <a:pt x="16126" y="85996"/>
                  </a:lnTo>
                  <a:lnTo>
                    <a:pt x="16701" y="85626"/>
                  </a:lnTo>
                  <a:lnTo>
                    <a:pt x="17275" y="85256"/>
                  </a:lnTo>
                  <a:lnTo>
                    <a:pt x="17849" y="84886"/>
                  </a:lnTo>
                  <a:lnTo>
                    <a:pt x="18423" y="84515"/>
                  </a:lnTo>
                  <a:lnTo>
                    <a:pt x="18997" y="84145"/>
                  </a:lnTo>
                  <a:lnTo>
                    <a:pt x="19570" y="83774"/>
                  </a:lnTo>
                  <a:lnTo>
                    <a:pt x="20144" y="83403"/>
                  </a:lnTo>
                  <a:lnTo>
                    <a:pt x="20718" y="83032"/>
                  </a:lnTo>
                  <a:lnTo>
                    <a:pt x="21291" y="82661"/>
                  </a:lnTo>
                  <a:lnTo>
                    <a:pt x="21864" y="82289"/>
                  </a:lnTo>
                  <a:lnTo>
                    <a:pt x="22437" y="81917"/>
                  </a:lnTo>
                  <a:lnTo>
                    <a:pt x="23010" y="81545"/>
                  </a:lnTo>
                  <a:lnTo>
                    <a:pt x="23583" y="81173"/>
                  </a:lnTo>
                  <a:lnTo>
                    <a:pt x="24156" y="80801"/>
                  </a:lnTo>
                  <a:lnTo>
                    <a:pt x="24729" y="80429"/>
                  </a:lnTo>
                  <a:lnTo>
                    <a:pt x="25301" y="80056"/>
                  </a:lnTo>
                  <a:lnTo>
                    <a:pt x="25874" y="79683"/>
                  </a:lnTo>
                  <a:lnTo>
                    <a:pt x="26446" y="79311"/>
                  </a:lnTo>
                  <a:lnTo>
                    <a:pt x="27019" y="78937"/>
                  </a:lnTo>
                  <a:lnTo>
                    <a:pt x="27591" y="78564"/>
                  </a:lnTo>
                  <a:lnTo>
                    <a:pt x="28163" y="78191"/>
                  </a:lnTo>
                  <a:lnTo>
                    <a:pt x="28735" y="77817"/>
                  </a:lnTo>
                  <a:lnTo>
                    <a:pt x="29306" y="77443"/>
                  </a:lnTo>
                  <a:lnTo>
                    <a:pt x="29878" y="77069"/>
                  </a:lnTo>
                  <a:lnTo>
                    <a:pt x="30450" y="76695"/>
                  </a:lnTo>
                  <a:lnTo>
                    <a:pt x="31021" y="76321"/>
                  </a:lnTo>
                  <a:lnTo>
                    <a:pt x="31592" y="75946"/>
                  </a:lnTo>
                  <a:lnTo>
                    <a:pt x="32164" y="75571"/>
                  </a:lnTo>
                  <a:lnTo>
                    <a:pt x="32735" y="75197"/>
                  </a:lnTo>
                  <a:lnTo>
                    <a:pt x="33306" y="74822"/>
                  </a:lnTo>
                  <a:lnTo>
                    <a:pt x="33876" y="74446"/>
                  </a:lnTo>
                  <a:lnTo>
                    <a:pt x="34447" y="74071"/>
                  </a:lnTo>
                  <a:lnTo>
                    <a:pt x="35018" y="73695"/>
                  </a:lnTo>
                  <a:lnTo>
                    <a:pt x="35588" y="73320"/>
                  </a:lnTo>
                  <a:lnTo>
                    <a:pt x="36159" y="72944"/>
                  </a:lnTo>
                  <a:lnTo>
                    <a:pt x="36729" y="72568"/>
                  </a:lnTo>
                  <a:lnTo>
                    <a:pt x="37299" y="72191"/>
                  </a:lnTo>
                  <a:lnTo>
                    <a:pt x="37869" y="71815"/>
                  </a:lnTo>
                  <a:lnTo>
                    <a:pt x="38439" y="71438"/>
                  </a:lnTo>
                  <a:lnTo>
                    <a:pt x="39009" y="71061"/>
                  </a:lnTo>
                  <a:lnTo>
                    <a:pt x="39579" y="70684"/>
                  </a:lnTo>
                  <a:lnTo>
                    <a:pt x="40148" y="70307"/>
                  </a:lnTo>
                  <a:lnTo>
                    <a:pt x="40718" y="69930"/>
                  </a:lnTo>
                  <a:lnTo>
                    <a:pt x="41287" y="69552"/>
                  </a:lnTo>
                  <a:lnTo>
                    <a:pt x="41856" y="69175"/>
                  </a:lnTo>
                  <a:lnTo>
                    <a:pt x="42425" y="68797"/>
                  </a:lnTo>
                  <a:lnTo>
                    <a:pt x="42994" y="68419"/>
                  </a:lnTo>
                  <a:lnTo>
                    <a:pt x="43563" y="68041"/>
                  </a:lnTo>
                  <a:lnTo>
                    <a:pt x="44132" y="67662"/>
                  </a:lnTo>
                  <a:lnTo>
                    <a:pt x="44701" y="67284"/>
                  </a:lnTo>
                  <a:lnTo>
                    <a:pt x="45269" y="66905"/>
                  </a:lnTo>
                  <a:lnTo>
                    <a:pt x="45838" y="66526"/>
                  </a:lnTo>
                  <a:lnTo>
                    <a:pt x="46406" y="66147"/>
                  </a:lnTo>
                  <a:lnTo>
                    <a:pt x="46974" y="65768"/>
                  </a:lnTo>
                  <a:lnTo>
                    <a:pt x="47542" y="65388"/>
                  </a:lnTo>
                  <a:lnTo>
                    <a:pt x="48110" y="65009"/>
                  </a:lnTo>
                  <a:lnTo>
                    <a:pt x="48678" y="64629"/>
                  </a:lnTo>
                  <a:lnTo>
                    <a:pt x="49246" y="64249"/>
                  </a:lnTo>
                  <a:lnTo>
                    <a:pt x="49813" y="63869"/>
                  </a:lnTo>
                  <a:lnTo>
                    <a:pt x="50381" y="63488"/>
                  </a:lnTo>
                  <a:lnTo>
                    <a:pt x="50948" y="63108"/>
                  </a:lnTo>
                  <a:lnTo>
                    <a:pt x="51515" y="62727"/>
                  </a:lnTo>
                  <a:lnTo>
                    <a:pt x="52083" y="62346"/>
                  </a:lnTo>
                  <a:lnTo>
                    <a:pt x="52650" y="61965"/>
                  </a:lnTo>
                  <a:lnTo>
                    <a:pt x="53216" y="61584"/>
                  </a:lnTo>
                  <a:lnTo>
                    <a:pt x="53783" y="61203"/>
                  </a:lnTo>
                  <a:lnTo>
                    <a:pt x="54350" y="60821"/>
                  </a:lnTo>
                  <a:lnTo>
                    <a:pt x="54916" y="60440"/>
                  </a:lnTo>
                  <a:lnTo>
                    <a:pt x="55483" y="60058"/>
                  </a:lnTo>
                  <a:lnTo>
                    <a:pt x="56049" y="59676"/>
                  </a:lnTo>
                  <a:lnTo>
                    <a:pt x="56615" y="59293"/>
                  </a:lnTo>
                  <a:lnTo>
                    <a:pt x="57181" y="58911"/>
                  </a:lnTo>
                  <a:lnTo>
                    <a:pt x="57747" y="58528"/>
                  </a:lnTo>
                  <a:lnTo>
                    <a:pt x="58313" y="58146"/>
                  </a:lnTo>
                  <a:lnTo>
                    <a:pt x="58879" y="57763"/>
                  </a:lnTo>
                  <a:lnTo>
                    <a:pt x="59444" y="57379"/>
                  </a:lnTo>
                  <a:lnTo>
                    <a:pt x="60010" y="56996"/>
                  </a:lnTo>
                  <a:lnTo>
                    <a:pt x="60575" y="56613"/>
                  </a:lnTo>
                  <a:lnTo>
                    <a:pt x="61141" y="56229"/>
                  </a:lnTo>
                  <a:lnTo>
                    <a:pt x="61706" y="55845"/>
                  </a:lnTo>
                  <a:lnTo>
                    <a:pt x="62271" y="55461"/>
                  </a:lnTo>
                  <a:lnTo>
                    <a:pt x="62836" y="55077"/>
                  </a:lnTo>
                  <a:lnTo>
                    <a:pt x="63400" y="54693"/>
                  </a:lnTo>
                  <a:lnTo>
                    <a:pt x="63965" y="54308"/>
                  </a:lnTo>
                  <a:lnTo>
                    <a:pt x="64530" y="53924"/>
                  </a:lnTo>
                  <a:lnTo>
                    <a:pt x="65094" y="53539"/>
                  </a:lnTo>
                  <a:lnTo>
                    <a:pt x="65658" y="53154"/>
                  </a:lnTo>
                  <a:lnTo>
                    <a:pt x="66222" y="52768"/>
                  </a:lnTo>
                  <a:lnTo>
                    <a:pt x="66786" y="52383"/>
                  </a:lnTo>
                  <a:lnTo>
                    <a:pt x="67350" y="51998"/>
                  </a:lnTo>
                  <a:lnTo>
                    <a:pt x="67914" y="51612"/>
                  </a:lnTo>
                  <a:lnTo>
                    <a:pt x="68478" y="51226"/>
                  </a:lnTo>
                  <a:lnTo>
                    <a:pt x="69041" y="50840"/>
                  </a:lnTo>
                  <a:lnTo>
                    <a:pt x="69605" y="50454"/>
                  </a:lnTo>
                  <a:lnTo>
                    <a:pt x="70168" y="50067"/>
                  </a:lnTo>
                  <a:lnTo>
                    <a:pt x="70731" y="49681"/>
                  </a:lnTo>
                  <a:lnTo>
                    <a:pt x="71295" y="49294"/>
                  </a:lnTo>
                  <a:lnTo>
                    <a:pt x="71858" y="48907"/>
                  </a:lnTo>
                  <a:lnTo>
                    <a:pt x="72420" y="48520"/>
                  </a:lnTo>
                  <a:lnTo>
                    <a:pt x="72983" y="48132"/>
                  </a:lnTo>
                  <a:lnTo>
                    <a:pt x="73546" y="47745"/>
                  </a:lnTo>
                  <a:lnTo>
                    <a:pt x="74108" y="47357"/>
                  </a:lnTo>
                  <a:lnTo>
                    <a:pt x="74671" y="46970"/>
                  </a:lnTo>
                  <a:lnTo>
                    <a:pt x="75233" y="46582"/>
                  </a:lnTo>
                  <a:lnTo>
                    <a:pt x="75795" y="46193"/>
                  </a:lnTo>
                  <a:lnTo>
                    <a:pt x="76357" y="45805"/>
                  </a:lnTo>
                  <a:lnTo>
                    <a:pt x="76919" y="45417"/>
                  </a:lnTo>
                  <a:lnTo>
                    <a:pt x="77481" y="45028"/>
                  </a:lnTo>
                  <a:lnTo>
                    <a:pt x="78042" y="44639"/>
                  </a:lnTo>
                  <a:lnTo>
                    <a:pt x="78604" y="44250"/>
                  </a:lnTo>
                  <a:lnTo>
                    <a:pt x="79165" y="43861"/>
                  </a:lnTo>
                  <a:lnTo>
                    <a:pt x="79727" y="43471"/>
                  </a:lnTo>
                  <a:lnTo>
                    <a:pt x="80288" y="43082"/>
                  </a:lnTo>
                  <a:lnTo>
                    <a:pt x="80849" y="42692"/>
                  </a:lnTo>
                  <a:lnTo>
                    <a:pt x="81410" y="42302"/>
                  </a:lnTo>
                  <a:lnTo>
                    <a:pt x="81971" y="41912"/>
                  </a:lnTo>
                  <a:lnTo>
                    <a:pt x="82531" y="41522"/>
                  </a:lnTo>
                  <a:lnTo>
                    <a:pt x="83092" y="41132"/>
                  </a:lnTo>
                  <a:lnTo>
                    <a:pt x="83652" y="40741"/>
                  </a:lnTo>
                  <a:lnTo>
                    <a:pt x="84213" y="40350"/>
                  </a:lnTo>
                  <a:lnTo>
                    <a:pt x="84773" y="39959"/>
                  </a:lnTo>
                  <a:lnTo>
                    <a:pt x="85333" y="39568"/>
                  </a:lnTo>
                  <a:lnTo>
                    <a:pt x="85893" y="39177"/>
                  </a:lnTo>
                  <a:lnTo>
                    <a:pt x="86453" y="38785"/>
                  </a:lnTo>
                  <a:lnTo>
                    <a:pt x="87013" y="38394"/>
                  </a:lnTo>
                  <a:lnTo>
                    <a:pt x="87572" y="38002"/>
                  </a:lnTo>
                  <a:lnTo>
                    <a:pt x="88132" y="37610"/>
                  </a:lnTo>
                  <a:lnTo>
                    <a:pt x="88691" y="37218"/>
                  </a:lnTo>
                  <a:lnTo>
                    <a:pt x="89250" y="36826"/>
                  </a:lnTo>
                  <a:lnTo>
                    <a:pt x="89810" y="36433"/>
                  </a:lnTo>
                  <a:lnTo>
                    <a:pt x="90369" y="36040"/>
                  </a:lnTo>
                  <a:lnTo>
                    <a:pt x="90927" y="35648"/>
                  </a:lnTo>
                  <a:lnTo>
                    <a:pt x="91486" y="35255"/>
                  </a:lnTo>
                  <a:lnTo>
                    <a:pt x="92045" y="34861"/>
                  </a:lnTo>
                  <a:lnTo>
                    <a:pt x="92603" y="34468"/>
                  </a:lnTo>
                  <a:lnTo>
                    <a:pt x="93162" y="34075"/>
                  </a:lnTo>
                  <a:lnTo>
                    <a:pt x="93720" y="33681"/>
                  </a:lnTo>
                  <a:lnTo>
                    <a:pt x="94278" y="33287"/>
                  </a:lnTo>
                  <a:lnTo>
                    <a:pt x="94836" y="32893"/>
                  </a:lnTo>
                  <a:lnTo>
                    <a:pt x="95394" y="32499"/>
                  </a:lnTo>
                  <a:lnTo>
                    <a:pt x="95952" y="32104"/>
                  </a:lnTo>
                  <a:lnTo>
                    <a:pt x="96510" y="31710"/>
                  </a:lnTo>
                  <a:lnTo>
                    <a:pt x="97067" y="31315"/>
                  </a:lnTo>
                  <a:lnTo>
                    <a:pt x="97625" y="30920"/>
                  </a:lnTo>
                  <a:lnTo>
                    <a:pt x="98182" y="30525"/>
                  </a:lnTo>
                  <a:lnTo>
                    <a:pt x="98739" y="30130"/>
                  </a:lnTo>
                  <a:lnTo>
                    <a:pt x="99296" y="29734"/>
                  </a:lnTo>
                  <a:lnTo>
                    <a:pt x="99853" y="29339"/>
                  </a:lnTo>
                  <a:lnTo>
                    <a:pt x="100410" y="28943"/>
                  </a:lnTo>
                  <a:lnTo>
                    <a:pt x="100967" y="28547"/>
                  </a:lnTo>
                  <a:lnTo>
                    <a:pt x="101523" y="28151"/>
                  </a:lnTo>
                  <a:lnTo>
                    <a:pt x="102080" y="27755"/>
                  </a:lnTo>
                  <a:lnTo>
                    <a:pt x="102636" y="27358"/>
                  </a:lnTo>
                  <a:lnTo>
                    <a:pt x="103192" y="26962"/>
                  </a:lnTo>
                  <a:lnTo>
                    <a:pt x="103748" y="26565"/>
                  </a:lnTo>
                  <a:lnTo>
                    <a:pt x="104304" y="26168"/>
                  </a:lnTo>
                  <a:lnTo>
                    <a:pt x="104860" y="25771"/>
                  </a:lnTo>
                  <a:lnTo>
                    <a:pt x="105416" y="25374"/>
                  </a:lnTo>
                  <a:lnTo>
                    <a:pt x="105972" y="24976"/>
                  </a:lnTo>
                  <a:lnTo>
                    <a:pt x="106527" y="24578"/>
                  </a:lnTo>
                  <a:lnTo>
                    <a:pt x="107082" y="24181"/>
                  </a:lnTo>
                  <a:lnTo>
                    <a:pt x="107638" y="23783"/>
                  </a:lnTo>
                  <a:lnTo>
                    <a:pt x="108193" y="23385"/>
                  </a:lnTo>
                  <a:lnTo>
                    <a:pt x="108748" y="22986"/>
                  </a:lnTo>
                  <a:lnTo>
                    <a:pt x="109303" y="22588"/>
                  </a:lnTo>
                  <a:lnTo>
                    <a:pt x="109857" y="22189"/>
                  </a:lnTo>
                  <a:lnTo>
                    <a:pt x="110412" y="21790"/>
                  </a:lnTo>
                  <a:lnTo>
                    <a:pt x="110966" y="21391"/>
                  </a:lnTo>
                  <a:lnTo>
                    <a:pt x="111521" y="20992"/>
                  </a:lnTo>
                  <a:lnTo>
                    <a:pt x="112075" y="20593"/>
                  </a:lnTo>
                  <a:lnTo>
                    <a:pt x="112629" y="20193"/>
                  </a:lnTo>
                  <a:lnTo>
                    <a:pt x="113183" y="19793"/>
                  </a:lnTo>
                  <a:lnTo>
                    <a:pt x="113737" y="19394"/>
                  </a:lnTo>
                  <a:lnTo>
                    <a:pt x="114291" y="18993"/>
                  </a:lnTo>
                  <a:lnTo>
                    <a:pt x="114844" y="18593"/>
                  </a:lnTo>
                  <a:lnTo>
                    <a:pt x="115398" y="18193"/>
                  </a:lnTo>
                  <a:lnTo>
                    <a:pt x="115951" y="17792"/>
                  </a:lnTo>
                  <a:lnTo>
                    <a:pt x="116505" y="17392"/>
                  </a:lnTo>
                  <a:lnTo>
                    <a:pt x="117058" y="16991"/>
                  </a:lnTo>
                  <a:lnTo>
                    <a:pt x="117611" y="16590"/>
                  </a:lnTo>
                  <a:lnTo>
                    <a:pt x="118164" y="16188"/>
                  </a:lnTo>
                  <a:lnTo>
                    <a:pt x="118716" y="15787"/>
                  </a:lnTo>
                  <a:lnTo>
                    <a:pt x="119269" y="15385"/>
                  </a:lnTo>
                  <a:lnTo>
                    <a:pt x="119821" y="14984"/>
                  </a:lnTo>
                  <a:lnTo>
                    <a:pt x="120374" y="14582"/>
                  </a:lnTo>
                  <a:lnTo>
                    <a:pt x="120926" y="14180"/>
                  </a:lnTo>
                  <a:lnTo>
                    <a:pt x="121478" y="13777"/>
                  </a:lnTo>
                  <a:lnTo>
                    <a:pt x="122030" y="13375"/>
                  </a:lnTo>
                  <a:lnTo>
                    <a:pt x="122582" y="12972"/>
                  </a:lnTo>
                  <a:lnTo>
                    <a:pt x="123134" y="12570"/>
                  </a:lnTo>
                  <a:lnTo>
                    <a:pt x="123686" y="12167"/>
                  </a:lnTo>
                  <a:lnTo>
                    <a:pt x="124237" y="11764"/>
                  </a:lnTo>
                  <a:lnTo>
                    <a:pt x="124789" y="11360"/>
                  </a:lnTo>
                  <a:lnTo>
                    <a:pt x="125340" y="10957"/>
                  </a:lnTo>
                  <a:lnTo>
                    <a:pt x="125891" y="10553"/>
                  </a:lnTo>
                  <a:lnTo>
                    <a:pt x="126442" y="10149"/>
                  </a:lnTo>
                  <a:lnTo>
                    <a:pt x="126993" y="9745"/>
                  </a:lnTo>
                  <a:lnTo>
                    <a:pt x="127544" y="9341"/>
                  </a:lnTo>
                  <a:lnTo>
                    <a:pt x="128094" y="8937"/>
                  </a:lnTo>
                  <a:lnTo>
                    <a:pt x="128645" y="8533"/>
                  </a:lnTo>
                  <a:lnTo>
                    <a:pt x="129195" y="8128"/>
                  </a:lnTo>
                  <a:lnTo>
                    <a:pt x="129745" y="7723"/>
                  </a:lnTo>
                  <a:lnTo>
                    <a:pt x="130296" y="7318"/>
                  </a:lnTo>
                  <a:lnTo>
                    <a:pt x="130846" y="6913"/>
                  </a:lnTo>
                  <a:lnTo>
                    <a:pt x="131396" y="6508"/>
                  </a:lnTo>
                  <a:lnTo>
                    <a:pt x="131945" y="6102"/>
                  </a:lnTo>
                  <a:lnTo>
                    <a:pt x="132495" y="5697"/>
                  </a:lnTo>
                  <a:lnTo>
                    <a:pt x="133045" y="5291"/>
                  </a:lnTo>
                  <a:lnTo>
                    <a:pt x="133594" y="4885"/>
                  </a:lnTo>
                  <a:lnTo>
                    <a:pt x="134143" y="4479"/>
                  </a:lnTo>
                  <a:lnTo>
                    <a:pt x="134692" y="4072"/>
                  </a:lnTo>
                  <a:lnTo>
                    <a:pt x="135241" y="3666"/>
                  </a:lnTo>
                  <a:lnTo>
                    <a:pt x="135790" y="3259"/>
                  </a:lnTo>
                  <a:lnTo>
                    <a:pt x="136339" y="2852"/>
                  </a:lnTo>
                  <a:lnTo>
                    <a:pt x="136888" y="2445"/>
                  </a:lnTo>
                  <a:lnTo>
                    <a:pt x="137436" y="2038"/>
                  </a:lnTo>
                  <a:lnTo>
                    <a:pt x="137985" y="1631"/>
                  </a:lnTo>
                  <a:lnTo>
                    <a:pt x="138533" y="1223"/>
                  </a:lnTo>
                  <a:lnTo>
                    <a:pt x="139081" y="815"/>
                  </a:lnTo>
                  <a:lnTo>
                    <a:pt x="139629" y="408"/>
                  </a:lnTo>
                  <a:lnTo>
                    <a:pt x="140177" y="0"/>
                  </a:lnTo>
                </a:path>
              </a:pathLst>
            </a:custGeom>
            <a:ln w="83820" cap="rnd">
              <a:solidFill>
                <a:srgbClr val="7CC7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0" name="pl7150"/>
            <p:cNvSpPr/>
            <p:nvPr/>
          </p:nvSpPr>
          <p:spPr>
            <a:xfrm>
              <a:off x="7298916" y="5235384"/>
              <a:ext cx="142622" cy="97961"/>
            </a:xfrm>
            <a:custGeom>
              <a:avLst/>
              <a:pathLst>
                <a:path w="142622" h="97961">
                  <a:moveTo>
                    <a:pt x="0" y="97961"/>
                  </a:moveTo>
                  <a:lnTo>
                    <a:pt x="587" y="97590"/>
                  </a:lnTo>
                  <a:lnTo>
                    <a:pt x="1174" y="97219"/>
                  </a:lnTo>
                  <a:lnTo>
                    <a:pt x="1762" y="96847"/>
                  </a:lnTo>
                  <a:lnTo>
                    <a:pt x="2349" y="96475"/>
                  </a:lnTo>
                  <a:lnTo>
                    <a:pt x="2936" y="96103"/>
                  </a:lnTo>
                  <a:lnTo>
                    <a:pt x="3523" y="95731"/>
                  </a:lnTo>
                  <a:lnTo>
                    <a:pt x="4110" y="95358"/>
                  </a:lnTo>
                  <a:lnTo>
                    <a:pt x="4697" y="94986"/>
                  </a:lnTo>
                  <a:lnTo>
                    <a:pt x="5283" y="94613"/>
                  </a:lnTo>
                  <a:lnTo>
                    <a:pt x="5870" y="94240"/>
                  </a:lnTo>
                  <a:lnTo>
                    <a:pt x="6456" y="93867"/>
                  </a:lnTo>
                  <a:lnTo>
                    <a:pt x="7043" y="93494"/>
                  </a:lnTo>
                  <a:lnTo>
                    <a:pt x="7629" y="93120"/>
                  </a:lnTo>
                  <a:lnTo>
                    <a:pt x="8215" y="92747"/>
                  </a:lnTo>
                  <a:lnTo>
                    <a:pt x="8801" y="92373"/>
                  </a:lnTo>
                  <a:lnTo>
                    <a:pt x="9387" y="91999"/>
                  </a:lnTo>
                  <a:lnTo>
                    <a:pt x="9972" y="91624"/>
                  </a:lnTo>
                  <a:lnTo>
                    <a:pt x="10558" y="91250"/>
                  </a:lnTo>
                  <a:lnTo>
                    <a:pt x="11143" y="90875"/>
                  </a:lnTo>
                  <a:lnTo>
                    <a:pt x="11729" y="90501"/>
                  </a:lnTo>
                  <a:lnTo>
                    <a:pt x="12314" y="90126"/>
                  </a:lnTo>
                  <a:lnTo>
                    <a:pt x="12899" y="89751"/>
                  </a:lnTo>
                  <a:lnTo>
                    <a:pt x="13484" y="89375"/>
                  </a:lnTo>
                  <a:lnTo>
                    <a:pt x="14069" y="89000"/>
                  </a:lnTo>
                  <a:lnTo>
                    <a:pt x="14654" y="88624"/>
                  </a:lnTo>
                  <a:lnTo>
                    <a:pt x="15239" y="88248"/>
                  </a:lnTo>
                  <a:lnTo>
                    <a:pt x="15823" y="87872"/>
                  </a:lnTo>
                  <a:lnTo>
                    <a:pt x="16408" y="87496"/>
                  </a:lnTo>
                  <a:lnTo>
                    <a:pt x="16992" y="87120"/>
                  </a:lnTo>
                  <a:lnTo>
                    <a:pt x="17576" y="86743"/>
                  </a:lnTo>
                  <a:lnTo>
                    <a:pt x="18160" y="86367"/>
                  </a:lnTo>
                  <a:lnTo>
                    <a:pt x="18744" y="85990"/>
                  </a:lnTo>
                  <a:lnTo>
                    <a:pt x="19328" y="85613"/>
                  </a:lnTo>
                  <a:lnTo>
                    <a:pt x="19912" y="85235"/>
                  </a:lnTo>
                  <a:lnTo>
                    <a:pt x="20495" y="84858"/>
                  </a:lnTo>
                  <a:lnTo>
                    <a:pt x="21079" y="84480"/>
                  </a:lnTo>
                  <a:lnTo>
                    <a:pt x="21662" y="84102"/>
                  </a:lnTo>
                  <a:lnTo>
                    <a:pt x="22246" y="83724"/>
                  </a:lnTo>
                  <a:lnTo>
                    <a:pt x="22829" y="83346"/>
                  </a:lnTo>
                  <a:lnTo>
                    <a:pt x="23412" y="82968"/>
                  </a:lnTo>
                  <a:lnTo>
                    <a:pt x="23995" y="82589"/>
                  </a:lnTo>
                  <a:lnTo>
                    <a:pt x="24578" y="82211"/>
                  </a:lnTo>
                  <a:lnTo>
                    <a:pt x="25160" y="81832"/>
                  </a:lnTo>
                  <a:lnTo>
                    <a:pt x="25743" y="81453"/>
                  </a:lnTo>
                  <a:lnTo>
                    <a:pt x="26325" y="81073"/>
                  </a:lnTo>
                  <a:lnTo>
                    <a:pt x="26908" y="80694"/>
                  </a:lnTo>
                  <a:lnTo>
                    <a:pt x="27490" y="80314"/>
                  </a:lnTo>
                  <a:lnTo>
                    <a:pt x="28072" y="79934"/>
                  </a:lnTo>
                  <a:lnTo>
                    <a:pt x="28654" y="79554"/>
                  </a:lnTo>
                  <a:lnTo>
                    <a:pt x="29236" y="79174"/>
                  </a:lnTo>
                  <a:lnTo>
                    <a:pt x="29818" y="78794"/>
                  </a:lnTo>
                  <a:lnTo>
                    <a:pt x="30399" y="78413"/>
                  </a:lnTo>
                  <a:lnTo>
                    <a:pt x="30981" y="78033"/>
                  </a:lnTo>
                  <a:lnTo>
                    <a:pt x="31562" y="77652"/>
                  </a:lnTo>
                  <a:lnTo>
                    <a:pt x="32143" y="77271"/>
                  </a:lnTo>
                  <a:lnTo>
                    <a:pt x="32725" y="76890"/>
                  </a:lnTo>
                  <a:lnTo>
                    <a:pt x="33306" y="76508"/>
                  </a:lnTo>
                  <a:lnTo>
                    <a:pt x="33887" y="76127"/>
                  </a:lnTo>
                  <a:lnTo>
                    <a:pt x="34467" y="75745"/>
                  </a:lnTo>
                  <a:lnTo>
                    <a:pt x="35048" y="75363"/>
                  </a:lnTo>
                  <a:lnTo>
                    <a:pt x="35629" y="74981"/>
                  </a:lnTo>
                  <a:lnTo>
                    <a:pt x="36209" y="74598"/>
                  </a:lnTo>
                  <a:lnTo>
                    <a:pt x="36789" y="74216"/>
                  </a:lnTo>
                  <a:lnTo>
                    <a:pt x="37370" y="73833"/>
                  </a:lnTo>
                  <a:lnTo>
                    <a:pt x="37950" y="73450"/>
                  </a:lnTo>
                  <a:lnTo>
                    <a:pt x="38530" y="73067"/>
                  </a:lnTo>
                  <a:lnTo>
                    <a:pt x="39110" y="72684"/>
                  </a:lnTo>
                  <a:lnTo>
                    <a:pt x="39689" y="72301"/>
                  </a:lnTo>
                  <a:lnTo>
                    <a:pt x="40269" y="71917"/>
                  </a:lnTo>
                  <a:lnTo>
                    <a:pt x="40849" y="71534"/>
                  </a:lnTo>
                  <a:lnTo>
                    <a:pt x="41428" y="71150"/>
                  </a:lnTo>
                  <a:lnTo>
                    <a:pt x="42007" y="70766"/>
                  </a:lnTo>
                  <a:lnTo>
                    <a:pt x="42586" y="70381"/>
                  </a:lnTo>
                  <a:lnTo>
                    <a:pt x="43165" y="69997"/>
                  </a:lnTo>
                  <a:lnTo>
                    <a:pt x="43744" y="69612"/>
                  </a:lnTo>
                  <a:lnTo>
                    <a:pt x="44323" y="69227"/>
                  </a:lnTo>
                  <a:lnTo>
                    <a:pt x="44902" y="68842"/>
                  </a:lnTo>
                  <a:lnTo>
                    <a:pt x="45480" y="68457"/>
                  </a:lnTo>
                  <a:lnTo>
                    <a:pt x="46059" y="68072"/>
                  </a:lnTo>
                  <a:lnTo>
                    <a:pt x="46637" y="67686"/>
                  </a:lnTo>
                  <a:lnTo>
                    <a:pt x="47215" y="67301"/>
                  </a:lnTo>
                  <a:lnTo>
                    <a:pt x="47794" y="66915"/>
                  </a:lnTo>
                  <a:lnTo>
                    <a:pt x="48371" y="66529"/>
                  </a:lnTo>
                  <a:lnTo>
                    <a:pt x="48949" y="66142"/>
                  </a:lnTo>
                  <a:lnTo>
                    <a:pt x="49527" y="65756"/>
                  </a:lnTo>
                  <a:lnTo>
                    <a:pt x="50105" y="65369"/>
                  </a:lnTo>
                  <a:lnTo>
                    <a:pt x="50682" y="64983"/>
                  </a:lnTo>
                  <a:lnTo>
                    <a:pt x="51260" y="64596"/>
                  </a:lnTo>
                  <a:lnTo>
                    <a:pt x="51837" y="64209"/>
                  </a:lnTo>
                  <a:lnTo>
                    <a:pt x="52414" y="63821"/>
                  </a:lnTo>
                  <a:lnTo>
                    <a:pt x="52991" y="63434"/>
                  </a:lnTo>
                  <a:lnTo>
                    <a:pt x="53568" y="63046"/>
                  </a:lnTo>
                  <a:lnTo>
                    <a:pt x="54145" y="62658"/>
                  </a:lnTo>
                  <a:lnTo>
                    <a:pt x="54721" y="62270"/>
                  </a:lnTo>
                  <a:lnTo>
                    <a:pt x="55298" y="61882"/>
                  </a:lnTo>
                  <a:lnTo>
                    <a:pt x="55874" y="61494"/>
                  </a:lnTo>
                  <a:lnTo>
                    <a:pt x="56451" y="61105"/>
                  </a:lnTo>
                  <a:lnTo>
                    <a:pt x="57027" y="60716"/>
                  </a:lnTo>
                  <a:lnTo>
                    <a:pt x="57603" y="60328"/>
                  </a:lnTo>
                  <a:lnTo>
                    <a:pt x="58179" y="59938"/>
                  </a:lnTo>
                  <a:lnTo>
                    <a:pt x="58755" y="59549"/>
                  </a:lnTo>
                  <a:lnTo>
                    <a:pt x="59330" y="59160"/>
                  </a:lnTo>
                  <a:lnTo>
                    <a:pt x="59906" y="58770"/>
                  </a:lnTo>
                  <a:lnTo>
                    <a:pt x="60481" y="58380"/>
                  </a:lnTo>
                  <a:lnTo>
                    <a:pt x="61057" y="57990"/>
                  </a:lnTo>
                  <a:lnTo>
                    <a:pt x="61632" y="57600"/>
                  </a:lnTo>
                  <a:lnTo>
                    <a:pt x="62207" y="57210"/>
                  </a:lnTo>
                  <a:lnTo>
                    <a:pt x="62782" y="56819"/>
                  </a:lnTo>
                  <a:lnTo>
                    <a:pt x="63357" y="56429"/>
                  </a:lnTo>
                  <a:lnTo>
                    <a:pt x="63932" y="56038"/>
                  </a:lnTo>
                  <a:lnTo>
                    <a:pt x="64506" y="55647"/>
                  </a:lnTo>
                  <a:lnTo>
                    <a:pt x="65081" y="55256"/>
                  </a:lnTo>
                  <a:lnTo>
                    <a:pt x="65655" y="54864"/>
                  </a:lnTo>
                  <a:lnTo>
                    <a:pt x="66229" y="54473"/>
                  </a:lnTo>
                  <a:lnTo>
                    <a:pt x="66803" y="54081"/>
                  </a:lnTo>
                  <a:lnTo>
                    <a:pt x="67377" y="53689"/>
                  </a:lnTo>
                  <a:lnTo>
                    <a:pt x="67951" y="53297"/>
                  </a:lnTo>
                  <a:lnTo>
                    <a:pt x="68525" y="52905"/>
                  </a:lnTo>
                  <a:lnTo>
                    <a:pt x="69099" y="52512"/>
                  </a:lnTo>
                  <a:lnTo>
                    <a:pt x="69672" y="52119"/>
                  </a:lnTo>
                  <a:lnTo>
                    <a:pt x="70246" y="51727"/>
                  </a:lnTo>
                  <a:lnTo>
                    <a:pt x="70819" y="51334"/>
                  </a:lnTo>
                  <a:lnTo>
                    <a:pt x="71392" y="50940"/>
                  </a:lnTo>
                  <a:lnTo>
                    <a:pt x="71965" y="50547"/>
                  </a:lnTo>
                  <a:lnTo>
                    <a:pt x="72538" y="50154"/>
                  </a:lnTo>
                  <a:lnTo>
                    <a:pt x="73111" y="49760"/>
                  </a:lnTo>
                  <a:lnTo>
                    <a:pt x="73684" y="49366"/>
                  </a:lnTo>
                  <a:lnTo>
                    <a:pt x="74256" y="48972"/>
                  </a:lnTo>
                  <a:lnTo>
                    <a:pt x="74829" y="48578"/>
                  </a:lnTo>
                  <a:lnTo>
                    <a:pt x="75401" y="48183"/>
                  </a:lnTo>
                  <a:lnTo>
                    <a:pt x="75973" y="47789"/>
                  </a:lnTo>
                  <a:lnTo>
                    <a:pt x="76545" y="47394"/>
                  </a:lnTo>
                  <a:lnTo>
                    <a:pt x="77117" y="46999"/>
                  </a:lnTo>
                  <a:lnTo>
                    <a:pt x="77689" y="46604"/>
                  </a:lnTo>
                  <a:lnTo>
                    <a:pt x="78261" y="46209"/>
                  </a:lnTo>
                  <a:lnTo>
                    <a:pt x="78832" y="45813"/>
                  </a:lnTo>
                  <a:lnTo>
                    <a:pt x="79404" y="45418"/>
                  </a:lnTo>
                  <a:lnTo>
                    <a:pt x="79975" y="45022"/>
                  </a:lnTo>
                  <a:lnTo>
                    <a:pt x="80546" y="44626"/>
                  </a:lnTo>
                  <a:lnTo>
                    <a:pt x="81117" y="44230"/>
                  </a:lnTo>
                  <a:lnTo>
                    <a:pt x="81688" y="43833"/>
                  </a:lnTo>
                  <a:lnTo>
                    <a:pt x="82259" y="43437"/>
                  </a:lnTo>
                  <a:lnTo>
                    <a:pt x="82830" y="43040"/>
                  </a:lnTo>
                  <a:lnTo>
                    <a:pt x="83400" y="42643"/>
                  </a:lnTo>
                  <a:lnTo>
                    <a:pt x="83971" y="42246"/>
                  </a:lnTo>
                  <a:lnTo>
                    <a:pt x="84541" y="41849"/>
                  </a:lnTo>
                  <a:lnTo>
                    <a:pt x="85112" y="41452"/>
                  </a:lnTo>
                  <a:lnTo>
                    <a:pt x="85682" y="41054"/>
                  </a:lnTo>
                  <a:lnTo>
                    <a:pt x="86252" y="40656"/>
                  </a:lnTo>
                  <a:lnTo>
                    <a:pt x="86822" y="40258"/>
                  </a:lnTo>
                  <a:lnTo>
                    <a:pt x="87391" y="39860"/>
                  </a:lnTo>
                  <a:lnTo>
                    <a:pt x="87961" y="39462"/>
                  </a:lnTo>
                  <a:lnTo>
                    <a:pt x="88530" y="39063"/>
                  </a:lnTo>
                  <a:lnTo>
                    <a:pt x="89100" y="38665"/>
                  </a:lnTo>
                  <a:lnTo>
                    <a:pt x="89669" y="38266"/>
                  </a:lnTo>
                  <a:lnTo>
                    <a:pt x="90238" y="37867"/>
                  </a:lnTo>
                  <a:lnTo>
                    <a:pt x="90807" y="37468"/>
                  </a:lnTo>
                  <a:lnTo>
                    <a:pt x="91376" y="37069"/>
                  </a:lnTo>
                  <a:lnTo>
                    <a:pt x="91945" y="36669"/>
                  </a:lnTo>
                  <a:lnTo>
                    <a:pt x="92513" y="36269"/>
                  </a:lnTo>
                  <a:lnTo>
                    <a:pt x="93082" y="35870"/>
                  </a:lnTo>
                  <a:lnTo>
                    <a:pt x="93650" y="35469"/>
                  </a:lnTo>
                  <a:lnTo>
                    <a:pt x="94219" y="35069"/>
                  </a:lnTo>
                  <a:lnTo>
                    <a:pt x="94787" y="34669"/>
                  </a:lnTo>
                  <a:lnTo>
                    <a:pt x="95355" y="34268"/>
                  </a:lnTo>
                  <a:lnTo>
                    <a:pt x="95923" y="33868"/>
                  </a:lnTo>
                  <a:lnTo>
                    <a:pt x="96490" y="33467"/>
                  </a:lnTo>
                  <a:lnTo>
                    <a:pt x="97058" y="33066"/>
                  </a:lnTo>
                  <a:lnTo>
                    <a:pt x="97626" y="32664"/>
                  </a:lnTo>
                  <a:lnTo>
                    <a:pt x="98193" y="32263"/>
                  </a:lnTo>
                  <a:lnTo>
                    <a:pt x="98760" y="31861"/>
                  </a:lnTo>
                  <a:lnTo>
                    <a:pt x="99327" y="31460"/>
                  </a:lnTo>
                  <a:lnTo>
                    <a:pt x="99894" y="31058"/>
                  </a:lnTo>
                  <a:lnTo>
                    <a:pt x="100461" y="30655"/>
                  </a:lnTo>
                  <a:lnTo>
                    <a:pt x="101028" y="30253"/>
                  </a:lnTo>
                  <a:lnTo>
                    <a:pt x="101595" y="29851"/>
                  </a:lnTo>
                  <a:lnTo>
                    <a:pt x="102161" y="29448"/>
                  </a:lnTo>
                  <a:lnTo>
                    <a:pt x="102728" y="29045"/>
                  </a:lnTo>
                  <a:lnTo>
                    <a:pt x="103294" y="28642"/>
                  </a:lnTo>
                  <a:lnTo>
                    <a:pt x="103860" y="28239"/>
                  </a:lnTo>
                  <a:lnTo>
                    <a:pt x="104426" y="27836"/>
                  </a:lnTo>
                  <a:lnTo>
                    <a:pt x="104992" y="27432"/>
                  </a:lnTo>
                  <a:lnTo>
                    <a:pt x="105558" y="27028"/>
                  </a:lnTo>
                  <a:lnTo>
                    <a:pt x="106124" y="26624"/>
                  </a:lnTo>
                  <a:lnTo>
                    <a:pt x="106689" y="26220"/>
                  </a:lnTo>
                  <a:lnTo>
                    <a:pt x="107255" y="25816"/>
                  </a:lnTo>
                  <a:lnTo>
                    <a:pt x="107820" y="25412"/>
                  </a:lnTo>
                  <a:lnTo>
                    <a:pt x="108385" y="25007"/>
                  </a:lnTo>
                  <a:lnTo>
                    <a:pt x="108950" y="24602"/>
                  </a:lnTo>
                  <a:lnTo>
                    <a:pt x="109515" y="24197"/>
                  </a:lnTo>
                  <a:lnTo>
                    <a:pt x="110080" y="23792"/>
                  </a:lnTo>
                  <a:lnTo>
                    <a:pt x="110644" y="23387"/>
                  </a:lnTo>
                  <a:lnTo>
                    <a:pt x="111209" y="22982"/>
                  </a:lnTo>
                  <a:lnTo>
                    <a:pt x="111773" y="22576"/>
                  </a:lnTo>
                  <a:lnTo>
                    <a:pt x="112338" y="22170"/>
                  </a:lnTo>
                  <a:lnTo>
                    <a:pt x="112902" y="21764"/>
                  </a:lnTo>
                  <a:lnTo>
                    <a:pt x="113466" y="21358"/>
                  </a:lnTo>
                  <a:lnTo>
                    <a:pt x="114030" y="20952"/>
                  </a:lnTo>
                  <a:lnTo>
                    <a:pt x="114594" y="20545"/>
                  </a:lnTo>
                  <a:lnTo>
                    <a:pt x="115157" y="20139"/>
                  </a:lnTo>
                  <a:lnTo>
                    <a:pt x="115721" y="19732"/>
                  </a:lnTo>
                  <a:lnTo>
                    <a:pt x="116284" y="19325"/>
                  </a:lnTo>
                  <a:lnTo>
                    <a:pt x="116847" y="18918"/>
                  </a:lnTo>
                  <a:lnTo>
                    <a:pt x="117411" y="18510"/>
                  </a:lnTo>
                  <a:lnTo>
                    <a:pt x="117974" y="18103"/>
                  </a:lnTo>
                  <a:lnTo>
                    <a:pt x="118537" y="17695"/>
                  </a:lnTo>
                  <a:lnTo>
                    <a:pt x="119099" y="17287"/>
                  </a:lnTo>
                  <a:lnTo>
                    <a:pt x="119662" y="16879"/>
                  </a:lnTo>
                  <a:lnTo>
                    <a:pt x="120225" y="16471"/>
                  </a:lnTo>
                  <a:lnTo>
                    <a:pt x="120787" y="16062"/>
                  </a:lnTo>
                  <a:lnTo>
                    <a:pt x="121349" y="15654"/>
                  </a:lnTo>
                  <a:lnTo>
                    <a:pt x="121911" y="15245"/>
                  </a:lnTo>
                  <a:lnTo>
                    <a:pt x="122473" y="14836"/>
                  </a:lnTo>
                  <a:lnTo>
                    <a:pt x="123035" y="14427"/>
                  </a:lnTo>
                  <a:lnTo>
                    <a:pt x="123597" y="14018"/>
                  </a:lnTo>
                  <a:lnTo>
                    <a:pt x="124159" y="13608"/>
                  </a:lnTo>
                  <a:lnTo>
                    <a:pt x="124720" y="13199"/>
                  </a:lnTo>
                  <a:lnTo>
                    <a:pt x="125282" y="12789"/>
                  </a:lnTo>
                  <a:lnTo>
                    <a:pt x="125843" y="12379"/>
                  </a:lnTo>
                  <a:lnTo>
                    <a:pt x="126404" y="11969"/>
                  </a:lnTo>
                  <a:lnTo>
                    <a:pt x="126965" y="11558"/>
                  </a:lnTo>
                  <a:lnTo>
                    <a:pt x="127526" y="11148"/>
                  </a:lnTo>
                  <a:lnTo>
                    <a:pt x="128087" y="10737"/>
                  </a:lnTo>
                  <a:lnTo>
                    <a:pt x="128647" y="10326"/>
                  </a:lnTo>
                  <a:lnTo>
                    <a:pt x="129208" y="9915"/>
                  </a:lnTo>
                  <a:lnTo>
                    <a:pt x="129768" y="9504"/>
                  </a:lnTo>
                  <a:lnTo>
                    <a:pt x="130328" y="9093"/>
                  </a:lnTo>
                  <a:lnTo>
                    <a:pt x="130889" y="8681"/>
                  </a:lnTo>
                  <a:lnTo>
                    <a:pt x="131449" y="8270"/>
                  </a:lnTo>
                  <a:lnTo>
                    <a:pt x="132008" y="7858"/>
                  </a:lnTo>
                  <a:lnTo>
                    <a:pt x="132568" y="7446"/>
                  </a:lnTo>
                  <a:lnTo>
                    <a:pt x="133128" y="7034"/>
                  </a:lnTo>
                  <a:lnTo>
                    <a:pt x="133687" y="6621"/>
                  </a:lnTo>
                  <a:lnTo>
                    <a:pt x="134247" y="6209"/>
                  </a:lnTo>
                  <a:lnTo>
                    <a:pt x="134806" y="5796"/>
                  </a:lnTo>
                  <a:lnTo>
                    <a:pt x="135365" y="5383"/>
                  </a:lnTo>
                  <a:lnTo>
                    <a:pt x="135924" y="4970"/>
                  </a:lnTo>
                  <a:lnTo>
                    <a:pt x="136483" y="4557"/>
                  </a:lnTo>
                  <a:lnTo>
                    <a:pt x="137042" y="4143"/>
                  </a:lnTo>
                  <a:lnTo>
                    <a:pt x="137600" y="3730"/>
                  </a:lnTo>
                  <a:lnTo>
                    <a:pt x="138159" y="3316"/>
                  </a:lnTo>
                  <a:lnTo>
                    <a:pt x="138717" y="2902"/>
                  </a:lnTo>
                  <a:lnTo>
                    <a:pt x="139275" y="2488"/>
                  </a:lnTo>
                  <a:lnTo>
                    <a:pt x="139833" y="2074"/>
                  </a:lnTo>
                  <a:lnTo>
                    <a:pt x="140391" y="1659"/>
                  </a:lnTo>
                  <a:lnTo>
                    <a:pt x="140949" y="1244"/>
                  </a:lnTo>
                  <a:lnTo>
                    <a:pt x="141507" y="830"/>
                  </a:lnTo>
                  <a:lnTo>
                    <a:pt x="142064" y="415"/>
                  </a:lnTo>
                  <a:lnTo>
                    <a:pt x="142622" y="0"/>
                  </a:lnTo>
                </a:path>
              </a:pathLst>
            </a:custGeom>
            <a:ln w="22859" cap="rnd">
              <a:solidFill>
                <a:srgbClr val="7CC7F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1" name="pl7151"/>
            <p:cNvSpPr/>
            <p:nvPr/>
          </p:nvSpPr>
          <p:spPr>
            <a:xfrm>
              <a:off x="6828332" y="5390340"/>
              <a:ext cx="294442" cy="127894"/>
            </a:xfrm>
            <a:custGeom>
              <a:avLst/>
              <a:pathLst>
                <a:path w="294442" h="127894">
                  <a:moveTo>
                    <a:pt x="0" y="127894"/>
                  </a:moveTo>
                  <a:lnTo>
                    <a:pt x="1217" y="127467"/>
                  </a:lnTo>
                  <a:lnTo>
                    <a:pt x="2434" y="127039"/>
                  </a:lnTo>
                  <a:lnTo>
                    <a:pt x="3651" y="126610"/>
                  </a:lnTo>
                  <a:lnTo>
                    <a:pt x="4868" y="126181"/>
                  </a:lnTo>
                  <a:lnTo>
                    <a:pt x="6085" y="125751"/>
                  </a:lnTo>
                  <a:lnTo>
                    <a:pt x="7301" y="125320"/>
                  </a:lnTo>
                  <a:lnTo>
                    <a:pt x="8517" y="124888"/>
                  </a:lnTo>
                  <a:lnTo>
                    <a:pt x="9733" y="124456"/>
                  </a:lnTo>
                  <a:lnTo>
                    <a:pt x="10949" y="124023"/>
                  </a:lnTo>
                  <a:lnTo>
                    <a:pt x="12164" y="123589"/>
                  </a:lnTo>
                  <a:lnTo>
                    <a:pt x="13379" y="123155"/>
                  </a:lnTo>
                  <a:lnTo>
                    <a:pt x="14594" y="122720"/>
                  </a:lnTo>
                  <a:lnTo>
                    <a:pt x="15808" y="122284"/>
                  </a:lnTo>
                  <a:lnTo>
                    <a:pt x="17023" y="121848"/>
                  </a:lnTo>
                  <a:lnTo>
                    <a:pt x="18237" y="121410"/>
                  </a:lnTo>
                  <a:lnTo>
                    <a:pt x="19451" y="120973"/>
                  </a:lnTo>
                  <a:lnTo>
                    <a:pt x="20664" y="120534"/>
                  </a:lnTo>
                  <a:lnTo>
                    <a:pt x="21877" y="120095"/>
                  </a:lnTo>
                  <a:lnTo>
                    <a:pt x="23090" y="119655"/>
                  </a:lnTo>
                  <a:lnTo>
                    <a:pt x="24303" y="119214"/>
                  </a:lnTo>
                  <a:lnTo>
                    <a:pt x="25516" y="118772"/>
                  </a:lnTo>
                  <a:lnTo>
                    <a:pt x="26728" y="118330"/>
                  </a:lnTo>
                  <a:lnTo>
                    <a:pt x="27940" y="117887"/>
                  </a:lnTo>
                  <a:lnTo>
                    <a:pt x="29152" y="117444"/>
                  </a:lnTo>
                  <a:lnTo>
                    <a:pt x="30363" y="117000"/>
                  </a:lnTo>
                  <a:lnTo>
                    <a:pt x="31574" y="116555"/>
                  </a:lnTo>
                  <a:lnTo>
                    <a:pt x="32785" y="116109"/>
                  </a:lnTo>
                  <a:lnTo>
                    <a:pt x="33996" y="115662"/>
                  </a:lnTo>
                  <a:lnTo>
                    <a:pt x="35206" y="115215"/>
                  </a:lnTo>
                  <a:lnTo>
                    <a:pt x="36417" y="114768"/>
                  </a:lnTo>
                  <a:lnTo>
                    <a:pt x="37626" y="114319"/>
                  </a:lnTo>
                  <a:lnTo>
                    <a:pt x="38836" y="113870"/>
                  </a:lnTo>
                  <a:lnTo>
                    <a:pt x="40046" y="113420"/>
                  </a:lnTo>
                  <a:lnTo>
                    <a:pt x="41255" y="112969"/>
                  </a:lnTo>
                  <a:lnTo>
                    <a:pt x="42464" y="112518"/>
                  </a:lnTo>
                  <a:lnTo>
                    <a:pt x="43672" y="112066"/>
                  </a:lnTo>
                  <a:lnTo>
                    <a:pt x="44880" y="111613"/>
                  </a:lnTo>
                  <a:lnTo>
                    <a:pt x="46089" y="111160"/>
                  </a:lnTo>
                  <a:lnTo>
                    <a:pt x="47296" y="110706"/>
                  </a:lnTo>
                  <a:lnTo>
                    <a:pt x="48504" y="110251"/>
                  </a:lnTo>
                  <a:lnTo>
                    <a:pt x="49711" y="109795"/>
                  </a:lnTo>
                  <a:lnTo>
                    <a:pt x="50918" y="109339"/>
                  </a:lnTo>
                  <a:lnTo>
                    <a:pt x="52125" y="108882"/>
                  </a:lnTo>
                  <a:lnTo>
                    <a:pt x="53331" y="108424"/>
                  </a:lnTo>
                  <a:lnTo>
                    <a:pt x="54538" y="107966"/>
                  </a:lnTo>
                  <a:lnTo>
                    <a:pt x="55744" y="107507"/>
                  </a:lnTo>
                  <a:lnTo>
                    <a:pt x="56949" y="107047"/>
                  </a:lnTo>
                  <a:lnTo>
                    <a:pt x="58155" y="106587"/>
                  </a:lnTo>
                  <a:lnTo>
                    <a:pt x="59360" y="106126"/>
                  </a:lnTo>
                  <a:lnTo>
                    <a:pt x="60565" y="105664"/>
                  </a:lnTo>
                  <a:lnTo>
                    <a:pt x="61769" y="105201"/>
                  </a:lnTo>
                  <a:lnTo>
                    <a:pt x="62974" y="104738"/>
                  </a:lnTo>
                  <a:lnTo>
                    <a:pt x="64178" y="104274"/>
                  </a:lnTo>
                  <a:lnTo>
                    <a:pt x="65381" y="103809"/>
                  </a:lnTo>
                  <a:lnTo>
                    <a:pt x="66585" y="103344"/>
                  </a:lnTo>
                  <a:lnTo>
                    <a:pt x="67788" y="102878"/>
                  </a:lnTo>
                  <a:lnTo>
                    <a:pt x="68991" y="102411"/>
                  </a:lnTo>
                  <a:lnTo>
                    <a:pt x="70194" y="101944"/>
                  </a:lnTo>
                  <a:lnTo>
                    <a:pt x="71396" y="101475"/>
                  </a:lnTo>
                  <a:lnTo>
                    <a:pt x="72599" y="101006"/>
                  </a:lnTo>
                  <a:lnTo>
                    <a:pt x="73800" y="100537"/>
                  </a:lnTo>
                  <a:lnTo>
                    <a:pt x="75002" y="100067"/>
                  </a:lnTo>
                  <a:lnTo>
                    <a:pt x="76203" y="99596"/>
                  </a:lnTo>
                  <a:lnTo>
                    <a:pt x="77404" y="99124"/>
                  </a:lnTo>
                  <a:lnTo>
                    <a:pt x="78605" y="98652"/>
                  </a:lnTo>
                  <a:lnTo>
                    <a:pt x="79806" y="98178"/>
                  </a:lnTo>
                  <a:lnTo>
                    <a:pt x="81006" y="97705"/>
                  </a:lnTo>
                  <a:lnTo>
                    <a:pt x="82206" y="97230"/>
                  </a:lnTo>
                  <a:lnTo>
                    <a:pt x="83406" y="96755"/>
                  </a:lnTo>
                  <a:lnTo>
                    <a:pt x="84605" y="96279"/>
                  </a:lnTo>
                  <a:lnTo>
                    <a:pt x="85804" y="95802"/>
                  </a:lnTo>
                  <a:lnTo>
                    <a:pt x="87003" y="95325"/>
                  </a:lnTo>
                  <a:lnTo>
                    <a:pt x="88202" y="94847"/>
                  </a:lnTo>
                  <a:lnTo>
                    <a:pt x="89400" y="94369"/>
                  </a:lnTo>
                  <a:lnTo>
                    <a:pt x="90598" y="93889"/>
                  </a:lnTo>
                  <a:lnTo>
                    <a:pt x="91796" y="93409"/>
                  </a:lnTo>
                  <a:lnTo>
                    <a:pt x="92993" y="92928"/>
                  </a:lnTo>
                  <a:lnTo>
                    <a:pt x="94190" y="92447"/>
                  </a:lnTo>
                  <a:lnTo>
                    <a:pt x="95387" y="91965"/>
                  </a:lnTo>
                  <a:lnTo>
                    <a:pt x="96584" y="91482"/>
                  </a:lnTo>
                  <a:lnTo>
                    <a:pt x="97780" y="90998"/>
                  </a:lnTo>
                  <a:lnTo>
                    <a:pt x="98976" y="90514"/>
                  </a:lnTo>
                  <a:lnTo>
                    <a:pt x="100172" y="90029"/>
                  </a:lnTo>
                  <a:lnTo>
                    <a:pt x="101367" y="89543"/>
                  </a:lnTo>
                  <a:lnTo>
                    <a:pt x="102563" y="89057"/>
                  </a:lnTo>
                  <a:lnTo>
                    <a:pt x="103758" y="88570"/>
                  </a:lnTo>
                  <a:lnTo>
                    <a:pt x="104952" y="88082"/>
                  </a:lnTo>
                  <a:lnTo>
                    <a:pt x="106147" y="87594"/>
                  </a:lnTo>
                  <a:lnTo>
                    <a:pt x="107341" y="87105"/>
                  </a:lnTo>
                  <a:lnTo>
                    <a:pt x="108534" y="86615"/>
                  </a:lnTo>
                  <a:lnTo>
                    <a:pt x="109728" y="86124"/>
                  </a:lnTo>
                  <a:lnTo>
                    <a:pt x="110921" y="85633"/>
                  </a:lnTo>
                  <a:lnTo>
                    <a:pt x="112114" y="85141"/>
                  </a:lnTo>
                  <a:lnTo>
                    <a:pt x="113307" y="84648"/>
                  </a:lnTo>
                  <a:lnTo>
                    <a:pt x="114499" y="84155"/>
                  </a:lnTo>
                  <a:lnTo>
                    <a:pt x="115691" y="83661"/>
                  </a:lnTo>
                  <a:lnTo>
                    <a:pt x="116883" y="83166"/>
                  </a:lnTo>
                  <a:lnTo>
                    <a:pt x="118074" y="82671"/>
                  </a:lnTo>
                  <a:lnTo>
                    <a:pt x="119265" y="82175"/>
                  </a:lnTo>
                  <a:lnTo>
                    <a:pt x="120456" y="81678"/>
                  </a:lnTo>
                  <a:lnTo>
                    <a:pt x="121647" y="81181"/>
                  </a:lnTo>
                  <a:lnTo>
                    <a:pt x="122837" y="80683"/>
                  </a:lnTo>
                  <a:lnTo>
                    <a:pt x="124027" y="80184"/>
                  </a:lnTo>
                  <a:lnTo>
                    <a:pt x="125217" y="79684"/>
                  </a:lnTo>
                  <a:lnTo>
                    <a:pt x="126407" y="79184"/>
                  </a:lnTo>
                  <a:lnTo>
                    <a:pt x="127596" y="78683"/>
                  </a:lnTo>
                  <a:lnTo>
                    <a:pt x="128785" y="78181"/>
                  </a:lnTo>
                  <a:lnTo>
                    <a:pt x="129973" y="77679"/>
                  </a:lnTo>
                  <a:lnTo>
                    <a:pt x="131161" y="77176"/>
                  </a:lnTo>
                  <a:lnTo>
                    <a:pt x="132349" y="76672"/>
                  </a:lnTo>
                  <a:lnTo>
                    <a:pt x="133537" y="76168"/>
                  </a:lnTo>
                  <a:lnTo>
                    <a:pt x="134725" y="75663"/>
                  </a:lnTo>
                  <a:lnTo>
                    <a:pt x="135912" y="75157"/>
                  </a:lnTo>
                  <a:lnTo>
                    <a:pt x="137098" y="74650"/>
                  </a:lnTo>
                  <a:lnTo>
                    <a:pt x="138285" y="74143"/>
                  </a:lnTo>
                  <a:lnTo>
                    <a:pt x="139471" y="73635"/>
                  </a:lnTo>
                  <a:lnTo>
                    <a:pt x="140657" y="73127"/>
                  </a:lnTo>
                  <a:lnTo>
                    <a:pt x="141843" y="72618"/>
                  </a:lnTo>
                  <a:lnTo>
                    <a:pt x="143028" y="72108"/>
                  </a:lnTo>
                  <a:lnTo>
                    <a:pt x="144213" y="71597"/>
                  </a:lnTo>
                  <a:lnTo>
                    <a:pt x="145398" y="71086"/>
                  </a:lnTo>
                  <a:lnTo>
                    <a:pt x="146582" y="70574"/>
                  </a:lnTo>
                  <a:lnTo>
                    <a:pt x="147766" y="70061"/>
                  </a:lnTo>
                  <a:lnTo>
                    <a:pt x="148950" y="69548"/>
                  </a:lnTo>
                  <a:lnTo>
                    <a:pt x="150134" y="69033"/>
                  </a:lnTo>
                  <a:lnTo>
                    <a:pt x="151317" y="68519"/>
                  </a:lnTo>
                  <a:lnTo>
                    <a:pt x="152500" y="68003"/>
                  </a:lnTo>
                  <a:lnTo>
                    <a:pt x="153683" y="67487"/>
                  </a:lnTo>
                  <a:lnTo>
                    <a:pt x="154865" y="66970"/>
                  </a:lnTo>
                  <a:lnTo>
                    <a:pt x="156047" y="66453"/>
                  </a:lnTo>
                  <a:lnTo>
                    <a:pt x="157229" y="65934"/>
                  </a:lnTo>
                  <a:lnTo>
                    <a:pt x="158410" y="65416"/>
                  </a:lnTo>
                  <a:lnTo>
                    <a:pt x="159591" y="64896"/>
                  </a:lnTo>
                  <a:lnTo>
                    <a:pt x="160772" y="64376"/>
                  </a:lnTo>
                  <a:lnTo>
                    <a:pt x="161953" y="63855"/>
                  </a:lnTo>
                  <a:lnTo>
                    <a:pt x="163133" y="63333"/>
                  </a:lnTo>
                  <a:lnTo>
                    <a:pt x="164313" y="62811"/>
                  </a:lnTo>
                  <a:lnTo>
                    <a:pt x="165492" y="62288"/>
                  </a:lnTo>
                  <a:lnTo>
                    <a:pt x="166672" y="61764"/>
                  </a:lnTo>
                  <a:lnTo>
                    <a:pt x="167851" y="61240"/>
                  </a:lnTo>
                  <a:lnTo>
                    <a:pt x="169029" y="60714"/>
                  </a:lnTo>
                  <a:lnTo>
                    <a:pt x="170208" y="60189"/>
                  </a:lnTo>
                  <a:lnTo>
                    <a:pt x="171386" y="59662"/>
                  </a:lnTo>
                  <a:lnTo>
                    <a:pt x="172564" y="59135"/>
                  </a:lnTo>
                  <a:lnTo>
                    <a:pt x="173741" y="58607"/>
                  </a:lnTo>
                  <a:lnTo>
                    <a:pt x="174918" y="58079"/>
                  </a:lnTo>
                  <a:lnTo>
                    <a:pt x="176095" y="57549"/>
                  </a:lnTo>
                  <a:lnTo>
                    <a:pt x="177272" y="57020"/>
                  </a:lnTo>
                  <a:lnTo>
                    <a:pt x="178448" y="56489"/>
                  </a:lnTo>
                  <a:lnTo>
                    <a:pt x="179624" y="55958"/>
                  </a:lnTo>
                  <a:lnTo>
                    <a:pt x="180799" y="55426"/>
                  </a:lnTo>
                  <a:lnTo>
                    <a:pt x="181975" y="54893"/>
                  </a:lnTo>
                  <a:lnTo>
                    <a:pt x="183150" y="54360"/>
                  </a:lnTo>
                  <a:lnTo>
                    <a:pt x="184324" y="53826"/>
                  </a:lnTo>
                  <a:lnTo>
                    <a:pt x="185499" y="53291"/>
                  </a:lnTo>
                  <a:lnTo>
                    <a:pt x="186673" y="52756"/>
                  </a:lnTo>
                  <a:lnTo>
                    <a:pt x="187847" y="52220"/>
                  </a:lnTo>
                  <a:lnTo>
                    <a:pt x="189020" y="51683"/>
                  </a:lnTo>
                  <a:lnTo>
                    <a:pt x="190193" y="51145"/>
                  </a:lnTo>
                  <a:lnTo>
                    <a:pt x="191366" y="50607"/>
                  </a:lnTo>
                  <a:lnTo>
                    <a:pt x="192538" y="50068"/>
                  </a:lnTo>
                  <a:lnTo>
                    <a:pt x="193711" y="49529"/>
                  </a:lnTo>
                  <a:lnTo>
                    <a:pt x="194882" y="48989"/>
                  </a:lnTo>
                  <a:lnTo>
                    <a:pt x="196054" y="48448"/>
                  </a:lnTo>
                  <a:lnTo>
                    <a:pt x="197225" y="47906"/>
                  </a:lnTo>
                  <a:lnTo>
                    <a:pt x="198396" y="47364"/>
                  </a:lnTo>
                  <a:lnTo>
                    <a:pt x="199567" y="46821"/>
                  </a:lnTo>
                  <a:lnTo>
                    <a:pt x="200737" y="46278"/>
                  </a:lnTo>
                  <a:lnTo>
                    <a:pt x="201907" y="45733"/>
                  </a:lnTo>
                  <a:lnTo>
                    <a:pt x="203077" y="45189"/>
                  </a:lnTo>
                  <a:lnTo>
                    <a:pt x="204246" y="44643"/>
                  </a:lnTo>
                  <a:lnTo>
                    <a:pt x="205415" y="44097"/>
                  </a:lnTo>
                  <a:lnTo>
                    <a:pt x="206584" y="43550"/>
                  </a:lnTo>
                  <a:lnTo>
                    <a:pt x="207752" y="43002"/>
                  </a:lnTo>
                  <a:lnTo>
                    <a:pt x="208920" y="42454"/>
                  </a:lnTo>
                  <a:lnTo>
                    <a:pt x="210088" y="41905"/>
                  </a:lnTo>
                  <a:lnTo>
                    <a:pt x="211255" y="41355"/>
                  </a:lnTo>
                  <a:lnTo>
                    <a:pt x="212422" y="40804"/>
                  </a:lnTo>
                  <a:lnTo>
                    <a:pt x="213589" y="40253"/>
                  </a:lnTo>
                  <a:lnTo>
                    <a:pt x="214756" y="39702"/>
                  </a:lnTo>
                  <a:lnTo>
                    <a:pt x="215922" y="39149"/>
                  </a:lnTo>
                  <a:lnTo>
                    <a:pt x="217088" y="38596"/>
                  </a:lnTo>
                  <a:lnTo>
                    <a:pt x="218253" y="38042"/>
                  </a:lnTo>
                  <a:lnTo>
                    <a:pt x="219418" y="37488"/>
                  </a:lnTo>
                  <a:lnTo>
                    <a:pt x="220583" y="36933"/>
                  </a:lnTo>
                  <a:lnTo>
                    <a:pt x="221748" y="36377"/>
                  </a:lnTo>
                  <a:lnTo>
                    <a:pt x="222912" y="35820"/>
                  </a:lnTo>
                  <a:lnTo>
                    <a:pt x="224076" y="35263"/>
                  </a:lnTo>
                  <a:lnTo>
                    <a:pt x="225239" y="34705"/>
                  </a:lnTo>
                  <a:lnTo>
                    <a:pt x="226402" y="34147"/>
                  </a:lnTo>
                  <a:lnTo>
                    <a:pt x="227565" y="33588"/>
                  </a:lnTo>
                  <a:lnTo>
                    <a:pt x="228728" y="33028"/>
                  </a:lnTo>
                  <a:lnTo>
                    <a:pt x="229890" y="32467"/>
                  </a:lnTo>
                  <a:lnTo>
                    <a:pt x="231052" y="31906"/>
                  </a:lnTo>
                  <a:lnTo>
                    <a:pt x="232214" y="31344"/>
                  </a:lnTo>
                  <a:lnTo>
                    <a:pt x="233375" y="30781"/>
                  </a:lnTo>
                  <a:lnTo>
                    <a:pt x="234536" y="30218"/>
                  </a:lnTo>
                  <a:lnTo>
                    <a:pt x="235696" y="29654"/>
                  </a:lnTo>
                  <a:lnTo>
                    <a:pt x="236857" y="29089"/>
                  </a:lnTo>
                  <a:lnTo>
                    <a:pt x="238017" y="28524"/>
                  </a:lnTo>
                  <a:lnTo>
                    <a:pt x="239176" y="27958"/>
                  </a:lnTo>
                  <a:lnTo>
                    <a:pt x="240335" y="27391"/>
                  </a:lnTo>
                  <a:lnTo>
                    <a:pt x="241494" y="26824"/>
                  </a:lnTo>
                  <a:lnTo>
                    <a:pt x="242653" y="26256"/>
                  </a:lnTo>
                  <a:lnTo>
                    <a:pt x="243811" y="25687"/>
                  </a:lnTo>
                  <a:lnTo>
                    <a:pt x="244969" y="25118"/>
                  </a:lnTo>
                  <a:lnTo>
                    <a:pt x="246127" y="24548"/>
                  </a:lnTo>
                  <a:lnTo>
                    <a:pt x="247284" y="23977"/>
                  </a:lnTo>
                  <a:lnTo>
                    <a:pt x="248441" y="23406"/>
                  </a:lnTo>
                  <a:lnTo>
                    <a:pt x="249598" y="22834"/>
                  </a:lnTo>
                  <a:lnTo>
                    <a:pt x="250754" y="22261"/>
                  </a:lnTo>
                  <a:lnTo>
                    <a:pt x="251910" y="21688"/>
                  </a:lnTo>
                  <a:lnTo>
                    <a:pt x="253066" y="21114"/>
                  </a:lnTo>
                  <a:lnTo>
                    <a:pt x="254221" y="20539"/>
                  </a:lnTo>
                  <a:lnTo>
                    <a:pt x="255376" y="19963"/>
                  </a:lnTo>
                  <a:lnTo>
                    <a:pt x="256531" y="19387"/>
                  </a:lnTo>
                  <a:lnTo>
                    <a:pt x="257685" y="18810"/>
                  </a:lnTo>
                  <a:lnTo>
                    <a:pt x="258839" y="18233"/>
                  </a:lnTo>
                  <a:lnTo>
                    <a:pt x="259992" y="17655"/>
                  </a:lnTo>
                  <a:lnTo>
                    <a:pt x="261146" y="17076"/>
                  </a:lnTo>
                  <a:lnTo>
                    <a:pt x="262299" y="16497"/>
                  </a:lnTo>
                  <a:lnTo>
                    <a:pt x="263451" y="15917"/>
                  </a:lnTo>
                  <a:lnTo>
                    <a:pt x="264603" y="15336"/>
                  </a:lnTo>
                  <a:lnTo>
                    <a:pt x="265755" y="14754"/>
                  </a:lnTo>
                  <a:lnTo>
                    <a:pt x="266907" y="14172"/>
                  </a:lnTo>
                  <a:lnTo>
                    <a:pt x="268058" y="13589"/>
                  </a:lnTo>
                  <a:lnTo>
                    <a:pt x="269209" y="13006"/>
                  </a:lnTo>
                  <a:lnTo>
                    <a:pt x="270360" y="12422"/>
                  </a:lnTo>
                  <a:lnTo>
                    <a:pt x="271510" y="11837"/>
                  </a:lnTo>
                  <a:lnTo>
                    <a:pt x="272660" y="11251"/>
                  </a:lnTo>
                  <a:lnTo>
                    <a:pt x="273809" y="10665"/>
                  </a:lnTo>
                  <a:lnTo>
                    <a:pt x="274959" y="10078"/>
                  </a:lnTo>
                  <a:lnTo>
                    <a:pt x="276107" y="9491"/>
                  </a:lnTo>
                  <a:lnTo>
                    <a:pt x="277256" y="8902"/>
                  </a:lnTo>
                  <a:lnTo>
                    <a:pt x="278404" y="8314"/>
                  </a:lnTo>
                  <a:lnTo>
                    <a:pt x="279552" y="7724"/>
                  </a:lnTo>
                  <a:lnTo>
                    <a:pt x="280699" y="7134"/>
                  </a:lnTo>
                  <a:lnTo>
                    <a:pt x="281847" y="6543"/>
                  </a:lnTo>
                  <a:lnTo>
                    <a:pt x="282993" y="5952"/>
                  </a:lnTo>
                  <a:lnTo>
                    <a:pt x="284140" y="5359"/>
                  </a:lnTo>
                  <a:lnTo>
                    <a:pt x="285286" y="4766"/>
                  </a:lnTo>
                  <a:lnTo>
                    <a:pt x="286432" y="4173"/>
                  </a:lnTo>
                  <a:lnTo>
                    <a:pt x="287577" y="3579"/>
                  </a:lnTo>
                  <a:lnTo>
                    <a:pt x="288722" y="2984"/>
                  </a:lnTo>
                  <a:lnTo>
                    <a:pt x="289867" y="2388"/>
                  </a:lnTo>
                  <a:lnTo>
                    <a:pt x="291011" y="1792"/>
                  </a:lnTo>
                  <a:lnTo>
                    <a:pt x="292155" y="1195"/>
                  </a:lnTo>
                  <a:lnTo>
                    <a:pt x="293299" y="598"/>
                  </a:lnTo>
                  <a:lnTo>
                    <a:pt x="294442" y="0"/>
                  </a:lnTo>
                </a:path>
              </a:pathLst>
            </a:custGeom>
            <a:ln w="83820" cap="rnd">
              <a:solidFill>
                <a:srgbClr val="FF8ED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2" name="pl7152"/>
            <p:cNvSpPr/>
            <p:nvPr/>
          </p:nvSpPr>
          <p:spPr>
            <a:xfrm>
              <a:off x="6841108" y="5424549"/>
              <a:ext cx="299578" cy="130125"/>
            </a:xfrm>
            <a:custGeom>
              <a:avLst/>
              <a:pathLst>
                <a:path w="299578" h="130125">
                  <a:moveTo>
                    <a:pt x="0" y="130125"/>
                  </a:moveTo>
                  <a:lnTo>
                    <a:pt x="1238" y="129690"/>
                  </a:lnTo>
                  <a:lnTo>
                    <a:pt x="2477" y="129255"/>
                  </a:lnTo>
                  <a:lnTo>
                    <a:pt x="3715" y="128818"/>
                  </a:lnTo>
                  <a:lnTo>
                    <a:pt x="4953" y="128382"/>
                  </a:lnTo>
                  <a:lnTo>
                    <a:pt x="6191" y="127944"/>
                  </a:lnTo>
                  <a:lnTo>
                    <a:pt x="7429" y="127506"/>
                  </a:lnTo>
                  <a:lnTo>
                    <a:pt x="8666" y="127066"/>
                  </a:lnTo>
                  <a:lnTo>
                    <a:pt x="9903" y="126627"/>
                  </a:lnTo>
                  <a:lnTo>
                    <a:pt x="11140" y="126186"/>
                  </a:lnTo>
                  <a:lnTo>
                    <a:pt x="12376" y="125745"/>
                  </a:lnTo>
                  <a:lnTo>
                    <a:pt x="13612" y="125303"/>
                  </a:lnTo>
                  <a:lnTo>
                    <a:pt x="14848" y="124860"/>
                  </a:lnTo>
                  <a:lnTo>
                    <a:pt x="16084" y="124417"/>
                  </a:lnTo>
                  <a:lnTo>
                    <a:pt x="17320" y="123973"/>
                  </a:lnTo>
                  <a:lnTo>
                    <a:pt x="18555" y="123528"/>
                  </a:lnTo>
                  <a:lnTo>
                    <a:pt x="19790" y="123083"/>
                  </a:lnTo>
                  <a:lnTo>
                    <a:pt x="21024" y="122636"/>
                  </a:lnTo>
                  <a:lnTo>
                    <a:pt x="22259" y="122189"/>
                  </a:lnTo>
                  <a:lnTo>
                    <a:pt x="23493" y="121742"/>
                  </a:lnTo>
                  <a:lnTo>
                    <a:pt x="24727" y="121293"/>
                  </a:lnTo>
                  <a:lnTo>
                    <a:pt x="25961" y="120844"/>
                  </a:lnTo>
                  <a:lnTo>
                    <a:pt x="27194" y="120394"/>
                  </a:lnTo>
                  <a:lnTo>
                    <a:pt x="28427" y="119944"/>
                  </a:lnTo>
                  <a:lnTo>
                    <a:pt x="29660" y="119492"/>
                  </a:lnTo>
                  <a:lnTo>
                    <a:pt x="30893" y="119040"/>
                  </a:lnTo>
                  <a:lnTo>
                    <a:pt x="32125" y="118587"/>
                  </a:lnTo>
                  <a:lnTo>
                    <a:pt x="33357" y="118134"/>
                  </a:lnTo>
                  <a:lnTo>
                    <a:pt x="34589" y="117680"/>
                  </a:lnTo>
                  <a:lnTo>
                    <a:pt x="35820" y="117225"/>
                  </a:lnTo>
                  <a:lnTo>
                    <a:pt x="37052" y="116769"/>
                  </a:lnTo>
                  <a:lnTo>
                    <a:pt x="38283" y="116313"/>
                  </a:lnTo>
                  <a:lnTo>
                    <a:pt x="39514" y="115856"/>
                  </a:lnTo>
                  <a:lnTo>
                    <a:pt x="40744" y="115398"/>
                  </a:lnTo>
                  <a:lnTo>
                    <a:pt x="41974" y="114940"/>
                  </a:lnTo>
                  <a:lnTo>
                    <a:pt x="43204" y="114481"/>
                  </a:lnTo>
                  <a:lnTo>
                    <a:pt x="44434" y="114021"/>
                  </a:lnTo>
                  <a:lnTo>
                    <a:pt x="45663" y="113560"/>
                  </a:lnTo>
                  <a:lnTo>
                    <a:pt x="46892" y="113099"/>
                  </a:lnTo>
                  <a:lnTo>
                    <a:pt x="48121" y="112637"/>
                  </a:lnTo>
                  <a:lnTo>
                    <a:pt x="49350" y="112174"/>
                  </a:lnTo>
                  <a:lnTo>
                    <a:pt x="50578" y="111710"/>
                  </a:lnTo>
                  <a:lnTo>
                    <a:pt x="51806" y="111246"/>
                  </a:lnTo>
                  <a:lnTo>
                    <a:pt x="53034" y="110781"/>
                  </a:lnTo>
                  <a:lnTo>
                    <a:pt x="54262" y="110316"/>
                  </a:lnTo>
                  <a:lnTo>
                    <a:pt x="55489" y="109849"/>
                  </a:lnTo>
                  <a:lnTo>
                    <a:pt x="56716" y="109382"/>
                  </a:lnTo>
                  <a:lnTo>
                    <a:pt x="57943" y="108914"/>
                  </a:lnTo>
                  <a:lnTo>
                    <a:pt x="59169" y="108446"/>
                  </a:lnTo>
                  <a:lnTo>
                    <a:pt x="60395" y="107977"/>
                  </a:lnTo>
                  <a:lnTo>
                    <a:pt x="61621" y="107507"/>
                  </a:lnTo>
                  <a:lnTo>
                    <a:pt x="62847" y="107036"/>
                  </a:lnTo>
                  <a:lnTo>
                    <a:pt x="64072" y="106565"/>
                  </a:lnTo>
                  <a:lnTo>
                    <a:pt x="65297" y="106093"/>
                  </a:lnTo>
                  <a:lnTo>
                    <a:pt x="66522" y="105620"/>
                  </a:lnTo>
                  <a:lnTo>
                    <a:pt x="67746" y="105146"/>
                  </a:lnTo>
                  <a:lnTo>
                    <a:pt x="68971" y="104672"/>
                  </a:lnTo>
                  <a:lnTo>
                    <a:pt x="70195" y="104197"/>
                  </a:lnTo>
                  <a:lnTo>
                    <a:pt x="71418" y="103722"/>
                  </a:lnTo>
                  <a:lnTo>
                    <a:pt x="72642" y="103245"/>
                  </a:lnTo>
                  <a:lnTo>
                    <a:pt x="73865" y="102768"/>
                  </a:lnTo>
                  <a:lnTo>
                    <a:pt x="75088" y="102290"/>
                  </a:lnTo>
                  <a:lnTo>
                    <a:pt x="76310" y="101812"/>
                  </a:lnTo>
                  <a:lnTo>
                    <a:pt x="77533" y="101333"/>
                  </a:lnTo>
                  <a:lnTo>
                    <a:pt x="78755" y="100853"/>
                  </a:lnTo>
                  <a:lnTo>
                    <a:pt x="79976" y="100372"/>
                  </a:lnTo>
                  <a:lnTo>
                    <a:pt x="81198" y="99891"/>
                  </a:lnTo>
                  <a:lnTo>
                    <a:pt x="82419" y="99409"/>
                  </a:lnTo>
                  <a:lnTo>
                    <a:pt x="83640" y="98926"/>
                  </a:lnTo>
                  <a:lnTo>
                    <a:pt x="84860" y="98443"/>
                  </a:lnTo>
                  <a:lnTo>
                    <a:pt x="86081" y="97958"/>
                  </a:lnTo>
                  <a:lnTo>
                    <a:pt x="87301" y="97473"/>
                  </a:lnTo>
                  <a:lnTo>
                    <a:pt x="88521" y="96988"/>
                  </a:lnTo>
                  <a:lnTo>
                    <a:pt x="89740" y="96502"/>
                  </a:lnTo>
                  <a:lnTo>
                    <a:pt x="90959" y="96015"/>
                  </a:lnTo>
                  <a:lnTo>
                    <a:pt x="92178" y="95527"/>
                  </a:lnTo>
                  <a:lnTo>
                    <a:pt x="93397" y="95038"/>
                  </a:lnTo>
                  <a:lnTo>
                    <a:pt x="94615" y="94549"/>
                  </a:lnTo>
                  <a:lnTo>
                    <a:pt x="95833" y="94059"/>
                  </a:lnTo>
                  <a:lnTo>
                    <a:pt x="97051" y="93569"/>
                  </a:lnTo>
                  <a:lnTo>
                    <a:pt x="98268" y="93077"/>
                  </a:lnTo>
                  <a:lnTo>
                    <a:pt x="99486" y="92585"/>
                  </a:lnTo>
                  <a:lnTo>
                    <a:pt x="100702" y="92093"/>
                  </a:lnTo>
                  <a:lnTo>
                    <a:pt x="101919" y="91599"/>
                  </a:lnTo>
                  <a:lnTo>
                    <a:pt x="103135" y="91105"/>
                  </a:lnTo>
                  <a:lnTo>
                    <a:pt x="104352" y="90610"/>
                  </a:lnTo>
                  <a:lnTo>
                    <a:pt x="105567" y="90115"/>
                  </a:lnTo>
                  <a:lnTo>
                    <a:pt x="106783" y="89619"/>
                  </a:lnTo>
                  <a:lnTo>
                    <a:pt x="107998" y="89122"/>
                  </a:lnTo>
                  <a:lnTo>
                    <a:pt x="109213" y="88624"/>
                  </a:lnTo>
                  <a:lnTo>
                    <a:pt x="110427" y="88126"/>
                  </a:lnTo>
                  <a:lnTo>
                    <a:pt x="111642" y="87626"/>
                  </a:lnTo>
                  <a:lnTo>
                    <a:pt x="112856" y="87127"/>
                  </a:lnTo>
                  <a:lnTo>
                    <a:pt x="114069" y="86626"/>
                  </a:lnTo>
                  <a:lnTo>
                    <a:pt x="115283" y="86125"/>
                  </a:lnTo>
                  <a:lnTo>
                    <a:pt x="116496" y="85623"/>
                  </a:lnTo>
                  <a:lnTo>
                    <a:pt x="117709" y="85120"/>
                  </a:lnTo>
                  <a:lnTo>
                    <a:pt x="118921" y="84617"/>
                  </a:lnTo>
                  <a:lnTo>
                    <a:pt x="120134" y="84113"/>
                  </a:lnTo>
                  <a:lnTo>
                    <a:pt x="121346" y="83608"/>
                  </a:lnTo>
                  <a:lnTo>
                    <a:pt x="122557" y="83103"/>
                  </a:lnTo>
                  <a:lnTo>
                    <a:pt x="123769" y="82597"/>
                  </a:lnTo>
                  <a:lnTo>
                    <a:pt x="124980" y="82090"/>
                  </a:lnTo>
                  <a:lnTo>
                    <a:pt x="126191" y="81582"/>
                  </a:lnTo>
                  <a:lnTo>
                    <a:pt x="127401" y="81074"/>
                  </a:lnTo>
                  <a:lnTo>
                    <a:pt x="128611" y="80565"/>
                  </a:lnTo>
                  <a:lnTo>
                    <a:pt x="129821" y="80055"/>
                  </a:lnTo>
                  <a:lnTo>
                    <a:pt x="131031" y="79545"/>
                  </a:lnTo>
                  <a:lnTo>
                    <a:pt x="132240" y="79034"/>
                  </a:lnTo>
                  <a:lnTo>
                    <a:pt x="133449" y="78522"/>
                  </a:lnTo>
                  <a:lnTo>
                    <a:pt x="134658" y="78010"/>
                  </a:lnTo>
                  <a:lnTo>
                    <a:pt x="135866" y="77496"/>
                  </a:lnTo>
                  <a:lnTo>
                    <a:pt x="137074" y="76982"/>
                  </a:lnTo>
                  <a:lnTo>
                    <a:pt x="138282" y="76468"/>
                  </a:lnTo>
                  <a:lnTo>
                    <a:pt x="139490" y="75952"/>
                  </a:lnTo>
                  <a:lnTo>
                    <a:pt x="140697" y="75436"/>
                  </a:lnTo>
                  <a:lnTo>
                    <a:pt x="141904" y="74920"/>
                  </a:lnTo>
                  <a:lnTo>
                    <a:pt x="143110" y="74402"/>
                  </a:lnTo>
                  <a:lnTo>
                    <a:pt x="144317" y="73884"/>
                  </a:lnTo>
                  <a:lnTo>
                    <a:pt x="145523" y="73365"/>
                  </a:lnTo>
                  <a:lnTo>
                    <a:pt x="146728" y="72846"/>
                  </a:lnTo>
                  <a:lnTo>
                    <a:pt x="147934" y="72326"/>
                  </a:lnTo>
                  <a:lnTo>
                    <a:pt x="149139" y="71805"/>
                  </a:lnTo>
                  <a:lnTo>
                    <a:pt x="150344" y="71283"/>
                  </a:lnTo>
                  <a:lnTo>
                    <a:pt x="151548" y="70761"/>
                  </a:lnTo>
                  <a:lnTo>
                    <a:pt x="152752" y="70238"/>
                  </a:lnTo>
                  <a:lnTo>
                    <a:pt x="153956" y="69714"/>
                  </a:lnTo>
                  <a:lnTo>
                    <a:pt x="155160" y="69189"/>
                  </a:lnTo>
                  <a:lnTo>
                    <a:pt x="156363" y="68664"/>
                  </a:lnTo>
                  <a:lnTo>
                    <a:pt x="157566" y="68138"/>
                  </a:lnTo>
                  <a:lnTo>
                    <a:pt x="158769" y="67612"/>
                  </a:lnTo>
                  <a:lnTo>
                    <a:pt x="159971" y="67085"/>
                  </a:lnTo>
                  <a:lnTo>
                    <a:pt x="161173" y="66557"/>
                  </a:lnTo>
                  <a:lnTo>
                    <a:pt x="162375" y="66028"/>
                  </a:lnTo>
                  <a:lnTo>
                    <a:pt x="163576" y="65499"/>
                  </a:lnTo>
                  <a:lnTo>
                    <a:pt x="164777" y="64968"/>
                  </a:lnTo>
                  <a:lnTo>
                    <a:pt x="165978" y="64438"/>
                  </a:lnTo>
                  <a:lnTo>
                    <a:pt x="167179" y="63906"/>
                  </a:lnTo>
                  <a:lnTo>
                    <a:pt x="168379" y="63374"/>
                  </a:lnTo>
                  <a:lnTo>
                    <a:pt x="169579" y="62841"/>
                  </a:lnTo>
                  <a:lnTo>
                    <a:pt x="170778" y="62308"/>
                  </a:lnTo>
                  <a:lnTo>
                    <a:pt x="171978" y="61773"/>
                  </a:lnTo>
                  <a:lnTo>
                    <a:pt x="173176" y="61238"/>
                  </a:lnTo>
                  <a:lnTo>
                    <a:pt x="174375" y="60703"/>
                  </a:lnTo>
                  <a:lnTo>
                    <a:pt x="175573" y="60166"/>
                  </a:lnTo>
                  <a:lnTo>
                    <a:pt x="176771" y="59629"/>
                  </a:lnTo>
                  <a:lnTo>
                    <a:pt x="177969" y="59092"/>
                  </a:lnTo>
                  <a:lnTo>
                    <a:pt x="179166" y="58553"/>
                  </a:lnTo>
                  <a:lnTo>
                    <a:pt x="180364" y="58014"/>
                  </a:lnTo>
                  <a:lnTo>
                    <a:pt x="181560" y="57474"/>
                  </a:lnTo>
                  <a:lnTo>
                    <a:pt x="182757" y="56934"/>
                  </a:lnTo>
                  <a:lnTo>
                    <a:pt x="183953" y="56392"/>
                  </a:lnTo>
                  <a:lnTo>
                    <a:pt x="185149" y="55851"/>
                  </a:lnTo>
                  <a:lnTo>
                    <a:pt x="186344" y="55308"/>
                  </a:lnTo>
                  <a:lnTo>
                    <a:pt x="187539" y="54765"/>
                  </a:lnTo>
                  <a:lnTo>
                    <a:pt x="188734" y="54221"/>
                  </a:lnTo>
                  <a:lnTo>
                    <a:pt x="189929" y="53676"/>
                  </a:lnTo>
                  <a:lnTo>
                    <a:pt x="191123" y="53130"/>
                  </a:lnTo>
                  <a:lnTo>
                    <a:pt x="192317" y="52584"/>
                  </a:lnTo>
                  <a:lnTo>
                    <a:pt x="193510" y="52037"/>
                  </a:lnTo>
                  <a:lnTo>
                    <a:pt x="194704" y="51490"/>
                  </a:lnTo>
                  <a:lnTo>
                    <a:pt x="195897" y="50942"/>
                  </a:lnTo>
                  <a:lnTo>
                    <a:pt x="197089" y="50393"/>
                  </a:lnTo>
                  <a:lnTo>
                    <a:pt x="198282" y="49843"/>
                  </a:lnTo>
                  <a:lnTo>
                    <a:pt x="199474" y="49293"/>
                  </a:lnTo>
                  <a:lnTo>
                    <a:pt x="200665" y="48742"/>
                  </a:lnTo>
                  <a:lnTo>
                    <a:pt x="201857" y="48190"/>
                  </a:lnTo>
                  <a:lnTo>
                    <a:pt x="203048" y="47638"/>
                  </a:lnTo>
                  <a:lnTo>
                    <a:pt x="204238" y="47085"/>
                  </a:lnTo>
                  <a:lnTo>
                    <a:pt x="205429" y="46531"/>
                  </a:lnTo>
                  <a:lnTo>
                    <a:pt x="206619" y="45977"/>
                  </a:lnTo>
                  <a:lnTo>
                    <a:pt x="207808" y="45422"/>
                  </a:lnTo>
                  <a:lnTo>
                    <a:pt x="208998" y="44866"/>
                  </a:lnTo>
                  <a:lnTo>
                    <a:pt x="210187" y="44309"/>
                  </a:lnTo>
                  <a:lnTo>
                    <a:pt x="211376" y="43752"/>
                  </a:lnTo>
                  <a:lnTo>
                    <a:pt x="212564" y="43194"/>
                  </a:lnTo>
                  <a:lnTo>
                    <a:pt x="213752" y="42635"/>
                  </a:lnTo>
                  <a:lnTo>
                    <a:pt x="214940" y="42076"/>
                  </a:lnTo>
                  <a:lnTo>
                    <a:pt x="216127" y="41516"/>
                  </a:lnTo>
                  <a:lnTo>
                    <a:pt x="217315" y="40955"/>
                  </a:lnTo>
                  <a:lnTo>
                    <a:pt x="218501" y="40394"/>
                  </a:lnTo>
                  <a:lnTo>
                    <a:pt x="219688" y="39832"/>
                  </a:lnTo>
                  <a:lnTo>
                    <a:pt x="220874" y="39269"/>
                  </a:lnTo>
                  <a:lnTo>
                    <a:pt x="222060" y="38706"/>
                  </a:lnTo>
                  <a:lnTo>
                    <a:pt x="223245" y="38142"/>
                  </a:lnTo>
                  <a:lnTo>
                    <a:pt x="224430" y="37577"/>
                  </a:lnTo>
                  <a:lnTo>
                    <a:pt x="225615" y="37011"/>
                  </a:lnTo>
                  <a:lnTo>
                    <a:pt x="226800" y="36445"/>
                  </a:lnTo>
                  <a:lnTo>
                    <a:pt x="227984" y="35878"/>
                  </a:lnTo>
                  <a:lnTo>
                    <a:pt x="229168" y="35311"/>
                  </a:lnTo>
                  <a:lnTo>
                    <a:pt x="230351" y="34742"/>
                  </a:lnTo>
                  <a:lnTo>
                    <a:pt x="231534" y="34173"/>
                  </a:lnTo>
                  <a:lnTo>
                    <a:pt x="232717" y="33604"/>
                  </a:lnTo>
                  <a:lnTo>
                    <a:pt x="233900" y="33033"/>
                  </a:lnTo>
                  <a:lnTo>
                    <a:pt x="235082" y="32462"/>
                  </a:lnTo>
                  <a:lnTo>
                    <a:pt x="236264" y="31891"/>
                  </a:lnTo>
                  <a:lnTo>
                    <a:pt x="237445" y="31318"/>
                  </a:lnTo>
                  <a:lnTo>
                    <a:pt x="238627" y="30745"/>
                  </a:lnTo>
                  <a:lnTo>
                    <a:pt x="239807" y="30171"/>
                  </a:lnTo>
                  <a:lnTo>
                    <a:pt x="240988" y="29597"/>
                  </a:lnTo>
                  <a:lnTo>
                    <a:pt x="242168" y="29022"/>
                  </a:lnTo>
                  <a:lnTo>
                    <a:pt x="243348" y="28446"/>
                  </a:lnTo>
                  <a:lnTo>
                    <a:pt x="244527" y="27869"/>
                  </a:lnTo>
                  <a:lnTo>
                    <a:pt x="245707" y="27292"/>
                  </a:lnTo>
                  <a:lnTo>
                    <a:pt x="246885" y="26714"/>
                  </a:lnTo>
                  <a:lnTo>
                    <a:pt x="248064" y="26135"/>
                  </a:lnTo>
                  <a:lnTo>
                    <a:pt x="249242" y="25556"/>
                  </a:lnTo>
                  <a:lnTo>
                    <a:pt x="250420" y="24976"/>
                  </a:lnTo>
                  <a:lnTo>
                    <a:pt x="251597" y="24395"/>
                  </a:lnTo>
                  <a:lnTo>
                    <a:pt x="252774" y="23814"/>
                  </a:lnTo>
                  <a:lnTo>
                    <a:pt x="253951" y="23232"/>
                  </a:lnTo>
                  <a:lnTo>
                    <a:pt x="255128" y="22649"/>
                  </a:lnTo>
                  <a:lnTo>
                    <a:pt x="256304" y="22066"/>
                  </a:lnTo>
                  <a:lnTo>
                    <a:pt x="257480" y="21482"/>
                  </a:lnTo>
                  <a:lnTo>
                    <a:pt x="258655" y="20897"/>
                  </a:lnTo>
                  <a:lnTo>
                    <a:pt x="259830" y="20312"/>
                  </a:lnTo>
                  <a:lnTo>
                    <a:pt x="261005" y="19725"/>
                  </a:lnTo>
                  <a:lnTo>
                    <a:pt x="262179" y="19139"/>
                  </a:lnTo>
                  <a:lnTo>
                    <a:pt x="263353" y="18551"/>
                  </a:lnTo>
                  <a:lnTo>
                    <a:pt x="264527" y="17963"/>
                  </a:lnTo>
                  <a:lnTo>
                    <a:pt x="265701" y="17374"/>
                  </a:lnTo>
                  <a:lnTo>
                    <a:pt x="266874" y="16784"/>
                  </a:lnTo>
                  <a:lnTo>
                    <a:pt x="268046" y="16194"/>
                  </a:lnTo>
                  <a:lnTo>
                    <a:pt x="269219" y="15603"/>
                  </a:lnTo>
                  <a:lnTo>
                    <a:pt x="270391" y="15012"/>
                  </a:lnTo>
                  <a:lnTo>
                    <a:pt x="271562" y="14419"/>
                  </a:lnTo>
                  <a:lnTo>
                    <a:pt x="272734" y="13826"/>
                  </a:lnTo>
                  <a:lnTo>
                    <a:pt x="273905" y="13233"/>
                  </a:lnTo>
                  <a:lnTo>
                    <a:pt x="275075" y="12638"/>
                  </a:lnTo>
                  <a:lnTo>
                    <a:pt x="276246" y="12043"/>
                  </a:lnTo>
                  <a:lnTo>
                    <a:pt x="277416" y="11447"/>
                  </a:lnTo>
                  <a:lnTo>
                    <a:pt x="278585" y="10851"/>
                  </a:lnTo>
                  <a:lnTo>
                    <a:pt x="279754" y="10254"/>
                  </a:lnTo>
                  <a:lnTo>
                    <a:pt x="280923" y="9656"/>
                  </a:lnTo>
                  <a:lnTo>
                    <a:pt x="282092" y="9058"/>
                  </a:lnTo>
                  <a:lnTo>
                    <a:pt x="283260" y="8459"/>
                  </a:lnTo>
                  <a:lnTo>
                    <a:pt x="284428" y="7859"/>
                  </a:lnTo>
                  <a:lnTo>
                    <a:pt x="285595" y="7258"/>
                  </a:lnTo>
                  <a:lnTo>
                    <a:pt x="286762" y="6657"/>
                  </a:lnTo>
                  <a:lnTo>
                    <a:pt x="287929" y="6055"/>
                  </a:lnTo>
                  <a:lnTo>
                    <a:pt x="289096" y="5453"/>
                  </a:lnTo>
                  <a:lnTo>
                    <a:pt x="290262" y="4850"/>
                  </a:lnTo>
                  <a:lnTo>
                    <a:pt x="291428" y="4246"/>
                  </a:lnTo>
                  <a:lnTo>
                    <a:pt x="292593" y="3641"/>
                  </a:lnTo>
                  <a:lnTo>
                    <a:pt x="293758" y="3036"/>
                  </a:lnTo>
                  <a:lnTo>
                    <a:pt x="294923" y="2430"/>
                  </a:lnTo>
                  <a:lnTo>
                    <a:pt x="296087" y="1823"/>
                  </a:lnTo>
                  <a:lnTo>
                    <a:pt x="297251" y="1216"/>
                  </a:lnTo>
                  <a:lnTo>
                    <a:pt x="298415" y="608"/>
                  </a:lnTo>
                  <a:lnTo>
                    <a:pt x="299578" y="0"/>
                  </a:lnTo>
                </a:path>
              </a:pathLst>
            </a:custGeom>
            <a:ln w="22859" cap="rnd">
              <a:solidFill>
                <a:srgbClr val="FF8ED1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3" name="pl7153"/>
            <p:cNvSpPr/>
            <p:nvPr/>
          </p:nvSpPr>
          <p:spPr>
            <a:xfrm>
              <a:off x="7131138" y="5367978"/>
              <a:ext cx="33260" cy="17960"/>
            </a:xfrm>
            <a:custGeom>
              <a:avLst/>
              <a:pathLst>
                <a:path w="33260" h="17960">
                  <a:moveTo>
                    <a:pt x="0" y="17960"/>
                  </a:moveTo>
                  <a:lnTo>
                    <a:pt x="134" y="17889"/>
                  </a:lnTo>
                  <a:lnTo>
                    <a:pt x="268" y="17818"/>
                  </a:lnTo>
                  <a:lnTo>
                    <a:pt x="402" y="17747"/>
                  </a:lnTo>
                  <a:lnTo>
                    <a:pt x="536" y="17676"/>
                  </a:lnTo>
                  <a:lnTo>
                    <a:pt x="670" y="17605"/>
                  </a:lnTo>
                  <a:lnTo>
                    <a:pt x="805" y="17534"/>
                  </a:lnTo>
                  <a:lnTo>
                    <a:pt x="939" y="17463"/>
                  </a:lnTo>
                  <a:lnTo>
                    <a:pt x="1073" y="17392"/>
                  </a:lnTo>
                  <a:lnTo>
                    <a:pt x="1207" y="17321"/>
                  </a:lnTo>
                  <a:lnTo>
                    <a:pt x="1341" y="17250"/>
                  </a:lnTo>
                  <a:lnTo>
                    <a:pt x="1475" y="17179"/>
                  </a:lnTo>
                  <a:lnTo>
                    <a:pt x="1609" y="17108"/>
                  </a:lnTo>
                  <a:lnTo>
                    <a:pt x="1744" y="17037"/>
                  </a:lnTo>
                  <a:lnTo>
                    <a:pt x="1878" y="16966"/>
                  </a:lnTo>
                  <a:lnTo>
                    <a:pt x="2012" y="16894"/>
                  </a:lnTo>
                  <a:lnTo>
                    <a:pt x="2146" y="16823"/>
                  </a:lnTo>
                  <a:lnTo>
                    <a:pt x="2280" y="16752"/>
                  </a:lnTo>
                  <a:lnTo>
                    <a:pt x="2414" y="16681"/>
                  </a:lnTo>
                  <a:lnTo>
                    <a:pt x="2548" y="16610"/>
                  </a:lnTo>
                  <a:lnTo>
                    <a:pt x="2682" y="16539"/>
                  </a:lnTo>
                  <a:lnTo>
                    <a:pt x="2816" y="16467"/>
                  </a:lnTo>
                  <a:lnTo>
                    <a:pt x="2950" y="16396"/>
                  </a:lnTo>
                  <a:lnTo>
                    <a:pt x="3085" y="16325"/>
                  </a:lnTo>
                  <a:lnTo>
                    <a:pt x="3219" y="16254"/>
                  </a:lnTo>
                  <a:lnTo>
                    <a:pt x="3353" y="16183"/>
                  </a:lnTo>
                  <a:lnTo>
                    <a:pt x="3487" y="16111"/>
                  </a:lnTo>
                  <a:lnTo>
                    <a:pt x="3621" y="16040"/>
                  </a:lnTo>
                  <a:lnTo>
                    <a:pt x="3755" y="15969"/>
                  </a:lnTo>
                  <a:lnTo>
                    <a:pt x="3889" y="15898"/>
                  </a:lnTo>
                  <a:lnTo>
                    <a:pt x="4023" y="15826"/>
                  </a:lnTo>
                  <a:lnTo>
                    <a:pt x="4157" y="15755"/>
                  </a:lnTo>
                  <a:lnTo>
                    <a:pt x="4291" y="15684"/>
                  </a:lnTo>
                  <a:lnTo>
                    <a:pt x="4425" y="15613"/>
                  </a:lnTo>
                  <a:lnTo>
                    <a:pt x="4559" y="15541"/>
                  </a:lnTo>
                  <a:lnTo>
                    <a:pt x="4693" y="15470"/>
                  </a:lnTo>
                  <a:lnTo>
                    <a:pt x="4827" y="15399"/>
                  </a:lnTo>
                  <a:lnTo>
                    <a:pt x="4961" y="15327"/>
                  </a:lnTo>
                  <a:lnTo>
                    <a:pt x="5095" y="15256"/>
                  </a:lnTo>
                  <a:lnTo>
                    <a:pt x="5229" y="15185"/>
                  </a:lnTo>
                  <a:lnTo>
                    <a:pt x="5363" y="15113"/>
                  </a:lnTo>
                  <a:lnTo>
                    <a:pt x="5497" y="15042"/>
                  </a:lnTo>
                  <a:lnTo>
                    <a:pt x="5631" y="14971"/>
                  </a:lnTo>
                  <a:lnTo>
                    <a:pt x="5765" y="14899"/>
                  </a:lnTo>
                  <a:lnTo>
                    <a:pt x="5899" y="14828"/>
                  </a:lnTo>
                  <a:lnTo>
                    <a:pt x="6033" y="14756"/>
                  </a:lnTo>
                  <a:lnTo>
                    <a:pt x="6167" y="14685"/>
                  </a:lnTo>
                  <a:lnTo>
                    <a:pt x="6301" y="14614"/>
                  </a:lnTo>
                  <a:lnTo>
                    <a:pt x="6435" y="14542"/>
                  </a:lnTo>
                  <a:lnTo>
                    <a:pt x="6569" y="14471"/>
                  </a:lnTo>
                  <a:lnTo>
                    <a:pt x="6703" y="14399"/>
                  </a:lnTo>
                  <a:lnTo>
                    <a:pt x="6837" y="14328"/>
                  </a:lnTo>
                  <a:lnTo>
                    <a:pt x="6971" y="14256"/>
                  </a:lnTo>
                  <a:lnTo>
                    <a:pt x="7105" y="14185"/>
                  </a:lnTo>
                  <a:lnTo>
                    <a:pt x="7238" y="14113"/>
                  </a:lnTo>
                  <a:lnTo>
                    <a:pt x="7372" y="14042"/>
                  </a:lnTo>
                  <a:lnTo>
                    <a:pt x="7506" y="13970"/>
                  </a:lnTo>
                  <a:lnTo>
                    <a:pt x="7640" y="13899"/>
                  </a:lnTo>
                  <a:lnTo>
                    <a:pt x="7774" y="13827"/>
                  </a:lnTo>
                  <a:lnTo>
                    <a:pt x="7908" y="13756"/>
                  </a:lnTo>
                  <a:lnTo>
                    <a:pt x="8042" y="13684"/>
                  </a:lnTo>
                  <a:lnTo>
                    <a:pt x="8176" y="13613"/>
                  </a:lnTo>
                  <a:lnTo>
                    <a:pt x="8310" y="13541"/>
                  </a:lnTo>
                  <a:lnTo>
                    <a:pt x="8444" y="13470"/>
                  </a:lnTo>
                  <a:lnTo>
                    <a:pt x="8577" y="13398"/>
                  </a:lnTo>
                  <a:lnTo>
                    <a:pt x="8711" y="13327"/>
                  </a:lnTo>
                  <a:lnTo>
                    <a:pt x="8845" y="13255"/>
                  </a:lnTo>
                  <a:lnTo>
                    <a:pt x="8979" y="13183"/>
                  </a:lnTo>
                  <a:lnTo>
                    <a:pt x="9113" y="13112"/>
                  </a:lnTo>
                  <a:lnTo>
                    <a:pt x="9247" y="13040"/>
                  </a:lnTo>
                  <a:lnTo>
                    <a:pt x="9381" y="12968"/>
                  </a:lnTo>
                  <a:lnTo>
                    <a:pt x="9514" y="12897"/>
                  </a:lnTo>
                  <a:lnTo>
                    <a:pt x="9648" y="12825"/>
                  </a:lnTo>
                  <a:lnTo>
                    <a:pt x="9782" y="12754"/>
                  </a:lnTo>
                  <a:lnTo>
                    <a:pt x="9916" y="12682"/>
                  </a:lnTo>
                  <a:lnTo>
                    <a:pt x="10050" y="12610"/>
                  </a:lnTo>
                  <a:lnTo>
                    <a:pt x="10184" y="12539"/>
                  </a:lnTo>
                  <a:lnTo>
                    <a:pt x="10317" y="12467"/>
                  </a:lnTo>
                  <a:lnTo>
                    <a:pt x="10451" y="12395"/>
                  </a:lnTo>
                  <a:lnTo>
                    <a:pt x="10585" y="12323"/>
                  </a:lnTo>
                  <a:lnTo>
                    <a:pt x="10719" y="12252"/>
                  </a:lnTo>
                  <a:lnTo>
                    <a:pt x="10853" y="12180"/>
                  </a:lnTo>
                  <a:lnTo>
                    <a:pt x="10986" y="12108"/>
                  </a:lnTo>
                  <a:lnTo>
                    <a:pt x="11120" y="12036"/>
                  </a:lnTo>
                  <a:lnTo>
                    <a:pt x="11254" y="11965"/>
                  </a:lnTo>
                  <a:lnTo>
                    <a:pt x="11388" y="11893"/>
                  </a:lnTo>
                  <a:lnTo>
                    <a:pt x="11522" y="11821"/>
                  </a:lnTo>
                  <a:lnTo>
                    <a:pt x="11655" y="11749"/>
                  </a:lnTo>
                  <a:lnTo>
                    <a:pt x="11789" y="11678"/>
                  </a:lnTo>
                  <a:lnTo>
                    <a:pt x="11923" y="11606"/>
                  </a:lnTo>
                  <a:lnTo>
                    <a:pt x="12057" y="11534"/>
                  </a:lnTo>
                  <a:lnTo>
                    <a:pt x="12190" y="11462"/>
                  </a:lnTo>
                  <a:lnTo>
                    <a:pt x="12324" y="11390"/>
                  </a:lnTo>
                  <a:lnTo>
                    <a:pt x="12458" y="11319"/>
                  </a:lnTo>
                  <a:lnTo>
                    <a:pt x="12591" y="11247"/>
                  </a:lnTo>
                  <a:lnTo>
                    <a:pt x="12725" y="11175"/>
                  </a:lnTo>
                  <a:lnTo>
                    <a:pt x="12859" y="11103"/>
                  </a:lnTo>
                  <a:lnTo>
                    <a:pt x="12993" y="11031"/>
                  </a:lnTo>
                  <a:lnTo>
                    <a:pt x="13126" y="10959"/>
                  </a:lnTo>
                  <a:lnTo>
                    <a:pt x="13260" y="10887"/>
                  </a:lnTo>
                  <a:lnTo>
                    <a:pt x="13394" y="10815"/>
                  </a:lnTo>
                  <a:lnTo>
                    <a:pt x="13527" y="10743"/>
                  </a:lnTo>
                  <a:lnTo>
                    <a:pt x="13661" y="10672"/>
                  </a:lnTo>
                  <a:lnTo>
                    <a:pt x="13795" y="10600"/>
                  </a:lnTo>
                  <a:lnTo>
                    <a:pt x="13928" y="10528"/>
                  </a:lnTo>
                  <a:lnTo>
                    <a:pt x="14062" y="10456"/>
                  </a:lnTo>
                  <a:lnTo>
                    <a:pt x="14196" y="10384"/>
                  </a:lnTo>
                  <a:lnTo>
                    <a:pt x="14330" y="10312"/>
                  </a:lnTo>
                  <a:lnTo>
                    <a:pt x="14463" y="10240"/>
                  </a:lnTo>
                  <a:lnTo>
                    <a:pt x="14597" y="10168"/>
                  </a:lnTo>
                  <a:lnTo>
                    <a:pt x="14730" y="10096"/>
                  </a:lnTo>
                  <a:lnTo>
                    <a:pt x="14864" y="10024"/>
                  </a:lnTo>
                  <a:lnTo>
                    <a:pt x="14998" y="9952"/>
                  </a:lnTo>
                  <a:lnTo>
                    <a:pt x="15131" y="9880"/>
                  </a:lnTo>
                  <a:lnTo>
                    <a:pt x="15265" y="9808"/>
                  </a:lnTo>
                  <a:lnTo>
                    <a:pt x="15399" y="9736"/>
                  </a:lnTo>
                  <a:lnTo>
                    <a:pt x="15532" y="9664"/>
                  </a:lnTo>
                  <a:lnTo>
                    <a:pt x="15666" y="9592"/>
                  </a:lnTo>
                  <a:lnTo>
                    <a:pt x="15799" y="9520"/>
                  </a:lnTo>
                  <a:lnTo>
                    <a:pt x="15933" y="9447"/>
                  </a:lnTo>
                  <a:lnTo>
                    <a:pt x="16067" y="9375"/>
                  </a:lnTo>
                  <a:lnTo>
                    <a:pt x="16200" y="9303"/>
                  </a:lnTo>
                  <a:lnTo>
                    <a:pt x="16334" y="9231"/>
                  </a:lnTo>
                  <a:lnTo>
                    <a:pt x="16467" y="9159"/>
                  </a:lnTo>
                  <a:lnTo>
                    <a:pt x="16601" y="9087"/>
                  </a:lnTo>
                  <a:lnTo>
                    <a:pt x="16735" y="9015"/>
                  </a:lnTo>
                  <a:lnTo>
                    <a:pt x="16868" y="8943"/>
                  </a:lnTo>
                  <a:lnTo>
                    <a:pt x="17002" y="8871"/>
                  </a:lnTo>
                  <a:lnTo>
                    <a:pt x="17135" y="8798"/>
                  </a:lnTo>
                  <a:lnTo>
                    <a:pt x="17269" y="8726"/>
                  </a:lnTo>
                  <a:lnTo>
                    <a:pt x="17402" y="8654"/>
                  </a:lnTo>
                  <a:lnTo>
                    <a:pt x="17536" y="8582"/>
                  </a:lnTo>
                  <a:lnTo>
                    <a:pt x="17670" y="8510"/>
                  </a:lnTo>
                  <a:lnTo>
                    <a:pt x="17803" y="8437"/>
                  </a:lnTo>
                  <a:lnTo>
                    <a:pt x="17937" y="8365"/>
                  </a:lnTo>
                  <a:lnTo>
                    <a:pt x="18070" y="8293"/>
                  </a:lnTo>
                  <a:lnTo>
                    <a:pt x="18204" y="8221"/>
                  </a:lnTo>
                  <a:lnTo>
                    <a:pt x="18337" y="8149"/>
                  </a:lnTo>
                  <a:lnTo>
                    <a:pt x="18471" y="8076"/>
                  </a:lnTo>
                  <a:lnTo>
                    <a:pt x="18604" y="8004"/>
                  </a:lnTo>
                  <a:lnTo>
                    <a:pt x="18738" y="7932"/>
                  </a:lnTo>
                  <a:lnTo>
                    <a:pt x="18871" y="7859"/>
                  </a:lnTo>
                  <a:lnTo>
                    <a:pt x="19005" y="7787"/>
                  </a:lnTo>
                  <a:lnTo>
                    <a:pt x="19138" y="7715"/>
                  </a:lnTo>
                  <a:lnTo>
                    <a:pt x="19272" y="7643"/>
                  </a:lnTo>
                  <a:lnTo>
                    <a:pt x="19405" y="7570"/>
                  </a:lnTo>
                  <a:lnTo>
                    <a:pt x="19539" y="7498"/>
                  </a:lnTo>
                  <a:lnTo>
                    <a:pt x="19672" y="7426"/>
                  </a:lnTo>
                  <a:lnTo>
                    <a:pt x="19806" y="7353"/>
                  </a:lnTo>
                  <a:lnTo>
                    <a:pt x="19939" y="7281"/>
                  </a:lnTo>
                  <a:lnTo>
                    <a:pt x="20072" y="7209"/>
                  </a:lnTo>
                  <a:lnTo>
                    <a:pt x="20206" y="7136"/>
                  </a:lnTo>
                  <a:lnTo>
                    <a:pt x="20339" y="7064"/>
                  </a:lnTo>
                  <a:lnTo>
                    <a:pt x="20473" y="6991"/>
                  </a:lnTo>
                  <a:lnTo>
                    <a:pt x="20606" y="6919"/>
                  </a:lnTo>
                  <a:lnTo>
                    <a:pt x="20740" y="6847"/>
                  </a:lnTo>
                  <a:lnTo>
                    <a:pt x="20873" y="6774"/>
                  </a:lnTo>
                  <a:lnTo>
                    <a:pt x="21006" y="6702"/>
                  </a:lnTo>
                  <a:lnTo>
                    <a:pt x="21140" y="6629"/>
                  </a:lnTo>
                  <a:lnTo>
                    <a:pt x="21273" y="6557"/>
                  </a:lnTo>
                  <a:lnTo>
                    <a:pt x="21407" y="6484"/>
                  </a:lnTo>
                  <a:lnTo>
                    <a:pt x="21540" y="6412"/>
                  </a:lnTo>
                  <a:lnTo>
                    <a:pt x="21673" y="6339"/>
                  </a:lnTo>
                  <a:lnTo>
                    <a:pt x="21807" y="6267"/>
                  </a:lnTo>
                  <a:lnTo>
                    <a:pt x="21940" y="6195"/>
                  </a:lnTo>
                  <a:lnTo>
                    <a:pt x="22074" y="6122"/>
                  </a:lnTo>
                  <a:lnTo>
                    <a:pt x="22207" y="6049"/>
                  </a:lnTo>
                  <a:lnTo>
                    <a:pt x="22340" y="5977"/>
                  </a:lnTo>
                  <a:lnTo>
                    <a:pt x="22474" y="5904"/>
                  </a:lnTo>
                  <a:lnTo>
                    <a:pt x="22607" y="5832"/>
                  </a:lnTo>
                  <a:lnTo>
                    <a:pt x="22740" y="5759"/>
                  </a:lnTo>
                  <a:lnTo>
                    <a:pt x="22874" y="5687"/>
                  </a:lnTo>
                  <a:lnTo>
                    <a:pt x="23007" y="5614"/>
                  </a:lnTo>
                  <a:lnTo>
                    <a:pt x="23140" y="5542"/>
                  </a:lnTo>
                  <a:lnTo>
                    <a:pt x="23274" y="5469"/>
                  </a:lnTo>
                  <a:lnTo>
                    <a:pt x="23407" y="5397"/>
                  </a:lnTo>
                  <a:lnTo>
                    <a:pt x="23540" y="5324"/>
                  </a:lnTo>
                  <a:lnTo>
                    <a:pt x="23674" y="5251"/>
                  </a:lnTo>
                  <a:lnTo>
                    <a:pt x="23807" y="5179"/>
                  </a:lnTo>
                  <a:lnTo>
                    <a:pt x="23940" y="5106"/>
                  </a:lnTo>
                  <a:lnTo>
                    <a:pt x="24074" y="5033"/>
                  </a:lnTo>
                  <a:lnTo>
                    <a:pt x="24207" y="4961"/>
                  </a:lnTo>
                  <a:lnTo>
                    <a:pt x="24340" y="4888"/>
                  </a:lnTo>
                  <a:lnTo>
                    <a:pt x="24474" y="4815"/>
                  </a:lnTo>
                  <a:lnTo>
                    <a:pt x="24607" y="4743"/>
                  </a:lnTo>
                  <a:lnTo>
                    <a:pt x="24740" y="4670"/>
                  </a:lnTo>
                  <a:lnTo>
                    <a:pt x="24873" y="4597"/>
                  </a:lnTo>
                  <a:lnTo>
                    <a:pt x="25007" y="4525"/>
                  </a:lnTo>
                  <a:lnTo>
                    <a:pt x="25140" y="4452"/>
                  </a:lnTo>
                  <a:lnTo>
                    <a:pt x="25273" y="4379"/>
                  </a:lnTo>
                  <a:lnTo>
                    <a:pt x="25406" y="4307"/>
                  </a:lnTo>
                  <a:lnTo>
                    <a:pt x="25540" y="4234"/>
                  </a:lnTo>
                  <a:lnTo>
                    <a:pt x="25673" y="4161"/>
                  </a:lnTo>
                  <a:lnTo>
                    <a:pt x="25806" y="4088"/>
                  </a:lnTo>
                  <a:lnTo>
                    <a:pt x="25939" y="4016"/>
                  </a:lnTo>
                  <a:lnTo>
                    <a:pt x="26073" y="3943"/>
                  </a:lnTo>
                  <a:lnTo>
                    <a:pt x="26206" y="3870"/>
                  </a:lnTo>
                  <a:lnTo>
                    <a:pt x="26339" y="3797"/>
                  </a:lnTo>
                  <a:lnTo>
                    <a:pt x="26472" y="3724"/>
                  </a:lnTo>
                  <a:lnTo>
                    <a:pt x="26605" y="3652"/>
                  </a:lnTo>
                  <a:lnTo>
                    <a:pt x="26739" y="3579"/>
                  </a:lnTo>
                  <a:lnTo>
                    <a:pt x="26872" y="3506"/>
                  </a:lnTo>
                  <a:lnTo>
                    <a:pt x="27005" y="3433"/>
                  </a:lnTo>
                  <a:lnTo>
                    <a:pt x="27138" y="3360"/>
                  </a:lnTo>
                  <a:lnTo>
                    <a:pt x="27271" y="3287"/>
                  </a:lnTo>
                  <a:lnTo>
                    <a:pt x="27405" y="3215"/>
                  </a:lnTo>
                  <a:lnTo>
                    <a:pt x="27538" y="3142"/>
                  </a:lnTo>
                  <a:lnTo>
                    <a:pt x="27671" y="3069"/>
                  </a:lnTo>
                  <a:lnTo>
                    <a:pt x="27804" y="2996"/>
                  </a:lnTo>
                  <a:lnTo>
                    <a:pt x="27937" y="2923"/>
                  </a:lnTo>
                  <a:lnTo>
                    <a:pt x="28070" y="2850"/>
                  </a:lnTo>
                  <a:lnTo>
                    <a:pt x="28204" y="2777"/>
                  </a:lnTo>
                  <a:lnTo>
                    <a:pt x="28337" y="2704"/>
                  </a:lnTo>
                  <a:lnTo>
                    <a:pt x="28470" y="2631"/>
                  </a:lnTo>
                  <a:lnTo>
                    <a:pt x="28603" y="2558"/>
                  </a:lnTo>
                  <a:lnTo>
                    <a:pt x="28736" y="2485"/>
                  </a:lnTo>
                  <a:lnTo>
                    <a:pt x="28869" y="2412"/>
                  </a:lnTo>
                  <a:lnTo>
                    <a:pt x="29002" y="2339"/>
                  </a:lnTo>
                  <a:lnTo>
                    <a:pt x="29135" y="2266"/>
                  </a:lnTo>
                  <a:lnTo>
                    <a:pt x="29269" y="2194"/>
                  </a:lnTo>
                  <a:lnTo>
                    <a:pt x="29402" y="2121"/>
                  </a:lnTo>
                  <a:lnTo>
                    <a:pt x="29535" y="2047"/>
                  </a:lnTo>
                  <a:lnTo>
                    <a:pt x="29668" y="1974"/>
                  </a:lnTo>
                  <a:lnTo>
                    <a:pt x="29801" y="1901"/>
                  </a:lnTo>
                  <a:lnTo>
                    <a:pt x="29934" y="1828"/>
                  </a:lnTo>
                  <a:lnTo>
                    <a:pt x="30067" y="1755"/>
                  </a:lnTo>
                  <a:lnTo>
                    <a:pt x="30200" y="1682"/>
                  </a:lnTo>
                  <a:lnTo>
                    <a:pt x="30333" y="1609"/>
                  </a:lnTo>
                  <a:lnTo>
                    <a:pt x="30466" y="1536"/>
                  </a:lnTo>
                  <a:lnTo>
                    <a:pt x="30599" y="1463"/>
                  </a:lnTo>
                  <a:lnTo>
                    <a:pt x="30732" y="1390"/>
                  </a:lnTo>
                  <a:lnTo>
                    <a:pt x="30865" y="1317"/>
                  </a:lnTo>
                  <a:lnTo>
                    <a:pt x="30999" y="1244"/>
                  </a:lnTo>
                  <a:lnTo>
                    <a:pt x="31132" y="1171"/>
                  </a:lnTo>
                  <a:lnTo>
                    <a:pt x="31265" y="1098"/>
                  </a:lnTo>
                  <a:lnTo>
                    <a:pt x="31398" y="1024"/>
                  </a:lnTo>
                  <a:lnTo>
                    <a:pt x="31531" y="951"/>
                  </a:lnTo>
                  <a:lnTo>
                    <a:pt x="31664" y="878"/>
                  </a:lnTo>
                  <a:lnTo>
                    <a:pt x="31797" y="805"/>
                  </a:lnTo>
                  <a:lnTo>
                    <a:pt x="31930" y="732"/>
                  </a:lnTo>
                  <a:lnTo>
                    <a:pt x="32063" y="659"/>
                  </a:lnTo>
                  <a:lnTo>
                    <a:pt x="32196" y="585"/>
                  </a:lnTo>
                  <a:lnTo>
                    <a:pt x="32329" y="512"/>
                  </a:lnTo>
                  <a:lnTo>
                    <a:pt x="32462" y="439"/>
                  </a:lnTo>
                  <a:lnTo>
                    <a:pt x="32595" y="366"/>
                  </a:lnTo>
                  <a:lnTo>
                    <a:pt x="32728" y="293"/>
                  </a:lnTo>
                  <a:lnTo>
                    <a:pt x="32861" y="219"/>
                  </a:lnTo>
                  <a:lnTo>
                    <a:pt x="32994" y="146"/>
                  </a:lnTo>
                  <a:lnTo>
                    <a:pt x="33127" y="73"/>
                  </a:lnTo>
                  <a:lnTo>
                    <a:pt x="33260" y="0"/>
                  </a:lnTo>
                </a:path>
              </a:pathLst>
            </a:custGeom>
            <a:ln w="83820" cap="rnd">
              <a:solidFill>
                <a:srgbClr val="8E6AE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4" name="pl7154"/>
            <p:cNvSpPr/>
            <p:nvPr/>
          </p:nvSpPr>
          <p:spPr>
            <a:xfrm>
              <a:off x="7149195" y="5401797"/>
              <a:ext cx="33840" cy="18274"/>
            </a:xfrm>
            <a:custGeom>
              <a:avLst/>
              <a:pathLst>
                <a:path w="33840" h="18274">
                  <a:moveTo>
                    <a:pt x="0" y="18274"/>
                  </a:moveTo>
                  <a:lnTo>
                    <a:pt x="136" y="18201"/>
                  </a:lnTo>
                  <a:lnTo>
                    <a:pt x="273" y="18129"/>
                  </a:lnTo>
                  <a:lnTo>
                    <a:pt x="409" y="18057"/>
                  </a:lnTo>
                  <a:lnTo>
                    <a:pt x="546" y="17985"/>
                  </a:lnTo>
                  <a:lnTo>
                    <a:pt x="682" y="17912"/>
                  </a:lnTo>
                  <a:lnTo>
                    <a:pt x="819" y="17840"/>
                  </a:lnTo>
                  <a:lnTo>
                    <a:pt x="955" y="17768"/>
                  </a:lnTo>
                  <a:lnTo>
                    <a:pt x="1092" y="17695"/>
                  </a:lnTo>
                  <a:lnTo>
                    <a:pt x="1228" y="17623"/>
                  </a:lnTo>
                  <a:lnTo>
                    <a:pt x="1365" y="17551"/>
                  </a:lnTo>
                  <a:lnTo>
                    <a:pt x="1501" y="17478"/>
                  </a:lnTo>
                  <a:lnTo>
                    <a:pt x="1637" y="17406"/>
                  </a:lnTo>
                  <a:lnTo>
                    <a:pt x="1774" y="17334"/>
                  </a:lnTo>
                  <a:lnTo>
                    <a:pt x="1910" y="17261"/>
                  </a:lnTo>
                  <a:lnTo>
                    <a:pt x="2047" y="17189"/>
                  </a:lnTo>
                  <a:lnTo>
                    <a:pt x="2183" y="17117"/>
                  </a:lnTo>
                  <a:lnTo>
                    <a:pt x="2320" y="17044"/>
                  </a:lnTo>
                  <a:lnTo>
                    <a:pt x="2456" y="16972"/>
                  </a:lnTo>
                  <a:lnTo>
                    <a:pt x="2593" y="16900"/>
                  </a:lnTo>
                  <a:lnTo>
                    <a:pt x="2729" y="16827"/>
                  </a:lnTo>
                  <a:lnTo>
                    <a:pt x="2865" y="16755"/>
                  </a:lnTo>
                  <a:lnTo>
                    <a:pt x="3002" y="16682"/>
                  </a:lnTo>
                  <a:lnTo>
                    <a:pt x="3138" y="16610"/>
                  </a:lnTo>
                  <a:lnTo>
                    <a:pt x="3275" y="16537"/>
                  </a:lnTo>
                  <a:lnTo>
                    <a:pt x="3411" y="16465"/>
                  </a:lnTo>
                  <a:lnTo>
                    <a:pt x="3548" y="16392"/>
                  </a:lnTo>
                  <a:lnTo>
                    <a:pt x="3684" y="16320"/>
                  </a:lnTo>
                  <a:lnTo>
                    <a:pt x="3820" y="16248"/>
                  </a:lnTo>
                  <a:lnTo>
                    <a:pt x="3957" y="16175"/>
                  </a:lnTo>
                  <a:lnTo>
                    <a:pt x="4093" y="16103"/>
                  </a:lnTo>
                  <a:lnTo>
                    <a:pt x="4229" y="16030"/>
                  </a:lnTo>
                  <a:lnTo>
                    <a:pt x="4366" y="15957"/>
                  </a:lnTo>
                  <a:lnTo>
                    <a:pt x="4502" y="15885"/>
                  </a:lnTo>
                  <a:lnTo>
                    <a:pt x="4639" y="15812"/>
                  </a:lnTo>
                  <a:lnTo>
                    <a:pt x="4775" y="15740"/>
                  </a:lnTo>
                  <a:lnTo>
                    <a:pt x="4911" y="15667"/>
                  </a:lnTo>
                  <a:lnTo>
                    <a:pt x="5048" y="15595"/>
                  </a:lnTo>
                  <a:lnTo>
                    <a:pt x="5184" y="15522"/>
                  </a:lnTo>
                  <a:lnTo>
                    <a:pt x="5320" y="15450"/>
                  </a:lnTo>
                  <a:lnTo>
                    <a:pt x="5457" y="15377"/>
                  </a:lnTo>
                  <a:lnTo>
                    <a:pt x="5593" y="15304"/>
                  </a:lnTo>
                  <a:lnTo>
                    <a:pt x="5729" y="15232"/>
                  </a:lnTo>
                  <a:lnTo>
                    <a:pt x="5866" y="15159"/>
                  </a:lnTo>
                  <a:lnTo>
                    <a:pt x="6002" y="15086"/>
                  </a:lnTo>
                  <a:lnTo>
                    <a:pt x="6138" y="15014"/>
                  </a:lnTo>
                  <a:lnTo>
                    <a:pt x="6275" y="14941"/>
                  </a:lnTo>
                  <a:lnTo>
                    <a:pt x="6411" y="14869"/>
                  </a:lnTo>
                  <a:lnTo>
                    <a:pt x="6547" y="14796"/>
                  </a:lnTo>
                  <a:lnTo>
                    <a:pt x="6683" y="14723"/>
                  </a:lnTo>
                  <a:lnTo>
                    <a:pt x="6820" y="14650"/>
                  </a:lnTo>
                  <a:lnTo>
                    <a:pt x="6956" y="14578"/>
                  </a:lnTo>
                  <a:lnTo>
                    <a:pt x="7092" y="14505"/>
                  </a:lnTo>
                  <a:lnTo>
                    <a:pt x="7228" y="14432"/>
                  </a:lnTo>
                  <a:lnTo>
                    <a:pt x="7365" y="14360"/>
                  </a:lnTo>
                  <a:lnTo>
                    <a:pt x="7501" y="14287"/>
                  </a:lnTo>
                  <a:lnTo>
                    <a:pt x="7637" y="14214"/>
                  </a:lnTo>
                  <a:lnTo>
                    <a:pt x="7773" y="14141"/>
                  </a:lnTo>
                  <a:lnTo>
                    <a:pt x="7910" y="14069"/>
                  </a:lnTo>
                  <a:lnTo>
                    <a:pt x="8046" y="13996"/>
                  </a:lnTo>
                  <a:lnTo>
                    <a:pt x="8182" y="13923"/>
                  </a:lnTo>
                  <a:lnTo>
                    <a:pt x="8318" y="13850"/>
                  </a:lnTo>
                  <a:lnTo>
                    <a:pt x="8455" y="13777"/>
                  </a:lnTo>
                  <a:lnTo>
                    <a:pt x="8591" y="13705"/>
                  </a:lnTo>
                  <a:lnTo>
                    <a:pt x="8727" y="13632"/>
                  </a:lnTo>
                  <a:lnTo>
                    <a:pt x="8863" y="13559"/>
                  </a:lnTo>
                  <a:lnTo>
                    <a:pt x="8999" y="13486"/>
                  </a:lnTo>
                  <a:lnTo>
                    <a:pt x="9136" y="13413"/>
                  </a:lnTo>
                  <a:lnTo>
                    <a:pt x="9272" y="13340"/>
                  </a:lnTo>
                  <a:lnTo>
                    <a:pt x="9408" y="13268"/>
                  </a:lnTo>
                  <a:lnTo>
                    <a:pt x="9544" y="13195"/>
                  </a:lnTo>
                  <a:lnTo>
                    <a:pt x="9680" y="13122"/>
                  </a:lnTo>
                  <a:lnTo>
                    <a:pt x="9817" y="13049"/>
                  </a:lnTo>
                  <a:lnTo>
                    <a:pt x="9953" y="12976"/>
                  </a:lnTo>
                  <a:lnTo>
                    <a:pt x="10089" y="12903"/>
                  </a:lnTo>
                  <a:lnTo>
                    <a:pt x="10225" y="12830"/>
                  </a:lnTo>
                  <a:lnTo>
                    <a:pt x="10361" y="12757"/>
                  </a:lnTo>
                  <a:lnTo>
                    <a:pt x="10497" y="12684"/>
                  </a:lnTo>
                  <a:lnTo>
                    <a:pt x="10634" y="12611"/>
                  </a:lnTo>
                  <a:lnTo>
                    <a:pt x="10770" y="12538"/>
                  </a:lnTo>
                  <a:lnTo>
                    <a:pt x="10906" y="12465"/>
                  </a:lnTo>
                  <a:lnTo>
                    <a:pt x="11042" y="12392"/>
                  </a:lnTo>
                  <a:lnTo>
                    <a:pt x="11178" y="12319"/>
                  </a:lnTo>
                  <a:lnTo>
                    <a:pt x="11314" y="12246"/>
                  </a:lnTo>
                  <a:lnTo>
                    <a:pt x="11450" y="12173"/>
                  </a:lnTo>
                  <a:lnTo>
                    <a:pt x="11586" y="12100"/>
                  </a:lnTo>
                  <a:lnTo>
                    <a:pt x="11722" y="12027"/>
                  </a:lnTo>
                  <a:lnTo>
                    <a:pt x="11859" y="11954"/>
                  </a:lnTo>
                  <a:lnTo>
                    <a:pt x="11995" y="11881"/>
                  </a:lnTo>
                  <a:lnTo>
                    <a:pt x="12131" y="11808"/>
                  </a:lnTo>
                  <a:lnTo>
                    <a:pt x="12267" y="11735"/>
                  </a:lnTo>
                  <a:lnTo>
                    <a:pt x="12403" y="11662"/>
                  </a:lnTo>
                  <a:lnTo>
                    <a:pt x="12539" y="11589"/>
                  </a:lnTo>
                  <a:lnTo>
                    <a:pt x="12675" y="11516"/>
                  </a:lnTo>
                  <a:lnTo>
                    <a:pt x="12811" y="11443"/>
                  </a:lnTo>
                  <a:lnTo>
                    <a:pt x="12947" y="11370"/>
                  </a:lnTo>
                  <a:lnTo>
                    <a:pt x="13083" y="11297"/>
                  </a:lnTo>
                  <a:lnTo>
                    <a:pt x="13219" y="11223"/>
                  </a:lnTo>
                  <a:lnTo>
                    <a:pt x="13355" y="11150"/>
                  </a:lnTo>
                  <a:lnTo>
                    <a:pt x="13491" y="11077"/>
                  </a:lnTo>
                  <a:lnTo>
                    <a:pt x="13627" y="11004"/>
                  </a:lnTo>
                  <a:lnTo>
                    <a:pt x="13763" y="10931"/>
                  </a:lnTo>
                  <a:lnTo>
                    <a:pt x="13899" y="10858"/>
                  </a:lnTo>
                  <a:lnTo>
                    <a:pt x="14035" y="10785"/>
                  </a:lnTo>
                  <a:lnTo>
                    <a:pt x="14171" y="10711"/>
                  </a:lnTo>
                  <a:lnTo>
                    <a:pt x="14307" y="10638"/>
                  </a:lnTo>
                  <a:lnTo>
                    <a:pt x="14443" y="10565"/>
                  </a:lnTo>
                  <a:lnTo>
                    <a:pt x="14579" y="10492"/>
                  </a:lnTo>
                  <a:lnTo>
                    <a:pt x="14715" y="10418"/>
                  </a:lnTo>
                  <a:lnTo>
                    <a:pt x="14851" y="10345"/>
                  </a:lnTo>
                  <a:lnTo>
                    <a:pt x="14987" y="10272"/>
                  </a:lnTo>
                  <a:lnTo>
                    <a:pt x="15123" y="10199"/>
                  </a:lnTo>
                  <a:lnTo>
                    <a:pt x="15259" y="10125"/>
                  </a:lnTo>
                  <a:lnTo>
                    <a:pt x="15395" y="10052"/>
                  </a:lnTo>
                  <a:lnTo>
                    <a:pt x="15531" y="9979"/>
                  </a:lnTo>
                  <a:lnTo>
                    <a:pt x="15667" y="9906"/>
                  </a:lnTo>
                  <a:lnTo>
                    <a:pt x="15803" y="9832"/>
                  </a:lnTo>
                  <a:lnTo>
                    <a:pt x="15939" y="9759"/>
                  </a:lnTo>
                  <a:lnTo>
                    <a:pt x="16075" y="9686"/>
                  </a:lnTo>
                  <a:lnTo>
                    <a:pt x="16211" y="9612"/>
                  </a:lnTo>
                  <a:lnTo>
                    <a:pt x="16347" y="9539"/>
                  </a:lnTo>
                  <a:lnTo>
                    <a:pt x="16483" y="9466"/>
                  </a:lnTo>
                  <a:lnTo>
                    <a:pt x="16619" y="9392"/>
                  </a:lnTo>
                  <a:lnTo>
                    <a:pt x="16755" y="9319"/>
                  </a:lnTo>
                  <a:lnTo>
                    <a:pt x="16891" y="9245"/>
                  </a:lnTo>
                  <a:lnTo>
                    <a:pt x="17027" y="9172"/>
                  </a:lnTo>
                  <a:lnTo>
                    <a:pt x="17162" y="9099"/>
                  </a:lnTo>
                  <a:lnTo>
                    <a:pt x="17298" y="9025"/>
                  </a:lnTo>
                  <a:lnTo>
                    <a:pt x="17434" y="8952"/>
                  </a:lnTo>
                  <a:lnTo>
                    <a:pt x="17570" y="8878"/>
                  </a:lnTo>
                  <a:lnTo>
                    <a:pt x="17706" y="8805"/>
                  </a:lnTo>
                  <a:lnTo>
                    <a:pt x="17842" y="8732"/>
                  </a:lnTo>
                  <a:lnTo>
                    <a:pt x="17978" y="8658"/>
                  </a:lnTo>
                  <a:lnTo>
                    <a:pt x="18114" y="8585"/>
                  </a:lnTo>
                  <a:lnTo>
                    <a:pt x="18249" y="8511"/>
                  </a:lnTo>
                  <a:lnTo>
                    <a:pt x="18385" y="8438"/>
                  </a:lnTo>
                  <a:lnTo>
                    <a:pt x="18521" y="8364"/>
                  </a:lnTo>
                  <a:lnTo>
                    <a:pt x="18657" y="8291"/>
                  </a:lnTo>
                  <a:lnTo>
                    <a:pt x="18793" y="8217"/>
                  </a:lnTo>
                  <a:lnTo>
                    <a:pt x="18929" y="8144"/>
                  </a:lnTo>
                  <a:lnTo>
                    <a:pt x="19064" y="8070"/>
                  </a:lnTo>
                  <a:lnTo>
                    <a:pt x="19200" y="7997"/>
                  </a:lnTo>
                  <a:lnTo>
                    <a:pt x="19336" y="7923"/>
                  </a:lnTo>
                  <a:lnTo>
                    <a:pt x="19472" y="7849"/>
                  </a:lnTo>
                  <a:lnTo>
                    <a:pt x="19608" y="7776"/>
                  </a:lnTo>
                  <a:lnTo>
                    <a:pt x="19744" y="7702"/>
                  </a:lnTo>
                  <a:lnTo>
                    <a:pt x="19879" y="7629"/>
                  </a:lnTo>
                  <a:lnTo>
                    <a:pt x="20015" y="7555"/>
                  </a:lnTo>
                  <a:lnTo>
                    <a:pt x="20151" y="7482"/>
                  </a:lnTo>
                  <a:lnTo>
                    <a:pt x="20287" y="7408"/>
                  </a:lnTo>
                  <a:lnTo>
                    <a:pt x="20423" y="7334"/>
                  </a:lnTo>
                  <a:lnTo>
                    <a:pt x="20558" y="7261"/>
                  </a:lnTo>
                  <a:lnTo>
                    <a:pt x="20694" y="7187"/>
                  </a:lnTo>
                  <a:lnTo>
                    <a:pt x="20830" y="7113"/>
                  </a:lnTo>
                  <a:lnTo>
                    <a:pt x="20966" y="7040"/>
                  </a:lnTo>
                  <a:lnTo>
                    <a:pt x="21101" y="6966"/>
                  </a:lnTo>
                  <a:lnTo>
                    <a:pt x="21237" y="6892"/>
                  </a:lnTo>
                  <a:lnTo>
                    <a:pt x="21373" y="6819"/>
                  </a:lnTo>
                  <a:lnTo>
                    <a:pt x="21509" y="6745"/>
                  </a:lnTo>
                  <a:lnTo>
                    <a:pt x="21644" y="6671"/>
                  </a:lnTo>
                  <a:lnTo>
                    <a:pt x="21780" y="6598"/>
                  </a:lnTo>
                  <a:lnTo>
                    <a:pt x="21916" y="6524"/>
                  </a:lnTo>
                  <a:lnTo>
                    <a:pt x="22051" y="6450"/>
                  </a:lnTo>
                  <a:lnTo>
                    <a:pt x="22187" y="6376"/>
                  </a:lnTo>
                  <a:lnTo>
                    <a:pt x="22323" y="6303"/>
                  </a:lnTo>
                  <a:lnTo>
                    <a:pt x="22459" y="6229"/>
                  </a:lnTo>
                  <a:lnTo>
                    <a:pt x="22594" y="6155"/>
                  </a:lnTo>
                  <a:lnTo>
                    <a:pt x="22730" y="6081"/>
                  </a:lnTo>
                  <a:lnTo>
                    <a:pt x="22866" y="6007"/>
                  </a:lnTo>
                  <a:lnTo>
                    <a:pt x="23001" y="5934"/>
                  </a:lnTo>
                  <a:lnTo>
                    <a:pt x="23137" y="5860"/>
                  </a:lnTo>
                  <a:lnTo>
                    <a:pt x="23273" y="5786"/>
                  </a:lnTo>
                  <a:lnTo>
                    <a:pt x="23408" y="5712"/>
                  </a:lnTo>
                  <a:lnTo>
                    <a:pt x="23544" y="5638"/>
                  </a:lnTo>
                  <a:lnTo>
                    <a:pt x="23680" y="5565"/>
                  </a:lnTo>
                  <a:lnTo>
                    <a:pt x="23815" y="5491"/>
                  </a:lnTo>
                  <a:lnTo>
                    <a:pt x="23951" y="5417"/>
                  </a:lnTo>
                  <a:lnTo>
                    <a:pt x="24087" y="5343"/>
                  </a:lnTo>
                  <a:lnTo>
                    <a:pt x="24222" y="5269"/>
                  </a:lnTo>
                  <a:lnTo>
                    <a:pt x="24358" y="5195"/>
                  </a:lnTo>
                  <a:lnTo>
                    <a:pt x="24494" y="5121"/>
                  </a:lnTo>
                  <a:lnTo>
                    <a:pt x="24629" y="5047"/>
                  </a:lnTo>
                  <a:lnTo>
                    <a:pt x="24765" y="4973"/>
                  </a:lnTo>
                  <a:lnTo>
                    <a:pt x="24900" y="4899"/>
                  </a:lnTo>
                  <a:lnTo>
                    <a:pt x="25036" y="4826"/>
                  </a:lnTo>
                  <a:lnTo>
                    <a:pt x="25172" y="4752"/>
                  </a:lnTo>
                  <a:lnTo>
                    <a:pt x="25307" y="4678"/>
                  </a:lnTo>
                  <a:lnTo>
                    <a:pt x="25443" y="4604"/>
                  </a:lnTo>
                  <a:lnTo>
                    <a:pt x="25578" y="4530"/>
                  </a:lnTo>
                  <a:lnTo>
                    <a:pt x="25714" y="4456"/>
                  </a:lnTo>
                  <a:lnTo>
                    <a:pt x="25850" y="4382"/>
                  </a:lnTo>
                  <a:lnTo>
                    <a:pt x="25985" y="4308"/>
                  </a:lnTo>
                  <a:lnTo>
                    <a:pt x="26121" y="4234"/>
                  </a:lnTo>
                  <a:lnTo>
                    <a:pt x="26256" y="4160"/>
                  </a:lnTo>
                  <a:lnTo>
                    <a:pt x="26392" y="4086"/>
                  </a:lnTo>
                  <a:lnTo>
                    <a:pt x="26527" y="4012"/>
                  </a:lnTo>
                  <a:lnTo>
                    <a:pt x="26663" y="3938"/>
                  </a:lnTo>
                  <a:lnTo>
                    <a:pt x="26798" y="3863"/>
                  </a:lnTo>
                  <a:lnTo>
                    <a:pt x="26934" y="3789"/>
                  </a:lnTo>
                  <a:lnTo>
                    <a:pt x="27070" y="3715"/>
                  </a:lnTo>
                  <a:lnTo>
                    <a:pt x="27205" y="3641"/>
                  </a:lnTo>
                  <a:lnTo>
                    <a:pt x="27341" y="3567"/>
                  </a:lnTo>
                  <a:lnTo>
                    <a:pt x="27476" y="3493"/>
                  </a:lnTo>
                  <a:lnTo>
                    <a:pt x="27612" y="3419"/>
                  </a:lnTo>
                  <a:lnTo>
                    <a:pt x="27747" y="3345"/>
                  </a:lnTo>
                  <a:lnTo>
                    <a:pt x="27883" y="3271"/>
                  </a:lnTo>
                  <a:lnTo>
                    <a:pt x="28018" y="3196"/>
                  </a:lnTo>
                  <a:lnTo>
                    <a:pt x="28154" y="3122"/>
                  </a:lnTo>
                  <a:lnTo>
                    <a:pt x="28289" y="3048"/>
                  </a:lnTo>
                  <a:lnTo>
                    <a:pt x="28425" y="2974"/>
                  </a:lnTo>
                  <a:lnTo>
                    <a:pt x="28560" y="2900"/>
                  </a:lnTo>
                  <a:lnTo>
                    <a:pt x="28696" y="2826"/>
                  </a:lnTo>
                  <a:lnTo>
                    <a:pt x="28831" y="2751"/>
                  </a:lnTo>
                  <a:lnTo>
                    <a:pt x="28966" y="2677"/>
                  </a:lnTo>
                  <a:lnTo>
                    <a:pt x="29102" y="2603"/>
                  </a:lnTo>
                  <a:lnTo>
                    <a:pt x="29237" y="2529"/>
                  </a:lnTo>
                  <a:lnTo>
                    <a:pt x="29373" y="2455"/>
                  </a:lnTo>
                  <a:lnTo>
                    <a:pt x="29508" y="2380"/>
                  </a:lnTo>
                  <a:lnTo>
                    <a:pt x="29644" y="2306"/>
                  </a:lnTo>
                  <a:lnTo>
                    <a:pt x="29779" y="2232"/>
                  </a:lnTo>
                  <a:lnTo>
                    <a:pt x="29915" y="2157"/>
                  </a:lnTo>
                  <a:lnTo>
                    <a:pt x="30050" y="2083"/>
                  </a:lnTo>
                  <a:lnTo>
                    <a:pt x="30185" y="2009"/>
                  </a:lnTo>
                  <a:lnTo>
                    <a:pt x="30321" y="1935"/>
                  </a:lnTo>
                  <a:lnTo>
                    <a:pt x="30456" y="1860"/>
                  </a:lnTo>
                  <a:lnTo>
                    <a:pt x="30592" y="1786"/>
                  </a:lnTo>
                  <a:lnTo>
                    <a:pt x="30727" y="1712"/>
                  </a:lnTo>
                  <a:lnTo>
                    <a:pt x="30862" y="1637"/>
                  </a:lnTo>
                  <a:lnTo>
                    <a:pt x="30998" y="1563"/>
                  </a:lnTo>
                  <a:lnTo>
                    <a:pt x="31133" y="1489"/>
                  </a:lnTo>
                  <a:lnTo>
                    <a:pt x="31268" y="1414"/>
                  </a:lnTo>
                  <a:lnTo>
                    <a:pt x="31404" y="1340"/>
                  </a:lnTo>
                  <a:lnTo>
                    <a:pt x="31539" y="1265"/>
                  </a:lnTo>
                  <a:lnTo>
                    <a:pt x="31675" y="1191"/>
                  </a:lnTo>
                  <a:lnTo>
                    <a:pt x="31810" y="1117"/>
                  </a:lnTo>
                  <a:lnTo>
                    <a:pt x="31945" y="1042"/>
                  </a:lnTo>
                  <a:lnTo>
                    <a:pt x="32081" y="968"/>
                  </a:lnTo>
                  <a:lnTo>
                    <a:pt x="32216" y="893"/>
                  </a:lnTo>
                  <a:lnTo>
                    <a:pt x="32351" y="819"/>
                  </a:lnTo>
                  <a:lnTo>
                    <a:pt x="32487" y="745"/>
                  </a:lnTo>
                  <a:lnTo>
                    <a:pt x="32622" y="670"/>
                  </a:lnTo>
                  <a:lnTo>
                    <a:pt x="32757" y="596"/>
                  </a:lnTo>
                  <a:lnTo>
                    <a:pt x="32893" y="521"/>
                  </a:lnTo>
                  <a:lnTo>
                    <a:pt x="33028" y="447"/>
                  </a:lnTo>
                  <a:lnTo>
                    <a:pt x="33163" y="372"/>
                  </a:lnTo>
                  <a:lnTo>
                    <a:pt x="33298" y="298"/>
                  </a:lnTo>
                  <a:lnTo>
                    <a:pt x="33434" y="223"/>
                  </a:lnTo>
                  <a:lnTo>
                    <a:pt x="33569" y="149"/>
                  </a:lnTo>
                  <a:lnTo>
                    <a:pt x="33704" y="74"/>
                  </a:lnTo>
                  <a:lnTo>
                    <a:pt x="33840" y="0"/>
                  </a:lnTo>
                </a:path>
              </a:pathLst>
            </a:custGeom>
            <a:ln w="22859" cap="rnd">
              <a:solidFill>
                <a:srgbClr val="8E6AE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5" name="pl7155"/>
            <p:cNvSpPr/>
            <p:nvPr/>
          </p:nvSpPr>
          <p:spPr>
            <a:xfrm>
              <a:off x="7172664" y="536339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3820" cap="rnd">
              <a:solidFill>
                <a:srgbClr val="FF8C25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6" name="pl7156"/>
            <p:cNvSpPr/>
            <p:nvPr/>
          </p:nvSpPr>
          <p:spPr>
            <a:xfrm>
              <a:off x="7191446" y="5397139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FF8C25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7" name="pl7157"/>
            <p:cNvSpPr/>
            <p:nvPr/>
          </p:nvSpPr>
          <p:spPr>
            <a:xfrm>
              <a:off x="7180911" y="5339978"/>
              <a:ext cx="32789" cy="18806"/>
            </a:xfrm>
            <a:custGeom>
              <a:avLst/>
              <a:pathLst>
                <a:path w="32789" h="18806">
                  <a:moveTo>
                    <a:pt x="0" y="18806"/>
                  </a:moveTo>
                  <a:lnTo>
                    <a:pt x="132" y="18732"/>
                  </a:lnTo>
                  <a:lnTo>
                    <a:pt x="264" y="18657"/>
                  </a:lnTo>
                  <a:lnTo>
                    <a:pt x="396" y="18583"/>
                  </a:lnTo>
                  <a:lnTo>
                    <a:pt x="529" y="18508"/>
                  </a:lnTo>
                  <a:lnTo>
                    <a:pt x="661" y="18434"/>
                  </a:lnTo>
                  <a:lnTo>
                    <a:pt x="793" y="18360"/>
                  </a:lnTo>
                  <a:lnTo>
                    <a:pt x="926" y="18285"/>
                  </a:lnTo>
                  <a:lnTo>
                    <a:pt x="1058" y="18211"/>
                  </a:lnTo>
                  <a:lnTo>
                    <a:pt x="1190" y="18136"/>
                  </a:lnTo>
                  <a:lnTo>
                    <a:pt x="1322" y="18062"/>
                  </a:lnTo>
                  <a:lnTo>
                    <a:pt x="1455" y="17987"/>
                  </a:lnTo>
                  <a:lnTo>
                    <a:pt x="1587" y="17913"/>
                  </a:lnTo>
                  <a:lnTo>
                    <a:pt x="1719" y="17838"/>
                  </a:lnTo>
                  <a:lnTo>
                    <a:pt x="1852" y="17764"/>
                  </a:lnTo>
                  <a:lnTo>
                    <a:pt x="1984" y="17689"/>
                  </a:lnTo>
                  <a:lnTo>
                    <a:pt x="2116" y="17615"/>
                  </a:lnTo>
                  <a:lnTo>
                    <a:pt x="2248" y="17540"/>
                  </a:lnTo>
                  <a:lnTo>
                    <a:pt x="2381" y="17465"/>
                  </a:lnTo>
                  <a:lnTo>
                    <a:pt x="2513" y="17391"/>
                  </a:lnTo>
                  <a:lnTo>
                    <a:pt x="2645" y="17316"/>
                  </a:lnTo>
                  <a:lnTo>
                    <a:pt x="2777" y="17242"/>
                  </a:lnTo>
                  <a:lnTo>
                    <a:pt x="2909" y="17167"/>
                  </a:lnTo>
                  <a:lnTo>
                    <a:pt x="3042" y="17092"/>
                  </a:lnTo>
                  <a:lnTo>
                    <a:pt x="3174" y="17018"/>
                  </a:lnTo>
                  <a:lnTo>
                    <a:pt x="3306" y="16943"/>
                  </a:lnTo>
                  <a:lnTo>
                    <a:pt x="3438" y="16869"/>
                  </a:lnTo>
                  <a:lnTo>
                    <a:pt x="3570" y="16794"/>
                  </a:lnTo>
                  <a:lnTo>
                    <a:pt x="3703" y="16719"/>
                  </a:lnTo>
                  <a:lnTo>
                    <a:pt x="3835" y="16645"/>
                  </a:lnTo>
                  <a:lnTo>
                    <a:pt x="3967" y="16570"/>
                  </a:lnTo>
                  <a:lnTo>
                    <a:pt x="4099" y="16495"/>
                  </a:lnTo>
                  <a:lnTo>
                    <a:pt x="4231" y="16421"/>
                  </a:lnTo>
                  <a:lnTo>
                    <a:pt x="4363" y="16346"/>
                  </a:lnTo>
                  <a:lnTo>
                    <a:pt x="4496" y="16271"/>
                  </a:lnTo>
                  <a:lnTo>
                    <a:pt x="4628" y="16196"/>
                  </a:lnTo>
                  <a:lnTo>
                    <a:pt x="4760" y="16122"/>
                  </a:lnTo>
                  <a:lnTo>
                    <a:pt x="4892" y="16047"/>
                  </a:lnTo>
                  <a:lnTo>
                    <a:pt x="5024" y="15972"/>
                  </a:lnTo>
                  <a:lnTo>
                    <a:pt x="5156" y="15898"/>
                  </a:lnTo>
                  <a:lnTo>
                    <a:pt x="5288" y="15823"/>
                  </a:lnTo>
                  <a:lnTo>
                    <a:pt x="5421" y="15748"/>
                  </a:lnTo>
                  <a:lnTo>
                    <a:pt x="5553" y="15673"/>
                  </a:lnTo>
                  <a:lnTo>
                    <a:pt x="5685" y="15598"/>
                  </a:lnTo>
                  <a:lnTo>
                    <a:pt x="5817" y="15524"/>
                  </a:lnTo>
                  <a:lnTo>
                    <a:pt x="5949" y="15449"/>
                  </a:lnTo>
                  <a:lnTo>
                    <a:pt x="6081" y="15374"/>
                  </a:lnTo>
                  <a:lnTo>
                    <a:pt x="6213" y="15299"/>
                  </a:lnTo>
                  <a:lnTo>
                    <a:pt x="6345" y="15224"/>
                  </a:lnTo>
                  <a:lnTo>
                    <a:pt x="6477" y="15150"/>
                  </a:lnTo>
                  <a:lnTo>
                    <a:pt x="6609" y="15075"/>
                  </a:lnTo>
                  <a:lnTo>
                    <a:pt x="6741" y="15000"/>
                  </a:lnTo>
                  <a:lnTo>
                    <a:pt x="6873" y="14925"/>
                  </a:lnTo>
                  <a:lnTo>
                    <a:pt x="7006" y="14850"/>
                  </a:lnTo>
                  <a:lnTo>
                    <a:pt x="7138" y="14775"/>
                  </a:lnTo>
                  <a:lnTo>
                    <a:pt x="7270" y="14700"/>
                  </a:lnTo>
                  <a:lnTo>
                    <a:pt x="7402" y="14625"/>
                  </a:lnTo>
                  <a:lnTo>
                    <a:pt x="7534" y="14550"/>
                  </a:lnTo>
                  <a:lnTo>
                    <a:pt x="7666" y="14476"/>
                  </a:lnTo>
                  <a:lnTo>
                    <a:pt x="7798" y="14401"/>
                  </a:lnTo>
                  <a:lnTo>
                    <a:pt x="7930" y="14326"/>
                  </a:lnTo>
                  <a:lnTo>
                    <a:pt x="8062" y="14251"/>
                  </a:lnTo>
                  <a:lnTo>
                    <a:pt x="8194" y="14176"/>
                  </a:lnTo>
                  <a:lnTo>
                    <a:pt x="8326" y="14101"/>
                  </a:lnTo>
                  <a:lnTo>
                    <a:pt x="8458" y="14026"/>
                  </a:lnTo>
                  <a:lnTo>
                    <a:pt x="8590" y="13951"/>
                  </a:lnTo>
                  <a:lnTo>
                    <a:pt x="8722" y="13876"/>
                  </a:lnTo>
                  <a:lnTo>
                    <a:pt x="8854" y="13801"/>
                  </a:lnTo>
                  <a:lnTo>
                    <a:pt x="8986" y="13726"/>
                  </a:lnTo>
                  <a:lnTo>
                    <a:pt x="9118" y="13651"/>
                  </a:lnTo>
                  <a:lnTo>
                    <a:pt x="9250" y="13576"/>
                  </a:lnTo>
                  <a:lnTo>
                    <a:pt x="9382" y="13501"/>
                  </a:lnTo>
                  <a:lnTo>
                    <a:pt x="9514" y="13426"/>
                  </a:lnTo>
                  <a:lnTo>
                    <a:pt x="9646" y="13351"/>
                  </a:lnTo>
                  <a:lnTo>
                    <a:pt x="9778" y="13276"/>
                  </a:lnTo>
                  <a:lnTo>
                    <a:pt x="9909" y="13200"/>
                  </a:lnTo>
                  <a:lnTo>
                    <a:pt x="10041" y="13125"/>
                  </a:lnTo>
                  <a:lnTo>
                    <a:pt x="10173" y="13050"/>
                  </a:lnTo>
                  <a:lnTo>
                    <a:pt x="10305" y="12975"/>
                  </a:lnTo>
                  <a:lnTo>
                    <a:pt x="10437" y="12900"/>
                  </a:lnTo>
                  <a:lnTo>
                    <a:pt x="10569" y="12825"/>
                  </a:lnTo>
                  <a:lnTo>
                    <a:pt x="10701" y="12750"/>
                  </a:lnTo>
                  <a:lnTo>
                    <a:pt x="10833" y="12675"/>
                  </a:lnTo>
                  <a:lnTo>
                    <a:pt x="10965" y="12599"/>
                  </a:lnTo>
                  <a:lnTo>
                    <a:pt x="11097" y="12524"/>
                  </a:lnTo>
                  <a:lnTo>
                    <a:pt x="11229" y="12449"/>
                  </a:lnTo>
                  <a:lnTo>
                    <a:pt x="11361" y="12374"/>
                  </a:lnTo>
                  <a:lnTo>
                    <a:pt x="11492" y="12299"/>
                  </a:lnTo>
                  <a:lnTo>
                    <a:pt x="11624" y="12224"/>
                  </a:lnTo>
                  <a:lnTo>
                    <a:pt x="11756" y="12148"/>
                  </a:lnTo>
                  <a:lnTo>
                    <a:pt x="11888" y="12073"/>
                  </a:lnTo>
                  <a:lnTo>
                    <a:pt x="12020" y="11998"/>
                  </a:lnTo>
                  <a:lnTo>
                    <a:pt x="12152" y="11923"/>
                  </a:lnTo>
                  <a:lnTo>
                    <a:pt x="12284" y="11847"/>
                  </a:lnTo>
                  <a:lnTo>
                    <a:pt x="12415" y="11772"/>
                  </a:lnTo>
                  <a:lnTo>
                    <a:pt x="12547" y="11697"/>
                  </a:lnTo>
                  <a:lnTo>
                    <a:pt x="12679" y="11622"/>
                  </a:lnTo>
                  <a:lnTo>
                    <a:pt x="12811" y="11546"/>
                  </a:lnTo>
                  <a:lnTo>
                    <a:pt x="12943" y="11471"/>
                  </a:lnTo>
                  <a:lnTo>
                    <a:pt x="13075" y="11396"/>
                  </a:lnTo>
                  <a:lnTo>
                    <a:pt x="13206" y="11321"/>
                  </a:lnTo>
                  <a:lnTo>
                    <a:pt x="13338" y="11245"/>
                  </a:lnTo>
                  <a:lnTo>
                    <a:pt x="13470" y="11170"/>
                  </a:lnTo>
                  <a:lnTo>
                    <a:pt x="13602" y="11095"/>
                  </a:lnTo>
                  <a:lnTo>
                    <a:pt x="13734" y="11019"/>
                  </a:lnTo>
                  <a:lnTo>
                    <a:pt x="13865" y="10944"/>
                  </a:lnTo>
                  <a:lnTo>
                    <a:pt x="13997" y="10869"/>
                  </a:lnTo>
                  <a:lnTo>
                    <a:pt x="14129" y="10793"/>
                  </a:lnTo>
                  <a:lnTo>
                    <a:pt x="14261" y="10718"/>
                  </a:lnTo>
                  <a:lnTo>
                    <a:pt x="14392" y="10642"/>
                  </a:lnTo>
                  <a:lnTo>
                    <a:pt x="14524" y="10567"/>
                  </a:lnTo>
                  <a:lnTo>
                    <a:pt x="14656" y="10492"/>
                  </a:lnTo>
                  <a:lnTo>
                    <a:pt x="14788" y="10416"/>
                  </a:lnTo>
                  <a:lnTo>
                    <a:pt x="14919" y="10341"/>
                  </a:lnTo>
                  <a:lnTo>
                    <a:pt x="15051" y="10265"/>
                  </a:lnTo>
                  <a:lnTo>
                    <a:pt x="15183" y="10190"/>
                  </a:lnTo>
                  <a:lnTo>
                    <a:pt x="15315" y="10114"/>
                  </a:lnTo>
                  <a:lnTo>
                    <a:pt x="15446" y="10039"/>
                  </a:lnTo>
                  <a:lnTo>
                    <a:pt x="15578" y="9964"/>
                  </a:lnTo>
                  <a:lnTo>
                    <a:pt x="15710" y="9888"/>
                  </a:lnTo>
                  <a:lnTo>
                    <a:pt x="15842" y="9813"/>
                  </a:lnTo>
                  <a:lnTo>
                    <a:pt x="15973" y="9737"/>
                  </a:lnTo>
                  <a:lnTo>
                    <a:pt x="16105" y="9662"/>
                  </a:lnTo>
                  <a:lnTo>
                    <a:pt x="16237" y="9586"/>
                  </a:lnTo>
                  <a:lnTo>
                    <a:pt x="16368" y="9511"/>
                  </a:lnTo>
                  <a:lnTo>
                    <a:pt x="16500" y="9435"/>
                  </a:lnTo>
                  <a:lnTo>
                    <a:pt x="16632" y="9359"/>
                  </a:lnTo>
                  <a:lnTo>
                    <a:pt x="16763" y="9284"/>
                  </a:lnTo>
                  <a:lnTo>
                    <a:pt x="16895" y="9208"/>
                  </a:lnTo>
                  <a:lnTo>
                    <a:pt x="17027" y="9133"/>
                  </a:lnTo>
                  <a:lnTo>
                    <a:pt x="17158" y="9057"/>
                  </a:lnTo>
                  <a:lnTo>
                    <a:pt x="17290" y="8982"/>
                  </a:lnTo>
                  <a:lnTo>
                    <a:pt x="17422" y="8906"/>
                  </a:lnTo>
                  <a:lnTo>
                    <a:pt x="17553" y="8830"/>
                  </a:lnTo>
                  <a:lnTo>
                    <a:pt x="17685" y="8755"/>
                  </a:lnTo>
                  <a:lnTo>
                    <a:pt x="17817" y="8679"/>
                  </a:lnTo>
                  <a:lnTo>
                    <a:pt x="17948" y="8604"/>
                  </a:lnTo>
                  <a:lnTo>
                    <a:pt x="18080" y="8528"/>
                  </a:lnTo>
                  <a:lnTo>
                    <a:pt x="18211" y="8452"/>
                  </a:lnTo>
                  <a:lnTo>
                    <a:pt x="18343" y="8377"/>
                  </a:lnTo>
                  <a:lnTo>
                    <a:pt x="18475" y="8301"/>
                  </a:lnTo>
                  <a:lnTo>
                    <a:pt x="18606" y="8225"/>
                  </a:lnTo>
                  <a:lnTo>
                    <a:pt x="18738" y="8150"/>
                  </a:lnTo>
                  <a:lnTo>
                    <a:pt x="18870" y="8074"/>
                  </a:lnTo>
                  <a:lnTo>
                    <a:pt x="19001" y="7998"/>
                  </a:lnTo>
                  <a:lnTo>
                    <a:pt x="19133" y="7923"/>
                  </a:lnTo>
                  <a:lnTo>
                    <a:pt x="19264" y="7847"/>
                  </a:lnTo>
                  <a:lnTo>
                    <a:pt x="19396" y="7771"/>
                  </a:lnTo>
                  <a:lnTo>
                    <a:pt x="19527" y="7695"/>
                  </a:lnTo>
                  <a:lnTo>
                    <a:pt x="19659" y="7620"/>
                  </a:lnTo>
                  <a:lnTo>
                    <a:pt x="19790" y="7544"/>
                  </a:lnTo>
                  <a:lnTo>
                    <a:pt x="19922" y="7468"/>
                  </a:lnTo>
                  <a:lnTo>
                    <a:pt x="20054" y="7392"/>
                  </a:lnTo>
                  <a:lnTo>
                    <a:pt x="20185" y="7317"/>
                  </a:lnTo>
                  <a:lnTo>
                    <a:pt x="20317" y="7241"/>
                  </a:lnTo>
                  <a:lnTo>
                    <a:pt x="20448" y="7165"/>
                  </a:lnTo>
                  <a:lnTo>
                    <a:pt x="20580" y="7089"/>
                  </a:lnTo>
                  <a:lnTo>
                    <a:pt x="20711" y="7013"/>
                  </a:lnTo>
                  <a:lnTo>
                    <a:pt x="20843" y="6937"/>
                  </a:lnTo>
                  <a:lnTo>
                    <a:pt x="20974" y="6862"/>
                  </a:lnTo>
                  <a:lnTo>
                    <a:pt x="21106" y="6786"/>
                  </a:lnTo>
                  <a:lnTo>
                    <a:pt x="21237" y="6710"/>
                  </a:lnTo>
                  <a:lnTo>
                    <a:pt x="21369" y="6634"/>
                  </a:lnTo>
                  <a:lnTo>
                    <a:pt x="21500" y="6558"/>
                  </a:lnTo>
                  <a:lnTo>
                    <a:pt x="21632" y="6482"/>
                  </a:lnTo>
                  <a:lnTo>
                    <a:pt x="21763" y="6406"/>
                  </a:lnTo>
                  <a:lnTo>
                    <a:pt x="21895" y="6331"/>
                  </a:lnTo>
                  <a:lnTo>
                    <a:pt x="22026" y="6255"/>
                  </a:lnTo>
                  <a:lnTo>
                    <a:pt x="22158" y="6179"/>
                  </a:lnTo>
                  <a:lnTo>
                    <a:pt x="22289" y="6103"/>
                  </a:lnTo>
                  <a:lnTo>
                    <a:pt x="22421" y="6027"/>
                  </a:lnTo>
                  <a:lnTo>
                    <a:pt x="22552" y="5951"/>
                  </a:lnTo>
                  <a:lnTo>
                    <a:pt x="22683" y="5875"/>
                  </a:lnTo>
                  <a:lnTo>
                    <a:pt x="22815" y="5799"/>
                  </a:lnTo>
                  <a:lnTo>
                    <a:pt x="22946" y="5723"/>
                  </a:lnTo>
                  <a:lnTo>
                    <a:pt x="23078" y="5647"/>
                  </a:lnTo>
                  <a:lnTo>
                    <a:pt x="23209" y="5571"/>
                  </a:lnTo>
                  <a:lnTo>
                    <a:pt x="23341" y="5495"/>
                  </a:lnTo>
                  <a:lnTo>
                    <a:pt x="23472" y="5419"/>
                  </a:lnTo>
                  <a:lnTo>
                    <a:pt x="23603" y="5343"/>
                  </a:lnTo>
                  <a:lnTo>
                    <a:pt x="23735" y="5267"/>
                  </a:lnTo>
                  <a:lnTo>
                    <a:pt x="23866" y="5191"/>
                  </a:lnTo>
                  <a:lnTo>
                    <a:pt x="23998" y="5115"/>
                  </a:lnTo>
                  <a:lnTo>
                    <a:pt x="24129" y="5039"/>
                  </a:lnTo>
                  <a:lnTo>
                    <a:pt x="24260" y="4963"/>
                  </a:lnTo>
                  <a:lnTo>
                    <a:pt x="24392" y="4887"/>
                  </a:lnTo>
                  <a:lnTo>
                    <a:pt x="24523" y="4811"/>
                  </a:lnTo>
                  <a:lnTo>
                    <a:pt x="24654" y="4735"/>
                  </a:lnTo>
                  <a:lnTo>
                    <a:pt x="24786" y="4658"/>
                  </a:lnTo>
                  <a:lnTo>
                    <a:pt x="24917" y="4582"/>
                  </a:lnTo>
                  <a:lnTo>
                    <a:pt x="25048" y="4506"/>
                  </a:lnTo>
                  <a:lnTo>
                    <a:pt x="25180" y="4430"/>
                  </a:lnTo>
                  <a:lnTo>
                    <a:pt x="25311" y="4354"/>
                  </a:lnTo>
                  <a:lnTo>
                    <a:pt x="25442" y="4278"/>
                  </a:lnTo>
                  <a:lnTo>
                    <a:pt x="25574" y="4202"/>
                  </a:lnTo>
                  <a:lnTo>
                    <a:pt x="25705" y="4126"/>
                  </a:lnTo>
                  <a:lnTo>
                    <a:pt x="25836" y="4049"/>
                  </a:lnTo>
                  <a:lnTo>
                    <a:pt x="25968" y="3973"/>
                  </a:lnTo>
                  <a:lnTo>
                    <a:pt x="26099" y="3897"/>
                  </a:lnTo>
                  <a:lnTo>
                    <a:pt x="26230" y="3821"/>
                  </a:lnTo>
                  <a:lnTo>
                    <a:pt x="26362" y="3745"/>
                  </a:lnTo>
                  <a:lnTo>
                    <a:pt x="26493" y="3668"/>
                  </a:lnTo>
                  <a:lnTo>
                    <a:pt x="26624" y="3592"/>
                  </a:lnTo>
                  <a:lnTo>
                    <a:pt x="26755" y="3516"/>
                  </a:lnTo>
                  <a:lnTo>
                    <a:pt x="26887" y="3440"/>
                  </a:lnTo>
                  <a:lnTo>
                    <a:pt x="27018" y="3363"/>
                  </a:lnTo>
                  <a:lnTo>
                    <a:pt x="27149" y="3287"/>
                  </a:lnTo>
                  <a:lnTo>
                    <a:pt x="27281" y="3211"/>
                  </a:lnTo>
                  <a:lnTo>
                    <a:pt x="27412" y="3135"/>
                  </a:lnTo>
                  <a:lnTo>
                    <a:pt x="27543" y="3058"/>
                  </a:lnTo>
                  <a:lnTo>
                    <a:pt x="27674" y="2982"/>
                  </a:lnTo>
                  <a:lnTo>
                    <a:pt x="27806" y="2906"/>
                  </a:lnTo>
                  <a:lnTo>
                    <a:pt x="27937" y="2829"/>
                  </a:lnTo>
                  <a:lnTo>
                    <a:pt x="28068" y="2753"/>
                  </a:lnTo>
                  <a:lnTo>
                    <a:pt x="28199" y="2677"/>
                  </a:lnTo>
                  <a:lnTo>
                    <a:pt x="28330" y="2600"/>
                  </a:lnTo>
                  <a:lnTo>
                    <a:pt x="28462" y="2524"/>
                  </a:lnTo>
                  <a:lnTo>
                    <a:pt x="28593" y="2448"/>
                  </a:lnTo>
                  <a:lnTo>
                    <a:pt x="28724" y="2371"/>
                  </a:lnTo>
                  <a:lnTo>
                    <a:pt x="28855" y="2295"/>
                  </a:lnTo>
                  <a:lnTo>
                    <a:pt x="28986" y="2219"/>
                  </a:lnTo>
                  <a:lnTo>
                    <a:pt x="29118" y="2142"/>
                  </a:lnTo>
                  <a:lnTo>
                    <a:pt x="29249" y="2066"/>
                  </a:lnTo>
                  <a:lnTo>
                    <a:pt x="29380" y="1989"/>
                  </a:lnTo>
                  <a:lnTo>
                    <a:pt x="29511" y="1913"/>
                  </a:lnTo>
                  <a:lnTo>
                    <a:pt x="29642" y="1837"/>
                  </a:lnTo>
                  <a:lnTo>
                    <a:pt x="29773" y="1760"/>
                  </a:lnTo>
                  <a:lnTo>
                    <a:pt x="29905" y="1684"/>
                  </a:lnTo>
                  <a:lnTo>
                    <a:pt x="30036" y="1607"/>
                  </a:lnTo>
                  <a:lnTo>
                    <a:pt x="30167" y="1531"/>
                  </a:lnTo>
                  <a:lnTo>
                    <a:pt x="30298" y="1454"/>
                  </a:lnTo>
                  <a:lnTo>
                    <a:pt x="30429" y="1378"/>
                  </a:lnTo>
                  <a:lnTo>
                    <a:pt x="30560" y="1301"/>
                  </a:lnTo>
                  <a:lnTo>
                    <a:pt x="30691" y="1225"/>
                  </a:lnTo>
                  <a:lnTo>
                    <a:pt x="30823" y="1148"/>
                  </a:lnTo>
                  <a:lnTo>
                    <a:pt x="30954" y="1072"/>
                  </a:lnTo>
                  <a:lnTo>
                    <a:pt x="31085" y="995"/>
                  </a:lnTo>
                  <a:lnTo>
                    <a:pt x="31216" y="919"/>
                  </a:lnTo>
                  <a:lnTo>
                    <a:pt x="31347" y="842"/>
                  </a:lnTo>
                  <a:lnTo>
                    <a:pt x="31478" y="766"/>
                  </a:lnTo>
                  <a:lnTo>
                    <a:pt x="31609" y="689"/>
                  </a:lnTo>
                  <a:lnTo>
                    <a:pt x="31740" y="612"/>
                  </a:lnTo>
                  <a:lnTo>
                    <a:pt x="31871" y="536"/>
                  </a:lnTo>
                  <a:lnTo>
                    <a:pt x="32002" y="459"/>
                  </a:lnTo>
                  <a:lnTo>
                    <a:pt x="32133" y="383"/>
                  </a:lnTo>
                  <a:lnTo>
                    <a:pt x="32264" y="306"/>
                  </a:lnTo>
                  <a:lnTo>
                    <a:pt x="32396" y="229"/>
                  </a:lnTo>
                  <a:lnTo>
                    <a:pt x="32527" y="153"/>
                  </a:lnTo>
                  <a:lnTo>
                    <a:pt x="32658" y="76"/>
                  </a:lnTo>
                  <a:lnTo>
                    <a:pt x="32789" y="0"/>
                  </a:lnTo>
                </a:path>
              </a:pathLst>
            </a:custGeom>
            <a:ln w="83820" cap="rnd">
              <a:solidFill>
                <a:srgbClr val="8E6AE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8" name="pl7158"/>
            <p:cNvSpPr/>
            <p:nvPr/>
          </p:nvSpPr>
          <p:spPr>
            <a:xfrm>
              <a:off x="7199837" y="5373310"/>
              <a:ext cx="33361" cy="19134"/>
            </a:xfrm>
            <a:custGeom>
              <a:avLst/>
              <a:pathLst>
                <a:path w="33361" h="19134">
                  <a:moveTo>
                    <a:pt x="0" y="19134"/>
                  </a:moveTo>
                  <a:lnTo>
                    <a:pt x="134" y="19058"/>
                  </a:lnTo>
                  <a:lnTo>
                    <a:pt x="269" y="18983"/>
                  </a:lnTo>
                  <a:lnTo>
                    <a:pt x="403" y="18907"/>
                  </a:lnTo>
                  <a:lnTo>
                    <a:pt x="538" y="18831"/>
                  </a:lnTo>
                  <a:lnTo>
                    <a:pt x="673" y="18756"/>
                  </a:lnTo>
                  <a:lnTo>
                    <a:pt x="807" y="18680"/>
                  </a:lnTo>
                  <a:lnTo>
                    <a:pt x="942" y="18604"/>
                  </a:lnTo>
                  <a:lnTo>
                    <a:pt x="1076" y="18528"/>
                  </a:lnTo>
                  <a:lnTo>
                    <a:pt x="1211" y="18452"/>
                  </a:lnTo>
                  <a:lnTo>
                    <a:pt x="1346" y="18377"/>
                  </a:lnTo>
                  <a:lnTo>
                    <a:pt x="1480" y="18301"/>
                  </a:lnTo>
                  <a:lnTo>
                    <a:pt x="1615" y="18225"/>
                  </a:lnTo>
                  <a:lnTo>
                    <a:pt x="1749" y="18149"/>
                  </a:lnTo>
                  <a:lnTo>
                    <a:pt x="1884" y="18073"/>
                  </a:lnTo>
                  <a:lnTo>
                    <a:pt x="2018" y="17998"/>
                  </a:lnTo>
                  <a:lnTo>
                    <a:pt x="2153" y="17922"/>
                  </a:lnTo>
                  <a:lnTo>
                    <a:pt x="2288" y="17846"/>
                  </a:lnTo>
                  <a:lnTo>
                    <a:pt x="2422" y="17770"/>
                  </a:lnTo>
                  <a:lnTo>
                    <a:pt x="2557" y="17694"/>
                  </a:lnTo>
                  <a:lnTo>
                    <a:pt x="2691" y="17618"/>
                  </a:lnTo>
                  <a:lnTo>
                    <a:pt x="2826" y="17542"/>
                  </a:lnTo>
                  <a:lnTo>
                    <a:pt x="2960" y="17467"/>
                  </a:lnTo>
                  <a:lnTo>
                    <a:pt x="3095" y="17391"/>
                  </a:lnTo>
                  <a:lnTo>
                    <a:pt x="3229" y="17315"/>
                  </a:lnTo>
                  <a:lnTo>
                    <a:pt x="3364" y="17239"/>
                  </a:lnTo>
                  <a:lnTo>
                    <a:pt x="3498" y="17163"/>
                  </a:lnTo>
                  <a:lnTo>
                    <a:pt x="3633" y="17087"/>
                  </a:lnTo>
                  <a:lnTo>
                    <a:pt x="3767" y="17011"/>
                  </a:lnTo>
                  <a:lnTo>
                    <a:pt x="3902" y="16935"/>
                  </a:lnTo>
                  <a:lnTo>
                    <a:pt x="4036" y="16859"/>
                  </a:lnTo>
                  <a:lnTo>
                    <a:pt x="4171" y="16783"/>
                  </a:lnTo>
                  <a:lnTo>
                    <a:pt x="4305" y="16707"/>
                  </a:lnTo>
                  <a:lnTo>
                    <a:pt x="4440" y="16631"/>
                  </a:lnTo>
                  <a:lnTo>
                    <a:pt x="4574" y="16555"/>
                  </a:lnTo>
                  <a:lnTo>
                    <a:pt x="4708" y="16479"/>
                  </a:lnTo>
                  <a:lnTo>
                    <a:pt x="4843" y="16403"/>
                  </a:lnTo>
                  <a:lnTo>
                    <a:pt x="4977" y="16327"/>
                  </a:lnTo>
                  <a:lnTo>
                    <a:pt x="5112" y="16251"/>
                  </a:lnTo>
                  <a:lnTo>
                    <a:pt x="5246" y="16175"/>
                  </a:lnTo>
                  <a:lnTo>
                    <a:pt x="5381" y="16099"/>
                  </a:lnTo>
                  <a:lnTo>
                    <a:pt x="5515" y="16023"/>
                  </a:lnTo>
                  <a:lnTo>
                    <a:pt x="5649" y="15947"/>
                  </a:lnTo>
                  <a:lnTo>
                    <a:pt x="5784" y="15871"/>
                  </a:lnTo>
                  <a:lnTo>
                    <a:pt x="5918" y="15794"/>
                  </a:lnTo>
                  <a:lnTo>
                    <a:pt x="6053" y="15718"/>
                  </a:lnTo>
                  <a:lnTo>
                    <a:pt x="6187" y="15642"/>
                  </a:lnTo>
                  <a:lnTo>
                    <a:pt x="6322" y="15566"/>
                  </a:lnTo>
                  <a:lnTo>
                    <a:pt x="6456" y="15490"/>
                  </a:lnTo>
                  <a:lnTo>
                    <a:pt x="6590" y="15414"/>
                  </a:lnTo>
                  <a:lnTo>
                    <a:pt x="6725" y="15338"/>
                  </a:lnTo>
                  <a:lnTo>
                    <a:pt x="6859" y="15261"/>
                  </a:lnTo>
                  <a:lnTo>
                    <a:pt x="6993" y="15185"/>
                  </a:lnTo>
                  <a:lnTo>
                    <a:pt x="7128" y="15109"/>
                  </a:lnTo>
                  <a:lnTo>
                    <a:pt x="7262" y="15033"/>
                  </a:lnTo>
                  <a:lnTo>
                    <a:pt x="7396" y="14957"/>
                  </a:lnTo>
                  <a:lnTo>
                    <a:pt x="7531" y="14880"/>
                  </a:lnTo>
                  <a:lnTo>
                    <a:pt x="7665" y="14804"/>
                  </a:lnTo>
                  <a:lnTo>
                    <a:pt x="7799" y="14728"/>
                  </a:lnTo>
                  <a:lnTo>
                    <a:pt x="7934" y="14652"/>
                  </a:lnTo>
                  <a:lnTo>
                    <a:pt x="8068" y="14576"/>
                  </a:lnTo>
                  <a:lnTo>
                    <a:pt x="8202" y="14499"/>
                  </a:lnTo>
                  <a:lnTo>
                    <a:pt x="8337" y="14423"/>
                  </a:lnTo>
                  <a:lnTo>
                    <a:pt x="8471" y="14347"/>
                  </a:lnTo>
                  <a:lnTo>
                    <a:pt x="8605" y="14270"/>
                  </a:lnTo>
                  <a:lnTo>
                    <a:pt x="8740" y="14194"/>
                  </a:lnTo>
                  <a:lnTo>
                    <a:pt x="8874" y="14118"/>
                  </a:lnTo>
                  <a:lnTo>
                    <a:pt x="9008" y="14042"/>
                  </a:lnTo>
                  <a:lnTo>
                    <a:pt x="9143" y="13965"/>
                  </a:lnTo>
                  <a:lnTo>
                    <a:pt x="9277" y="13889"/>
                  </a:lnTo>
                  <a:lnTo>
                    <a:pt x="9411" y="13813"/>
                  </a:lnTo>
                  <a:lnTo>
                    <a:pt x="9545" y="13736"/>
                  </a:lnTo>
                  <a:lnTo>
                    <a:pt x="9680" y="13660"/>
                  </a:lnTo>
                  <a:lnTo>
                    <a:pt x="9814" y="13583"/>
                  </a:lnTo>
                  <a:lnTo>
                    <a:pt x="9948" y="13507"/>
                  </a:lnTo>
                  <a:lnTo>
                    <a:pt x="10082" y="13431"/>
                  </a:lnTo>
                  <a:lnTo>
                    <a:pt x="10217" y="13354"/>
                  </a:lnTo>
                  <a:lnTo>
                    <a:pt x="10351" y="13278"/>
                  </a:lnTo>
                  <a:lnTo>
                    <a:pt x="10485" y="13201"/>
                  </a:lnTo>
                  <a:lnTo>
                    <a:pt x="10619" y="13125"/>
                  </a:lnTo>
                  <a:lnTo>
                    <a:pt x="10753" y="13049"/>
                  </a:lnTo>
                  <a:lnTo>
                    <a:pt x="10888" y="12972"/>
                  </a:lnTo>
                  <a:lnTo>
                    <a:pt x="11022" y="12896"/>
                  </a:lnTo>
                  <a:lnTo>
                    <a:pt x="11156" y="12819"/>
                  </a:lnTo>
                  <a:lnTo>
                    <a:pt x="11290" y="12743"/>
                  </a:lnTo>
                  <a:lnTo>
                    <a:pt x="11424" y="12666"/>
                  </a:lnTo>
                  <a:lnTo>
                    <a:pt x="11559" y="12590"/>
                  </a:lnTo>
                  <a:lnTo>
                    <a:pt x="11693" y="12513"/>
                  </a:lnTo>
                  <a:lnTo>
                    <a:pt x="11827" y="12437"/>
                  </a:lnTo>
                  <a:lnTo>
                    <a:pt x="11961" y="12360"/>
                  </a:lnTo>
                  <a:lnTo>
                    <a:pt x="12095" y="12284"/>
                  </a:lnTo>
                  <a:lnTo>
                    <a:pt x="12230" y="12207"/>
                  </a:lnTo>
                  <a:lnTo>
                    <a:pt x="12364" y="12131"/>
                  </a:lnTo>
                  <a:lnTo>
                    <a:pt x="12498" y="12054"/>
                  </a:lnTo>
                  <a:lnTo>
                    <a:pt x="12632" y="11978"/>
                  </a:lnTo>
                  <a:lnTo>
                    <a:pt x="12766" y="11901"/>
                  </a:lnTo>
                  <a:lnTo>
                    <a:pt x="12900" y="11824"/>
                  </a:lnTo>
                  <a:lnTo>
                    <a:pt x="13034" y="11748"/>
                  </a:lnTo>
                  <a:lnTo>
                    <a:pt x="13169" y="11671"/>
                  </a:lnTo>
                  <a:lnTo>
                    <a:pt x="13303" y="11595"/>
                  </a:lnTo>
                  <a:lnTo>
                    <a:pt x="13437" y="11518"/>
                  </a:lnTo>
                  <a:lnTo>
                    <a:pt x="13571" y="11441"/>
                  </a:lnTo>
                  <a:lnTo>
                    <a:pt x="13705" y="11365"/>
                  </a:lnTo>
                  <a:lnTo>
                    <a:pt x="13839" y="11288"/>
                  </a:lnTo>
                  <a:lnTo>
                    <a:pt x="13973" y="11211"/>
                  </a:lnTo>
                  <a:lnTo>
                    <a:pt x="14107" y="11135"/>
                  </a:lnTo>
                  <a:lnTo>
                    <a:pt x="14241" y="11058"/>
                  </a:lnTo>
                  <a:lnTo>
                    <a:pt x="14375" y="10981"/>
                  </a:lnTo>
                  <a:lnTo>
                    <a:pt x="14509" y="10905"/>
                  </a:lnTo>
                  <a:lnTo>
                    <a:pt x="14644" y="10828"/>
                  </a:lnTo>
                  <a:lnTo>
                    <a:pt x="14778" y="10751"/>
                  </a:lnTo>
                  <a:lnTo>
                    <a:pt x="14912" y="10675"/>
                  </a:lnTo>
                  <a:lnTo>
                    <a:pt x="15046" y="10598"/>
                  </a:lnTo>
                  <a:lnTo>
                    <a:pt x="15180" y="10521"/>
                  </a:lnTo>
                  <a:lnTo>
                    <a:pt x="15314" y="10444"/>
                  </a:lnTo>
                  <a:lnTo>
                    <a:pt x="15448" y="10368"/>
                  </a:lnTo>
                  <a:lnTo>
                    <a:pt x="15582" y="10291"/>
                  </a:lnTo>
                  <a:lnTo>
                    <a:pt x="15716" y="10214"/>
                  </a:lnTo>
                  <a:lnTo>
                    <a:pt x="15850" y="10137"/>
                  </a:lnTo>
                  <a:lnTo>
                    <a:pt x="15984" y="10061"/>
                  </a:lnTo>
                  <a:lnTo>
                    <a:pt x="16118" y="9984"/>
                  </a:lnTo>
                  <a:lnTo>
                    <a:pt x="16252" y="9907"/>
                  </a:lnTo>
                  <a:lnTo>
                    <a:pt x="16386" y="9830"/>
                  </a:lnTo>
                  <a:lnTo>
                    <a:pt x="16520" y="9753"/>
                  </a:lnTo>
                  <a:lnTo>
                    <a:pt x="16654" y="9676"/>
                  </a:lnTo>
                  <a:lnTo>
                    <a:pt x="16788" y="9600"/>
                  </a:lnTo>
                  <a:lnTo>
                    <a:pt x="16922" y="9523"/>
                  </a:lnTo>
                  <a:lnTo>
                    <a:pt x="17056" y="9446"/>
                  </a:lnTo>
                  <a:lnTo>
                    <a:pt x="17190" y="9369"/>
                  </a:lnTo>
                  <a:lnTo>
                    <a:pt x="17324" y="9292"/>
                  </a:lnTo>
                  <a:lnTo>
                    <a:pt x="17458" y="9215"/>
                  </a:lnTo>
                  <a:lnTo>
                    <a:pt x="17592" y="9138"/>
                  </a:lnTo>
                  <a:lnTo>
                    <a:pt x="17726" y="9061"/>
                  </a:lnTo>
                  <a:lnTo>
                    <a:pt x="17860" y="8984"/>
                  </a:lnTo>
                  <a:lnTo>
                    <a:pt x="17993" y="8908"/>
                  </a:lnTo>
                  <a:lnTo>
                    <a:pt x="18127" y="8831"/>
                  </a:lnTo>
                  <a:lnTo>
                    <a:pt x="18261" y="8754"/>
                  </a:lnTo>
                  <a:lnTo>
                    <a:pt x="18395" y="8677"/>
                  </a:lnTo>
                  <a:lnTo>
                    <a:pt x="18529" y="8600"/>
                  </a:lnTo>
                  <a:lnTo>
                    <a:pt x="18663" y="8523"/>
                  </a:lnTo>
                  <a:lnTo>
                    <a:pt x="18797" y="8446"/>
                  </a:lnTo>
                  <a:lnTo>
                    <a:pt x="18931" y="8369"/>
                  </a:lnTo>
                  <a:lnTo>
                    <a:pt x="19065" y="8292"/>
                  </a:lnTo>
                  <a:lnTo>
                    <a:pt x="19199" y="8215"/>
                  </a:lnTo>
                  <a:lnTo>
                    <a:pt x="19333" y="8138"/>
                  </a:lnTo>
                  <a:lnTo>
                    <a:pt x="19466" y="8061"/>
                  </a:lnTo>
                  <a:lnTo>
                    <a:pt x="19600" y="7984"/>
                  </a:lnTo>
                  <a:lnTo>
                    <a:pt x="19734" y="7907"/>
                  </a:lnTo>
                  <a:lnTo>
                    <a:pt x="19868" y="7830"/>
                  </a:lnTo>
                  <a:lnTo>
                    <a:pt x="20002" y="7753"/>
                  </a:lnTo>
                  <a:lnTo>
                    <a:pt x="20136" y="7675"/>
                  </a:lnTo>
                  <a:lnTo>
                    <a:pt x="20270" y="7598"/>
                  </a:lnTo>
                  <a:lnTo>
                    <a:pt x="20403" y="7521"/>
                  </a:lnTo>
                  <a:lnTo>
                    <a:pt x="20537" y="7444"/>
                  </a:lnTo>
                  <a:lnTo>
                    <a:pt x="20671" y="7367"/>
                  </a:lnTo>
                  <a:lnTo>
                    <a:pt x="20805" y="7290"/>
                  </a:lnTo>
                  <a:lnTo>
                    <a:pt x="20939" y="7213"/>
                  </a:lnTo>
                  <a:lnTo>
                    <a:pt x="21072" y="7136"/>
                  </a:lnTo>
                  <a:lnTo>
                    <a:pt x="21206" y="7059"/>
                  </a:lnTo>
                  <a:lnTo>
                    <a:pt x="21340" y="6981"/>
                  </a:lnTo>
                  <a:lnTo>
                    <a:pt x="21474" y="6904"/>
                  </a:lnTo>
                  <a:lnTo>
                    <a:pt x="21608" y="6827"/>
                  </a:lnTo>
                  <a:lnTo>
                    <a:pt x="21741" y="6750"/>
                  </a:lnTo>
                  <a:lnTo>
                    <a:pt x="21875" y="6673"/>
                  </a:lnTo>
                  <a:lnTo>
                    <a:pt x="22009" y="6595"/>
                  </a:lnTo>
                  <a:lnTo>
                    <a:pt x="22143" y="6518"/>
                  </a:lnTo>
                  <a:lnTo>
                    <a:pt x="22277" y="6441"/>
                  </a:lnTo>
                  <a:lnTo>
                    <a:pt x="22410" y="6364"/>
                  </a:lnTo>
                  <a:lnTo>
                    <a:pt x="22544" y="6286"/>
                  </a:lnTo>
                  <a:lnTo>
                    <a:pt x="22678" y="6209"/>
                  </a:lnTo>
                  <a:lnTo>
                    <a:pt x="22812" y="6132"/>
                  </a:lnTo>
                  <a:lnTo>
                    <a:pt x="22945" y="6055"/>
                  </a:lnTo>
                  <a:lnTo>
                    <a:pt x="23079" y="5977"/>
                  </a:lnTo>
                  <a:lnTo>
                    <a:pt x="23213" y="5900"/>
                  </a:lnTo>
                  <a:lnTo>
                    <a:pt x="23347" y="5823"/>
                  </a:lnTo>
                  <a:lnTo>
                    <a:pt x="23480" y="5746"/>
                  </a:lnTo>
                  <a:lnTo>
                    <a:pt x="23614" y="5668"/>
                  </a:lnTo>
                  <a:lnTo>
                    <a:pt x="23748" y="5591"/>
                  </a:lnTo>
                  <a:lnTo>
                    <a:pt x="23881" y="5514"/>
                  </a:lnTo>
                  <a:lnTo>
                    <a:pt x="24015" y="5436"/>
                  </a:lnTo>
                  <a:lnTo>
                    <a:pt x="24149" y="5359"/>
                  </a:lnTo>
                  <a:lnTo>
                    <a:pt x="24282" y="5282"/>
                  </a:lnTo>
                  <a:lnTo>
                    <a:pt x="24416" y="5204"/>
                  </a:lnTo>
                  <a:lnTo>
                    <a:pt x="24550" y="5127"/>
                  </a:lnTo>
                  <a:lnTo>
                    <a:pt x="24683" y="5049"/>
                  </a:lnTo>
                  <a:lnTo>
                    <a:pt x="24817" y="4972"/>
                  </a:lnTo>
                  <a:lnTo>
                    <a:pt x="24951" y="4895"/>
                  </a:lnTo>
                  <a:lnTo>
                    <a:pt x="25084" y="4817"/>
                  </a:lnTo>
                  <a:lnTo>
                    <a:pt x="25218" y="4740"/>
                  </a:lnTo>
                  <a:lnTo>
                    <a:pt x="25352" y="4662"/>
                  </a:lnTo>
                  <a:lnTo>
                    <a:pt x="25485" y="4585"/>
                  </a:lnTo>
                  <a:lnTo>
                    <a:pt x="25619" y="4507"/>
                  </a:lnTo>
                  <a:lnTo>
                    <a:pt x="25753" y="4430"/>
                  </a:lnTo>
                  <a:lnTo>
                    <a:pt x="25886" y="4352"/>
                  </a:lnTo>
                  <a:lnTo>
                    <a:pt x="26020" y="4275"/>
                  </a:lnTo>
                  <a:lnTo>
                    <a:pt x="26153" y="4198"/>
                  </a:lnTo>
                  <a:lnTo>
                    <a:pt x="26287" y="4120"/>
                  </a:lnTo>
                  <a:lnTo>
                    <a:pt x="26421" y="4043"/>
                  </a:lnTo>
                  <a:lnTo>
                    <a:pt x="26554" y="3965"/>
                  </a:lnTo>
                  <a:lnTo>
                    <a:pt x="26688" y="3887"/>
                  </a:lnTo>
                  <a:lnTo>
                    <a:pt x="26821" y="3810"/>
                  </a:lnTo>
                  <a:lnTo>
                    <a:pt x="26955" y="3732"/>
                  </a:lnTo>
                  <a:lnTo>
                    <a:pt x="27089" y="3655"/>
                  </a:lnTo>
                  <a:lnTo>
                    <a:pt x="27222" y="3577"/>
                  </a:lnTo>
                  <a:lnTo>
                    <a:pt x="27356" y="3500"/>
                  </a:lnTo>
                  <a:lnTo>
                    <a:pt x="27489" y="3422"/>
                  </a:lnTo>
                  <a:lnTo>
                    <a:pt x="27623" y="3345"/>
                  </a:lnTo>
                  <a:lnTo>
                    <a:pt x="27756" y="3267"/>
                  </a:lnTo>
                  <a:lnTo>
                    <a:pt x="27890" y="3189"/>
                  </a:lnTo>
                  <a:lnTo>
                    <a:pt x="28023" y="3112"/>
                  </a:lnTo>
                  <a:lnTo>
                    <a:pt x="28157" y="3034"/>
                  </a:lnTo>
                  <a:lnTo>
                    <a:pt x="28291" y="2956"/>
                  </a:lnTo>
                  <a:lnTo>
                    <a:pt x="28424" y="2879"/>
                  </a:lnTo>
                  <a:lnTo>
                    <a:pt x="28558" y="2801"/>
                  </a:lnTo>
                  <a:lnTo>
                    <a:pt x="28691" y="2723"/>
                  </a:lnTo>
                  <a:lnTo>
                    <a:pt x="28825" y="2646"/>
                  </a:lnTo>
                  <a:lnTo>
                    <a:pt x="28958" y="2568"/>
                  </a:lnTo>
                  <a:lnTo>
                    <a:pt x="29092" y="2490"/>
                  </a:lnTo>
                  <a:lnTo>
                    <a:pt x="29225" y="2413"/>
                  </a:lnTo>
                  <a:lnTo>
                    <a:pt x="29359" y="2335"/>
                  </a:lnTo>
                  <a:lnTo>
                    <a:pt x="29492" y="2257"/>
                  </a:lnTo>
                  <a:lnTo>
                    <a:pt x="29625" y="2180"/>
                  </a:lnTo>
                  <a:lnTo>
                    <a:pt x="29759" y="2102"/>
                  </a:lnTo>
                  <a:lnTo>
                    <a:pt x="29892" y="2024"/>
                  </a:lnTo>
                  <a:lnTo>
                    <a:pt x="30026" y="1946"/>
                  </a:lnTo>
                  <a:lnTo>
                    <a:pt x="30159" y="1869"/>
                  </a:lnTo>
                  <a:lnTo>
                    <a:pt x="30293" y="1791"/>
                  </a:lnTo>
                  <a:lnTo>
                    <a:pt x="30426" y="1713"/>
                  </a:lnTo>
                  <a:lnTo>
                    <a:pt x="30560" y="1635"/>
                  </a:lnTo>
                  <a:lnTo>
                    <a:pt x="30693" y="1557"/>
                  </a:lnTo>
                  <a:lnTo>
                    <a:pt x="30827" y="1480"/>
                  </a:lnTo>
                  <a:lnTo>
                    <a:pt x="30960" y="1402"/>
                  </a:lnTo>
                  <a:lnTo>
                    <a:pt x="31093" y="1324"/>
                  </a:lnTo>
                  <a:lnTo>
                    <a:pt x="31227" y="1246"/>
                  </a:lnTo>
                  <a:lnTo>
                    <a:pt x="31360" y="1168"/>
                  </a:lnTo>
                  <a:lnTo>
                    <a:pt x="31494" y="1090"/>
                  </a:lnTo>
                  <a:lnTo>
                    <a:pt x="31627" y="1013"/>
                  </a:lnTo>
                  <a:lnTo>
                    <a:pt x="31760" y="935"/>
                  </a:lnTo>
                  <a:lnTo>
                    <a:pt x="31894" y="857"/>
                  </a:lnTo>
                  <a:lnTo>
                    <a:pt x="32027" y="779"/>
                  </a:lnTo>
                  <a:lnTo>
                    <a:pt x="32160" y="701"/>
                  </a:lnTo>
                  <a:lnTo>
                    <a:pt x="32294" y="623"/>
                  </a:lnTo>
                  <a:lnTo>
                    <a:pt x="32427" y="545"/>
                  </a:lnTo>
                  <a:lnTo>
                    <a:pt x="32561" y="467"/>
                  </a:lnTo>
                  <a:lnTo>
                    <a:pt x="32694" y="389"/>
                  </a:lnTo>
                  <a:lnTo>
                    <a:pt x="32827" y="311"/>
                  </a:lnTo>
                  <a:lnTo>
                    <a:pt x="32961" y="233"/>
                  </a:lnTo>
                  <a:lnTo>
                    <a:pt x="33094" y="155"/>
                  </a:lnTo>
                  <a:lnTo>
                    <a:pt x="33227" y="77"/>
                  </a:lnTo>
                  <a:lnTo>
                    <a:pt x="33361" y="0"/>
                  </a:lnTo>
                </a:path>
              </a:pathLst>
            </a:custGeom>
            <a:ln w="22859" cap="rnd">
              <a:solidFill>
                <a:srgbClr val="8E6AE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9" name="pl7159"/>
            <p:cNvSpPr/>
            <p:nvPr/>
          </p:nvSpPr>
          <p:spPr>
            <a:xfrm>
              <a:off x="7254228" y="531568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3820" cap="rnd">
              <a:solidFill>
                <a:srgbClr val="A8D8F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0" name="pl7160"/>
            <p:cNvSpPr/>
            <p:nvPr/>
          </p:nvSpPr>
          <p:spPr>
            <a:xfrm>
              <a:off x="7274432" y="534859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A8D8F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1" name="pl7161"/>
            <p:cNvSpPr/>
            <p:nvPr/>
          </p:nvSpPr>
          <p:spPr>
            <a:xfrm>
              <a:off x="7262270" y="531072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3820" cap="rnd">
              <a:solidFill>
                <a:srgbClr val="FF8ED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2" name="pl7162"/>
            <p:cNvSpPr/>
            <p:nvPr/>
          </p:nvSpPr>
          <p:spPr>
            <a:xfrm>
              <a:off x="7282615" y="5343547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FF8ED1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3" name="pl7163"/>
            <p:cNvSpPr/>
            <p:nvPr/>
          </p:nvSpPr>
          <p:spPr>
            <a:xfrm>
              <a:off x="7221847" y="5305730"/>
              <a:ext cx="48444" cy="29459"/>
            </a:xfrm>
            <a:custGeom>
              <a:avLst/>
              <a:pathLst>
                <a:path w="48444" h="29459">
                  <a:moveTo>
                    <a:pt x="0" y="29459"/>
                  </a:moveTo>
                  <a:lnTo>
                    <a:pt x="196" y="29343"/>
                  </a:lnTo>
                  <a:lnTo>
                    <a:pt x="392" y="29228"/>
                  </a:lnTo>
                  <a:lnTo>
                    <a:pt x="588" y="29112"/>
                  </a:lnTo>
                  <a:lnTo>
                    <a:pt x="784" y="28996"/>
                  </a:lnTo>
                  <a:lnTo>
                    <a:pt x="980" y="28880"/>
                  </a:lnTo>
                  <a:lnTo>
                    <a:pt x="1176" y="28764"/>
                  </a:lnTo>
                  <a:lnTo>
                    <a:pt x="1372" y="28648"/>
                  </a:lnTo>
                  <a:lnTo>
                    <a:pt x="1568" y="28532"/>
                  </a:lnTo>
                  <a:lnTo>
                    <a:pt x="1764" y="28416"/>
                  </a:lnTo>
                  <a:lnTo>
                    <a:pt x="1960" y="28300"/>
                  </a:lnTo>
                  <a:lnTo>
                    <a:pt x="2155" y="28184"/>
                  </a:lnTo>
                  <a:lnTo>
                    <a:pt x="2351" y="28068"/>
                  </a:lnTo>
                  <a:lnTo>
                    <a:pt x="2547" y="27952"/>
                  </a:lnTo>
                  <a:lnTo>
                    <a:pt x="2743" y="27836"/>
                  </a:lnTo>
                  <a:lnTo>
                    <a:pt x="2939" y="27720"/>
                  </a:lnTo>
                  <a:lnTo>
                    <a:pt x="3135" y="27604"/>
                  </a:lnTo>
                  <a:lnTo>
                    <a:pt x="3331" y="27487"/>
                  </a:lnTo>
                  <a:lnTo>
                    <a:pt x="3527" y="27371"/>
                  </a:lnTo>
                  <a:lnTo>
                    <a:pt x="3722" y="27255"/>
                  </a:lnTo>
                  <a:lnTo>
                    <a:pt x="3918" y="27139"/>
                  </a:lnTo>
                  <a:lnTo>
                    <a:pt x="4114" y="27023"/>
                  </a:lnTo>
                  <a:lnTo>
                    <a:pt x="4310" y="26906"/>
                  </a:lnTo>
                  <a:lnTo>
                    <a:pt x="4506" y="26790"/>
                  </a:lnTo>
                  <a:lnTo>
                    <a:pt x="4702" y="26674"/>
                  </a:lnTo>
                  <a:lnTo>
                    <a:pt x="4897" y="26558"/>
                  </a:lnTo>
                  <a:lnTo>
                    <a:pt x="5093" y="26441"/>
                  </a:lnTo>
                  <a:lnTo>
                    <a:pt x="5289" y="26325"/>
                  </a:lnTo>
                  <a:lnTo>
                    <a:pt x="5485" y="26209"/>
                  </a:lnTo>
                  <a:lnTo>
                    <a:pt x="5680" y="26092"/>
                  </a:lnTo>
                  <a:lnTo>
                    <a:pt x="5876" y="25976"/>
                  </a:lnTo>
                  <a:lnTo>
                    <a:pt x="6072" y="25859"/>
                  </a:lnTo>
                  <a:lnTo>
                    <a:pt x="6267" y="25743"/>
                  </a:lnTo>
                  <a:lnTo>
                    <a:pt x="6463" y="25626"/>
                  </a:lnTo>
                  <a:lnTo>
                    <a:pt x="6659" y="25510"/>
                  </a:lnTo>
                  <a:lnTo>
                    <a:pt x="6854" y="25393"/>
                  </a:lnTo>
                  <a:lnTo>
                    <a:pt x="7050" y="25277"/>
                  </a:lnTo>
                  <a:lnTo>
                    <a:pt x="7246" y="25160"/>
                  </a:lnTo>
                  <a:lnTo>
                    <a:pt x="7441" y="25044"/>
                  </a:lnTo>
                  <a:lnTo>
                    <a:pt x="7637" y="24927"/>
                  </a:lnTo>
                  <a:lnTo>
                    <a:pt x="7832" y="24811"/>
                  </a:lnTo>
                  <a:lnTo>
                    <a:pt x="8028" y="24694"/>
                  </a:lnTo>
                  <a:lnTo>
                    <a:pt x="8224" y="24577"/>
                  </a:lnTo>
                  <a:lnTo>
                    <a:pt x="8419" y="24461"/>
                  </a:lnTo>
                  <a:lnTo>
                    <a:pt x="8615" y="24344"/>
                  </a:lnTo>
                  <a:lnTo>
                    <a:pt x="8810" y="24227"/>
                  </a:lnTo>
                  <a:lnTo>
                    <a:pt x="9006" y="24110"/>
                  </a:lnTo>
                  <a:lnTo>
                    <a:pt x="9201" y="23994"/>
                  </a:lnTo>
                  <a:lnTo>
                    <a:pt x="9397" y="23877"/>
                  </a:lnTo>
                  <a:lnTo>
                    <a:pt x="9592" y="23760"/>
                  </a:lnTo>
                  <a:lnTo>
                    <a:pt x="9788" y="23643"/>
                  </a:lnTo>
                  <a:lnTo>
                    <a:pt x="9983" y="23527"/>
                  </a:lnTo>
                  <a:lnTo>
                    <a:pt x="10178" y="23410"/>
                  </a:lnTo>
                  <a:lnTo>
                    <a:pt x="10374" y="23293"/>
                  </a:lnTo>
                  <a:lnTo>
                    <a:pt x="10569" y="23176"/>
                  </a:lnTo>
                  <a:lnTo>
                    <a:pt x="10765" y="23059"/>
                  </a:lnTo>
                  <a:lnTo>
                    <a:pt x="10960" y="22942"/>
                  </a:lnTo>
                  <a:lnTo>
                    <a:pt x="11156" y="22825"/>
                  </a:lnTo>
                  <a:lnTo>
                    <a:pt x="11351" y="22708"/>
                  </a:lnTo>
                  <a:lnTo>
                    <a:pt x="11546" y="22591"/>
                  </a:lnTo>
                  <a:lnTo>
                    <a:pt x="11742" y="22474"/>
                  </a:lnTo>
                  <a:lnTo>
                    <a:pt x="11937" y="22357"/>
                  </a:lnTo>
                  <a:lnTo>
                    <a:pt x="12132" y="22240"/>
                  </a:lnTo>
                  <a:lnTo>
                    <a:pt x="12328" y="22123"/>
                  </a:lnTo>
                  <a:lnTo>
                    <a:pt x="12523" y="22006"/>
                  </a:lnTo>
                  <a:lnTo>
                    <a:pt x="12718" y="21889"/>
                  </a:lnTo>
                  <a:lnTo>
                    <a:pt x="12913" y="21772"/>
                  </a:lnTo>
                  <a:lnTo>
                    <a:pt x="13109" y="21654"/>
                  </a:lnTo>
                  <a:lnTo>
                    <a:pt x="13304" y="21537"/>
                  </a:lnTo>
                  <a:lnTo>
                    <a:pt x="13499" y="21420"/>
                  </a:lnTo>
                  <a:lnTo>
                    <a:pt x="13694" y="21303"/>
                  </a:lnTo>
                  <a:lnTo>
                    <a:pt x="13890" y="21186"/>
                  </a:lnTo>
                  <a:lnTo>
                    <a:pt x="14085" y="21068"/>
                  </a:lnTo>
                  <a:lnTo>
                    <a:pt x="14280" y="20951"/>
                  </a:lnTo>
                  <a:lnTo>
                    <a:pt x="14475" y="20834"/>
                  </a:lnTo>
                  <a:lnTo>
                    <a:pt x="14670" y="20717"/>
                  </a:lnTo>
                  <a:lnTo>
                    <a:pt x="14866" y="20599"/>
                  </a:lnTo>
                  <a:lnTo>
                    <a:pt x="15061" y="20482"/>
                  </a:lnTo>
                  <a:lnTo>
                    <a:pt x="15256" y="20364"/>
                  </a:lnTo>
                  <a:lnTo>
                    <a:pt x="15451" y="20247"/>
                  </a:lnTo>
                  <a:lnTo>
                    <a:pt x="15646" y="20130"/>
                  </a:lnTo>
                  <a:lnTo>
                    <a:pt x="15841" y="20012"/>
                  </a:lnTo>
                  <a:lnTo>
                    <a:pt x="16036" y="19895"/>
                  </a:lnTo>
                  <a:lnTo>
                    <a:pt x="16231" y="19777"/>
                  </a:lnTo>
                  <a:lnTo>
                    <a:pt x="16426" y="19660"/>
                  </a:lnTo>
                  <a:lnTo>
                    <a:pt x="16621" y="19542"/>
                  </a:lnTo>
                  <a:lnTo>
                    <a:pt x="16816" y="19425"/>
                  </a:lnTo>
                  <a:lnTo>
                    <a:pt x="17011" y="19307"/>
                  </a:lnTo>
                  <a:lnTo>
                    <a:pt x="17206" y="19190"/>
                  </a:lnTo>
                  <a:lnTo>
                    <a:pt x="17401" y="19072"/>
                  </a:lnTo>
                  <a:lnTo>
                    <a:pt x="17596" y="18954"/>
                  </a:lnTo>
                  <a:lnTo>
                    <a:pt x="17791" y="18837"/>
                  </a:lnTo>
                  <a:lnTo>
                    <a:pt x="17986" y="18719"/>
                  </a:lnTo>
                  <a:lnTo>
                    <a:pt x="18181" y="18601"/>
                  </a:lnTo>
                  <a:lnTo>
                    <a:pt x="18376" y="18484"/>
                  </a:lnTo>
                  <a:lnTo>
                    <a:pt x="18571" y="18366"/>
                  </a:lnTo>
                  <a:lnTo>
                    <a:pt x="18766" y="18248"/>
                  </a:lnTo>
                  <a:lnTo>
                    <a:pt x="18961" y="18131"/>
                  </a:lnTo>
                  <a:lnTo>
                    <a:pt x="19156" y="18013"/>
                  </a:lnTo>
                  <a:lnTo>
                    <a:pt x="19351" y="17895"/>
                  </a:lnTo>
                  <a:lnTo>
                    <a:pt x="19546" y="17777"/>
                  </a:lnTo>
                  <a:lnTo>
                    <a:pt x="19741" y="17659"/>
                  </a:lnTo>
                  <a:lnTo>
                    <a:pt x="19935" y="17541"/>
                  </a:lnTo>
                  <a:lnTo>
                    <a:pt x="20130" y="17424"/>
                  </a:lnTo>
                  <a:lnTo>
                    <a:pt x="20325" y="17306"/>
                  </a:lnTo>
                  <a:lnTo>
                    <a:pt x="20520" y="17188"/>
                  </a:lnTo>
                  <a:lnTo>
                    <a:pt x="20715" y="17070"/>
                  </a:lnTo>
                  <a:lnTo>
                    <a:pt x="20909" y="16952"/>
                  </a:lnTo>
                  <a:lnTo>
                    <a:pt x="21104" y="16834"/>
                  </a:lnTo>
                  <a:lnTo>
                    <a:pt x="21299" y="16716"/>
                  </a:lnTo>
                  <a:lnTo>
                    <a:pt x="21494" y="16598"/>
                  </a:lnTo>
                  <a:lnTo>
                    <a:pt x="21688" y="16480"/>
                  </a:lnTo>
                  <a:lnTo>
                    <a:pt x="21883" y="16362"/>
                  </a:lnTo>
                  <a:lnTo>
                    <a:pt x="22078" y="16244"/>
                  </a:lnTo>
                  <a:lnTo>
                    <a:pt x="22272" y="16126"/>
                  </a:lnTo>
                  <a:lnTo>
                    <a:pt x="22467" y="16008"/>
                  </a:lnTo>
                  <a:lnTo>
                    <a:pt x="22662" y="15889"/>
                  </a:lnTo>
                  <a:lnTo>
                    <a:pt x="22856" y="15771"/>
                  </a:lnTo>
                  <a:lnTo>
                    <a:pt x="23051" y="15653"/>
                  </a:lnTo>
                  <a:lnTo>
                    <a:pt x="23246" y="15535"/>
                  </a:lnTo>
                  <a:lnTo>
                    <a:pt x="23440" y="15417"/>
                  </a:lnTo>
                  <a:lnTo>
                    <a:pt x="23635" y="15298"/>
                  </a:lnTo>
                  <a:lnTo>
                    <a:pt x="23830" y="15180"/>
                  </a:lnTo>
                  <a:lnTo>
                    <a:pt x="24024" y="15062"/>
                  </a:lnTo>
                  <a:lnTo>
                    <a:pt x="24219" y="14944"/>
                  </a:lnTo>
                  <a:lnTo>
                    <a:pt x="24413" y="14825"/>
                  </a:lnTo>
                  <a:lnTo>
                    <a:pt x="24608" y="14707"/>
                  </a:lnTo>
                  <a:lnTo>
                    <a:pt x="24802" y="14589"/>
                  </a:lnTo>
                  <a:lnTo>
                    <a:pt x="24997" y="14470"/>
                  </a:lnTo>
                  <a:lnTo>
                    <a:pt x="25191" y="14352"/>
                  </a:lnTo>
                  <a:lnTo>
                    <a:pt x="25386" y="14233"/>
                  </a:lnTo>
                  <a:lnTo>
                    <a:pt x="25580" y="14115"/>
                  </a:lnTo>
                  <a:lnTo>
                    <a:pt x="25775" y="13997"/>
                  </a:lnTo>
                  <a:lnTo>
                    <a:pt x="25969" y="13878"/>
                  </a:lnTo>
                  <a:lnTo>
                    <a:pt x="26164" y="13760"/>
                  </a:lnTo>
                  <a:lnTo>
                    <a:pt x="26358" y="13641"/>
                  </a:lnTo>
                  <a:lnTo>
                    <a:pt x="26553" y="13523"/>
                  </a:lnTo>
                  <a:lnTo>
                    <a:pt x="26747" y="13404"/>
                  </a:lnTo>
                  <a:lnTo>
                    <a:pt x="26942" y="13285"/>
                  </a:lnTo>
                  <a:lnTo>
                    <a:pt x="27136" y="13167"/>
                  </a:lnTo>
                  <a:lnTo>
                    <a:pt x="27330" y="13048"/>
                  </a:lnTo>
                  <a:lnTo>
                    <a:pt x="27525" y="12930"/>
                  </a:lnTo>
                  <a:lnTo>
                    <a:pt x="27719" y="12811"/>
                  </a:lnTo>
                  <a:lnTo>
                    <a:pt x="27913" y="12692"/>
                  </a:lnTo>
                  <a:lnTo>
                    <a:pt x="28108" y="12574"/>
                  </a:lnTo>
                  <a:lnTo>
                    <a:pt x="28302" y="12455"/>
                  </a:lnTo>
                  <a:lnTo>
                    <a:pt x="28496" y="12336"/>
                  </a:lnTo>
                  <a:lnTo>
                    <a:pt x="28691" y="12217"/>
                  </a:lnTo>
                  <a:lnTo>
                    <a:pt x="28885" y="12099"/>
                  </a:lnTo>
                  <a:lnTo>
                    <a:pt x="29079" y="11980"/>
                  </a:lnTo>
                  <a:lnTo>
                    <a:pt x="29273" y="11861"/>
                  </a:lnTo>
                  <a:lnTo>
                    <a:pt x="29468" y="11742"/>
                  </a:lnTo>
                  <a:lnTo>
                    <a:pt x="29662" y="11623"/>
                  </a:lnTo>
                  <a:lnTo>
                    <a:pt x="29856" y="11504"/>
                  </a:lnTo>
                  <a:lnTo>
                    <a:pt x="30050" y="11385"/>
                  </a:lnTo>
                  <a:lnTo>
                    <a:pt x="30245" y="11267"/>
                  </a:lnTo>
                  <a:lnTo>
                    <a:pt x="30439" y="11148"/>
                  </a:lnTo>
                  <a:lnTo>
                    <a:pt x="30633" y="11029"/>
                  </a:lnTo>
                  <a:lnTo>
                    <a:pt x="30827" y="10910"/>
                  </a:lnTo>
                  <a:lnTo>
                    <a:pt x="31021" y="10791"/>
                  </a:lnTo>
                  <a:lnTo>
                    <a:pt x="31215" y="10672"/>
                  </a:lnTo>
                  <a:lnTo>
                    <a:pt x="31409" y="10553"/>
                  </a:lnTo>
                  <a:lnTo>
                    <a:pt x="31604" y="10434"/>
                  </a:lnTo>
                  <a:lnTo>
                    <a:pt x="31798" y="10314"/>
                  </a:lnTo>
                  <a:lnTo>
                    <a:pt x="31992" y="10195"/>
                  </a:lnTo>
                  <a:lnTo>
                    <a:pt x="32186" y="10076"/>
                  </a:lnTo>
                  <a:lnTo>
                    <a:pt x="32380" y="9957"/>
                  </a:lnTo>
                  <a:lnTo>
                    <a:pt x="32574" y="9838"/>
                  </a:lnTo>
                  <a:lnTo>
                    <a:pt x="32768" y="9719"/>
                  </a:lnTo>
                  <a:lnTo>
                    <a:pt x="32962" y="9600"/>
                  </a:lnTo>
                  <a:lnTo>
                    <a:pt x="33156" y="9480"/>
                  </a:lnTo>
                  <a:lnTo>
                    <a:pt x="33350" y="9361"/>
                  </a:lnTo>
                  <a:lnTo>
                    <a:pt x="33544" y="9242"/>
                  </a:lnTo>
                  <a:lnTo>
                    <a:pt x="33738" y="9123"/>
                  </a:lnTo>
                  <a:lnTo>
                    <a:pt x="33932" y="9003"/>
                  </a:lnTo>
                  <a:lnTo>
                    <a:pt x="34126" y="8884"/>
                  </a:lnTo>
                  <a:lnTo>
                    <a:pt x="34320" y="8765"/>
                  </a:lnTo>
                  <a:lnTo>
                    <a:pt x="34514" y="8645"/>
                  </a:lnTo>
                  <a:lnTo>
                    <a:pt x="34708" y="8526"/>
                  </a:lnTo>
                  <a:lnTo>
                    <a:pt x="34902" y="8407"/>
                  </a:lnTo>
                  <a:lnTo>
                    <a:pt x="35095" y="8287"/>
                  </a:lnTo>
                  <a:lnTo>
                    <a:pt x="35289" y="8168"/>
                  </a:lnTo>
                  <a:lnTo>
                    <a:pt x="35483" y="8048"/>
                  </a:lnTo>
                  <a:lnTo>
                    <a:pt x="35677" y="7929"/>
                  </a:lnTo>
                  <a:lnTo>
                    <a:pt x="35871" y="7809"/>
                  </a:lnTo>
                  <a:lnTo>
                    <a:pt x="36065" y="7690"/>
                  </a:lnTo>
                  <a:lnTo>
                    <a:pt x="36258" y="7570"/>
                  </a:lnTo>
                  <a:lnTo>
                    <a:pt x="36452" y="7451"/>
                  </a:lnTo>
                  <a:lnTo>
                    <a:pt x="36646" y="7331"/>
                  </a:lnTo>
                  <a:lnTo>
                    <a:pt x="36840" y="7212"/>
                  </a:lnTo>
                  <a:lnTo>
                    <a:pt x="37034" y="7092"/>
                  </a:lnTo>
                  <a:lnTo>
                    <a:pt x="37227" y="6972"/>
                  </a:lnTo>
                  <a:lnTo>
                    <a:pt x="37421" y="6853"/>
                  </a:lnTo>
                  <a:lnTo>
                    <a:pt x="37615" y="6733"/>
                  </a:lnTo>
                  <a:lnTo>
                    <a:pt x="37809" y="6613"/>
                  </a:lnTo>
                  <a:lnTo>
                    <a:pt x="38002" y="6494"/>
                  </a:lnTo>
                  <a:lnTo>
                    <a:pt x="38196" y="6374"/>
                  </a:lnTo>
                  <a:lnTo>
                    <a:pt x="38390" y="6254"/>
                  </a:lnTo>
                  <a:lnTo>
                    <a:pt x="38583" y="6134"/>
                  </a:lnTo>
                  <a:lnTo>
                    <a:pt x="38777" y="6015"/>
                  </a:lnTo>
                  <a:lnTo>
                    <a:pt x="38971" y="5895"/>
                  </a:lnTo>
                  <a:lnTo>
                    <a:pt x="39164" y="5775"/>
                  </a:lnTo>
                  <a:lnTo>
                    <a:pt x="39358" y="5655"/>
                  </a:lnTo>
                  <a:lnTo>
                    <a:pt x="39551" y="5535"/>
                  </a:lnTo>
                  <a:lnTo>
                    <a:pt x="39745" y="5415"/>
                  </a:lnTo>
                  <a:lnTo>
                    <a:pt x="39939" y="5295"/>
                  </a:lnTo>
                  <a:lnTo>
                    <a:pt x="40132" y="5175"/>
                  </a:lnTo>
                  <a:lnTo>
                    <a:pt x="40326" y="5055"/>
                  </a:lnTo>
                  <a:lnTo>
                    <a:pt x="40519" y="4935"/>
                  </a:lnTo>
                  <a:lnTo>
                    <a:pt x="40713" y="4815"/>
                  </a:lnTo>
                  <a:lnTo>
                    <a:pt x="40906" y="4695"/>
                  </a:lnTo>
                  <a:lnTo>
                    <a:pt x="41100" y="4575"/>
                  </a:lnTo>
                  <a:lnTo>
                    <a:pt x="41293" y="4455"/>
                  </a:lnTo>
                  <a:lnTo>
                    <a:pt x="41487" y="4335"/>
                  </a:lnTo>
                  <a:lnTo>
                    <a:pt x="41680" y="4215"/>
                  </a:lnTo>
                  <a:lnTo>
                    <a:pt x="41874" y="4095"/>
                  </a:lnTo>
                  <a:lnTo>
                    <a:pt x="42067" y="3975"/>
                  </a:lnTo>
                  <a:lnTo>
                    <a:pt x="42261" y="3855"/>
                  </a:lnTo>
                  <a:lnTo>
                    <a:pt x="42454" y="3735"/>
                  </a:lnTo>
                  <a:lnTo>
                    <a:pt x="42647" y="3614"/>
                  </a:lnTo>
                  <a:lnTo>
                    <a:pt x="42841" y="3494"/>
                  </a:lnTo>
                  <a:lnTo>
                    <a:pt x="43034" y="3374"/>
                  </a:lnTo>
                  <a:lnTo>
                    <a:pt x="43228" y="3254"/>
                  </a:lnTo>
                  <a:lnTo>
                    <a:pt x="43421" y="3134"/>
                  </a:lnTo>
                  <a:lnTo>
                    <a:pt x="43614" y="3013"/>
                  </a:lnTo>
                  <a:lnTo>
                    <a:pt x="43808" y="2893"/>
                  </a:lnTo>
                  <a:lnTo>
                    <a:pt x="44001" y="2773"/>
                  </a:lnTo>
                  <a:lnTo>
                    <a:pt x="44194" y="2652"/>
                  </a:lnTo>
                  <a:lnTo>
                    <a:pt x="44388" y="2532"/>
                  </a:lnTo>
                  <a:lnTo>
                    <a:pt x="44581" y="2411"/>
                  </a:lnTo>
                  <a:lnTo>
                    <a:pt x="44774" y="2291"/>
                  </a:lnTo>
                  <a:lnTo>
                    <a:pt x="44967" y="2171"/>
                  </a:lnTo>
                  <a:lnTo>
                    <a:pt x="45161" y="2050"/>
                  </a:lnTo>
                  <a:lnTo>
                    <a:pt x="45354" y="1930"/>
                  </a:lnTo>
                  <a:lnTo>
                    <a:pt x="45547" y="1809"/>
                  </a:lnTo>
                  <a:lnTo>
                    <a:pt x="45740" y="1689"/>
                  </a:lnTo>
                  <a:lnTo>
                    <a:pt x="45934" y="1568"/>
                  </a:lnTo>
                  <a:lnTo>
                    <a:pt x="46127" y="1448"/>
                  </a:lnTo>
                  <a:lnTo>
                    <a:pt x="46320" y="1327"/>
                  </a:lnTo>
                  <a:lnTo>
                    <a:pt x="46513" y="1206"/>
                  </a:lnTo>
                  <a:lnTo>
                    <a:pt x="46706" y="1086"/>
                  </a:lnTo>
                  <a:lnTo>
                    <a:pt x="46899" y="965"/>
                  </a:lnTo>
                  <a:lnTo>
                    <a:pt x="47092" y="845"/>
                  </a:lnTo>
                  <a:lnTo>
                    <a:pt x="47286" y="724"/>
                  </a:lnTo>
                  <a:lnTo>
                    <a:pt x="47479" y="603"/>
                  </a:lnTo>
                  <a:lnTo>
                    <a:pt x="47672" y="483"/>
                  </a:lnTo>
                  <a:lnTo>
                    <a:pt x="47865" y="362"/>
                  </a:lnTo>
                  <a:lnTo>
                    <a:pt x="48058" y="241"/>
                  </a:lnTo>
                  <a:lnTo>
                    <a:pt x="48251" y="120"/>
                  </a:lnTo>
                  <a:lnTo>
                    <a:pt x="48444" y="0"/>
                  </a:lnTo>
                </a:path>
              </a:pathLst>
            </a:custGeom>
            <a:ln w="83820" cap="rnd">
              <a:solidFill>
                <a:srgbClr val="A8D8F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4" name="pl7164"/>
            <p:cNvSpPr/>
            <p:nvPr/>
          </p:nvSpPr>
          <p:spPr>
            <a:xfrm>
              <a:off x="7241487" y="5338463"/>
              <a:ext cx="49289" cy="29973"/>
            </a:xfrm>
            <a:custGeom>
              <a:avLst/>
              <a:pathLst>
                <a:path w="49289" h="29973">
                  <a:moveTo>
                    <a:pt x="0" y="29973"/>
                  </a:moveTo>
                  <a:lnTo>
                    <a:pt x="199" y="29855"/>
                  </a:lnTo>
                  <a:lnTo>
                    <a:pt x="398" y="29737"/>
                  </a:lnTo>
                  <a:lnTo>
                    <a:pt x="598" y="29619"/>
                  </a:lnTo>
                  <a:lnTo>
                    <a:pt x="797" y="29502"/>
                  </a:lnTo>
                  <a:lnTo>
                    <a:pt x="997" y="29384"/>
                  </a:lnTo>
                  <a:lnTo>
                    <a:pt x="1196" y="29266"/>
                  </a:lnTo>
                  <a:lnTo>
                    <a:pt x="1396" y="29148"/>
                  </a:lnTo>
                  <a:lnTo>
                    <a:pt x="1595" y="29030"/>
                  </a:lnTo>
                  <a:lnTo>
                    <a:pt x="1794" y="28912"/>
                  </a:lnTo>
                  <a:lnTo>
                    <a:pt x="1994" y="28794"/>
                  </a:lnTo>
                  <a:lnTo>
                    <a:pt x="2193" y="28676"/>
                  </a:lnTo>
                  <a:lnTo>
                    <a:pt x="2392" y="28558"/>
                  </a:lnTo>
                  <a:lnTo>
                    <a:pt x="2592" y="28439"/>
                  </a:lnTo>
                  <a:lnTo>
                    <a:pt x="2791" y="28321"/>
                  </a:lnTo>
                  <a:lnTo>
                    <a:pt x="2990" y="28203"/>
                  </a:lnTo>
                  <a:lnTo>
                    <a:pt x="3190" y="28085"/>
                  </a:lnTo>
                  <a:lnTo>
                    <a:pt x="3389" y="27967"/>
                  </a:lnTo>
                  <a:lnTo>
                    <a:pt x="3588" y="27849"/>
                  </a:lnTo>
                  <a:lnTo>
                    <a:pt x="3787" y="27731"/>
                  </a:lnTo>
                  <a:lnTo>
                    <a:pt x="3987" y="27612"/>
                  </a:lnTo>
                  <a:lnTo>
                    <a:pt x="4186" y="27494"/>
                  </a:lnTo>
                  <a:lnTo>
                    <a:pt x="4385" y="27376"/>
                  </a:lnTo>
                  <a:lnTo>
                    <a:pt x="4584" y="27257"/>
                  </a:lnTo>
                  <a:lnTo>
                    <a:pt x="4784" y="27139"/>
                  </a:lnTo>
                  <a:lnTo>
                    <a:pt x="4983" y="27021"/>
                  </a:lnTo>
                  <a:lnTo>
                    <a:pt x="5182" y="26902"/>
                  </a:lnTo>
                  <a:lnTo>
                    <a:pt x="5381" y="26784"/>
                  </a:lnTo>
                  <a:lnTo>
                    <a:pt x="5580" y="26666"/>
                  </a:lnTo>
                  <a:lnTo>
                    <a:pt x="5779" y="26547"/>
                  </a:lnTo>
                  <a:lnTo>
                    <a:pt x="5978" y="26429"/>
                  </a:lnTo>
                  <a:lnTo>
                    <a:pt x="6178" y="26310"/>
                  </a:lnTo>
                  <a:lnTo>
                    <a:pt x="6377" y="26192"/>
                  </a:lnTo>
                  <a:lnTo>
                    <a:pt x="6576" y="26073"/>
                  </a:lnTo>
                  <a:lnTo>
                    <a:pt x="6775" y="25955"/>
                  </a:lnTo>
                  <a:lnTo>
                    <a:pt x="6974" y="25836"/>
                  </a:lnTo>
                  <a:lnTo>
                    <a:pt x="7173" y="25718"/>
                  </a:lnTo>
                  <a:lnTo>
                    <a:pt x="7372" y="25599"/>
                  </a:lnTo>
                  <a:lnTo>
                    <a:pt x="7571" y="25481"/>
                  </a:lnTo>
                  <a:lnTo>
                    <a:pt x="7770" y="25362"/>
                  </a:lnTo>
                  <a:lnTo>
                    <a:pt x="7969" y="25243"/>
                  </a:lnTo>
                  <a:lnTo>
                    <a:pt x="8168" y="25125"/>
                  </a:lnTo>
                  <a:lnTo>
                    <a:pt x="8367" y="25006"/>
                  </a:lnTo>
                  <a:lnTo>
                    <a:pt x="8566" y="24887"/>
                  </a:lnTo>
                  <a:lnTo>
                    <a:pt x="8765" y="24769"/>
                  </a:lnTo>
                  <a:lnTo>
                    <a:pt x="8964" y="24650"/>
                  </a:lnTo>
                  <a:lnTo>
                    <a:pt x="9163" y="24531"/>
                  </a:lnTo>
                  <a:lnTo>
                    <a:pt x="9362" y="24412"/>
                  </a:lnTo>
                  <a:lnTo>
                    <a:pt x="9561" y="24293"/>
                  </a:lnTo>
                  <a:lnTo>
                    <a:pt x="9759" y="24175"/>
                  </a:lnTo>
                  <a:lnTo>
                    <a:pt x="9958" y="24056"/>
                  </a:lnTo>
                  <a:lnTo>
                    <a:pt x="10157" y="23937"/>
                  </a:lnTo>
                  <a:lnTo>
                    <a:pt x="10356" y="23818"/>
                  </a:lnTo>
                  <a:lnTo>
                    <a:pt x="10555" y="23699"/>
                  </a:lnTo>
                  <a:lnTo>
                    <a:pt x="10754" y="23580"/>
                  </a:lnTo>
                  <a:lnTo>
                    <a:pt x="10953" y="23461"/>
                  </a:lnTo>
                  <a:lnTo>
                    <a:pt x="11151" y="23342"/>
                  </a:lnTo>
                  <a:lnTo>
                    <a:pt x="11350" y="23223"/>
                  </a:lnTo>
                  <a:lnTo>
                    <a:pt x="11549" y="23104"/>
                  </a:lnTo>
                  <a:lnTo>
                    <a:pt x="11748" y="22985"/>
                  </a:lnTo>
                  <a:lnTo>
                    <a:pt x="11946" y="22866"/>
                  </a:lnTo>
                  <a:lnTo>
                    <a:pt x="12145" y="22747"/>
                  </a:lnTo>
                  <a:lnTo>
                    <a:pt x="12344" y="22628"/>
                  </a:lnTo>
                  <a:lnTo>
                    <a:pt x="12543" y="22509"/>
                  </a:lnTo>
                  <a:lnTo>
                    <a:pt x="12741" y="22390"/>
                  </a:lnTo>
                  <a:lnTo>
                    <a:pt x="12940" y="22271"/>
                  </a:lnTo>
                  <a:lnTo>
                    <a:pt x="13139" y="22151"/>
                  </a:lnTo>
                  <a:lnTo>
                    <a:pt x="13337" y="22032"/>
                  </a:lnTo>
                  <a:lnTo>
                    <a:pt x="13536" y="21913"/>
                  </a:lnTo>
                  <a:lnTo>
                    <a:pt x="13735" y="21794"/>
                  </a:lnTo>
                  <a:lnTo>
                    <a:pt x="13933" y="21674"/>
                  </a:lnTo>
                  <a:lnTo>
                    <a:pt x="14132" y="21555"/>
                  </a:lnTo>
                  <a:lnTo>
                    <a:pt x="14331" y="21436"/>
                  </a:lnTo>
                  <a:lnTo>
                    <a:pt x="14529" y="21317"/>
                  </a:lnTo>
                  <a:lnTo>
                    <a:pt x="14728" y="21197"/>
                  </a:lnTo>
                  <a:lnTo>
                    <a:pt x="14926" y="21078"/>
                  </a:lnTo>
                  <a:lnTo>
                    <a:pt x="15125" y="20958"/>
                  </a:lnTo>
                  <a:lnTo>
                    <a:pt x="15323" y="20839"/>
                  </a:lnTo>
                  <a:lnTo>
                    <a:pt x="15522" y="20720"/>
                  </a:lnTo>
                  <a:lnTo>
                    <a:pt x="15720" y="20600"/>
                  </a:lnTo>
                  <a:lnTo>
                    <a:pt x="15919" y="20481"/>
                  </a:lnTo>
                  <a:lnTo>
                    <a:pt x="16117" y="20361"/>
                  </a:lnTo>
                  <a:lnTo>
                    <a:pt x="16316" y="20242"/>
                  </a:lnTo>
                  <a:lnTo>
                    <a:pt x="16514" y="20122"/>
                  </a:lnTo>
                  <a:lnTo>
                    <a:pt x="16713" y="20003"/>
                  </a:lnTo>
                  <a:lnTo>
                    <a:pt x="16911" y="19883"/>
                  </a:lnTo>
                  <a:lnTo>
                    <a:pt x="17110" y="19764"/>
                  </a:lnTo>
                  <a:lnTo>
                    <a:pt x="17308" y="19644"/>
                  </a:lnTo>
                  <a:lnTo>
                    <a:pt x="17507" y="19524"/>
                  </a:lnTo>
                  <a:lnTo>
                    <a:pt x="17705" y="19405"/>
                  </a:lnTo>
                  <a:lnTo>
                    <a:pt x="17903" y="19285"/>
                  </a:lnTo>
                  <a:lnTo>
                    <a:pt x="18102" y="19165"/>
                  </a:lnTo>
                  <a:lnTo>
                    <a:pt x="18300" y="19046"/>
                  </a:lnTo>
                  <a:lnTo>
                    <a:pt x="18498" y="18926"/>
                  </a:lnTo>
                  <a:lnTo>
                    <a:pt x="18697" y="18806"/>
                  </a:lnTo>
                  <a:lnTo>
                    <a:pt x="18895" y="18686"/>
                  </a:lnTo>
                  <a:lnTo>
                    <a:pt x="19093" y="18567"/>
                  </a:lnTo>
                  <a:lnTo>
                    <a:pt x="19292" y="18447"/>
                  </a:lnTo>
                  <a:lnTo>
                    <a:pt x="19490" y="18327"/>
                  </a:lnTo>
                  <a:lnTo>
                    <a:pt x="19688" y="18207"/>
                  </a:lnTo>
                  <a:lnTo>
                    <a:pt x="19887" y="18087"/>
                  </a:lnTo>
                  <a:lnTo>
                    <a:pt x="20085" y="17967"/>
                  </a:lnTo>
                  <a:lnTo>
                    <a:pt x="20283" y="17847"/>
                  </a:lnTo>
                  <a:lnTo>
                    <a:pt x="20481" y="17728"/>
                  </a:lnTo>
                  <a:lnTo>
                    <a:pt x="20680" y="17608"/>
                  </a:lnTo>
                  <a:lnTo>
                    <a:pt x="20878" y="17488"/>
                  </a:lnTo>
                  <a:lnTo>
                    <a:pt x="21076" y="17368"/>
                  </a:lnTo>
                  <a:lnTo>
                    <a:pt x="21274" y="17248"/>
                  </a:lnTo>
                  <a:lnTo>
                    <a:pt x="21472" y="17128"/>
                  </a:lnTo>
                  <a:lnTo>
                    <a:pt x="21670" y="17008"/>
                  </a:lnTo>
                  <a:lnTo>
                    <a:pt x="21869" y="16887"/>
                  </a:lnTo>
                  <a:lnTo>
                    <a:pt x="22067" y="16767"/>
                  </a:lnTo>
                  <a:lnTo>
                    <a:pt x="22265" y="16647"/>
                  </a:lnTo>
                  <a:lnTo>
                    <a:pt x="22463" y="16527"/>
                  </a:lnTo>
                  <a:lnTo>
                    <a:pt x="22661" y="16407"/>
                  </a:lnTo>
                  <a:lnTo>
                    <a:pt x="22859" y="16287"/>
                  </a:lnTo>
                  <a:lnTo>
                    <a:pt x="23057" y="16167"/>
                  </a:lnTo>
                  <a:lnTo>
                    <a:pt x="23255" y="16046"/>
                  </a:lnTo>
                  <a:lnTo>
                    <a:pt x="23453" y="15926"/>
                  </a:lnTo>
                  <a:lnTo>
                    <a:pt x="23651" y="15806"/>
                  </a:lnTo>
                  <a:lnTo>
                    <a:pt x="23849" y="15686"/>
                  </a:lnTo>
                  <a:lnTo>
                    <a:pt x="24047" y="15565"/>
                  </a:lnTo>
                  <a:lnTo>
                    <a:pt x="24245" y="15445"/>
                  </a:lnTo>
                  <a:lnTo>
                    <a:pt x="24443" y="15325"/>
                  </a:lnTo>
                  <a:lnTo>
                    <a:pt x="24641" y="15204"/>
                  </a:lnTo>
                  <a:lnTo>
                    <a:pt x="24839" y="15084"/>
                  </a:lnTo>
                  <a:lnTo>
                    <a:pt x="25037" y="14963"/>
                  </a:lnTo>
                  <a:lnTo>
                    <a:pt x="25235" y="14843"/>
                  </a:lnTo>
                  <a:lnTo>
                    <a:pt x="25433" y="14723"/>
                  </a:lnTo>
                  <a:lnTo>
                    <a:pt x="25631" y="14602"/>
                  </a:lnTo>
                  <a:lnTo>
                    <a:pt x="25829" y="14482"/>
                  </a:lnTo>
                  <a:lnTo>
                    <a:pt x="26027" y="14361"/>
                  </a:lnTo>
                  <a:lnTo>
                    <a:pt x="26224" y="14241"/>
                  </a:lnTo>
                  <a:lnTo>
                    <a:pt x="26422" y="14120"/>
                  </a:lnTo>
                  <a:lnTo>
                    <a:pt x="26620" y="14000"/>
                  </a:lnTo>
                  <a:lnTo>
                    <a:pt x="26818" y="13879"/>
                  </a:lnTo>
                  <a:lnTo>
                    <a:pt x="27016" y="13758"/>
                  </a:lnTo>
                  <a:lnTo>
                    <a:pt x="27214" y="13638"/>
                  </a:lnTo>
                  <a:lnTo>
                    <a:pt x="27411" y="13517"/>
                  </a:lnTo>
                  <a:lnTo>
                    <a:pt x="27609" y="13396"/>
                  </a:lnTo>
                  <a:lnTo>
                    <a:pt x="27807" y="13276"/>
                  </a:lnTo>
                  <a:lnTo>
                    <a:pt x="28005" y="13155"/>
                  </a:lnTo>
                  <a:lnTo>
                    <a:pt x="28202" y="13034"/>
                  </a:lnTo>
                  <a:lnTo>
                    <a:pt x="28400" y="12914"/>
                  </a:lnTo>
                  <a:lnTo>
                    <a:pt x="28598" y="12793"/>
                  </a:lnTo>
                  <a:lnTo>
                    <a:pt x="28796" y="12672"/>
                  </a:lnTo>
                  <a:lnTo>
                    <a:pt x="28993" y="12551"/>
                  </a:lnTo>
                  <a:lnTo>
                    <a:pt x="29191" y="12430"/>
                  </a:lnTo>
                  <a:lnTo>
                    <a:pt x="29389" y="12310"/>
                  </a:lnTo>
                  <a:lnTo>
                    <a:pt x="29586" y="12189"/>
                  </a:lnTo>
                  <a:lnTo>
                    <a:pt x="29784" y="12068"/>
                  </a:lnTo>
                  <a:lnTo>
                    <a:pt x="29982" y="11947"/>
                  </a:lnTo>
                  <a:lnTo>
                    <a:pt x="30179" y="11826"/>
                  </a:lnTo>
                  <a:lnTo>
                    <a:pt x="30377" y="11705"/>
                  </a:lnTo>
                  <a:lnTo>
                    <a:pt x="30574" y="11584"/>
                  </a:lnTo>
                  <a:lnTo>
                    <a:pt x="30772" y="11463"/>
                  </a:lnTo>
                  <a:lnTo>
                    <a:pt x="30970" y="11342"/>
                  </a:lnTo>
                  <a:lnTo>
                    <a:pt x="31167" y="11221"/>
                  </a:lnTo>
                  <a:lnTo>
                    <a:pt x="31365" y="11100"/>
                  </a:lnTo>
                  <a:lnTo>
                    <a:pt x="31562" y="10979"/>
                  </a:lnTo>
                  <a:lnTo>
                    <a:pt x="31760" y="10858"/>
                  </a:lnTo>
                  <a:lnTo>
                    <a:pt x="31957" y="10737"/>
                  </a:lnTo>
                  <a:lnTo>
                    <a:pt x="32155" y="10616"/>
                  </a:lnTo>
                  <a:lnTo>
                    <a:pt x="32352" y="10494"/>
                  </a:lnTo>
                  <a:lnTo>
                    <a:pt x="32550" y="10373"/>
                  </a:lnTo>
                  <a:lnTo>
                    <a:pt x="32747" y="10252"/>
                  </a:lnTo>
                  <a:lnTo>
                    <a:pt x="32945" y="10131"/>
                  </a:lnTo>
                  <a:lnTo>
                    <a:pt x="33142" y="10010"/>
                  </a:lnTo>
                  <a:lnTo>
                    <a:pt x="33339" y="9888"/>
                  </a:lnTo>
                  <a:lnTo>
                    <a:pt x="33537" y="9767"/>
                  </a:lnTo>
                  <a:lnTo>
                    <a:pt x="33734" y="9646"/>
                  </a:lnTo>
                  <a:lnTo>
                    <a:pt x="33932" y="9524"/>
                  </a:lnTo>
                  <a:lnTo>
                    <a:pt x="34129" y="9403"/>
                  </a:lnTo>
                  <a:lnTo>
                    <a:pt x="34326" y="9282"/>
                  </a:lnTo>
                  <a:lnTo>
                    <a:pt x="34524" y="9160"/>
                  </a:lnTo>
                  <a:lnTo>
                    <a:pt x="34721" y="9039"/>
                  </a:lnTo>
                  <a:lnTo>
                    <a:pt x="34918" y="8918"/>
                  </a:lnTo>
                  <a:lnTo>
                    <a:pt x="35116" y="8796"/>
                  </a:lnTo>
                  <a:lnTo>
                    <a:pt x="35313" y="8675"/>
                  </a:lnTo>
                  <a:lnTo>
                    <a:pt x="35510" y="8553"/>
                  </a:lnTo>
                  <a:lnTo>
                    <a:pt x="35708" y="8432"/>
                  </a:lnTo>
                  <a:lnTo>
                    <a:pt x="35905" y="8310"/>
                  </a:lnTo>
                  <a:lnTo>
                    <a:pt x="36102" y="8189"/>
                  </a:lnTo>
                  <a:lnTo>
                    <a:pt x="36299" y="8067"/>
                  </a:lnTo>
                  <a:lnTo>
                    <a:pt x="36497" y="7946"/>
                  </a:lnTo>
                  <a:lnTo>
                    <a:pt x="36694" y="7824"/>
                  </a:lnTo>
                  <a:lnTo>
                    <a:pt x="36891" y="7702"/>
                  </a:lnTo>
                  <a:lnTo>
                    <a:pt x="37088" y="7581"/>
                  </a:lnTo>
                  <a:lnTo>
                    <a:pt x="37285" y="7459"/>
                  </a:lnTo>
                  <a:lnTo>
                    <a:pt x="37482" y="7337"/>
                  </a:lnTo>
                  <a:lnTo>
                    <a:pt x="37680" y="7216"/>
                  </a:lnTo>
                  <a:lnTo>
                    <a:pt x="37877" y="7094"/>
                  </a:lnTo>
                  <a:lnTo>
                    <a:pt x="38074" y="6972"/>
                  </a:lnTo>
                  <a:lnTo>
                    <a:pt x="38271" y="6850"/>
                  </a:lnTo>
                  <a:lnTo>
                    <a:pt x="38468" y="6729"/>
                  </a:lnTo>
                  <a:lnTo>
                    <a:pt x="38665" y="6607"/>
                  </a:lnTo>
                  <a:lnTo>
                    <a:pt x="38862" y="6485"/>
                  </a:lnTo>
                  <a:lnTo>
                    <a:pt x="39059" y="6363"/>
                  </a:lnTo>
                  <a:lnTo>
                    <a:pt x="39256" y="6241"/>
                  </a:lnTo>
                  <a:lnTo>
                    <a:pt x="39453" y="6119"/>
                  </a:lnTo>
                  <a:lnTo>
                    <a:pt x="39650" y="5998"/>
                  </a:lnTo>
                  <a:lnTo>
                    <a:pt x="39847" y="5876"/>
                  </a:lnTo>
                  <a:lnTo>
                    <a:pt x="40044" y="5754"/>
                  </a:lnTo>
                  <a:lnTo>
                    <a:pt x="40241" y="5632"/>
                  </a:lnTo>
                  <a:lnTo>
                    <a:pt x="40438" y="5510"/>
                  </a:lnTo>
                  <a:lnTo>
                    <a:pt x="40635" y="5388"/>
                  </a:lnTo>
                  <a:lnTo>
                    <a:pt x="40832" y="5266"/>
                  </a:lnTo>
                  <a:lnTo>
                    <a:pt x="41029" y="5144"/>
                  </a:lnTo>
                  <a:lnTo>
                    <a:pt x="41226" y="5022"/>
                  </a:lnTo>
                  <a:lnTo>
                    <a:pt x="41423" y="4899"/>
                  </a:lnTo>
                  <a:lnTo>
                    <a:pt x="41620" y="4777"/>
                  </a:lnTo>
                  <a:lnTo>
                    <a:pt x="41817" y="4655"/>
                  </a:lnTo>
                  <a:lnTo>
                    <a:pt x="42014" y="4533"/>
                  </a:lnTo>
                  <a:lnTo>
                    <a:pt x="42210" y="4411"/>
                  </a:lnTo>
                  <a:lnTo>
                    <a:pt x="42407" y="4289"/>
                  </a:lnTo>
                  <a:lnTo>
                    <a:pt x="42604" y="4167"/>
                  </a:lnTo>
                  <a:lnTo>
                    <a:pt x="42801" y="4044"/>
                  </a:lnTo>
                  <a:lnTo>
                    <a:pt x="42998" y="3922"/>
                  </a:lnTo>
                  <a:lnTo>
                    <a:pt x="43195" y="3800"/>
                  </a:lnTo>
                  <a:lnTo>
                    <a:pt x="43391" y="3678"/>
                  </a:lnTo>
                  <a:lnTo>
                    <a:pt x="43588" y="3555"/>
                  </a:lnTo>
                  <a:lnTo>
                    <a:pt x="43785" y="3433"/>
                  </a:lnTo>
                  <a:lnTo>
                    <a:pt x="43982" y="3311"/>
                  </a:lnTo>
                  <a:lnTo>
                    <a:pt x="44178" y="3188"/>
                  </a:lnTo>
                  <a:lnTo>
                    <a:pt x="44375" y="3066"/>
                  </a:lnTo>
                  <a:lnTo>
                    <a:pt x="44572" y="2943"/>
                  </a:lnTo>
                  <a:lnTo>
                    <a:pt x="44768" y="2821"/>
                  </a:lnTo>
                  <a:lnTo>
                    <a:pt x="44965" y="2698"/>
                  </a:lnTo>
                  <a:lnTo>
                    <a:pt x="45162" y="2576"/>
                  </a:lnTo>
                  <a:lnTo>
                    <a:pt x="45358" y="2454"/>
                  </a:lnTo>
                  <a:lnTo>
                    <a:pt x="45555" y="2331"/>
                  </a:lnTo>
                  <a:lnTo>
                    <a:pt x="45752" y="2208"/>
                  </a:lnTo>
                  <a:lnTo>
                    <a:pt x="45948" y="2086"/>
                  </a:lnTo>
                  <a:lnTo>
                    <a:pt x="46145" y="1963"/>
                  </a:lnTo>
                  <a:lnTo>
                    <a:pt x="46342" y="1841"/>
                  </a:lnTo>
                  <a:lnTo>
                    <a:pt x="46538" y="1718"/>
                  </a:lnTo>
                  <a:lnTo>
                    <a:pt x="46735" y="1596"/>
                  </a:lnTo>
                  <a:lnTo>
                    <a:pt x="46931" y="1473"/>
                  </a:lnTo>
                  <a:lnTo>
                    <a:pt x="47128" y="1350"/>
                  </a:lnTo>
                  <a:lnTo>
                    <a:pt x="47324" y="1228"/>
                  </a:lnTo>
                  <a:lnTo>
                    <a:pt x="47521" y="1105"/>
                  </a:lnTo>
                  <a:lnTo>
                    <a:pt x="47717" y="982"/>
                  </a:lnTo>
                  <a:lnTo>
                    <a:pt x="47914" y="859"/>
                  </a:lnTo>
                  <a:lnTo>
                    <a:pt x="48110" y="737"/>
                  </a:lnTo>
                  <a:lnTo>
                    <a:pt x="48307" y="614"/>
                  </a:lnTo>
                  <a:lnTo>
                    <a:pt x="48503" y="491"/>
                  </a:lnTo>
                  <a:lnTo>
                    <a:pt x="48700" y="368"/>
                  </a:lnTo>
                  <a:lnTo>
                    <a:pt x="48896" y="245"/>
                  </a:lnTo>
                  <a:lnTo>
                    <a:pt x="49093" y="122"/>
                  </a:lnTo>
                  <a:lnTo>
                    <a:pt x="49289" y="0"/>
                  </a:lnTo>
                </a:path>
              </a:pathLst>
            </a:custGeom>
            <a:ln w="22859" cap="rnd">
              <a:solidFill>
                <a:srgbClr val="A8D8F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5" name="pl7165"/>
            <p:cNvSpPr/>
            <p:nvPr/>
          </p:nvSpPr>
          <p:spPr>
            <a:xfrm>
              <a:off x="7441095" y="5187335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3820" cap="rnd">
              <a:solidFill>
                <a:srgbClr val="B2E84D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6" name="pl7166"/>
            <p:cNvSpPr/>
            <p:nvPr/>
          </p:nvSpPr>
          <p:spPr>
            <a:xfrm>
              <a:off x="7464559" y="5218004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B2E84D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7" name="pl7167"/>
            <p:cNvSpPr/>
            <p:nvPr/>
          </p:nvSpPr>
          <p:spPr>
            <a:xfrm>
              <a:off x="7426035" y="5181577"/>
              <a:ext cx="22552" cy="17178"/>
            </a:xfrm>
            <a:custGeom>
              <a:avLst/>
              <a:pathLst>
                <a:path w="22552" h="17178">
                  <a:moveTo>
                    <a:pt x="0" y="17178"/>
                  </a:moveTo>
                  <a:lnTo>
                    <a:pt x="91" y="17109"/>
                  </a:lnTo>
                  <a:lnTo>
                    <a:pt x="182" y="17041"/>
                  </a:lnTo>
                  <a:lnTo>
                    <a:pt x="273" y="16972"/>
                  </a:lnTo>
                  <a:lnTo>
                    <a:pt x="364" y="16904"/>
                  </a:lnTo>
                  <a:lnTo>
                    <a:pt x="455" y="16836"/>
                  </a:lnTo>
                  <a:lnTo>
                    <a:pt x="546" y="16767"/>
                  </a:lnTo>
                  <a:lnTo>
                    <a:pt x="637" y="16699"/>
                  </a:lnTo>
                  <a:lnTo>
                    <a:pt x="727" y="16630"/>
                  </a:lnTo>
                  <a:lnTo>
                    <a:pt x="818" y="16562"/>
                  </a:lnTo>
                  <a:lnTo>
                    <a:pt x="909" y="16493"/>
                  </a:lnTo>
                  <a:lnTo>
                    <a:pt x="1000" y="16425"/>
                  </a:lnTo>
                  <a:lnTo>
                    <a:pt x="1091" y="16357"/>
                  </a:lnTo>
                  <a:lnTo>
                    <a:pt x="1182" y="16288"/>
                  </a:lnTo>
                  <a:lnTo>
                    <a:pt x="1273" y="16220"/>
                  </a:lnTo>
                  <a:lnTo>
                    <a:pt x="1364" y="16151"/>
                  </a:lnTo>
                  <a:lnTo>
                    <a:pt x="1455" y="16083"/>
                  </a:lnTo>
                  <a:lnTo>
                    <a:pt x="1546" y="16014"/>
                  </a:lnTo>
                  <a:lnTo>
                    <a:pt x="1637" y="15946"/>
                  </a:lnTo>
                  <a:lnTo>
                    <a:pt x="1728" y="15877"/>
                  </a:lnTo>
                  <a:lnTo>
                    <a:pt x="1819" y="15809"/>
                  </a:lnTo>
                  <a:lnTo>
                    <a:pt x="1910" y="15740"/>
                  </a:lnTo>
                  <a:lnTo>
                    <a:pt x="2001" y="15672"/>
                  </a:lnTo>
                  <a:lnTo>
                    <a:pt x="2092" y="15603"/>
                  </a:lnTo>
                  <a:lnTo>
                    <a:pt x="2183" y="15535"/>
                  </a:lnTo>
                  <a:lnTo>
                    <a:pt x="2274" y="15466"/>
                  </a:lnTo>
                  <a:lnTo>
                    <a:pt x="2365" y="15398"/>
                  </a:lnTo>
                  <a:lnTo>
                    <a:pt x="2456" y="15329"/>
                  </a:lnTo>
                  <a:lnTo>
                    <a:pt x="2547" y="15260"/>
                  </a:lnTo>
                  <a:lnTo>
                    <a:pt x="2637" y="15192"/>
                  </a:lnTo>
                  <a:lnTo>
                    <a:pt x="2728" y="15123"/>
                  </a:lnTo>
                  <a:lnTo>
                    <a:pt x="2819" y="15055"/>
                  </a:lnTo>
                  <a:lnTo>
                    <a:pt x="2910" y="14986"/>
                  </a:lnTo>
                  <a:lnTo>
                    <a:pt x="3001" y="14918"/>
                  </a:lnTo>
                  <a:lnTo>
                    <a:pt x="3092" y="14849"/>
                  </a:lnTo>
                  <a:lnTo>
                    <a:pt x="3183" y="14781"/>
                  </a:lnTo>
                  <a:lnTo>
                    <a:pt x="3274" y="14712"/>
                  </a:lnTo>
                  <a:lnTo>
                    <a:pt x="3365" y="14643"/>
                  </a:lnTo>
                  <a:lnTo>
                    <a:pt x="3455" y="14575"/>
                  </a:lnTo>
                  <a:lnTo>
                    <a:pt x="3546" y="14506"/>
                  </a:lnTo>
                  <a:lnTo>
                    <a:pt x="3637" y="14438"/>
                  </a:lnTo>
                  <a:lnTo>
                    <a:pt x="3728" y="14369"/>
                  </a:lnTo>
                  <a:lnTo>
                    <a:pt x="3819" y="14300"/>
                  </a:lnTo>
                  <a:lnTo>
                    <a:pt x="3910" y="14232"/>
                  </a:lnTo>
                  <a:lnTo>
                    <a:pt x="4001" y="14163"/>
                  </a:lnTo>
                  <a:lnTo>
                    <a:pt x="4092" y="14095"/>
                  </a:lnTo>
                  <a:lnTo>
                    <a:pt x="4182" y="14026"/>
                  </a:lnTo>
                  <a:lnTo>
                    <a:pt x="4273" y="13957"/>
                  </a:lnTo>
                  <a:lnTo>
                    <a:pt x="4364" y="13889"/>
                  </a:lnTo>
                  <a:lnTo>
                    <a:pt x="4455" y="13820"/>
                  </a:lnTo>
                  <a:lnTo>
                    <a:pt x="4546" y="13751"/>
                  </a:lnTo>
                  <a:lnTo>
                    <a:pt x="4637" y="13683"/>
                  </a:lnTo>
                  <a:lnTo>
                    <a:pt x="4727" y="13614"/>
                  </a:lnTo>
                  <a:lnTo>
                    <a:pt x="4818" y="13546"/>
                  </a:lnTo>
                  <a:lnTo>
                    <a:pt x="4909" y="13477"/>
                  </a:lnTo>
                  <a:lnTo>
                    <a:pt x="5000" y="13408"/>
                  </a:lnTo>
                  <a:lnTo>
                    <a:pt x="5091" y="13340"/>
                  </a:lnTo>
                  <a:lnTo>
                    <a:pt x="5182" y="13271"/>
                  </a:lnTo>
                  <a:lnTo>
                    <a:pt x="5272" y="13202"/>
                  </a:lnTo>
                  <a:lnTo>
                    <a:pt x="5363" y="13134"/>
                  </a:lnTo>
                  <a:lnTo>
                    <a:pt x="5454" y="13065"/>
                  </a:lnTo>
                  <a:lnTo>
                    <a:pt x="5545" y="12996"/>
                  </a:lnTo>
                  <a:lnTo>
                    <a:pt x="5636" y="12927"/>
                  </a:lnTo>
                  <a:lnTo>
                    <a:pt x="5726" y="12859"/>
                  </a:lnTo>
                  <a:lnTo>
                    <a:pt x="5817" y="12790"/>
                  </a:lnTo>
                  <a:lnTo>
                    <a:pt x="5908" y="12721"/>
                  </a:lnTo>
                  <a:lnTo>
                    <a:pt x="5999" y="12653"/>
                  </a:lnTo>
                  <a:lnTo>
                    <a:pt x="6090" y="12584"/>
                  </a:lnTo>
                  <a:lnTo>
                    <a:pt x="6180" y="12515"/>
                  </a:lnTo>
                  <a:lnTo>
                    <a:pt x="6271" y="12446"/>
                  </a:lnTo>
                  <a:lnTo>
                    <a:pt x="6362" y="12378"/>
                  </a:lnTo>
                  <a:lnTo>
                    <a:pt x="6453" y="12309"/>
                  </a:lnTo>
                  <a:lnTo>
                    <a:pt x="6543" y="12240"/>
                  </a:lnTo>
                  <a:lnTo>
                    <a:pt x="6634" y="12171"/>
                  </a:lnTo>
                  <a:lnTo>
                    <a:pt x="6725" y="12103"/>
                  </a:lnTo>
                  <a:lnTo>
                    <a:pt x="6816" y="12034"/>
                  </a:lnTo>
                  <a:lnTo>
                    <a:pt x="6906" y="11965"/>
                  </a:lnTo>
                  <a:lnTo>
                    <a:pt x="6997" y="11896"/>
                  </a:lnTo>
                  <a:lnTo>
                    <a:pt x="7088" y="11828"/>
                  </a:lnTo>
                  <a:lnTo>
                    <a:pt x="7179" y="11759"/>
                  </a:lnTo>
                  <a:lnTo>
                    <a:pt x="7269" y="11690"/>
                  </a:lnTo>
                  <a:lnTo>
                    <a:pt x="7360" y="11621"/>
                  </a:lnTo>
                  <a:lnTo>
                    <a:pt x="7451" y="11553"/>
                  </a:lnTo>
                  <a:lnTo>
                    <a:pt x="7542" y="11484"/>
                  </a:lnTo>
                  <a:lnTo>
                    <a:pt x="7632" y="11415"/>
                  </a:lnTo>
                  <a:lnTo>
                    <a:pt x="7723" y="11346"/>
                  </a:lnTo>
                  <a:lnTo>
                    <a:pt x="7814" y="11277"/>
                  </a:lnTo>
                  <a:lnTo>
                    <a:pt x="7904" y="11209"/>
                  </a:lnTo>
                  <a:lnTo>
                    <a:pt x="7995" y="11140"/>
                  </a:lnTo>
                  <a:lnTo>
                    <a:pt x="8086" y="11071"/>
                  </a:lnTo>
                  <a:lnTo>
                    <a:pt x="8176" y="11002"/>
                  </a:lnTo>
                  <a:lnTo>
                    <a:pt x="8267" y="10933"/>
                  </a:lnTo>
                  <a:lnTo>
                    <a:pt x="8358" y="10864"/>
                  </a:lnTo>
                  <a:lnTo>
                    <a:pt x="8449" y="10796"/>
                  </a:lnTo>
                  <a:lnTo>
                    <a:pt x="8539" y="10727"/>
                  </a:lnTo>
                  <a:lnTo>
                    <a:pt x="8630" y="10658"/>
                  </a:lnTo>
                  <a:lnTo>
                    <a:pt x="8721" y="10589"/>
                  </a:lnTo>
                  <a:lnTo>
                    <a:pt x="8811" y="10520"/>
                  </a:lnTo>
                  <a:lnTo>
                    <a:pt x="8902" y="10451"/>
                  </a:lnTo>
                  <a:lnTo>
                    <a:pt x="8993" y="10382"/>
                  </a:lnTo>
                  <a:lnTo>
                    <a:pt x="9083" y="10314"/>
                  </a:lnTo>
                  <a:lnTo>
                    <a:pt x="9174" y="10245"/>
                  </a:lnTo>
                  <a:lnTo>
                    <a:pt x="9265" y="10176"/>
                  </a:lnTo>
                  <a:lnTo>
                    <a:pt x="9355" y="10107"/>
                  </a:lnTo>
                  <a:lnTo>
                    <a:pt x="9446" y="10038"/>
                  </a:lnTo>
                  <a:lnTo>
                    <a:pt x="9537" y="9969"/>
                  </a:lnTo>
                  <a:lnTo>
                    <a:pt x="9627" y="9900"/>
                  </a:lnTo>
                  <a:lnTo>
                    <a:pt x="9718" y="9831"/>
                  </a:lnTo>
                  <a:lnTo>
                    <a:pt x="9808" y="9762"/>
                  </a:lnTo>
                  <a:lnTo>
                    <a:pt x="9899" y="9693"/>
                  </a:lnTo>
                  <a:lnTo>
                    <a:pt x="9990" y="9625"/>
                  </a:lnTo>
                  <a:lnTo>
                    <a:pt x="10080" y="9556"/>
                  </a:lnTo>
                  <a:lnTo>
                    <a:pt x="10171" y="9487"/>
                  </a:lnTo>
                  <a:lnTo>
                    <a:pt x="10262" y="9418"/>
                  </a:lnTo>
                  <a:lnTo>
                    <a:pt x="10352" y="9349"/>
                  </a:lnTo>
                  <a:lnTo>
                    <a:pt x="10443" y="9280"/>
                  </a:lnTo>
                  <a:lnTo>
                    <a:pt x="10533" y="9211"/>
                  </a:lnTo>
                  <a:lnTo>
                    <a:pt x="10624" y="9142"/>
                  </a:lnTo>
                  <a:lnTo>
                    <a:pt x="10715" y="9073"/>
                  </a:lnTo>
                  <a:lnTo>
                    <a:pt x="10805" y="9004"/>
                  </a:lnTo>
                  <a:lnTo>
                    <a:pt x="10896" y="8935"/>
                  </a:lnTo>
                  <a:lnTo>
                    <a:pt x="10986" y="8866"/>
                  </a:lnTo>
                  <a:lnTo>
                    <a:pt x="11077" y="8797"/>
                  </a:lnTo>
                  <a:lnTo>
                    <a:pt x="11168" y="8728"/>
                  </a:lnTo>
                  <a:lnTo>
                    <a:pt x="11258" y="8659"/>
                  </a:lnTo>
                  <a:lnTo>
                    <a:pt x="11349" y="8590"/>
                  </a:lnTo>
                  <a:lnTo>
                    <a:pt x="11439" y="8521"/>
                  </a:lnTo>
                  <a:lnTo>
                    <a:pt x="11530" y="8452"/>
                  </a:lnTo>
                  <a:lnTo>
                    <a:pt x="11620" y="8383"/>
                  </a:lnTo>
                  <a:lnTo>
                    <a:pt x="11711" y="8314"/>
                  </a:lnTo>
                  <a:lnTo>
                    <a:pt x="11801" y="8245"/>
                  </a:lnTo>
                  <a:lnTo>
                    <a:pt x="11892" y="8176"/>
                  </a:lnTo>
                  <a:lnTo>
                    <a:pt x="11983" y="8107"/>
                  </a:lnTo>
                  <a:lnTo>
                    <a:pt x="12073" y="8038"/>
                  </a:lnTo>
                  <a:lnTo>
                    <a:pt x="12164" y="7969"/>
                  </a:lnTo>
                  <a:lnTo>
                    <a:pt x="12254" y="7900"/>
                  </a:lnTo>
                  <a:lnTo>
                    <a:pt x="12345" y="7831"/>
                  </a:lnTo>
                  <a:lnTo>
                    <a:pt x="12435" y="7762"/>
                  </a:lnTo>
                  <a:lnTo>
                    <a:pt x="12526" y="7693"/>
                  </a:lnTo>
                  <a:lnTo>
                    <a:pt x="12616" y="7624"/>
                  </a:lnTo>
                  <a:lnTo>
                    <a:pt x="12707" y="7555"/>
                  </a:lnTo>
                  <a:lnTo>
                    <a:pt x="12797" y="7486"/>
                  </a:lnTo>
                  <a:lnTo>
                    <a:pt x="12888" y="7417"/>
                  </a:lnTo>
                  <a:lnTo>
                    <a:pt x="12978" y="7348"/>
                  </a:lnTo>
                  <a:lnTo>
                    <a:pt x="13069" y="7279"/>
                  </a:lnTo>
                  <a:lnTo>
                    <a:pt x="13159" y="7209"/>
                  </a:lnTo>
                  <a:lnTo>
                    <a:pt x="13250" y="7140"/>
                  </a:lnTo>
                  <a:lnTo>
                    <a:pt x="13340" y="7071"/>
                  </a:lnTo>
                  <a:lnTo>
                    <a:pt x="13431" y="7002"/>
                  </a:lnTo>
                  <a:lnTo>
                    <a:pt x="13521" y="6933"/>
                  </a:lnTo>
                  <a:lnTo>
                    <a:pt x="13612" y="6864"/>
                  </a:lnTo>
                  <a:lnTo>
                    <a:pt x="13702" y="6795"/>
                  </a:lnTo>
                  <a:lnTo>
                    <a:pt x="13793" y="6726"/>
                  </a:lnTo>
                  <a:lnTo>
                    <a:pt x="13883" y="6657"/>
                  </a:lnTo>
                  <a:lnTo>
                    <a:pt x="13974" y="6588"/>
                  </a:lnTo>
                  <a:lnTo>
                    <a:pt x="14064" y="6518"/>
                  </a:lnTo>
                  <a:lnTo>
                    <a:pt x="14155" y="6449"/>
                  </a:lnTo>
                  <a:lnTo>
                    <a:pt x="14245" y="6380"/>
                  </a:lnTo>
                  <a:lnTo>
                    <a:pt x="14336" y="6311"/>
                  </a:lnTo>
                  <a:lnTo>
                    <a:pt x="14426" y="6242"/>
                  </a:lnTo>
                  <a:lnTo>
                    <a:pt x="14517" y="6173"/>
                  </a:lnTo>
                  <a:lnTo>
                    <a:pt x="14607" y="6104"/>
                  </a:lnTo>
                  <a:lnTo>
                    <a:pt x="14697" y="6034"/>
                  </a:lnTo>
                  <a:lnTo>
                    <a:pt x="14788" y="5965"/>
                  </a:lnTo>
                  <a:lnTo>
                    <a:pt x="14878" y="5896"/>
                  </a:lnTo>
                  <a:lnTo>
                    <a:pt x="14969" y="5827"/>
                  </a:lnTo>
                  <a:lnTo>
                    <a:pt x="15059" y="5758"/>
                  </a:lnTo>
                  <a:lnTo>
                    <a:pt x="15150" y="5688"/>
                  </a:lnTo>
                  <a:lnTo>
                    <a:pt x="15240" y="5619"/>
                  </a:lnTo>
                  <a:lnTo>
                    <a:pt x="15330" y="5550"/>
                  </a:lnTo>
                  <a:lnTo>
                    <a:pt x="15421" y="5481"/>
                  </a:lnTo>
                  <a:lnTo>
                    <a:pt x="15511" y="5412"/>
                  </a:lnTo>
                  <a:lnTo>
                    <a:pt x="15602" y="5342"/>
                  </a:lnTo>
                  <a:lnTo>
                    <a:pt x="15692" y="5273"/>
                  </a:lnTo>
                  <a:lnTo>
                    <a:pt x="15782" y="5204"/>
                  </a:lnTo>
                  <a:lnTo>
                    <a:pt x="15873" y="5135"/>
                  </a:lnTo>
                  <a:lnTo>
                    <a:pt x="15963" y="5066"/>
                  </a:lnTo>
                  <a:lnTo>
                    <a:pt x="16054" y="4996"/>
                  </a:lnTo>
                  <a:lnTo>
                    <a:pt x="16144" y="4927"/>
                  </a:lnTo>
                  <a:lnTo>
                    <a:pt x="16234" y="4858"/>
                  </a:lnTo>
                  <a:lnTo>
                    <a:pt x="16325" y="4789"/>
                  </a:lnTo>
                  <a:lnTo>
                    <a:pt x="16415" y="4719"/>
                  </a:lnTo>
                  <a:lnTo>
                    <a:pt x="16506" y="4650"/>
                  </a:lnTo>
                  <a:lnTo>
                    <a:pt x="16596" y="4581"/>
                  </a:lnTo>
                  <a:lnTo>
                    <a:pt x="16686" y="4512"/>
                  </a:lnTo>
                  <a:lnTo>
                    <a:pt x="16777" y="4442"/>
                  </a:lnTo>
                  <a:lnTo>
                    <a:pt x="16867" y="4373"/>
                  </a:lnTo>
                  <a:lnTo>
                    <a:pt x="16957" y="4304"/>
                  </a:lnTo>
                  <a:lnTo>
                    <a:pt x="17048" y="4235"/>
                  </a:lnTo>
                  <a:lnTo>
                    <a:pt x="17138" y="4165"/>
                  </a:lnTo>
                  <a:lnTo>
                    <a:pt x="17228" y="4096"/>
                  </a:lnTo>
                  <a:lnTo>
                    <a:pt x="17319" y="4027"/>
                  </a:lnTo>
                  <a:lnTo>
                    <a:pt x="17409" y="3957"/>
                  </a:lnTo>
                  <a:lnTo>
                    <a:pt x="17499" y="3888"/>
                  </a:lnTo>
                  <a:lnTo>
                    <a:pt x="17590" y="3819"/>
                  </a:lnTo>
                  <a:lnTo>
                    <a:pt x="17680" y="3749"/>
                  </a:lnTo>
                  <a:lnTo>
                    <a:pt x="17770" y="3680"/>
                  </a:lnTo>
                  <a:lnTo>
                    <a:pt x="17861" y="3611"/>
                  </a:lnTo>
                  <a:lnTo>
                    <a:pt x="17951" y="3541"/>
                  </a:lnTo>
                  <a:lnTo>
                    <a:pt x="18041" y="3472"/>
                  </a:lnTo>
                  <a:lnTo>
                    <a:pt x="18132" y="3403"/>
                  </a:lnTo>
                  <a:lnTo>
                    <a:pt x="18222" y="3333"/>
                  </a:lnTo>
                  <a:lnTo>
                    <a:pt x="18312" y="3264"/>
                  </a:lnTo>
                  <a:lnTo>
                    <a:pt x="18402" y="3195"/>
                  </a:lnTo>
                  <a:lnTo>
                    <a:pt x="18493" y="3125"/>
                  </a:lnTo>
                  <a:lnTo>
                    <a:pt x="18583" y="3056"/>
                  </a:lnTo>
                  <a:lnTo>
                    <a:pt x="18673" y="2987"/>
                  </a:lnTo>
                  <a:lnTo>
                    <a:pt x="18764" y="2917"/>
                  </a:lnTo>
                  <a:lnTo>
                    <a:pt x="18854" y="2848"/>
                  </a:lnTo>
                  <a:lnTo>
                    <a:pt x="18944" y="2779"/>
                  </a:lnTo>
                  <a:lnTo>
                    <a:pt x="19034" y="2709"/>
                  </a:lnTo>
                  <a:lnTo>
                    <a:pt x="19125" y="2640"/>
                  </a:lnTo>
                  <a:lnTo>
                    <a:pt x="19215" y="2570"/>
                  </a:lnTo>
                  <a:lnTo>
                    <a:pt x="19305" y="2501"/>
                  </a:lnTo>
                  <a:lnTo>
                    <a:pt x="19396" y="2432"/>
                  </a:lnTo>
                  <a:lnTo>
                    <a:pt x="19486" y="2362"/>
                  </a:lnTo>
                  <a:lnTo>
                    <a:pt x="19576" y="2293"/>
                  </a:lnTo>
                  <a:lnTo>
                    <a:pt x="19666" y="2223"/>
                  </a:lnTo>
                  <a:lnTo>
                    <a:pt x="19757" y="2154"/>
                  </a:lnTo>
                  <a:lnTo>
                    <a:pt x="19847" y="2084"/>
                  </a:lnTo>
                  <a:lnTo>
                    <a:pt x="19937" y="2015"/>
                  </a:lnTo>
                  <a:lnTo>
                    <a:pt x="20027" y="1946"/>
                  </a:lnTo>
                  <a:lnTo>
                    <a:pt x="20117" y="1876"/>
                  </a:lnTo>
                  <a:lnTo>
                    <a:pt x="20208" y="1807"/>
                  </a:lnTo>
                  <a:lnTo>
                    <a:pt x="20298" y="1737"/>
                  </a:lnTo>
                  <a:lnTo>
                    <a:pt x="20388" y="1668"/>
                  </a:lnTo>
                  <a:lnTo>
                    <a:pt x="20478" y="1598"/>
                  </a:lnTo>
                  <a:lnTo>
                    <a:pt x="20569" y="1529"/>
                  </a:lnTo>
                  <a:lnTo>
                    <a:pt x="20659" y="1459"/>
                  </a:lnTo>
                  <a:lnTo>
                    <a:pt x="20749" y="1390"/>
                  </a:lnTo>
                  <a:lnTo>
                    <a:pt x="20839" y="1320"/>
                  </a:lnTo>
                  <a:lnTo>
                    <a:pt x="20929" y="1251"/>
                  </a:lnTo>
                  <a:lnTo>
                    <a:pt x="21020" y="1181"/>
                  </a:lnTo>
                  <a:lnTo>
                    <a:pt x="21110" y="1112"/>
                  </a:lnTo>
                  <a:lnTo>
                    <a:pt x="21200" y="1042"/>
                  </a:lnTo>
                  <a:lnTo>
                    <a:pt x="21290" y="973"/>
                  </a:lnTo>
                  <a:lnTo>
                    <a:pt x="21380" y="903"/>
                  </a:lnTo>
                  <a:lnTo>
                    <a:pt x="21470" y="834"/>
                  </a:lnTo>
                  <a:lnTo>
                    <a:pt x="21561" y="764"/>
                  </a:lnTo>
                  <a:lnTo>
                    <a:pt x="21651" y="695"/>
                  </a:lnTo>
                  <a:lnTo>
                    <a:pt x="21741" y="625"/>
                  </a:lnTo>
                  <a:lnTo>
                    <a:pt x="21831" y="556"/>
                  </a:lnTo>
                  <a:lnTo>
                    <a:pt x="21921" y="486"/>
                  </a:lnTo>
                  <a:lnTo>
                    <a:pt x="22011" y="417"/>
                  </a:lnTo>
                  <a:lnTo>
                    <a:pt x="22102" y="347"/>
                  </a:lnTo>
                  <a:lnTo>
                    <a:pt x="22192" y="278"/>
                  </a:lnTo>
                  <a:lnTo>
                    <a:pt x="22282" y="208"/>
                  </a:lnTo>
                  <a:lnTo>
                    <a:pt x="22372" y="139"/>
                  </a:lnTo>
                  <a:lnTo>
                    <a:pt x="22462" y="69"/>
                  </a:lnTo>
                  <a:lnTo>
                    <a:pt x="22552" y="0"/>
                  </a:lnTo>
                </a:path>
              </a:pathLst>
            </a:custGeom>
            <a:ln w="83820" cap="rnd">
              <a:solidFill>
                <a:srgbClr val="1EB2D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8" name="pl7168"/>
            <p:cNvSpPr/>
            <p:nvPr/>
          </p:nvSpPr>
          <p:spPr>
            <a:xfrm>
              <a:off x="7449236" y="5212145"/>
              <a:ext cx="22946" cy="17477"/>
            </a:xfrm>
            <a:custGeom>
              <a:avLst/>
              <a:pathLst>
                <a:path w="22946" h="17477">
                  <a:moveTo>
                    <a:pt x="0" y="17477"/>
                  </a:moveTo>
                  <a:lnTo>
                    <a:pt x="92" y="17408"/>
                  </a:lnTo>
                  <a:lnTo>
                    <a:pt x="185" y="17338"/>
                  </a:lnTo>
                  <a:lnTo>
                    <a:pt x="277" y="17269"/>
                  </a:lnTo>
                  <a:lnTo>
                    <a:pt x="370" y="17199"/>
                  </a:lnTo>
                  <a:lnTo>
                    <a:pt x="462" y="17129"/>
                  </a:lnTo>
                  <a:lnTo>
                    <a:pt x="555" y="17060"/>
                  </a:lnTo>
                  <a:lnTo>
                    <a:pt x="648" y="16990"/>
                  </a:lnTo>
                  <a:lnTo>
                    <a:pt x="740" y="16920"/>
                  </a:lnTo>
                  <a:lnTo>
                    <a:pt x="833" y="16851"/>
                  </a:lnTo>
                  <a:lnTo>
                    <a:pt x="925" y="16781"/>
                  </a:lnTo>
                  <a:lnTo>
                    <a:pt x="1018" y="16711"/>
                  </a:lnTo>
                  <a:lnTo>
                    <a:pt x="1110" y="16642"/>
                  </a:lnTo>
                  <a:lnTo>
                    <a:pt x="1203" y="16572"/>
                  </a:lnTo>
                  <a:lnTo>
                    <a:pt x="1296" y="16502"/>
                  </a:lnTo>
                  <a:lnTo>
                    <a:pt x="1388" y="16433"/>
                  </a:lnTo>
                  <a:lnTo>
                    <a:pt x="1481" y="16363"/>
                  </a:lnTo>
                  <a:lnTo>
                    <a:pt x="1573" y="16293"/>
                  </a:lnTo>
                  <a:lnTo>
                    <a:pt x="1666" y="16224"/>
                  </a:lnTo>
                  <a:lnTo>
                    <a:pt x="1758" y="16154"/>
                  </a:lnTo>
                  <a:lnTo>
                    <a:pt x="1851" y="16084"/>
                  </a:lnTo>
                  <a:lnTo>
                    <a:pt x="1943" y="16015"/>
                  </a:lnTo>
                  <a:lnTo>
                    <a:pt x="2036" y="15945"/>
                  </a:lnTo>
                  <a:lnTo>
                    <a:pt x="2128" y="15875"/>
                  </a:lnTo>
                  <a:lnTo>
                    <a:pt x="2221" y="15806"/>
                  </a:lnTo>
                  <a:lnTo>
                    <a:pt x="2313" y="15736"/>
                  </a:lnTo>
                  <a:lnTo>
                    <a:pt x="2406" y="15666"/>
                  </a:lnTo>
                  <a:lnTo>
                    <a:pt x="2498" y="15596"/>
                  </a:lnTo>
                  <a:lnTo>
                    <a:pt x="2591" y="15527"/>
                  </a:lnTo>
                  <a:lnTo>
                    <a:pt x="2683" y="15457"/>
                  </a:lnTo>
                  <a:lnTo>
                    <a:pt x="2776" y="15387"/>
                  </a:lnTo>
                  <a:lnTo>
                    <a:pt x="2868" y="15317"/>
                  </a:lnTo>
                  <a:lnTo>
                    <a:pt x="2961" y="15248"/>
                  </a:lnTo>
                  <a:lnTo>
                    <a:pt x="3053" y="15178"/>
                  </a:lnTo>
                  <a:lnTo>
                    <a:pt x="3146" y="15108"/>
                  </a:lnTo>
                  <a:lnTo>
                    <a:pt x="3238" y="15038"/>
                  </a:lnTo>
                  <a:lnTo>
                    <a:pt x="3331" y="14969"/>
                  </a:lnTo>
                  <a:lnTo>
                    <a:pt x="3423" y="14899"/>
                  </a:lnTo>
                  <a:lnTo>
                    <a:pt x="3516" y="14829"/>
                  </a:lnTo>
                  <a:lnTo>
                    <a:pt x="3608" y="14759"/>
                  </a:lnTo>
                  <a:lnTo>
                    <a:pt x="3701" y="14689"/>
                  </a:lnTo>
                  <a:lnTo>
                    <a:pt x="3793" y="14620"/>
                  </a:lnTo>
                  <a:lnTo>
                    <a:pt x="3886" y="14550"/>
                  </a:lnTo>
                  <a:lnTo>
                    <a:pt x="3978" y="14480"/>
                  </a:lnTo>
                  <a:lnTo>
                    <a:pt x="4070" y="14410"/>
                  </a:lnTo>
                  <a:lnTo>
                    <a:pt x="4163" y="14340"/>
                  </a:lnTo>
                  <a:lnTo>
                    <a:pt x="4255" y="14271"/>
                  </a:lnTo>
                  <a:lnTo>
                    <a:pt x="4348" y="14201"/>
                  </a:lnTo>
                  <a:lnTo>
                    <a:pt x="4440" y="14131"/>
                  </a:lnTo>
                  <a:lnTo>
                    <a:pt x="4533" y="14061"/>
                  </a:lnTo>
                  <a:lnTo>
                    <a:pt x="4625" y="13991"/>
                  </a:lnTo>
                  <a:lnTo>
                    <a:pt x="4718" y="13922"/>
                  </a:lnTo>
                  <a:lnTo>
                    <a:pt x="4810" y="13852"/>
                  </a:lnTo>
                  <a:lnTo>
                    <a:pt x="4902" y="13782"/>
                  </a:lnTo>
                  <a:lnTo>
                    <a:pt x="4995" y="13712"/>
                  </a:lnTo>
                  <a:lnTo>
                    <a:pt x="5087" y="13642"/>
                  </a:lnTo>
                  <a:lnTo>
                    <a:pt x="5180" y="13572"/>
                  </a:lnTo>
                  <a:lnTo>
                    <a:pt x="5272" y="13502"/>
                  </a:lnTo>
                  <a:lnTo>
                    <a:pt x="5364" y="13432"/>
                  </a:lnTo>
                  <a:lnTo>
                    <a:pt x="5457" y="13363"/>
                  </a:lnTo>
                  <a:lnTo>
                    <a:pt x="5549" y="13293"/>
                  </a:lnTo>
                  <a:lnTo>
                    <a:pt x="5642" y="13223"/>
                  </a:lnTo>
                  <a:lnTo>
                    <a:pt x="5734" y="13153"/>
                  </a:lnTo>
                  <a:lnTo>
                    <a:pt x="5826" y="13083"/>
                  </a:lnTo>
                  <a:lnTo>
                    <a:pt x="5919" y="13013"/>
                  </a:lnTo>
                  <a:lnTo>
                    <a:pt x="6011" y="12943"/>
                  </a:lnTo>
                  <a:lnTo>
                    <a:pt x="6103" y="12873"/>
                  </a:lnTo>
                  <a:lnTo>
                    <a:pt x="6196" y="12803"/>
                  </a:lnTo>
                  <a:lnTo>
                    <a:pt x="6288" y="12733"/>
                  </a:lnTo>
                  <a:lnTo>
                    <a:pt x="6380" y="12664"/>
                  </a:lnTo>
                  <a:lnTo>
                    <a:pt x="6473" y="12594"/>
                  </a:lnTo>
                  <a:lnTo>
                    <a:pt x="6565" y="12524"/>
                  </a:lnTo>
                  <a:lnTo>
                    <a:pt x="6657" y="12454"/>
                  </a:lnTo>
                  <a:lnTo>
                    <a:pt x="6750" y="12384"/>
                  </a:lnTo>
                  <a:lnTo>
                    <a:pt x="6842" y="12314"/>
                  </a:lnTo>
                  <a:lnTo>
                    <a:pt x="6935" y="12244"/>
                  </a:lnTo>
                  <a:lnTo>
                    <a:pt x="7027" y="12174"/>
                  </a:lnTo>
                  <a:lnTo>
                    <a:pt x="7119" y="12104"/>
                  </a:lnTo>
                  <a:lnTo>
                    <a:pt x="7211" y="12034"/>
                  </a:lnTo>
                  <a:lnTo>
                    <a:pt x="7304" y="11964"/>
                  </a:lnTo>
                  <a:lnTo>
                    <a:pt x="7396" y="11894"/>
                  </a:lnTo>
                  <a:lnTo>
                    <a:pt x="7488" y="11824"/>
                  </a:lnTo>
                  <a:lnTo>
                    <a:pt x="7581" y="11754"/>
                  </a:lnTo>
                  <a:lnTo>
                    <a:pt x="7673" y="11684"/>
                  </a:lnTo>
                  <a:lnTo>
                    <a:pt x="7765" y="11614"/>
                  </a:lnTo>
                  <a:lnTo>
                    <a:pt x="7858" y="11544"/>
                  </a:lnTo>
                  <a:lnTo>
                    <a:pt x="7950" y="11474"/>
                  </a:lnTo>
                  <a:lnTo>
                    <a:pt x="8042" y="11404"/>
                  </a:lnTo>
                  <a:lnTo>
                    <a:pt x="8135" y="11334"/>
                  </a:lnTo>
                  <a:lnTo>
                    <a:pt x="8227" y="11264"/>
                  </a:lnTo>
                  <a:lnTo>
                    <a:pt x="8319" y="11194"/>
                  </a:lnTo>
                  <a:lnTo>
                    <a:pt x="8411" y="11124"/>
                  </a:lnTo>
                  <a:lnTo>
                    <a:pt x="8504" y="11054"/>
                  </a:lnTo>
                  <a:lnTo>
                    <a:pt x="8596" y="10984"/>
                  </a:lnTo>
                  <a:lnTo>
                    <a:pt x="8688" y="10914"/>
                  </a:lnTo>
                  <a:lnTo>
                    <a:pt x="8780" y="10844"/>
                  </a:lnTo>
                  <a:lnTo>
                    <a:pt x="8873" y="10774"/>
                  </a:lnTo>
                  <a:lnTo>
                    <a:pt x="8965" y="10704"/>
                  </a:lnTo>
                  <a:lnTo>
                    <a:pt x="9057" y="10634"/>
                  </a:lnTo>
                  <a:lnTo>
                    <a:pt x="9149" y="10564"/>
                  </a:lnTo>
                  <a:lnTo>
                    <a:pt x="9242" y="10493"/>
                  </a:lnTo>
                  <a:lnTo>
                    <a:pt x="9334" y="10423"/>
                  </a:lnTo>
                  <a:lnTo>
                    <a:pt x="9426" y="10353"/>
                  </a:lnTo>
                  <a:lnTo>
                    <a:pt x="9518" y="10283"/>
                  </a:lnTo>
                  <a:lnTo>
                    <a:pt x="9611" y="10213"/>
                  </a:lnTo>
                  <a:lnTo>
                    <a:pt x="9703" y="10143"/>
                  </a:lnTo>
                  <a:lnTo>
                    <a:pt x="9795" y="10073"/>
                  </a:lnTo>
                  <a:lnTo>
                    <a:pt x="9887" y="10003"/>
                  </a:lnTo>
                  <a:lnTo>
                    <a:pt x="9980" y="9933"/>
                  </a:lnTo>
                  <a:lnTo>
                    <a:pt x="10072" y="9863"/>
                  </a:lnTo>
                  <a:lnTo>
                    <a:pt x="10164" y="9792"/>
                  </a:lnTo>
                  <a:lnTo>
                    <a:pt x="10256" y="9722"/>
                  </a:lnTo>
                  <a:lnTo>
                    <a:pt x="10348" y="9652"/>
                  </a:lnTo>
                  <a:lnTo>
                    <a:pt x="10441" y="9582"/>
                  </a:lnTo>
                  <a:lnTo>
                    <a:pt x="10533" y="9512"/>
                  </a:lnTo>
                  <a:lnTo>
                    <a:pt x="10625" y="9442"/>
                  </a:lnTo>
                  <a:lnTo>
                    <a:pt x="10717" y="9372"/>
                  </a:lnTo>
                  <a:lnTo>
                    <a:pt x="10809" y="9301"/>
                  </a:lnTo>
                  <a:lnTo>
                    <a:pt x="10901" y="9231"/>
                  </a:lnTo>
                  <a:lnTo>
                    <a:pt x="10994" y="9161"/>
                  </a:lnTo>
                  <a:lnTo>
                    <a:pt x="11086" y="9091"/>
                  </a:lnTo>
                  <a:lnTo>
                    <a:pt x="11178" y="9021"/>
                  </a:lnTo>
                  <a:lnTo>
                    <a:pt x="11270" y="8951"/>
                  </a:lnTo>
                  <a:lnTo>
                    <a:pt x="11362" y="8880"/>
                  </a:lnTo>
                  <a:lnTo>
                    <a:pt x="11454" y="8810"/>
                  </a:lnTo>
                  <a:lnTo>
                    <a:pt x="11547" y="8740"/>
                  </a:lnTo>
                  <a:lnTo>
                    <a:pt x="11639" y="8670"/>
                  </a:lnTo>
                  <a:lnTo>
                    <a:pt x="11731" y="8600"/>
                  </a:lnTo>
                  <a:lnTo>
                    <a:pt x="11823" y="8529"/>
                  </a:lnTo>
                  <a:lnTo>
                    <a:pt x="11915" y="8459"/>
                  </a:lnTo>
                  <a:lnTo>
                    <a:pt x="12007" y="8389"/>
                  </a:lnTo>
                  <a:lnTo>
                    <a:pt x="12099" y="8319"/>
                  </a:lnTo>
                  <a:lnTo>
                    <a:pt x="12192" y="8249"/>
                  </a:lnTo>
                  <a:lnTo>
                    <a:pt x="12284" y="8178"/>
                  </a:lnTo>
                  <a:lnTo>
                    <a:pt x="12376" y="8108"/>
                  </a:lnTo>
                  <a:lnTo>
                    <a:pt x="12468" y="8038"/>
                  </a:lnTo>
                  <a:lnTo>
                    <a:pt x="12560" y="7968"/>
                  </a:lnTo>
                  <a:lnTo>
                    <a:pt x="12652" y="7897"/>
                  </a:lnTo>
                  <a:lnTo>
                    <a:pt x="12744" y="7827"/>
                  </a:lnTo>
                  <a:lnTo>
                    <a:pt x="12836" y="7757"/>
                  </a:lnTo>
                  <a:lnTo>
                    <a:pt x="12928" y="7687"/>
                  </a:lnTo>
                  <a:lnTo>
                    <a:pt x="13021" y="7616"/>
                  </a:lnTo>
                  <a:lnTo>
                    <a:pt x="13113" y="7546"/>
                  </a:lnTo>
                  <a:lnTo>
                    <a:pt x="13205" y="7476"/>
                  </a:lnTo>
                  <a:lnTo>
                    <a:pt x="13297" y="7405"/>
                  </a:lnTo>
                  <a:lnTo>
                    <a:pt x="13389" y="7335"/>
                  </a:lnTo>
                  <a:lnTo>
                    <a:pt x="13481" y="7265"/>
                  </a:lnTo>
                  <a:lnTo>
                    <a:pt x="13573" y="7195"/>
                  </a:lnTo>
                  <a:lnTo>
                    <a:pt x="13665" y="7124"/>
                  </a:lnTo>
                  <a:lnTo>
                    <a:pt x="13757" y="7054"/>
                  </a:lnTo>
                  <a:lnTo>
                    <a:pt x="13849" y="6984"/>
                  </a:lnTo>
                  <a:lnTo>
                    <a:pt x="13941" y="6913"/>
                  </a:lnTo>
                  <a:lnTo>
                    <a:pt x="14033" y="6843"/>
                  </a:lnTo>
                  <a:lnTo>
                    <a:pt x="14125" y="6773"/>
                  </a:lnTo>
                  <a:lnTo>
                    <a:pt x="14218" y="6702"/>
                  </a:lnTo>
                  <a:lnTo>
                    <a:pt x="14310" y="6632"/>
                  </a:lnTo>
                  <a:lnTo>
                    <a:pt x="14402" y="6562"/>
                  </a:lnTo>
                  <a:lnTo>
                    <a:pt x="14494" y="6491"/>
                  </a:lnTo>
                  <a:lnTo>
                    <a:pt x="14586" y="6421"/>
                  </a:lnTo>
                  <a:lnTo>
                    <a:pt x="14678" y="6351"/>
                  </a:lnTo>
                  <a:lnTo>
                    <a:pt x="14770" y="6280"/>
                  </a:lnTo>
                  <a:lnTo>
                    <a:pt x="14862" y="6210"/>
                  </a:lnTo>
                  <a:lnTo>
                    <a:pt x="14954" y="6140"/>
                  </a:lnTo>
                  <a:lnTo>
                    <a:pt x="15046" y="6069"/>
                  </a:lnTo>
                  <a:lnTo>
                    <a:pt x="15138" y="5999"/>
                  </a:lnTo>
                  <a:lnTo>
                    <a:pt x="15230" y="5928"/>
                  </a:lnTo>
                  <a:lnTo>
                    <a:pt x="15322" y="5858"/>
                  </a:lnTo>
                  <a:lnTo>
                    <a:pt x="15414" y="5788"/>
                  </a:lnTo>
                  <a:lnTo>
                    <a:pt x="15506" y="5717"/>
                  </a:lnTo>
                  <a:lnTo>
                    <a:pt x="15598" y="5647"/>
                  </a:lnTo>
                  <a:lnTo>
                    <a:pt x="15690" y="5576"/>
                  </a:lnTo>
                  <a:lnTo>
                    <a:pt x="15782" y="5506"/>
                  </a:lnTo>
                  <a:lnTo>
                    <a:pt x="15874" y="5436"/>
                  </a:lnTo>
                  <a:lnTo>
                    <a:pt x="15966" y="5365"/>
                  </a:lnTo>
                  <a:lnTo>
                    <a:pt x="16058" y="5295"/>
                  </a:lnTo>
                  <a:lnTo>
                    <a:pt x="16150" y="5224"/>
                  </a:lnTo>
                  <a:lnTo>
                    <a:pt x="16242" y="5154"/>
                  </a:lnTo>
                  <a:lnTo>
                    <a:pt x="16334" y="5084"/>
                  </a:lnTo>
                  <a:lnTo>
                    <a:pt x="16426" y="5013"/>
                  </a:lnTo>
                  <a:lnTo>
                    <a:pt x="16518" y="4943"/>
                  </a:lnTo>
                  <a:lnTo>
                    <a:pt x="16610" y="4872"/>
                  </a:lnTo>
                  <a:lnTo>
                    <a:pt x="16701" y="4802"/>
                  </a:lnTo>
                  <a:lnTo>
                    <a:pt x="16793" y="4731"/>
                  </a:lnTo>
                  <a:lnTo>
                    <a:pt x="16885" y="4661"/>
                  </a:lnTo>
                  <a:lnTo>
                    <a:pt x="16977" y="4590"/>
                  </a:lnTo>
                  <a:lnTo>
                    <a:pt x="17069" y="4520"/>
                  </a:lnTo>
                  <a:lnTo>
                    <a:pt x="17161" y="4449"/>
                  </a:lnTo>
                  <a:lnTo>
                    <a:pt x="17253" y="4379"/>
                  </a:lnTo>
                  <a:lnTo>
                    <a:pt x="17345" y="4308"/>
                  </a:lnTo>
                  <a:lnTo>
                    <a:pt x="17437" y="4238"/>
                  </a:lnTo>
                  <a:lnTo>
                    <a:pt x="17529" y="4167"/>
                  </a:lnTo>
                  <a:lnTo>
                    <a:pt x="17621" y="4097"/>
                  </a:lnTo>
                  <a:lnTo>
                    <a:pt x="17713" y="4026"/>
                  </a:lnTo>
                  <a:lnTo>
                    <a:pt x="17805" y="3956"/>
                  </a:lnTo>
                  <a:lnTo>
                    <a:pt x="17896" y="3885"/>
                  </a:lnTo>
                  <a:lnTo>
                    <a:pt x="17988" y="3815"/>
                  </a:lnTo>
                  <a:lnTo>
                    <a:pt x="18080" y="3744"/>
                  </a:lnTo>
                  <a:lnTo>
                    <a:pt x="18172" y="3674"/>
                  </a:lnTo>
                  <a:lnTo>
                    <a:pt x="18264" y="3603"/>
                  </a:lnTo>
                  <a:lnTo>
                    <a:pt x="18356" y="3533"/>
                  </a:lnTo>
                  <a:lnTo>
                    <a:pt x="18448" y="3462"/>
                  </a:lnTo>
                  <a:lnTo>
                    <a:pt x="18540" y="3392"/>
                  </a:lnTo>
                  <a:lnTo>
                    <a:pt x="18632" y="3321"/>
                  </a:lnTo>
                  <a:lnTo>
                    <a:pt x="18723" y="3250"/>
                  </a:lnTo>
                  <a:lnTo>
                    <a:pt x="18815" y="3180"/>
                  </a:lnTo>
                  <a:lnTo>
                    <a:pt x="18907" y="3109"/>
                  </a:lnTo>
                  <a:lnTo>
                    <a:pt x="18999" y="3039"/>
                  </a:lnTo>
                  <a:lnTo>
                    <a:pt x="19091" y="2968"/>
                  </a:lnTo>
                  <a:lnTo>
                    <a:pt x="19183" y="2898"/>
                  </a:lnTo>
                  <a:lnTo>
                    <a:pt x="19275" y="2827"/>
                  </a:lnTo>
                  <a:lnTo>
                    <a:pt x="19366" y="2756"/>
                  </a:lnTo>
                  <a:lnTo>
                    <a:pt x="19458" y="2686"/>
                  </a:lnTo>
                  <a:lnTo>
                    <a:pt x="19550" y="2615"/>
                  </a:lnTo>
                  <a:lnTo>
                    <a:pt x="19642" y="2545"/>
                  </a:lnTo>
                  <a:lnTo>
                    <a:pt x="19734" y="2474"/>
                  </a:lnTo>
                  <a:lnTo>
                    <a:pt x="19826" y="2403"/>
                  </a:lnTo>
                  <a:lnTo>
                    <a:pt x="19917" y="2333"/>
                  </a:lnTo>
                  <a:lnTo>
                    <a:pt x="20009" y="2262"/>
                  </a:lnTo>
                  <a:lnTo>
                    <a:pt x="20101" y="2191"/>
                  </a:lnTo>
                  <a:lnTo>
                    <a:pt x="20193" y="2121"/>
                  </a:lnTo>
                  <a:lnTo>
                    <a:pt x="20285" y="2050"/>
                  </a:lnTo>
                  <a:lnTo>
                    <a:pt x="20377" y="1980"/>
                  </a:lnTo>
                  <a:lnTo>
                    <a:pt x="20468" y="1909"/>
                  </a:lnTo>
                  <a:lnTo>
                    <a:pt x="20560" y="1838"/>
                  </a:lnTo>
                  <a:lnTo>
                    <a:pt x="20652" y="1768"/>
                  </a:lnTo>
                  <a:lnTo>
                    <a:pt x="20744" y="1697"/>
                  </a:lnTo>
                  <a:lnTo>
                    <a:pt x="20836" y="1626"/>
                  </a:lnTo>
                  <a:lnTo>
                    <a:pt x="20927" y="1556"/>
                  </a:lnTo>
                  <a:lnTo>
                    <a:pt x="21019" y="1485"/>
                  </a:lnTo>
                  <a:lnTo>
                    <a:pt x="21111" y="1414"/>
                  </a:lnTo>
                  <a:lnTo>
                    <a:pt x="21203" y="1343"/>
                  </a:lnTo>
                  <a:lnTo>
                    <a:pt x="21294" y="1273"/>
                  </a:lnTo>
                  <a:lnTo>
                    <a:pt x="21386" y="1202"/>
                  </a:lnTo>
                  <a:lnTo>
                    <a:pt x="21478" y="1131"/>
                  </a:lnTo>
                  <a:lnTo>
                    <a:pt x="21570" y="1061"/>
                  </a:lnTo>
                  <a:lnTo>
                    <a:pt x="21661" y="990"/>
                  </a:lnTo>
                  <a:lnTo>
                    <a:pt x="21753" y="919"/>
                  </a:lnTo>
                  <a:lnTo>
                    <a:pt x="21845" y="849"/>
                  </a:lnTo>
                  <a:lnTo>
                    <a:pt x="21937" y="778"/>
                  </a:lnTo>
                  <a:lnTo>
                    <a:pt x="22028" y="707"/>
                  </a:lnTo>
                  <a:lnTo>
                    <a:pt x="22120" y="636"/>
                  </a:lnTo>
                  <a:lnTo>
                    <a:pt x="22212" y="566"/>
                  </a:lnTo>
                  <a:lnTo>
                    <a:pt x="22304" y="495"/>
                  </a:lnTo>
                  <a:lnTo>
                    <a:pt x="22395" y="424"/>
                  </a:lnTo>
                  <a:lnTo>
                    <a:pt x="22487" y="353"/>
                  </a:lnTo>
                  <a:lnTo>
                    <a:pt x="22579" y="283"/>
                  </a:lnTo>
                  <a:lnTo>
                    <a:pt x="22671" y="212"/>
                  </a:lnTo>
                  <a:lnTo>
                    <a:pt x="22762" y="141"/>
                  </a:lnTo>
                  <a:lnTo>
                    <a:pt x="22854" y="70"/>
                  </a:lnTo>
                  <a:lnTo>
                    <a:pt x="22946" y="0"/>
                  </a:lnTo>
                </a:path>
              </a:pathLst>
            </a:custGeom>
            <a:ln w="22859" cap="rnd">
              <a:solidFill>
                <a:srgbClr val="1EB2D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9" name="pl7169"/>
            <p:cNvSpPr/>
            <p:nvPr/>
          </p:nvSpPr>
          <p:spPr>
            <a:xfrm>
              <a:off x="7456057" y="5164112"/>
              <a:ext cx="14862" cy="11675"/>
            </a:xfrm>
            <a:custGeom>
              <a:avLst/>
              <a:pathLst>
                <a:path w="14862" h="11675">
                  <a:moveTo>
                    <a:pt x="0" y="11675"/>
                  </a:moveTo>
                  <a:lnTo>
                    <a:pt x="59" y="11628"/>
                  </a:lnTo>
                  <a:lnTo>
                    <a:pt x="119" y="11582"/>
                  </a:lnTo>
                  <a:lnTo>
                    <a:pt x="179" y="11535"/>
                  </a:lnTo>
                  <a:lnTo>
                    <a:pt x="239" y="11488"/>
                  </a:lnTo>
                  <a:lnTo>
                    <a:pt x="299" y="11442"/>
                  </a:lnTo>
                  <a:lnTo>
                    <a:pt x="359" y="11395"/>
                  </a:lnTo>
                  <a:lnTo>
                    <a:pt x="419" y="11349"/>
                  </a:lnTo>
                  <a:lnTo>
                    <a:pt x="479" y="11302"/>
                  </a:lnTo>
                  <a:lnTo>
                    <a:pt x="538" y="11255"/>
                  </a:lnTo>
                  <a:lnTo>
                    <a:pt x="598" y="11209"/>
                  </a:lnTo>
                  <a:lnTo>
                    <a:pt x="658" y="11162"/>
                  </a:lnTo>
                  <a:lnTo>
                    <a:pt x="718" y="11115"/>
                  </a:lnTo>
                  <a:lnTo>
                    <a:pt x="778" y="11069"/>
                  </a:lnTo>
                  <a:lnTo>
                    <a:pt x="838" y="11022"/>
                  </a:lnTo>
                  <a:lnTo>
                    <a:pt x="898" y="10975"/>
                  </a:lnTo>
                  <a:lnTo>
                    <a:pt x="958" y="10929"/>
                  </a:lnTo>
                  <a:lnTo>
                    <a:pt x="1017" y="10882"/>
                  </a:lnTo>
                  <a:lnTo>
                    <a:pt x="1077" y="10835"/>
                  </a:lnTo>
                  <a:lnTo>
                    <a:pt x="1137" y="10789"/>
                  </a:lnTo>
                  <a:lnTo>
                    <a:pt x="1197" y="10742"/>
                  </a:lnTo>
                  <a:lnTo>
                    <a:pt x="1257" y="10695"/>
                  </a:lnTo>
                  <a:lnTo>
                    <a:pt x="1317" y="10649"/>
                  </a:lnTo>
                  <a:lnTo>
                    <a:pt x="1377" y="10602"/>
                  </a:lnTo>
                  <a:lnTo>
                    <a:pt x="1436" y="10555"/>
                  </a:lnTo>
                  <a:lnTo>
                    <a:pt x="1496" y="10509"/>
                  </a:lnTo>
                  <a:lnTo>
                    <a:pt x="1556" y="10462"/>
                  </a:lnTo>
                  <a:lnTo>
                    <a:pt x="1616" y="10415"/>
                  </a:lnTo>
                  <a:lnTo>
                    <a:pt x="1676" y="10368"/>
                  </a:lnTo>
                  <a:lnTo>
                    <a:pt x="1736" y="10322"/>
                  </a:lnTo>
                  <a:lnTo>
                    <a:pt x="1795" y="10275"/>
                  </a:lnTo>
                  <a:lnTo>
                    <a:pt x="1855" y="10228"/>
                  </a:lnTo>
                  <a:lnTo>
                    <a:pt x="1915" y="10182"/>
                  </a:lnTo>
                  <a:lnTo>
                    <a:pt x="1975" y="10135"/>
                  </a:lnTo>
                  <a:lnTo>
                    <a:pt x="2035" y="10088"/>
                  </a:lnTo>
                  <a:lnTo>
                    <a:pt x="2095" y="10042"/>
                  </a:lnTo>
                  <a:lnTo>
                    <a:pt x="2154" y="9995"/>
                  </a:lnTo>
                  <a:lnTo>
                    <a:pt x="2214" y="9948"/>
                  </a:lnTo>
                  <a:lnTo>
                    <a:pt x="2274" y="9901"/>
                  </a:lnTo>
                  <a:lnTo>
                    <a:pt x="2334" y="9855"/>
                  </a:lnTo>
                  <a:lnTo>
                    <a:pt x="2394" y="9808"/>
                  </a:lnTo>
                  <a:lnTo>
                    <a:pt x="2454" y="9761"/>
                  </a:lnTo>
                  <a:lnTo>
                    <a:pt x="2513" y="9715"/>
                  </a:lnTo>
                  <a:lnTo>
                    <a:pt x="2573" y="9668"/>
                  </a:lnTo>
                  <a:lnTo>
                    <a:pt x="2633" y="9621"/>
                  </a:lnTo>
                  <a:lnTo>
                    <a:pt x="2693" y="9574"/>
                  </a:lnTo>
                  <a:lnTo>
                    <a:pt x="2753" y="9528"/>
                  </a:lnTo>
                  <a:lnTo>
                    <a:pt x="2812" y="9481"/>
                  </a:lnTo>
                  <a:lnTo>
                    <a:pt x="2872" y="9434"/>
                  </a:lnTo>
                  <a:lnTo>
                    <a:pt x="2932" y="9387"/>
                  </a:lnTo>
                  <a:lnTo>
                    <a:pt x="2992" y="9341"/>
                  </a:lnTo>
                  <a:lnTo>
                    <a:pt x="3052" y="9294"/>
                  </a:lnTo>
                  <a:lnTo>
                    <a:pt x="3112" y="9247"/>
                  </a:lnTo>
                  <a:lnTo>
                    <a:pt x="3171" y="9201"/>
                  </a:lnTo>
                  <a:lnTo>
                    <a:pt x="3231" y="9154"/>
                  </a:lnTo>
                  <a:lnTo>
                    <a:pt x="3291" y="9107"/>
                  </a:lnTo>
                  <a:lnTo>
                    <a:pt x="3351" y="9060"/>
                  </a:lnTo>
                  <a:lnTo>
                    <a:pt x="3411" y="9014"/>
                  </a:lnTo>
                  <a:lnTo>
                    <a:pt x="3470" y="8967"/>
                  </a:lnTo>
                  <a:lnTo>
                    <a:pt x="3530" y="8920"/>
                  </a:lnTo>
                  <a:lnTo>
                    <a:pt x="3590" y="8873"/>
                  </a:lnTo>
                  <a:lnTo>
                    <a:pt x="3650" y="8827"/>
                  </a:lnTo>
                  <a:lnTo>
                    <a:pt x="3710" y="8780"/>
                  </a:lnTo>
                  <a:lnTo>
                    <a:pt x="3769" y="8733"/>
                  </a:lnTo>
                  <a:lnTo>
                    <a:pt x="3829" y="8686"/>
                  </a:lnTo>
                  <a:lnTo>
                    <a:pt x="3889" y="8639"/>
                  </a:lnTo>
                  <a:lnTo>
                    <a:pt x="3949" y="8593"/>
                  </a:lnTo>
                  <a:lnTo>
                    <a:pt x="4008" y="8546"/>
                  </a:lnTo>
                  <a:lnTo>
                    <a:pt x="4068" y="8499"/>
                  </a:lnTo>
                  <a:lnTo>
                    <a:pt x="4128" y="8452"/>
                  </a:lnTo>
                  <a:lnTo>
                    <a:pt x="4188" y="8406"/>
                  </a:lnTo>
                  <a:lnTo>
                    <a:pt x="4248" y="8359"/>
                  </a:lnTo>
                  <a:lnTo>
                    <a:pt x="4307" y="8312"/>
                  </a:lnTo>
                  <a:lnTo>
                    <a:pt x="4367" y="8265"/>
                  </a:lnTo>
                  <a:lnTo>
                    <a:pt x="4427" y="8218"/>
                  </a:lnTo>
                  <a:lnTo>
                    <a:pt x="4487" y="8172"/>
                  </a:lnTo>
                  <a:lnTo>
                    <a:pt x="4546" y="8125"/>
                  </a:lnTo>
                  <a:lnTo>
                    <a:pt x="4606" y="8078"/>
                  </a:lnTo>
                  <a:lnTo>
                    <a:pt x="4666" y="8031"/>
                  </a:lnTo>
                  <a:lnTo>
                    <a:pt x="4726" y="7984"/>
                  </a:lnTo>
                  <a:lnTo>
                    <a:pt x="4785" y="7938"/>
                  </a:lnTo>
                  <a:lnTo>
                    <a:pt x="4845" y="7891"/>
                  </a:lnTo>
                  <a:lnTo>
                    <a:pt x="4905" y="7844"/>
                  </a:lnTo>
                  <a:lnTo>
                    <a:pt x="4965" y="7797"/>
                  </a:lnTo>
                  <a:lnTo>
                    <a:pt x="5024" y="7750"/>
                  </a:lnTo>
                  <a:lnTo>
                    <a:pt x="5084" y="7704"/>
                  </a:lnTo>
                  <a:lnTo>
                    <a:pt x="5144" y="7657"/>
                  </a:lnTo>
                  <a:lnTo>
                    <a:pt x="5204" y="7610"/>
                  </a:lnTo>
                  <a:lnTo>
                    <a:pt x="5263" y="7563"/>
                  </a:lnTo>
                  <a:lnTo>
                    <a:pt x="5323" y="7516"/>
                  </a:lnTo>
                  <a:lnTo>
                    <a:pt x="5383" y="7470"/>
                  </a:lnTo>
                  <a:lnTo>
                    <a:pt x="5443" y="7423"/>
                  </a:lnTo>
                  <a:lnTo>
                    <a:pt x="5502" y="7376"/>
                  </a:lnTo>
                  <a:lnTo>
                    <a:pt x="5562" y="7329"/>
                  </a:lnTo>
                  <a:lnTo>
                    <a:pt x="5622" y="7282"/>
                  </a:lnTo>
                  <a:lnTo>
                    <a:pt x="5682" y="7235"/>
                  </a:lnTo>
                  <a:lnTo>
                    <a:pt x="5741" y="7189"/>
                  </a:lnTo>
                  <a:lnTo>
                    <a:pt x="5801" y="7142"/>
                  </a:lnTo>
                  <a:lnTo>
                    <a:pt x="5861" y="7095"/>
                  </a:lnTo>
                  <a:lnTo>
                    <a:pt x="5921" y="7048"/>
                  </a:lnTo>
                  <a:lnTo>
                    <a:pt x="5980" y="7001"/>
                  </a:lnTo>
                  <a:lnTo>
                    <a:pt x="6040" y="6954"/>
                  </a:lnTo>
                  <a:lnTo>
                    <a:pt x="6100" y="6908"/>
                  </a:lnTo>
                  <a:lnTo>
                    <a:pt x="6160" y="6861"/>
                  </a:lnTo>
                  <a:lnTo>
                    <a:pt x="6219" y="6814"/>
                  </a:lnTo>
                  <a:lnTo>
                    <a:pt x="6279" y="6767"/>
                  </a:lnTo>
                  <a:lnTo>
                    <a:pt x="6339" y="6720"/>
                  </a:lnTo>
                  <a:lnTo>
                    <a:pt x="6398" y="6673"/>
                  </a:lnTo>
                  <a:lnTo>
                    <a:pt x="6458" y="6627"/>
                  </a:lnTo>
                  <a:lnTo>
                    <a:pt x="6518" y="6580"/>
                  </a:lnTo>
                  <a:lnTo>
                    <a:pt x="6578" y="6533"/>
                  </a:lnTo>
                  <a:lnTo>
                    <a:pt x="6637" y="6486"/>
                  </a:lnTo>
                  <a:lnTo>
                    <a:pt x="6697" y="6439"/>
                  </a:lnTo>
                  <a:lnTo>
                    <a:pt x="6757" y="6392"/>
                  </a:lnTo>
                  <a:lnTo>
                    <a:pt x="6816" y="6345"/>
                  </a:lnTo>
                  <a:lnTo>
                    <a:pt x="6876" y="6298"/>
                  </a:lnTo>
                  <a:lnTo>
                    <a:pt x="6936" y="6252"/>
                  </a:lnTo>
                  <a:lnTo>
                    <a:pt x="6995" y="6205"/>
                  </a:lnTo>
                  <a:lnTo>
                    <a:pt x="7055" y="6158"/>
                  </a:lnTo>
                  <a:lnTo>
                    <a:pt x="7115" y="6111"/>
                  </a:lnTo>
                  <a:lnTo>
                    <a:pt x="7175" y="6064"/>
                  </a:lnTo>
                  <a:lnTo>
                    <a:pt x="7234" y="6017"/>
                  </a:lnTo>
                  <a:lnTo>
                    <a:pt x="7294" y="5970"/>
                  </a:lnTo>
                  <a:lnTo>
                    <a:pt x="7354" y="5923"/>
                  </a:lnTo>
                  <a:lnTo>
                    <a:pt x="7413" y="5877"/>
                  </a:lnTo>
                  <a:lnTo>
                    <a:pt x="7473" y="5830"/>
                  </a:lnTo>
                  <a:lnTo>
                    <a:pt x="7533" y="5783"/>
                  </a:lnTo>
                  <a:lnTo>
                    <a:pt x="7592" y="5736"/>
                  </a:lnTo>
                  <a:lnTo>
                    <a:pt x="7652" y="5689"/>
                  </a:lnTo>
                  <a:lnTo>
                    <a:pt x="7712" y="5642"/>
                  </a:lnTo>
                  <a:lnTo>
                    <a:pt x="7771" y="5595"/>
                  </a:lnTo>
                  <a:lnTo>
                    <a:pt x="7831" y="5548"/>
                  </a:lnTo>
                  <a:lnTo>
                    <a:pt x="7891" y="5501"/>
                  </a:lnTo>
                  <a:lnTo>
                    <a:pt x="7950" y="5454"/>
                  </a:lnTo>
                  <a:lnTo>
                    <a:pt x="8010" y="5408"/>
                  </a:lnTo>
                  <a:lnTo>
                    <a:pt x="8070" y="5361"/>
                  </a:lnTo>
                  <a:lnTo>
                    <a:pt x="8130" y="5314"/>
                  </a:lnTo>
                  <a:lnTo>
                    <a:pt x="8189" y="5267"/>
                  </a:lnTo>
                  <a:lnTo>
                    <a:pt x="8249" y="5220"/>
                  </a:lnTo>
                  <a:lnTo>
                    <a:pt x="8309" y="5173"/>
                  </a:lnTo>
                  <a:lnTo>
                    <a:pt x="8368" y="5126"/>
                  </a:lnTo>
                  <a:lnTo>
                    <a:pt x="8428" y="5079"/>
                  </a:lnTo>
                  <a:lnTo>
                    <a:pt x="8488" y="5032"/>
                  </a:lnTo>
                  <a:lnTo>
                    <a:pt x="8547" y="4985"/>
                  </a:lnTo>
                  <a:lnTo>
                    <a:pt x="8607" y="4938"/>
                  </a:lnTo>
                  <a:lnTo>
                    <a:pt x="8666" y="4891"/>
                  </a:lnTo>
                  <a:lnTo>
                    <a:pt x="8726" y="4845"/>
                  </a:lnTo>
                  <a:lnTo>
                    <a:pt x="8786" y="4798"/>
                  </a:lnTo>
                  <a:lnTo>
                    <a:pt x="8845" y="4751"/>
                  </a:lnTo>
                  <a:lnTo>
                    <a:pt x="8905" y="4704"/>
                  </a:lnTo>
                  <a:lnTo>
                    <a:pt x="8965" y="4657"/>
                  </a:lnTo>
                  <a:lnTo>
                    <a:pt x="9024" y="4610"/>
                  </a:lnTo>
                  <a:lnTo>
                    <a:pt x="9084" y="4563"/>
                  </a:lnTo>
                  <a:lnTo>
                    <a:pt x="9144" y="4516"/>
                  </a:lnTo>
                  <a:lnTo>
                    <a:pt x="9203" y="4469"/>
                  </a:lnTo>
                  <a:lnTo>
                    <a:pt x="9263" y="4422"/>
                  </a:lnTo>
                  <a:lnTo>
                    <a:pt x="9323" y="4375"/>
                  </a:lnTo>
                  <a:lnTo>
                    <a:pt x="9382" y="4328"/>
                  </a:lnTo>
                  <a:lnTo>
                    <a:pt x="9442" y="4281"/>
                  </a:lnTo>
                  <a:lnTo>
                    <a:pt x="9502" y="4234"/>
                  </a:lnTo>
                  <a:lnTo>
                    <a:pt x="9561" y="4187"/>
                  </a:lnTo>
                  <a:lnTo>
                    <a:pt x="9621" y="4140"/>
                  </a:lnTo>
                  <a:lnTo>
                    <a:pt x="9680" y="4093"/>
                  </a:lnTo>
                  <a:lnTo>
                    <a:pt x="9740" y="4046"/>
                  </a:lnTo>
                  <a:lnTo>
                    <a:pt x="9800" y="3999"/>
                  </a:lnTo>
                  <a:lnTo>
                    <a:pt x="9859" y="3952"/>
                  </a:lnTo>
                  <a:lnTo>
                    <a:pt x="9919" y="3905"/>
                  </a:lnTo>
                  <a:lnTo>
                    <a:pt x="9979" y="3858"/>
                  </a:lnTo>
                  <a:lnTo>
                    <a:pt x="10038" y="3811"/>
                  </a:lnTo>
                  <a:lnTo>
                    <a:pt x="10098" y="3765"/>
                  </a:lnTo>
                  <a:lnTo>
                    <a:pt x="10157" y="3718"/>
                  </a:lnTo>
                  <a:lnTo>
                    <a:pt x="10217" y="3671"/>
                  </a:lnTo>
                  <a:lnTo>
                    <a:pt x="10277" y="3624"/>
                  </a:lnTo>
                  <a:lnTo>
                    <a:pt x="10336" y="3577"/>
                  </a:lnTo>
                  <a:lnTo>
                    <a:pt x="10396" y="3530"/>
                  </a:lnTo>
                  <a:lnTo>
                    <a:pt x="10455" y="3483"/>
                  </a:lnTo>
                  <a:lnTo>
                    <a:pt x="10515" y="3436"/>
                  </a:lnTo>
                  <a:lnTo>
                    <a:pt x="10575" y="3389"/>
                  </a:lnTo>
                  <a:lnTo>
                    <a:pt x="10634" y="3342"/>
                  </a:lnTo>
                  <a:lnTo>
                    <a:pt x="10694" y="3295"/>
                  </a:lnTo>
                  <a:lnTo>
                    <a:pt x="10753" y="3248"/>
                  </a:lnTo>
                  <a:lnTo>
                    <a:pt x="10813" y="3201"/>
                  </a:lnTo>
                  <a:lnTo>
                    <a:pt x="10873" y="3154"/>
                  </a:lnTo>
                  <a:lnTo>
                    <a:pt x="10932" y="3107"/>
                  </a:lnTo>
                  <a:lnTo>
                    <a:pt x="10992" y="3060"/>
                  </a:lnTo>
                  <a:lnTo>
                    <a:pt x="11051" y="3013"/>
                  </a:lnTo>
                  <a:lnTo>
                    <a:pt x="11111" y="2966"/>
                  </a:lnTo>
                  <a:lnTo>
                    <a:pt x="11171" y="2919"/>
                  </a:lnTo>
                  <a:lnTo>
                    <a:pt x="11230" y="2871"/>
                  </a:lnTo>
                  <a:lnTo>
                    <a:pt x="11290" y="2824"/>
                  </a:lnTo>
                  <a:lnTo>
                    <a:pt x="11349" y="2777"/>
                  </a:lnTo>
                  <a:lnTo>
                    <a:pt x="11409" y="2730"/>
                  </a:lnTo>
                  <a:lnTo>
                    <a:pt x="11469" y="2683"/>
                  </a:lnTo>
                  <a:lnTo>
                    <a:pt x="11528" y="2636"/>
                  </a:lnTo>
                  <a:lnTo>
                    <a:pt x="11588" y="2589"/>
                  </a:lnTo>
                  <a:lnTo>
                    <a:pt x="11647" y="2542"/>
                  </a:lnTo>
                  <a:lnTo>
                    <a:pt x="11707" y="2495"/>
                  </a:lnTo>
                  <a:lnTo>
                    <a:pt x="11766" y="2448"/>
                  </a:lnTo>
                  <a:lnTo>
                    <a:pt x="11826" y="2401"/>
                  </a:lnTo>
                  <a:lnTo>
                    <a:pt x="11886" y="2354"/>
                  </a:lnTo>
                  <a:lnTo>
                    <a:pt x="11945" y="2307"/>
                  </a:lnTo>
                  <a:lnTo>
                    <a:pt x="12005" y="2260"/>
                  </a:lnTo>
                  <a:lnTo>
                    <a:pt x="12064" y="2213"/>
                  </a:lnTo>
                  <a:lnTo>
                    <a:pt x="12124" y="2166"/>
                  </a:lnTo>
                  <a:lnTo>
                    <a:pt x="12183" y="2119"/>
                  </a:lnTo>
                  <a:lnTo>
                    <a:pt x="12243" y="2072"/>
                  </a:lnTo>
                  <a:lnTo>
                    <a:pt x="12302" y="2025"/>
                  </a:lnTo>
                  <a:lnTo>
                    <a:pt x="12362" y="1978"/>
                  </a:lnTo>
                  <a:lnTo>
                    <a:pt x="12422" y="1931"/>
                  </a:lnTo>
                  <a:lnTo>
                    <a:pt x="12481" y="1884"/>
                  </a:lnTo>
                  <a:lnTo>
                    <a:pt x="12541" y="1837"/>
                  </a:lnTo>
                  <a:lnTo>
                    <a:pt x="12600" y="1790"/>
                  </a:lnTo>
                  <a:lnTo>
                    <a:pt x="12660" y="1742"/>
                  </a:lnTo>
                  <a:lnTo>
                    <a:pt x="12719" y="1695"/>
                  </a:lnTo>
                  <a:lnTo>
                    <a:pt x="12779" y="1648"/>
                  </a:lnTo>
                  <a:lnTo>
                    <a:pt x="12838" y="1601"/>
                  </a:lnTo>
                  <a:lnTo>
                    <a:pt x="12898" y="1554"/>
                  </a:lnTo>
                  <a:lnTo>
                    <a:pt x="12958" y="1507"/>
                  </a:lnTo>
                  <a:lnTo>
                    <a:pt x="13017" y="1460"/>
                  </a:lnTo>
                  <a:lnTo>
                    <a:pt x="13077" y="1413"/>
                  </a:lnTo>
                  <a:lnTo>
                    <a:pt x="13136" y="1366"/>
                  </a:lnTo>
                  <a:lnTo>
                    <a:pt x="13196" y="1319"/>
                  </a:lnTo>
                  <a:lnTo>
                    <a:pt x="13255" y="1272"/>
                  </a:lnTo>
                  <a:lnTo>
                    <a:pt x="13315" y="1225"/>
                  </a:lnTo>
                  <a:lnTo>
                    <a:pt x="13374" y="1177"/>
                  </a:lnTo>
                  <a:lnTo>
                    <a:pt x="13434" y="1130"/>
                  </a:lnTo>
                  <a:lnTo>
                    <a:pt x="13493" y="1083"/>
                  </a:lnTo>
                  <a:lnTo>
                    <a:pt x="13553" y="1036"/>
                  </a:lnTo>
                  <a:lnTo>
                    <a:pt x="13612" y="989"/>
                  </a:lnTo>
                  <a:lnTo>
                    <a:pt x="13672" y="942"/>
                  </a:lnTo>
                  <a:lnTo>
                    <a:pt x="13731" y="895"/>
                  </a:lnTo>
                  <a:lnTo>
                    <a:pt x="13791" y="848"/>
                  </a:lnTo>
                  <a:lnTo>
                    <a:pt x="13850" y="801"/>
                  </a:lnTo>
                  <a:lnTo>
                    <a:pt x="13910" y="754"/>
                  </a:lnTo>
                  <a:lnTo>
                    <a:pt x="13969" y="706"/>
                  </a:lnTo>
                  <a:lnTo>
                    <a:pt x="14029" y="659"/>
                  </a:lnTo>
                  <a:lnTo>
                    <a:pt x="14088" y="612"/>
                  </a:lnTo>
                  <a:lnTo>
                    <a:pt x="14148" y="565"/>
                  </a:lnTo>
                  <a:lnTo>
                    <a:pt x="14208" y="518"/>
                  </a:lnTo>
                  <a:lnTo>
                    <a:pt x="14267" y="471"/>
                  </a:lnTo>
                  <a:lnTo>
                    <a:pt x="14327" y="424"/>
                  </a:lnTo>
                  <a:lnTo>
                    <a:pt x="14386" y="377"/>
                  </a:lnTo>
                  <a:lnTo>
                    <a:pt x="14446" y="329"/>
                  </a:lnTo>
                  <a:lnTo>
                    <a:pt x="14505" y="282"/>
                  </a:lnTo>
                  <a:lnTo>
                    <a:pt x="14565" y="235"/>
                  </a:lnTo>
                  <a:lnTo>
                    <a:pt x="14624" y="188"/>
                  </a:lnTo>
                  <a:lnTo>
                    <a:pt x="14683" y="141"/>
                  </a:lnTo>
                  <a:lnTo>
                    <a:pt x="14743" y="94"/>
                  </a:lnTo>
                  <a:lnTo>
                    <a:pt x="14802" y="47"/>
                  </a:lnTo>
                  <a:lnTo>
                    <a:pt x="14862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70" name="pl7170"/>
            <p:cNvSpPr/>
            <p:nvPr/>
          </p:nvSpPr>
          <p:spPr>
            <a:xfrm>
              <a:off x="7479781" y="5194375"/>
              <a:ext cx="15121" cy="11879"/>
            </a:xfrm>
            <a:custGeom>
              <a:avLst/>
              <a:pathLst>
                <a:path w="15121" h="11879">
                  <a:moveTo>
                    <a:pt x="0" y="11879"/>
                  </a:moveTo>
                  <a:lnTo>
                    <a:pt x="60" y="11831"/>
                  </a:lnTo>
                  <a:lnTo>
                    <a:pt x="121" y="11784"/>
                  </a:lnTo>
                  <a:lnTo>
                    <a:pt x="182" y="11736"/>
                  </a:lnTo>
                  <a:lnTo>
                    <a:pt x="243" y="11689"/>
                  </a:lnTo>
                  <a:lnTo>
                    <a:pt x="304" y="11641"/>
                  </a:lnTo>
                  <a:lnTo>
                    <a:pt x="365" y="11594"/>
                  </a:lnTo>
                  <a:lnTo>
                    <a:pt x="426" y="11546"/>
                  </a:lnTo>
                  <a:lnTo>
                    <a:pt x="487" y="11499"/>
                  </a:lnTo>
                  <a:lnTo>
                    <a:pt x="548" y="11452"/>
                  </a:lnTo>
                  <a:lnTo>
                    <a:pt x="609" y="11404"/>
                  </a:lnTo>
                  <a:lnTo>
                    <a:pt x="670" y="11357"/>
                  </a:lnTo>
                  <a:lnTo>
                    <a:pt x="731" y="11309"/>
                  </a:lnTo>
                  <a:lnTo>
                    <a:pt x="791" y="11262"/>
                  </a:lnTo>
                  <a:lnTo>
                    <a:pt x="852" y="11214"/>
                  </a:lnTo>
                  <a:lnTo>
                    <a:pt x="913" y="11167"/>
                  </a:lnTo>
                  <a:lnTo>
                    <a:pt x="974" y="11119"/>
                  </a:lnTo>
                  <a:lnTo>
                    <a:pt x="1035" y="11072"/>
                  </a:lnTo>
                  <a:lnTo>
                    <a:pt x="1096" y="11024"/>
                  </a:lnTo>
                  <a:lnTo>
                    <a:pt x="1157" y="10977"/>
                  </a:lnTo>
                  <a:lnTo>
                    <a:pt x="1218" y="10929"/>
                  </a:lnTo>
                  <a:lnTo>
                    <a:pt x="1279" y="10882"/>
                  </a:lnTo>
                  <a:lnTo>
                    <a:pt x="1340" y="10834"/>
                  </a:lnTo>
                  <a:lnTo>
                    <a:pt x="1401" y="10787"/>
                  </a:lnTo>
                  <a:lnTo>
                    <a:pt x="1461" y="10739"/>
                  </a:lnTo>
                  <a:lnTo>
                    <a:pt x="1522" y="10692"/>
                  </a:lnTo>
                  <a:lnTo>
                    <a:pt x="1583" y="10644"/>
                  </a:lnTo>
                  <a:lnTo>
                    <a:pt x="1644" y="10597"/>
                  </a:lnTo>
                  <a:lnTo>
                    <a:pt x="1705" y="10549"/>
                  </a:lnTo>
                  <a:lnTo>
                    <a:pt x="1766" y="10502"/>
                  </a:lnTo>
                  <a:lnTo>
                    <a:pt x="1827" y="10454"/>
                  </a:lnTo>
                  <a:lnTo>
                    <a:pt x="1888" y="10407"/>
                  </a:lnTo>
                  <a:lnTo>
                    <a:pt x="1949" y="10359"/>
                  </a:lnTo>
                  <a:lnTo>
                    <a:pt x="2009" y="10312"/>
                  </a:lnTo>
                  <a:lnTo>
                    <a:pt x="2070" y="10264"/>
                  </a:lnTo>
                  <a:lnTo>
                    <a:pt x="2131" y="10217"/>
                  </a:lnTo>
                  <a:lnTo>
                    <a:pt x="2192" y="10169"/>
                  </a:lnTo>
                  <a:lnTo>
                    <a:pt x="2253" y="10122"/>
                  </a:lnTo>
                  <a:lnTo>
                    <a:pt x="2314" y="10074"/>
                  </a:lnTo>
                  <a:lnTo>
                    <a:pt x="2375" y="10027"/>
                  </a:lnTo>
                  <a:lnTo>
                    <a:pt x="2436" y="9979"/>
                  </a:lnTo>
                  <a:lnTo>
                    <a:pt x="2496" y="9932"/>
                  </a:lnTo>
                  <a:lnTo>
                    <a:pt x="2557" y="9884"/>
                  </a:lnTo>
                  <a:lnTo>
                    <a:pt x="2618" y="9836"/>
                  </a:lnTo>
                  <a:lnTo>
                    <a:pt x="2679" y="9789"/>
                  </a:lnTo>
                  <a:lnTo>
                    <a:pt x="2740" y="9741"/>
                  </a:lnTo>
                  <a:lnTo>
                    <a:pt x="2801" y="9694"/>
                  </a:lnTo>
                  <a:lnTo>
                    <a:pt x="2862" y="9646"/>
                  </a:lnTo>
                  <a:lnTo>
                    <a:pt x="2922" y="9599"/>
                  </a:lnTo>
                  <a:lnTo>
                    <a:pt x="2983" y="9551"/>
                  </a:lnTo>
                  <a:lnTo>
                    <a:pt x="3044" y="9504"/>
                  </a:lnTo>
                  <a:lnTo>
                    <a:pt x="3105" y="9456"/>
                  </a:lnTo>
                  <a:lnTo>
                    <a:pt x="3166" y="9409"/>
                  </a:lnTo>
                  <a:lnTo>
                    <a:pt x="3227" y="9361"/>
                  </a:lnTo>
                  <a:lnTo>
                    <a:pt x="3288" y="9313"/>
                  </a:lnTo>
                  <a:lnTo>
                    <a:pt x="3348" y="9266"/>
                  </a:lnTo>
                  <a:lnTo>
                    <a:pt x="3409" y="9218"/>
                  </a:lnTo>
                  <a:lnTo>
                    <a:pt x="3470" y="9171"/>
                  </a:lnTo>
                  <a:lnTo>
                    <a:pt x="3531" y="9123"/>
                  </a:lnTo>
                  <a:lnTo>
                    <a:pt x="3592" y="9076"/>
                  </a:lnTo>
                  <a:lnTo>
                    <a:pt x="3653" y="9028"/>
                  </a:lnTo>
                  <a:lnTo>
                    <a:pt x="3713" y="8980"/>
                  </a:lnTo>
                  <a:lnTo>
                    <a:pt x="3774" y="8933"/>
                  </a:lnTo>
                  <a:lnTo>
                    <a:pt x="3835" y="8885"/>
                  </a:lnTo>
                  <a:lnTo>
                    <a:pt x="3896" y="8838"/>
                  </a:lnTo>
                  <a:lnTo>
                    <a:pt x="3957" y="8790"/>
                  </a:lnTo>
                  <a:lnTo>
                    <a:pt x="4018" y="8743"/>
                  </a:lnTo>
                  <a:lnTo>
                    <a:pt x="4078" y="8695"/>
                  </a:lnTo>
                  <a:lnTo>
                    <a:pt x="4139" y="8647"/>
                  </a:lnTo>
                  <a:lnTo>
                    <a:pt x="4200" y="8600"/>
                  </a:lnTo>
                  <a:lnTo>
                    <a:pt x="4261" y="8552"/>
                  </a:lnTo>
                  <a:lnTo>
                    <a:pt x="4322" y="8505"/>
                  </a:lnTo>
                  <a:lnTo>
                    <a:pt x="4382" y="8457"/>
                  </a:lnTo>
                  <a:lnTo>
                    <a:pt x="4443" y="8409"/>
                  </a:lnTo>
                  <a:lnTo>
                    <a:pt x="4504" y="8362"/>
                  </a:lnTo>
                  <a:lnTo>
                    <a:pt x="4565" y="8314"/>
                  </a:lnTo>
                  <a:lnTo>
                    <a:pt x="4626" y="8267"/>
                  </a:lnTo>
                  <a:lnTo>
                    <a:pt x="4687" y="8219"/>
                  </a:lnTo>
                  <a:lnTo>
                    <a:pt x="4747" y="8171"/>
                  </a:lnTo>
                  <a:lnTo>
                    <a:pt x="4808" y="8124"/>
                  </a:lnTo>
                  <a:lnTo>
                    <a:pt x="4869" y="8076"/>
                  </a:lnTo>
                  <a:lnTo>
                    <a:pt x="4930" y="8029"/>
                  </a:lnTo>
                  <a:lnTo>
                    <a:pt x="4991" y="7981"/>
                  </a:lnTo>
                  <a:lnTo>
                    <a:pt x="5051" y="7933"/>
                  </a:lnTo>
                  <a:lnTo>
                    <a:pt x="5112" y="7886"/>
                  </a:lnTo>
                  <a:lnTo>
                    <a:pt x="5173" y="7838"/>
                  </a:lnTo>
                  <a:lnTo>
                    <a:pt x="5234" y="7790"/>
                  </a:lnTo>
                  <a:lnTo>
                    <a:pt x="5295" y="7743"/>
                  </a:lnTo>
                  <a:lnTo>
                    <a:pt x="5355" y="7695"/>
                  </a:lnTo>
                  <a:lnTo>
                    <a:pt x="5416" y="7648"/>
                  </a:lnTo>
                  <a:lnTo>
                    <a:pt x="5477" y="7600"/>
                  </a:lnTo>
                  <a:lnTo>
                    <a:pt x="5538" y="7552"/>
                  </a:lnTo>
                  <a:lnTo>
                    <a:pt x="5598" y="7505"/>
                  </a:lnTo>
                  <a:lnTo>
                    <a:pt x="5659" y="7457"/>
                  </a:lnTo>
                  <a:lnTo>
                    <a:pt x="5720" y="7409"/>
                  </a:lnTo>
                  <a:lnTo>
                    <a:pt x="5781" y="7362"/>
                  </a:lnTo>
                  <a:lnTo>
                    <a:pt x="5842" y="7314"/>
                  </a:lnTo>
                  <a:lnTo>
                    <a:pt x="5902" y="7266"/>
                  </a:lnTo>
                  <a:lnTo>
                    <a:pt x="5963" y="7219"/>
                  </a:lnTo>
                  <a:lnTo>
                    <a:pt x="6024" y="7171"/>
                  </a:lnTo>
                  <a:lnTo>
                    <a:pt x="6085" y="7123"/>
                  </a:lnTo>
                  <a:lnTo>
                    <a:pt x="6145" y="7076"/>
                  </a:lnTo>
                  <a:lnTo>
                    <a:pt x="6206" y="7028"/>
                  </a:lnTo>
                  <a:lnTo>
                    <a:pt x="6267" y="6980"/>
                  </a:lnTo>
                  <a:lnTo>
                    <a:pt x="6328" y="6933"/>
                  </a:lnTo>
                  <a:lnTo>
                    <a:pt x="6388" y="6885"/>
                  </a:lnTo>
                  <a:lnTo>
                    <a:pt x="6449" y="6837"/>
                  </a:lnTo>
                  <a:lnTo>
                    <a:pt x="6510" y="6790"/>
                  </a:lnTo>
                  <a:lnTo>
                    <a:pt x="6571" y="6742"/>
                  </a:lnTo>
                  <a:lnTo>
                    <a:pt x="6632" y="6694"/>
                  </a:lnTo>
                  <a:lnTo>
                    <a:pt x="6692" y="6647"/>
                  </a:lnTo>
                  <a:lnTo>
                    <a:pt x="6753" y="6599"/>
                  </a:lnTo>
                  <a:lnTo>
                    <a:pt x="6814" y="6551"/>
                  </a:lnTo>
                  <a:lnTo>
                    <a:pt x="6875" y="6504"/>
                  </a:lnTo>
                  <a:lnTo>
                    <a:pt x="6935" y="6456"/>
                  </a:lnTo>
                  <a:lnTo>
                    <a:pt x="6996" y="6408"/>
                  </a:lnTo>
                  <a:lnTo>
                    <a:pt x="7057" y="6361"/>
                  </a:lnTo>
                  <a:lnTo>
                    <a:pt x="7118" y="6313"/>
                  </a:lnTo>
                  <a:lnTo>
                    <a:pt x="7178" y="6265"/>
                  </a:lnTo>
                  <a:lnTo>
                    <a:pt x="7239" y="6218"/>
                  </a:lnTo>
                  <a:lnTo>
                    <a:pt x="7300" y="6170"/>
                  </a:lnTo>
                  <a:lnTo>
                    <a:pt x="7360" y="6122"/>
                  </a:lnTo>
                  <a:lnTo>
                    <a:pt x="7421" y="6074"/>
                  </a:lnTo>
                  <a:lnTo>
                    <a:pt x="7482" y="6027"/>
                  </a:lnTo>
                  <a:lnTo>
                    <a:pt x="7543" y="5979"/>
                  </a:lnTo>
                  <a:lnTo>
                    <a:pt x="7603" y="5931"/>
                  </a:lnTo>
                  <a:lnTo>
                    <a:pt x="7664" y="5884"/>
                  </a:lnTo>
                  <a:lnTo>
                    <a:pt x="7725" y="5836"/>
                  </a:lnTo>
                  <a:lnTo>
                    <a:pt x="7786" y="5788"/>
                  </a:lnTo>
                  <a:lnTo>
                    <a:pt x="7846" y="5741"/>
                  </a:lnTo>
                  <a:lnTo>
                    <a:pt x="7907" y="5693"/>
                  </a:lnTo>
                  <a:lnTo>
                    <a:pt x="7968" y="5645"/>
                  </a:lnTo>
                  <a:lnTo>
                    <a:pt x="8028" y="5597"/>
                  </a:lnTo>
                  <a:lnTo>
                    <a:pt x="8089" y="5550"/>
                  </a:lnTo>
                  <a:lnTo>
                    <a:pt x="8150" y="5502"/>
                  </a:lnTo>
                  <a:lnTo>
                    <a:pt x="8211" y="5454"/>
                  </a:lnTo>
                  <a:lnTo>
                    <a:pt x="8271" y="5406"/>
                  </a:lnTo>
                  <a:lnTo>
                    <a:pt x="8332" y="5359"/>
                  </a:lnTo>
                  <a:lnTo>
                    <a:pt x="8393" y="5311"/>
                  </a:lnTo>
                  <a:lnTo>
                    <a:pt x="8453" y="5263"/>
                  </a:lnTo>
                  <a:lnTo>
                    <a:pt x="8514" y="5216"/>
                  </a:lnTo>
                  <a:lnTo>
                    <a:pt x="8575" y="5168"/>
                  </a:lnTo>
                  <a:lnTo>
                    <a:pt x="8636" y="5120"/>
                  </a:lnTo>
                  <a:lnTo>
                    <a:pt x="8696" y="5072"/>
                  </a:lnTo>
                  <a:lnTo>
                    <a:pt x="8757" y="5025"/>
                  </a:lnTo>
                  <a:lnTo>
                    <a:pt x="8818" y="4977"/>
                  </a:lnTo>
                  <a:lnTo>
                    <a:pt x="8878" y="4929"/>
                  </a:lnTo>
                  <a:lnTo>
                    <a:pt x="8939" y="4881"/>
                  </a:lnTo>
                  <a:lnTo>
                    <a:pt x="9000" y="4834"/>
                  </a:lnTo>
                  <a:lnTo>
                    <a:pt x="9060" y="4786"/>
                  </a:lnTo>
                  <a:lnTo>
                    <a:pt x="9121" y="4738"/>
                  </a:lnTo>
                  <a:lnTo>
                    <a:pt x="9182" y="4690"/>
                  </a:lnTo>
                  <a:lnTo>
                    <a:pt x="9242" y="4642"/>
                  </a:lnTo>
                  <a:lnTo>
                    <a:pt x="9303" y="4595"/>
                  </a:lnTo>
                  <a:lnTo>
                    <a:pt x="9364" y="4547"/>
                  </a:lnTo>
                  <a:lnTo>
                    <a:pt x="9425" y="4499"/>
                  </a:lnTo>
                  <a:lnTo>
                    <a:pt x="9485" y="4451"/>
                  </a:lnTo>
                  <a:lnTo>
                    <a:pt x="9546" y="4404"/>
                  </a:lnTo>
                  <a:lnTo>
                    <a:pt x="9607" y="4356"/>
                  </a:lnTo>
                  <a:lnTo>
                    <a:pt x="9667" y="4308"/>
                  </a:lnTo>
                  <a:lnTo>
                    <a:pt x="9728" y="4260"/>
                  </a:lnTo>
                  <a:lnTo>
                    <a:pt x="9789" y="4213"/>
                  </a:lnTo>
                  <a:lnTo>
                    <a:pt x="9849" y="4165"/>
                  </a:lnTo>
                  <a:lnTo>
                    <a:pt x="9910" y="4117"/>
                  </a:lnTo>
                  <a:lnTo>
                    <a:pt x="9971" y="4069"/>
                  </a:lnTo>
                  <a:lnTo>
                    <a:pt x="10031" y="4021"/>
                  </a:lnTo>
                  <a:lnTo>
                    <a:pt x="10092" y="3974"/>
                  </a:lnTo>
                  <a:lnTo>
                    <a:pt x="10153" y="3926"/>
                  </a:lnTo>
                  <a:lnTo>
                    <a:pt x="10213" y="3878"/>
                  </a:lnTo>
                  <a:lnTo>
                    <a:pt x="10274" y="3830"/>
                  </a:lnTo>
                  <a:lnTo>
                    <a:pt x="10335" y="3782"/>
                  </a:lnTo>
                  <a:lnTo>
                    <a:pt x="10395" y="3735"/>
                  </a:lnTo>
                  <a:lnTo>
                    <a:pt x="10456" y="3687"/>
                  </a:lnTo>
                  <a:lnTo>
                    <a:pt x="10516" y="3639"/>
                  </a:lnTo>
                  <a:lnTo>
                    <a:pt x="10577" y="3591"/>
                  </a:lnTo>
                  <a:lnTo>
                    <a:pt x="10638" y="3543"/>
                  </a:lnTo>
                  <a:lnTo>
                    <a:pt x="10698" y="3496"/>
                  </a:lnTo>
                  <a:lnTo>
                    <a:pt x="10759" y="3448"/>
                  </a:lnTo>
                  <a:lnTo>
                    <a:pt x="10820" y="3400"/>
                  </a:lnTo>
                  <a:lnTo>
                    <a:pt x="10880" y="3352"/>
                  </a:lnTo>
                  <a:lnTo>
                    <a:pt x="10941" y="3304"/>
                  </a:lnTo>
                  <a:lnTo>
                    <a:pt x="11002" y="3256"/>
                  </a:lnTo>
                  <a:lnTo>
                    <a:pt x="11062" y="3209"/>
                  </a:lnTo>
                  <a:lnTo>
                    <a:pt x="11123" y="3161"/>
                  </a:lnTo>
                  <a:lnTo>
                    <a:pt x="11184" y="3113"/>
                  </a:lnTo>
                  <a:lnTo>
                    <a:pt x="11244" y="3065"/>
                  </a:lnTo>
                  <a:lnTo>
                    <a:pt x="11305" y="3017"/>
                  </a:lnTo>
                  <a:lnTo>
                    <a:pt x="11365" y="2969"/>
                  </a:lnTo>
                  <a:lnTo>
                    <a:pt x="11426" y="2922"/>
                  </a:lnTo>
                  <a:lnTo>
                    <a:pt x="11487" y="2874"/>
                  </a:lnTo>
                  <a:lnTo>
                    <a:pt x="11547" y="2826"/>
                  </a:lnTo>
                  <a:lnTo>
                    <a:pt x="11608" y="2778"/>
                  </a:lnTo>
                  <a:lnTo>
                    <a:pt x="11669" y="2730"/>
                  </a:lnTo>
                  <a:lnTo>
                    <a:pt x="11729" y="2682"/>
                  </a:lnTo>
                  <a:lnTo>
                    <a:pt x="11790" y="2635"/>
                  </a:lnTo>
                  <a:lnTo>
                    <a:pt x="11850" y="2587"/>
                  </a:lnTo>
                  <a:lnTo>
                    <a:pt x="11911" y="2539"/>
                  </a:lnTo>
                  <a:lnTo>
                    <a:pt x="11972" y="2491"/>
                  </a:lnTo>
                  <a:lnTo>
                    <a:pt x="12032" y="2443"/>
                  </a:lnTo>
                  <a:lnTo>
                    <a:pt x="12093" y="2395"/>
                  </a:lnTo>
                  <a:lnTo>
                    <a:pt x="12153" y="2347"/>
                  </a:lnTo>
                  <a:lnTo>
                    <a:pt x="12214" y="2299"/>
                  </a:lnTo>
                  <a:lnTo>
                    <a:pt x="12275" y="2252"/>
                  </a:lnTo>
                  <a:lnTo>
                    <a:pt x="12335" y="2204"/>
                  </a:lnTo>
                  <a:lnTo>
                    <a:pt x="12396" y="2156"/>
                  </a:lnTo>
                  <a:lnTo>
                    <a:pt x="12456" y="2108"/>
                  </a:lnTo>
                  <a:lnTo>
                    <a:pt x="12517" y="2060"/>
                  </a:lnTo>
                  <a:lnTo>
                    <a:pt x="12578" y="2012"/>
                  </a:lnTo>
                  <a:lnTo>
                    <a:pt x="12638" y="1964"/>
                  </a:lnTo>
                  <a:lnTo>
                    <a:pt x="12699" y="1916"/>
                  </a:lnTo>
                  <a:lnTo>
                    <a:pt x="12759" y="1869"/>
                  </a:lnTo>
                  <a:lnTo>
                    <a:pt x="12820" y="1821"/>
                  </a:lnTo>
                  <a:lnTo>
                    <a:pt x="12881" y="1773"/>
                  </a:lnTo>
                  <a:lnTo>
                    <a:pt x="12941" y="1725"/>
                  </a:lnTo>
                  <a:lnTo>
                    <a:pt x="13002" y="1677"/>
                  </a:lnTo>
                  <a:lnTo>
                    <a:pt x="13062" y="1629"/>
                  </a:lnTo>
                  <a:lnTo>
                    <a:pt x="13123" y="1581"/>
                  </a:lnTo>
                  <a:lnTo>
                    <a:pt x="13184" y="1533"/>
                  </a:lnTo>
                  <a:lnTo>
                    <a:pt x="13244" y="1485"/>
                  </a:lnTo>
                  <a:lnTo>
                    <a:pt x="13305" y="1438"/>
                  </a:lnTo>
                  <a:lnTo>
                    <a:pt x="13365" y="1390"/>
                  </a:lnTo>
                  <a:lnTo>
                    <a:pt x="13426" y="1342"/>
                  </a:lnTo>
                  <a:lnTo>
                    <a:pt x="13486" y="1294"/>
                  </a:lnTo>
                  <a:lnTo>
                    <a:pt x="13547" y="1246"/>
                  </a:lnTo>
                  <a:lnTo>
                    <a:pt x="13608" y="1198"/>
                  </a:lnTo>
                  <a:lnTo>
                    <a:pt x="13668" y="1150"/>
                  </a:lnTo>
                  <a:lnTo>
                    <a:pt x="13729" y="1102"/>
                  </a:lnTo>
                  <a:lnTo>
                    <a:pt x="13789" y="1054"/>
                  </a:lnTo>
                  <a:lnTo>
                    <a:pt x="13850" y="1006"/>
                  </a:lnTo>
                  <a:lnTo>
                    <a:pt x="13910" y="958"/>
                  </a:lnTo>
                  <a:lnTo>
                    <a:pt x="13971" y="910"/>
                  </a:lnTo>
                  <a:lnTo>
                    <a:pt x="14031" y="863"/>
                  </a:lnTo>
                  <a:lnTo>
                    <a:pt x="14092" y="815"/>
                  </a:lnTo>
                  <a:lnTo>
                    <a:pt x="14153" y="767"/>
                  </a:lnTo>
                  <a:lnTo>
                    <a:pt x="14213" y="719"/>
                  </a:lnTo>
                  <a:lnTo>
                    <a:pt x="14274" y="671"/>
                  </a:lnTo>
                  <a:lnTo>
                    <a:pt x="14334" y="623"/>
                  </a:lnTo>
                  <a:lnTo>
                    <a:pt x="14395" y="575"/>
                  </a:lnTo>
                  <a:lnTo>
                    <a:pt x="14455" y="527"/>
                  </a:lnTo>
                  <a:lnTo>
                    <a:pt x="14516" y="479"/>
                  </a:lnTo>
                  <a:lnTo>
                    <a:pt x="14576" y="431"/>
                  </a:lnTo>
                  <a:lnTo>
                    <a:pt x="14637" y="383"/>
                  </a:lnTo>
                  <a:lnTo>
                    <a:pt x="14697" y="335"/>
                  </a:lnTo>
                  <a:lnTo>
                    <a:pt x="14758" y="287"/>
                  </a:lnTo>
                  <a:lnTo>
                    <a:pt x="14819" y="239"/>
                  </a:lnTo>
                  <a:lnTo>
                    <a:pt x="14879" y="191"/>
                  </a:lnTo>
                  <a:lnTo>
                    <a:pt x="14940" y="143"/>
                  </a:lnTo>
                  <a:lnTo>
                    <a:pt x="15000" y="95"/>
                  </a:lnTo>
                  <a:lnTo>
                    <a:pt x="15061" y="47"/>
                  </a:lnTo>
                  <a:lnTo>
                    <a:pt x="1512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171" name="pl7171"/>
            <p:cNvSpPr/>
            <p:nvPr/>
          </p:nvSpPr>
          <p:spPr>
            <a:xfrm>
              <a:off x="5257355" y="5477992"/>
              <a:ext cx="1298175" cy="164926"/>
            </a:xfrm>
            <a:custGeom>
              <a:avLst/>
              <a:pathLst>
                <a:path w="1298175" h="164926">
                  <a:moveTo>
                    <a:pt x="0" y="0"/>
                  </a:moveTo>
                  <a:lnTo>
                    <a:pt x="4919" y="2006"/>
                  </a:lnTo>
                  <a:lnTo>
                    <a:pt x="9844" y="4001"/>
                  </a:lnTo>
                  <a:lnTo>
                    <a:pt x="14773" y="5983"/>
                  </a:lnTo>
                  <a:lnTo>
                    <a:pt x="19708" y="7954"/>
                  </a:lnTo>
                  <a:lnTo>
                    <a:pt x="24647" y="9913"/>
                  </a:lnTo>
                  <a:lnTo>
                    <a:pt x="29590" y="11861"/>
                  </a:lnTo>
                  <a:lnTo>
                    <a:pt x="34538" y="13796"/>
                  </a:lnTo>
                  <a:lnTo>
                    <a:pt x="39491" y="15720"/>
                  </a:lnTo>
                  <a:lnTo>
                    <a:pt x="44449" y="17631"/>
                  </a:lnTo>
                  <a:lnTo>
                    <a:pt x="49411" y="19531"/>
                  </a:lnTo>
                  <a:lnTo>
                    <a:pt x="54377" y="21419"/>
                  </a:lnTo>
                  <a:lnTo>
                    <a:pt x="59349" y="23294"/>
                  </a:lnTo>
                  <a:lnTo>
                    <a:pt x="64324" y="25158"/>
                  </a:lnTo>
                  <a:lnTo>
                    <a:pt x="69304" y="27010"/>
                  </a:lnTo>
                  <a:lnTo>
                    <a:pt x="74289" y="28850"/>
                  </a:lnTo>
                  <a:lnTo>
                    <a:pt x="79278" y="30678"/>
                  </a:lnTo>
                  <a:lnTo>
                    <a:pt x="84271" y="32495"/>
                  </a:lnTo>
                  <a:lnTo>
                    <a:pt x="89269" y="34299"/>
                  </a:lnTo>
                  <a:lnTo>
                    <a:pt x="94270" y="36091"/>
                  </a:lnTo>
                  <a:lnTo>
                    <a:pt x="99277" y="37871"/>
                  </a:lnTo>
                  <a:lnTo>
                    <a:pt x="104287" y="39639"/>
                  </a:lnTo>
                  <a:lnTo>
                    <a:pt x="109302" y="41395"/>
                  </a:lnTo>
                  <a:lnTo>
                    <a:pt x="114321" y="43139"/>
                  </a:lnTo>
                  <a:lnTo>
                    <a:pt x="119344" y="44871"/>
                  </a:lnTo>
                  <a:lnTo>
                    <a:pt x="124371" y="46591"/>
                  </a:lnTo>
                  <a:lnTo>
                    <a:pt x="129402" y="48299"/>
                  </a:lnTo>
                  <a:lnTo>
                    <a:pt x="134438" y="49994"/>
                  </a:lnTo>
                  <a:lnTo>
                    <a:pt x="139477" y="51678"/>
                  </a:lnTo>
                  <a:lnTo>
                    <a:pt x="144521" y="53349"/>
                  </a:lnTo>
                  <a:lnTo>
                    <a:pt x="149568" y="55009"/>
                  </a:lnTo>
                  <a:lnTo>
                    <a:pt x="154620" y="56656"/>
                  </a:lnTo>
                  <a:lnTo>
                    <a:pt x="159675" y="58291"/>
                  </a:lnTo>
                  <a:lnTo>
                    <a:pt x="164734" y="59914"/>
                  </a:lnTo>
                  <a:lnTo>
                    <a:pt x="169798" y="61525"/>
                  </a:lnTo>
                  <a:lnTo>
                    <a:pt x="174865" y="63124"/>
                  </a:lnTo>
                  <a:lnTo>
                    <a:pt x="179936" y="64711"/>
                  </a:lnTo>
                  <a:lnTo>
                    <a:pt x="185010" y="66285"/>
                  </a:lnTo>
                  <a:lnTo>
                    <a:pt x="190089" y="67847"/>
                  </a:lnTo>
                  <a:lnTo>
                    <a:pt x="195171" y="69397"/>
                  </a:lnTo>
                  <a:lnTo>
                    <a:pt x="200257" y="70935"/>
                  </a:lnTo>
                  <a:lnTo>
                    <a:pt x="205346" y="72461"/>
                  </a:lnTo>
                  <a:lnTo>
                    <a:pt x="210439" y="73974"/>
                  </a:lnTo>
                  <a:lnTo>
                    <a:pt x="215536" y="75475"/>
                  </a:lnTo>
                  <a:lnTo>
                    <a:pt x="220637" y="76964"/>
                  </a:lnTo>
                  <a:lnTo>
                    <a:pt x="225740" y="78441"/>
                  </a:lnTo>
                  <a:lnTo>
                    <a:pt x="230848" y="79905"/>
                  </a:lnTo>
                  <a:lnTo>
                    <a:pt x="235959" y="81358"/>
                  </a:lnTo>
                  <a:lnTo>
                    <a:pt x="241073" y="82797"/>
                  </a:lnTo>
                  <a:lnTo>
                    <a:pt x="246191" y="84225"/>
                  </a:lnTo>
                  <a:lnTo>
                    <a:pt x="251313" y="85640"/>
                  </a:lnTo>
                  <a:lnTo>
                    <a:pt x="256437" y="87043"/>
                  </a:lnTo>
                  <a:lnTo>
                    <a:pt x="261565" y="88434"/>
                  </a:lnTo>
                  <a:lnTo>
                    <a:pt x="266697" y="89813"/>
                  </a:lnTo>
                  <a:lnTo>
                    <a:pt x="271831" y="91179"/>
                  </a:lnTo>
                  <a:lnTo>
                    <a:pt x="276969" y="92533"/>
                  </a:lnTo>
                  <a:lnTo>
                    <a:pt x="282110" y="93874"/>
                  </a:lnTo>
                  <a:lnTo>
                    <a:pt x="287255" y="95203"/>
                  </a:lnTo>
                  <a:lnTo>
                    <a:pt x="292402" y="96520"/>
                  </a:lnTo>
                  <a:lnTo>
                    <a:pt x="297553" y="97824"/>
                  </a:lnTo>
                  <a:lnTo>
                    <a:pt x="302707" y="99116"/>
                  </a:lnTo>
                  <a:lnTo>
                    <a:pt x="307864" y="100396"/>
                  </a:lnTo>
                  <a:lnTo>
                    <a:pt x="313024" y="101663"/>
                  </a:lnTo>
                  <a:lnTo>
                    <a:pt x="318186" y="102918"/>
                  </a:lnTo>
                  <a:lnTo>
                    <a:pt x="323352" y="104161"/>
                  </a:lnTo>
                  <a:lnTo>
                    <a:pt x="328521" y="105391"/>
                  </a:lnTo>
                  <a:lnTo>
                    <a:pt x="333693" y="106608"/>
                  </a:lnTo>
                  <a:lnTo>
                    <a:pt x="338868" y="107814"/>
                  </a:lnTo>
                  <a:lnTo>
                    <a:pt x="344046" y="109007"/>
                  </a:lnTo>
                  <a:lnTo>
                    <a:pt x="349226" y="110187"/>
                  </a:lnTo>
                  <a:lnTo>
                    <a:pt x="354409" y="111355"/>
                  </a:lnTo>
                  <a:lnTo>
                    <a:pt x="359596" y="112511"/>
                  </a:lnTo>
                  <a:lnTo>
                    <a:pt x="364784" y="113654"/>
                  </a:lnTo>
                  <a:lnTo>
                    <a:pt x="369976" y="114784"/>
                  </a:lnTo>
                  <a:lnTo>
                    <a:pt x="375170" y="115902"/>
                  </a:lnTo>
                  <a:lnTo>
                    <a:pt x="380367" y="117008"/>
                  </a:lnTo>
                  <a:lnTo>
                    <a:pt x="385567" y="118101"/>
                  </a:lnTo>
                  <a:lnTo>
                    <a:pt x="390769" y="119182"/>
                  </a:lnTo>
                  <a:lnTo>
                    <a:pt x="395974" y="120250"/>
                  </a:lnTo>
                  <a:lnTo>
                    <a:pt x="401181" y="121306"/>
                  </a:lnTo>
                  <a:lnTo>
                    <a:pt x="406391" y="122349"/>
                  </a:lnTo>
                  <a:lnTo>
                    <a:pt x="411603" y="123380"/>
                  </a:lnTo>
                  <a:lnTo>
                    <a:pt x="416818" y="124398"/>
                  </a:lnTo>
                  <a:lnTo>
                    <a:pt x="422035" y="125404"/>
                  </a:lnTo>
                  <a:lnTo>
                    <a:pt x="427255" y="126397"/>
                  </a:lnTo>
                  <a:lnTo>
                    <a:pt x="432477" y="127378"/>
                  </a:lnTo>
                  <a:lnTo>
                    <a:pt x="437701" y="128346"/>
                  </a:lnTo>
                  <a:lnTo>
                    <a:pt x="442928" y="129302"/>
                  </a:lnTo>
                  <a:lnTo>
                    <a:pt x="448157" y="130245"/>
                  </a:lnTo>
                  <a:lnTo>
                    <a:pt x="453388" y="131175"/>
                  </a:lnTo>
                  <a:lnTo>
                    <a:pt x="458621" y="132093"/>
                  </a:lnTo>
                  <a:lnTo>
                    <a:pt x="463857" y="132999"/>
                  </a:lnTo>
                  <a:lnTo>
                    <a:pt x="469095" y="133892"/>
                  </a:lnTo>
                  <a:lnTo>
                    <a:pt x="474334" y="134772"/>
                  </a:lnTo>
                  <a:lnTo>
                    <a:pt x="479576" y="135639"/>
                  </a:lnTo>
                  <a:lnTo>
                    <a:pt x="484820" y="136495"/>
                  </a:lnTo>
                  <a:lnTo>
                    <a:pt x="490066" y="137337"/>
                  </a:lnTo>
                  <a:lnTo>
                    <a:pt x="495315" y="138167"/>
                  </a:lnTo>
                  <a:lnTo>
                    <a:pt x="500565" y="138984"/>
                  </a:lnTo>
                  <a:lnTo>
                    <a:pt x="505817" y="139789"/>
                  </a:lnTo>
                  <a:lnTo>
                    <a:pt x="511070" y="140581"/>
                  </a:lnTo>
                  <a:lnTo>
                    <a:pt x="516326" y="141361"/>
                  </a:lnTo>
                  <a:lnTo>
                    <a:pt x="521584" y="142127"/>
                  </a:lnTo>
                  <a:lnTo>
                    <a:pt x="526843" y="142882"/>
                  </a:lnTo>
                  <a:lnTo>
                    <a:pt x="532105" y="143623"/>
                  </a:lnTo>
                  <a:lnTo>
                    <a:pt x="537368" y="144352"/>
                  </a:lnTo>
                  <a:lnTo>
                    <a:pt x="542632" y="145069"/>
                  </a:lnTo>
                  <a:lnTo>
                    <a:pt x="547899" y="145772"/>
                  </a:lnTo>
                  <a:lnTo>
                    <a:pt x="553167" y="146463"/>
                  </a:lnTo>
                  <a:lnTo>
                    <a:pt x="558437" y="147142"/>
                  </a:lnTo>
                  <a:lnTo>
                    <a:pt x="563708" y="147808"/>
                  </a:lnTo>
                  <a:lnTo>
                    <a:pt x="568981" y="148461"/>
                  </a:lnTo>
                  <a:lnTo>
                    <a:pt x="574256" y="149101"/>
                  </a:lnTo>
                  <a:lnTo>
                    <a:pt x="579532" y="149729"/>
                  </a:lnTo>
                  <a:lnTo>
                    <a:pt x="584809" y="150344"/>
                  </a:lnTo>
                  <a:lnTo>
                    <a:pt x="590088" y="150947"/>
                  </a:lnTo>
                  <a:lnTo>
                    <a:pt x="595369" y="151537"/>
                  </a:lnTo>
                  <a:lnTo>
                    <a:pt x="600651" y="152114"/>
                  </a:lnTo>
                  <a:lnTo>
                    <a:pt x="605934" y="152678"/>
                  </a:lnTo>
                  <a:lnTo>
                    <a:pt x="611218" y="153230"/>
                  </a:lnTo>
                  <a:lnTo>
                    <a:pt x="616504" y="153769"/>
                  </a:lnTo>
                  <a:lnTo>
                    <a:pt x="621791" y="154295"/>
                  </a:lnTo>
                  <a:lnTo>
                    <a:pt x="627080" y="154809"/>
                  </a:lnTo>
                  <a:lnTo>
                    <a:pt x="632369" y="155310"/>
                  </a:lnTo>
                  <a:lnTo>
                    <a:pt x="637660" y="155799"/>
                  </a:lnTo>
                  <a:lnTo>
                    <a:pt x="642952" y="156274"/>
                  </a:lnTo>
                  <a:lnTo>
                    <a:pt x="648245" y="156737"/>
                  </a:lnTo>
                  <a:lnTo>
                    <a:pt x="653539" y="157187"/>
                  </a:lnTo>
                  <a:lnTo>
                    <a:pt x="658835" y="157625"/>
                  </a:lnTo>
                  <a:lnTo>
                    <a:pt x="664131" y="158050"/>
                  </a:lnTo>
                  <a:lnTo>
                    <a:pt x="669428" y="158462"/>
                  </a:lnTo>
                  <a:lnTo>
                    <a:pt x="674726" y="158861"/>
                  </a:lnTo>
                  <a:lnTo>
                    <a:pt x="680026" y="159248"/>
                  </a:lnTo>
                  <a:lnTo>
                    <a:pt x="685326" y="159622"/>
                  </a:lnTo>
                  <a:lnTo>
                    <a:pt x="690627" y="159983"/>
                  </a:lnTo>
                  <a:lnTo>
                    <a:pt x="695928" y="160331"/>
                  </a:lnTo>
                  <a:lnTo>
                    <a:pt x="701231" y="160667"/>
                  </a:lnTo>
                  <a:lnTo>
                    <a:pt x="706535" y="160990"/>
                  </a:lnTo>
                  <a:lnTo>
                    <a:pt x="711839" y="161301"/>
                  </a:lnTo>
                  <a:lnTo>
                    <a:pt x="717144" y="161598"/>
                  </a:lnTo>
                  <a:lnTo>
                    <a:pt x="722449" y="161883"/>
                  </a:lnTo>
                  <a:lnTo>
                    <a:pt x="727756" y="162155"/>
                  </a:lnTo>
                  <a:lnTo>
                    <a:pt x="733063" y="162415"/>
                  </a:lnTo>
                  <a:lnTo>
                    <a:pt x="738370" y="162661"/>
                  </a:lnTo>
                  <a:lnTo>
                    <a:pt x="743678" y="162895"/>
                  </a:lnTo>
                  <a:lnTo>
                    <a:pt x="748987" y="163116"/>
                  </a:lnTo>
                  <a:lnTo>
                    <a:pt x="754296" y="163325"/>
                  </a:lnTo>
                  <a:lnTo>
                    <a:pt x="759606" y="163520"/>
                  </a:lnTo>
                  <a:lnTo>
                    <a:pt x="764916" y="163703"/>
                  </a:lnTo>
                  <a:lnTo>
                    <a:pt x="770226" y="163874"/>
                  </a:lnTo>
                  <a:lnTo>
                    <a:pt x="775537" y="164031"/>
                  </a:lnTo>
                  <a:lnTo>
                    <a:pt x="780849" y="164176"/>
                  </a:lnTo>
                  <a:lnTo>
                    <a:pt x="786160" y="164308"/>
                  </a:lnTo>
                  <a:lnTo>
                    <a:pt x="791472" y="164427"/>
                  </a:lnTo>
                  <a:lnTo>
                    <a:pt x="796784" y="164533"/>
                  </a:lnTo>
                  <a:lnTo>
                    <a:pt x="802097" y="164627"/>
                  </a:lnTo>
                  <a:lnTo>
                    <a:pt x="807410" y="164708"/>
                  </a:lnTo>
                  <a:lnTo>
                    <a:pt x="812722" y="164776"/>
                  </a:lnTo>
                  <a:lnTo>
                    <a:pt x="818035" y="164832"/>
                  </a:lnTo>
                  <a:lnTo>
                    <a:pt x="823348" y="164875"/>
                  </a:lnTo>
                  <a:lnTo>
                    <a:pt x="828662" y="164904"/>
                  </a:lnTo>
                  <a:lnTo>
                    <a:pt x="833975" y="164922"/>
                  </a:lnTo>
                  <a:lnTo>
                    <a:pt x="839288" y="164926"/>
                  </a:lnTo>
                  <a:lnTo>
                    <a:pt x="844601" y="164918"/>
                  </a:lnTo>
                  <a:lnTo>
                    <a:pt x="849915" y="164897"/>
                  </a:lnTo>
                  <a:lnTo>
                    <a:pt x="855228" y="164863"/>
                  </a:lnTo>
                  <a:lnTo>
                    <a:pt x="860541" y="164817"/>
                  </a:lnTo>
                  <a:lnTo>
                    <a:pt x="865854" y="164757"/>
                  </a:lnTo>
                  <a:lnTo>
                    <a:pt x="871167" y="164685"/>
                  </a:lnTo>
                  <a:lnTo>
                    <a:pt x="876479" y="164600"/>
                  </a:lnTo>
                  <a:lnTo>
                    <a:pt x="881792" y="164503"/>
                  </a:lnTo>
                  <a:lnTo>
                    <a:pt x="887104" y="164393"/>
                  </a:lnTo>
                  <a:lnTo>
                    <a:pt x="892416" y="164269"/>
                  </a:lnTo>
                  <a:lnTo>
                    <a:pt x="897727" y="164134"/>
                  </a:lnTo>
                  <a:lnTo>
                    <a:pt x="903038" y="163985"/>
                  </a:lnTo>
                  <a:lnTo>
                    <a:pt x="908349" y="163824"/>
                  </a:lnTo>
                  <a:lnTo>
                    <a:pt x="913660" y="163650"/>
                  </a:lnTo>
                  <a:lnTo>
                    <a:pt x="918970" y="163463"/>
                  </a:lnTo>
                  <a:lnTo>
                    <a:pt x="924279" y="163264"/>
                  </a:lnTo>
                  <a:lnTo>
                    <a:pt x="929588" y="163051"/>
                  </a:lnTo>
                  <a:lnTo>
                    <a:pt x="934897" y="162826"/>
                  </a:lnTo>
                  <a:lnTo>
                    <a:pt x="940205" y="162589"/>
                  </a:lnTo>
                  <a:lnTo>
                    <a:pt x="945512" y="162338"/>
                  </a:lnTo>
                  <a:lnTo>
                    <a:pt x="950819" y="162075"/>
                  </a:lnTo>
                  <a:lnTo>
                    <a:pt x="956125" y="161799"/>
                  </a:lnTo>
                  <a:lnTo>
                    <a:pt x="961430" y="161510"/>
                  </a:lnTo>
                  <a:lnTo>
                    <a:pt x="966735" y="161209"/>
                  </a:lnTo>
                  <a:lnTo>
                    <a:pt x="972039" y="160895"/>
                  </a:lnTo>
                  <a:lnTo>
                    <a:pt x="977342" y="160568"/>
                  </a:lnTo>
                  <a:lnTo>
                    <a:pt x="982645" y="160228"/>
                  </a:lnTo>
                  <a:lnTo>
                    <a:pt x="987946" y="159876"/>
                  </a:lnTo>
                  <a:lnTo>
                    <a:pt x="993247" y="159511"/>
                  </a:lnTo>
                  <a:lnTo>
                    <a:pt x="998547" y="159133"/>
                  </a:lnTo>
                  <a:lnTo>
                    <a:pt x="1003846" y="158743"/>
                  </a:lnTo>
                  <a:lnTo>
                    <a:pt x="1009144" y="158339"/>
                  </a:lnTo>
                  <a:lnTo>
                    <a:pt x="1014441" y="157924"/>
                  </a:lnTo>
                  <a:lnTo>
                    <a:pt x="1019737" y="157495"/>
                  </a:lnTo>
                  <a:lnTo>
                    <a:pt x="1025031" y="157054"/>
                  </a:lnTo>
                  <a:lnTo>
                    <a:pt x="1030325" y="156600"/>
                  </a:lnTo>
                  <a:lnTo>
                    <a:pt x="1035618" y="156133"/>
                  </a:lnTo>
                  <a:lnTo>
                    <a:pt x="1040910" y="155653"/>
                  </a:lnTo>
                  <a:lnTo>
                    <a:pt x="1046200" y="155161"/>
                  </a:lnTo>
                  <a:lnTo>
                    <a:pt x="1051489" y="154656"/>
                  </a:lnTo>
                  <a:lnTo>
                    <a:pt x="1056777" y="154139"/>
                  </a:lnTo>
                  <a:lnTo>
                    <a:pt x="1062064" y="153609"/>
                  </a:lnTo>
                  <a:lnTo>
                    <a:pt x="1067350" y="153066"/>
                  </a:lnTo>
                  <a:lnTo>
                    <a:pt x="1072634" y="152510"/>
                  </a:lnTo>
                  <a:lnTo>
                    <a:pt x="1077916" y="151942"/>
                  </a:lnTo>
                  <a:lnTo>
                    <a:pt x="1083198" y="151361"/>
                  </a:lnTo>
                  <a:lnTo>
                    <a:pt x="1088478" y="150767"/>
                  </a:lnTo>
                  <a:lnTo>
                    <a:pt x="1093756" y="150161"/>
                  </a:lnTo>
                  <a:lnTo>
                    <a:pt x="1099034" y="149542"/>
                  </a:lnTo>
                  <a:lnTo>
                    <a:pt x="1104309" y="148910"/>
                  </a:lnTo>
                  <a:lnTo>
                    <a:pt x="1109583" y="148266"/>
                  </a:lnTo>
                  <a:lnTo>
                    <a:pt x="1114856" y="147609"/>
                  </a:lnTo>
                  <a:lnTo>
                    <a:pt x="1120127" y="146940"/>
                  </a:lnTo>
                  <a:lnTo>
                    <a:pt x="1125396" y="146257"/>
                  </a:lnTo>
                  <a:lnTo>
                    <a:pt x="1130664" y="145563"/>
                  </a:lnTo>
                  <a:lnTo>
                    <a:pt x="1135930" y="144855"/>
                  </a:lnTo>
                  <a:lnTo>
                    <a:pt x="1141194" y="144135"/>
                  </a:lnTo>
                  <a:lnTo>
                    <a:pt x="1146456" y="143402"/>
                  </a:lnTo>
                  <a:lnTo>
                    <a:pt x="1151717" y="142657"/>
                  </a:lnTo>
                  <a:lnTo>
                    <a:pt x="1156976" y="141899"/>
                  </a:lnTo>
                  <a:lnTo>
                    <a:pt x="1162233" y="141128"/>
                  </a:lnTo>
                  <a:lnTo>
                    <a:pt x="1167488" y="140345"/>
                  </a:lnTo>
                  <a:lnTo>
                    <a:pt x="1172742" y="139549"/>
                  </a:lnTo>
                  <a:lnTo>
                    <a:pt x="1177993" y="138740"/>
                  </a:lnTo>
                  <a:lnTo>
                    <a:pt x="1183242" y="137919"/>
                  </a:lnTo>
                  <a:lnTo>
                    <a:pt x="1188490" y="137086"/>
                  </a:lnTo>
                  <a:lnTo>
                    <a:pt x="1193735" y="136239"/>
                  </a:lnTo>
                  <a:lnTo>
                    <a:pt x="1198979" y="135380"/>
                  </a:lnTo>
                  <a:lnTo>
                    <a:pt x="1204220" y="134509"/>
                  </a:lnTo>
                  <a:lnTo>
                    <a:pt x="1209459" y="133625"/>
                  </a:lnTo>
                  <a:lnTo>
                    <a:pt x="1214696" y="132728"/>
                  </a:lnTo>
                  <a:lnTo>
                    <a:pt x="1219931" y="131819"/>
                  </a:lnTo>
                  <a:lnTo>
                    <a:pt x="1225164" y="130898"/>
                  </a:lnTo>
                  <a:lnTo>
                    <a:pt x="1230395" y="129963"/>
                  </a:lnTo>
                  <a:lnTo>
                    <a:pt x="1235623" y="129016"/>
                  </a:lnTo>
                  <a:lnTo>
                    <a:pt x="1240849" y="128057"/>
                  </a:lnTo>
                  <a:lnTo>
                    <a:pt x="1246072" y="127085"/>
                  </a:lnTo>
                  <a:lnTo>
                    <a:pt x="1251294" y="126101"/>
                  </a:lnTo>
                  <a:lnTo>
                    <a:pt x="1256513" y="125104"/>
                  </a:lnTo>
                  <a:lnTo>
                    <a:pt x="1261729" y="124094"/>
                  </a:lnTo>
                  <a:lnTo>
                    <a:pt x="1266943" y="123072"/>
                  </a:lnTo>
                  <a:lnTo>
                    <a:pt x="1272155" y="122038"/>
                  </a:lnTo>
                  <a:lnTo>
                    <a:pt x="1277364" y="120991"/>
                  </a:lnTo>
                  <a:lnTo>
                    <a:pt x="1282570" y="119931"/>
                  </a:lnTo>
                  <a:lnTo>
                    <a:pt x="1287774" y="118859"/>
                  </a:lnTo>
                  <a:lnTo>
                    <a:pt x="1292976" y="117775"/>
                  </a:lnTo>
                  <a:lnTo>
                    <a:pt x="1298175" y="116678"/>
                  </a:lnTo>
                </a:path>
              </a:pathLst>
            </a:custGeom>
            <a:ln w="83820" cap="rnd">
              <a:solidFill>
                <a:srgbClr val="FFF00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2" name="pl7172"/>
            <p:cNvSpPr/>
            <p:nvPr/>
          </p:nvSpPr>
          <p:spPr>
            <a:xfrm>
              <a:off x="5242731" y="5513730"/>
              <a:ext cx="1320817" cy="167803"/>
            </a:xfrm>
            <a:custGeom>
              <a:avLst/>
              <a:pathLst>
                <a:path w="1320817" h="167803">
                  <a:moveTo>
                    <a:pt x="0" y="0"/>
                  </a:moveTo>
                  <a:lnTo>
                    <a:pt x="5005" y="2041"/>
                  </a:lnTo>
                  <a:lnTo>
                    <a:pt x="10016" y="4070"/>
                  </a:lnTo>
                  <a:lnTo>
                    <a:pt x="15031" y="6088"/>
                  </a:lnTo>
                  <a:lnTo>
                    <a:pt x="20051" y="8093"/>
                  </a:lnTo>
                  <a:lnTo>
                    <a:pt x="25076" y="10086"/>
                  </a:lnTo>
                  <a:lnTo>
                    <a:pt x="30106" y="12068"/>
                  </a:lnTo>
                  <a:lnTo>
                    <a:pt x="35141" y="14037"/>
                  </a:lnTo>
                  <a:lnTo>
                    <a:pt x="40180" y="15994"/>
                  </a:lnTo>
                  <a:lnTo>
                    <a:pt x="45224" y="17939"/>
                  </a:lnTo>
                  <a:lnTo>
                    <a:pt x="50273" y="19871"/>
                  </a:lnTo>
                  <a:lnTo>
                    <a:pt x="55326" y="21792"/>
                  </a:lnTo>
                  <a:lnTo>
                    <a:pt x="60384" y="23701"/>
                  </a:lnTo>
                  <a:lnTo>
                    <a:pt x="65446" y="25597"/>
                  </a:lnTo>
                  <a:lnTo>
                    <a:pt x="70513" y="27482"/>
                  </a:lnTo>
                  <a:lnTo>
                    <a:pt x="75585" y="29354"/>
                  </a:lnTo>
                  <a:lnTo>
                    <a:pt x="80660" y="31214"/>
                  </a:lnTo>
                  <a:lnTo>
                    <a:pt x="85741" y="33061"/>
                  </a:lnTo>
                  <a:lnTo>
                    <a:pt x="90826" y="34897"/>
                  </a:lnTo>
                  <a:lnTo>
                    <a:pt x="95915" y="36720"/>
                  </a:lnTo>
                  <a:lnTo>
                    <a:pt x="101008" y="38531"/>
                  </a:lnTo>
                  <a:lnTo>
                    <a:pt x="106106" y="40330"/>
                  </a:lnTo>
                  <a:lnTo>
                    <a:pt x="111208" y="42117"/>
                  </a:lnTo>
                  <a:lnTo>
                    <a:pt x="116315" y="43891"/>
                  </a:lnTo>
                  <a:lnTo>
                    <a:pt x="121425" y="45653"/>
                  </a:lnTo>
                  <a:lnTo>
                    <a:pt x="126540" y="47403"/>
                  </a:lnTo>
                  <a:lnTo>
                    <a:pt x="131659" y="49141"/>
                  </a:lnTo>
                  <a:lnTo>
                    <a:pt x="136783" y="50866"/>
                  </a:lnTo>
                  <a:lnTo>
                    <a:pt x="141910" y="52579"/>
                  </a:lnTo>
                  <a:lnTo>
                    <a:pt x="147041" y="54280"/>
                  </a:lnTo>
                  <a:lnTo>
                    <a:pt x="152177" y="55968"/>
                  </a:lnTo>
                  <a:lnTo>
                    <a:pt x="157317" y="57644"/>
                  </a:lnTo>
                  <a:lnTo>
                    <a:pt x="162460" y="59308"/>
                  </a:lnTo>
                  <a:lnTo>
                    <a:pt x="167608" y="60959"/>
                  </a:lnTo>
                  <a:lnTo>
                    <a:pt x="172759" y="62598"/>
                  </a:lnTo>
                  <a:lnTo>
                    <a:pt x="177915" y="64225"/>
                  </a:lnTo>
                  <a:lnTo>
                    <a:pt x="183074" y="65839"/>
                  </a:lnTo>
                  <a:lnTo>
                    <a:pt x="188237" y="67441"/>
                  </a:lnTo>
                  <a:lnTo>
                    <a:pt x="193404" y="69031"/>
                  </a:lnTo>
                  <a:lnTo>
                    <a:pt x="198575" y="70608"/>
                  </a:lnTo>
                  <a:lnTo>
                    <a:pt x="203749" y="72172"/>
                  </a:lnTo>
                  <a:lnTo>
                    <a:pt x="208928" y="73725"/>
                  </a:lnTo>
                  <a:lnTo>
                    <a:pt x="214110" y="75264"/>
                  </a:lnTo>
                  <a:lnTo>
                    <a:pt x="219296" y="76792"/>
                  </a:lnTo>
                  <a:lnTo>
                    <a:pt x="224485" y="78307"/>
                  </a:lnTo>
                  <a:lnTo>
                    <a:pt x="229678" y="79809"/>
                  </a:lnTo>
                  <a:lnTo>
                    <a:pt x="234874" y="81299"/>
                  </a:lnTo>
                  <a:lnTo>
                    <a:pt x="240075" y="82777"/>
                  </a:lnTo>
                  <a:lnTo>
                    <a:pt x="245278" y="84242"/>
                  </a:lnTo>
                  <a:lnTo>
                    <a:pt x="250485" y="85694"/>
                  </a:lnTo>
                  <a:lnTo>
                    <a:pt x="255696" y="87134"/>
                  </a:lnTo>
                  <a:lnTo>
                    <a:pt x="260910" y="88562"/>
                  </a:lnTo>
                  <a:lnTo>
                    <a:pt x="266127" y="89977"/>
                  </a:lnTo>
                  <a:lnTo>
                    <a:pt x="271348" y="91379"/>
                  </a:lnTo>
                  <a:lnTo>
                    <a:pt x="276573" y="92769"/>
                  </a:lnTo>
                  <a:lnTo>
                    <a:pt x="281800" y="94147"/>
                  </a:lnTo>
                  <a:lnTo>
                    <a:pt x="287031" y="95511"/>
                  </a:lnTo>
                  <a:lnTo>
                    <a:pt x="292265" y="96864"/>
                  </a:lnTo>
                  <a:lnTo>
                    <a:pt x="297502" y="98203"/>
                  </a:lnTo>
                  <a:lnTo>
                    <a:pt x="302743" y="99531"/>
                  </a:lnTo>
                  <a:lnTo>
                    <a:pt x="307986" y="100845"/>
                  </a:lnTo>
                  <a:lnTo>
                    <a:pt x="313233" y="102147"/>
                  </a:lnTo>
                  <a:lnTo>
                    <a:pt x="318483" y="103436"/>
                  </a:lnTo>
                  <a:lnTo>
                    <a:pt x="323736" y="104713"/>
                  </a:lnTo>
                  <a:lnTo>
                    <a:pt x="328992" y="105977"/>
                  </a:lnTo>
                  <a:lnTo>
                    <a:pt x="334251" y="107229"/>
                  </a:lnTo>
                  <a:lnTo>
                    <a:pt x="339513" y="108468"/>
                  </a:lnTo>
                  <a:lnTo>
                    <a:pt x="344778" y="109694"/>
                  </a:lnTo>
                  <a:lnTo>
                    <a:pt x="350046" y="110908"/>
                  </a:lnTo>
                  <a:lnTo>
                    <a:pt x="355317" y="112109"/>
                  </a:lnTo>
                  <a:lnTo>
                    <a:pt x="360591" y="113297"/>
                  </a:lnTo>
                  <a:lnTo>
                    <a:pt x="365868" y="114473"/>
                  </a:lnTo>
                  <a:lnTo>
                    <a:pt x="371147" y="115636"/>
                  </a:lnTo>
                  <a:lnTo>
                    <a:pt x="376429" y="116786"/>
                  </a:lnTo>
                  <a:lnTo>
                    <a:pt x="381714" y="117924"/>
                  </a:lnTo>
                  <a:lnTo>
                    <a:pt x="387002" y="119049"/>
                  </a:lnTo>
                  <a:lnTo>
                    <a:pt x="392292" y="120161"/>
                  </a:lnTo>
                  <a:lnTo>
                    <a:pt x="397585" y="121261"/>
                  </a:lnTo>
                  <a:lnTo>
                    <a:pt x="402880" y="122348"/>
                  </a:lnTo>
                  <a:lnTo>
                    <a:pt x="408178" y="123422"/>
                  </a:lnTo>
                  <a:lnTo>
                    <a:pt x="413479" y="124483"/>
                  </a:lnTo>
                  <a:lnTo>
                    <a:pt x="418782" y="125532"/>
                  </a:lnTo>
                  <a:lnTo>
                    <a:pt x="424088" y="126568"/>
                  </a:lnTo>
                  <a:lnTo>
                    <a:pt x="429396" y="127591"/>
                  </a:lnTo>
                  <a:lnTo>
                    <a:pt x="434707" y="128602"/>
                  </a:lnTo>
                  <a:lnTo>
                    <a:pt x="440020" y="129600"/>
                  </a:lnTo>
                  <a:lnTo>
                    <a:pt x="445336" y="130585"/>
                  </a:lnTo>
                  <a:lnTo>
                    <a:pt x="450653" y="131557"/>
                  </a:lnTo>
                  <a:lnTo>
                    <a:pt x="455973" y="132517"/>
                  </a:lnTo>
                  <a:lnTo>
                    <a:pt x="461296" y="133463"/>
                  </a:lnTo>
                  <a:lnTo>
                    <a:pt x="466621" y="134397"/>
                  </a:lnTo>
                  <a:lnTo>
                    <a:pt x="471947" y="135318"/>
                  </a:lnTo>
                  <a:lnTo>
                    <a:pt x="477276" y="136227"/>
                  </a:lnTo>
                  <a:lnTo>
                    <a:pt x="482608" y="137122"/>
                  </a:lnTo>
                  <a:lnTo>
                    <a:pt x="487941" y="138005"/>
                  </a:lnTo>
                  <a:lnTo>
                    <a:pt x="493277" y="138875"/>
                  </a:lnTo>
                  <a:lnTo>
                    <a:pt x="498614" y="139732"/>
                  </a:lnTo>
                  <a:lnTo>
                    <a:pt x="503954" y="140577"/>
                  </a:lnTo>
                  <a:lnTo>
                    <a:pt x="509295" y="141408"/>
                  </a:lnTo>
                  <a:lnTo>
                    <a:pt x="514639" y="142227"/>
                  </a:lnTo>
                  <a:lnTo>
                    <a:pt x="519985" y="143033"/>
                  </a:lnTo>
                  <a:lnTo>
                    <a:pt x="525332" y="143826"/>
                  </a:lnTo>
                  <a:lnTo>
                    <a:pt x="530681" y="144606"/>
                  </a:lnTo>
                  <a:lnTo>
                    <a:pt x="536033" y="145374"/>
                  </a:lnTo>
                  <a:lnTo>
                    <a:pt x="541386" y="146128"/>
                  </a:lnTo>
                  <a:lnTo>
                    <a:pt x="546740" y="146870"/>
                  </a:lnTo>
                  <a:lnTo>
                    <a:pt x="552097" y="147599"/>
                  </a:lnTo>
                  <a:lnTo>
                    <a:pt x="557455" y="148315"/>
                  </a:lnTo>
                  <a:lnTo>
                    <a:pt x="562815" y="149018"/>
                  </a:lnTo>
                  <a:lnTo>
                    <a:pt x="568177" y="149708"/>
                  </a:lnTo>
                  <a:lnTo>
                    <a:pt x="573540" y="150386"/>
                  </a:lnTo>
                  <a:lnTo>
                    <a:pt x="578905" y="151050"/>
                  </a:lnTo>
                  <a:lnTo>
                    <a:pt x="584272" y="151702"/>
                  </a:lnTo>
                  <a:lnTo>
                    <a:pt x="589640" y="152341"/>
                  </a:lnTo>
                  <a:lnTo>
                    <a:pt x="595009" y="152967"/>
                  </a:lnTo>
                  <a:lnTo>
                    <a:pt x="600381" y="153580"/>
                  </a:lnTo>
                  <a:lnTo>
                    <a:pt x="605753" y="154180"/>
                  </a:lnTo>
                  <a:lnTo>
                    <a:pt x="611127" y="154767"/>
                  </a:lnTo>
                  <a:lnTo>
                    <a:pt x="616502" y="155341"/>
                  </a:lnTo>
                  <a:lnTo>
                    <a:pt x="621879" y="155903"/>
                  </a:lnTo>
                  <a:lnTo>
                    <a:pt x="627257" y="156451"/>
                  </a:lnTo>
                  <a:lnTo>
                    <a:pt x="632637" y="156987"/>
                  </a:lnTo>
                  <a:lnTo>
                    <a:pt x="638017" y="157509"/>
                  </a:lnTo>
                  <a:lnTo>
                    <a:pt x="643399" y="158019"/>
                  </a:lnTo>
                  <a:lnTo>
                    <a:pt x="648782" y="158516"/>
                  </a:lnTo>
                  <a:lnTo>
                    <a:pt x="654166" y="159000"/>
                  </a:lnTo>
                  <a:lnTo>
                    <a:pt x="659552" y="159471"/>
                  </a:lnTo>
                  <a:lnTo>
                    <a:pt x="664938" y="159929"/>
                  </a:lnTo>
                  <a:lnTo>
                    <a:pt x="670326" y="160374"/>
                  </a:lnTo>
                  <a:lnTo>
                    <a:pt x="675714" y="160806"/>
                  </a:lnTo>
                  <a:lnTo>
                    <a:pt x="681104" y="161226"/>
                  </a:lnTo>
                  <a:lnTo>
                    <a:pt x="686495" y="161632"/>
                  </a:lnTo>
                  <a:lnTo>
                    <a:pt x="691886" y="162025"/>
                  </a:lnTo>
                  <a:lnTo>
                    <a:pt x="697279" y="162406"/>
                  </a:lnTo>
                  <a:lnTo>
                    <a:pt x="702672" y="162773"/>
                  </a:lnTo>
                  <a:lnTo>
                    <a:pt x="708067" y="163128"/>
                  </a:lnTo>
                  <a:lnTo>
                    <a:pt x="713462" y="163470"/>
                  </a:lnTo>
                  <a:lnTo>
                    <a:pt x="718858" y="163798"/>
                  </a:lnTo>
                  <a:lnTo>
                    <a:pt x="724255" y="164114"/>
                  </a:lnTo>
                  <a:lnTo>
                    <a:pt x="729652" y="164417"/>
                  </a:lnTo>
                  <a:lnTo>
                    <a:pt x="735050" y="164707"/>
                  </a:lnTo>
                  <a:lnTo>
                    <a:pt x="740449" y="164983"/>
                  </a:lnTo>
                  <a:lnTo>
                    <a:pt x="745849" y="165247"/>
                  </a:lnTo>
                  <a:lnTo>
                    <a:pt x="751249" y="165498"/>
                  </a:lnTo>
                  <a:lnTo>
                    <a:pt x="756649" y="165736"/>
                  </a:lnTo>
                  <a:lnTo>
                    <a:pt x="762051" y="165961"/>
                  </a:lnTo>
                  <a:lnTo>
                    <a:pt x="767452" y="166173"/>
                  </a:lnTo>
                  <a:lnTo>
                    <a:pt x="772855" y="166373"/>
                  </a:lnTo>
                  <a:lnTo>
                    <a:pt x="778257" y="166559"/>
                  </a:lnTo>
                  <a:lnTo>
                    <a:pt x="783661" y="166732"/>
                  </a:lnTo>
                  <a:lnTo>
                    <a:pt x="789064" y="166892"/>
                  </a:lnTo>
                  <a:lnTo>
                    <a:pt x="794468" y="167039"/>
                  </a:lnTo>
                  <a:lnTo>
                    <a:pt x="799872" y="167174"/>
                  </a:lnTo>
                  <a:lnTo>
                    <a:pt x="805277" y="167295"/>
                  </a:lnTo>
                  <a:lnTo>
                    <a:pt x="810682" y="167403"/>
                  </a:lnTo>
                  <a:lnTo>
                    <a:pt x="816087" y="167499"/>
                  </a:lnTo>
                  <a:lnTo>
                    <a:pt x="821492" y="167581"/>
                  </a:lnTo>
                  <a:lnTo>
                    <a:pt x="826898" y="167650"/>
                  </a:lnTo>
                  <a:lnTo>
                    <a:pt x="832303" y="167707"/>
                  </a:lnTo>
                  <a:lnTo>
                    <a:pt x="837709" y="167750"/>
                  </a:lnTo>
                  <a:lnTo>
                    <a:pt x="843115" y="167781"/>
                  </a:lnTo>
                  <a:lnTo>
                    <a:pt x="848521" y="167798"/>
                  </a:lnTo>
                  <a:lnTo>
                    <a:pt x="853927" y="167803"/>
                  </a:lnTo>
                  <a:lnTo>
                    <a:pt x="859333" y="167794"/>
                  </a:lnTo>
                  <a:lnTo>
                    <a:pt x="864739" y="167773"/>
                  </a:lnTo>
                  <a:lnTo>
                    <a:pt x="870145" y="167739"/>
                  </a:lnTo>
                  <a:lnTo>
                    <a:pt x="875550" y="167691"/>
                  </a:lnTo>
                  <a:lnTo>
                    <a:pt x="880956" y="167631"/>
                  </a:lnTo>
                  <a:lnTo>
                    <a:pt x="886361" y="167558"/>
                  </a:lnTo>
                  <a:lnTo>
                    <a:pt x="891767" y="167471"/>
                  </a:lnTo>
                  <a:lnTo>
                    <a:pt x="897172" y="167372"/>
                  </a:lnTo>
                  <a:lnTo>
                    <a:pt x="902577" y="167260"/>
                  </a:lnTo>
                  <a:lnTo>
                    <a:pt x="907981" y="167135"/>
                  </a:lnTo>
                  <a:lnTo>
                    <a:pt x="913385" y="166997"/>
                  </a:lnTo>
                  <a:lnTo>
                    <a:pt x="918789" y="166845"/>
                  </a:lnTo>
                  <a:lnTo>
                    <a:pt x="924193" y="166681"/>
                  </a:lnTo>
                  <a:lnTo>
                    <a:pt x="929596" y="166504"/>
                  </a:lnTo>
                  <a:lnTo>
                    <a:pt x="934998" y="166314"/>
                  </a:lnTo>
                  <a:lnTo>
                    <a:pt x="940400" y="166111"/>
                  </a:lnTo>
                  <a:lnTo>
                    <a:pt x="945802" y="165895"/>
                  </a:lnTo>
                  <a:lnTo>
                    <a:pt x="951203" y="165666"/>
                  </a:lnTo>
                  <a:lnTo>
                    <a:pt x="956604" y="165424"/>
                  </a:lnTo>
                  <a:lnTo>
                    <a:pt x="962004" y="165170"/>
                  </a:lnTo>
                  <a:lnTo>
                    <a:pt x="967403" y="164902"/>
                  </a:lnTo>
                  <a:lnTo>
                    <a:pt x="972801" y="164621"/>
                  </a:lnTo>
                  <a:lnTo>
                    <a:pt x="978199" y="164327"/>
                  </a:lnTo>
                  <a:lnTo>
                    <a:pt x="983597" y="164021"/>
                  </a:lnTo>
                  <a:lnTo>
                    <a:pt x="988993" y="163701"/>
                  </a:lnTo>
                  <a:lnTo>
                    <a:pt x="994389" y="163368"/>
                  </a:lnTo>
                  <a:lnTo>
                    <a:pt x="999784" y="163023"/>
                  </a:lnTo>
                  <a:lnTo>
                    <a:pt x="1005178" y="162664"/>
                  </a:lnTo>
                  <a:lnTo>
                    <a:pt x="1010571" y="162293"/>
                  </a:lnTo>
                  <a:lnTo>
                    <a:pt x="1015963" y="161909"/>
                  </a:lnTo>
                  <a:lnTo>
                    <a:pt x="1021355" y="161511"/>
                  </a:lnTo>
                  <a:lnTo>
                    <a:pt x="1026745" y="161101"/>
                  </a:lnTo>
                  <a:lnTo>
                    <a:pt x="1032134" y="160678"/>
                  </a:lnTo>
                  <a:lnTo>
                    <a:pt x="1037523" y="160242"/>
                  </a:lnTo>
                  <a:lnTo>
                    <a:pt x="1042910" y="159793"/>
                  </a:lnTo>
                  <a:lnTo>
                    <a:pt x="1048296" y="159331"/>
                  </a:lnTo>
                  <a:lnTo>
                    <a:pt x="1053681" y="158856"/>
                  </a:lnTo>
                  <a:lnTo>
                    <a:pt x="1059065" y="158368"/>
                  </a:lnTo>
                  <a:lnTo>
                    <a:pt x="1064448" y="157868"/>
                  </a:lnTo>
                  <a:lnTo>
                    <a:pt x="1069829" y="157354"/>
                  </a:lnTo>
                  <a:lnTo>
                    <a:pt x="1075209" y="156827"/>
                  </a:lnTo>
                  <a:lnTo>
                    <a:pt x="1080588" y="156288"/>
                  </a:lnTo>
                  <a:lnTo>
                    <a:pt x="1085966" y="155735"/>
                  </a:lnTo>
                  <a:lnTo>
                    <a:pt x="1091342" y="155170"/>
                  </a:lnTo>
                  <a:lnTo>
                    <a:pt x="1096717" y="154592"/>
                  </a:lnTo>
                  <a:lnTo>
                    <a:pt x="1102091" y="154001"/>
                  </a:lnTo>
                  <a:lnTo>
                    <a:pt x="1107463" y="153397"/>
                  </a:lnTo>
                  <a:lnTo>
                    <a:pt x="1112834" y="152780"/>
                  </a:lnTo>
                  <a:lnTo>
                    <a:pt x="1118203" y="152150"/>
                  </a:lnTo>
                  <a:lnTo>
                    <a:pt x="1123570" y="151508"/>
                  </a:lnTo>
                  <a:lnTo>
                    <a:pt x="1128936" y="150852"/>
                  </a:lnTo>
                  <a:lnTo>
                    <a:pt x="1134301" y="150184"/>
                  </a:lnTo>
                  <a:lnTo>
                    <a:pt x="1139664" y="149503"/>
                  </a:lnTo>
                  <a:lnTo>
                    <a:pt x="1145025" y="148808"/>
                  </a:lnTo>
                  <a:lnTo>
                    <a:pt x="1150385" y="148101"/>
                  </a:lnTo>
                  <a:lnTo>
                    <a:pt x="1155742" y="147382"/>
                  </a:lnTo>
                  <a:lnTo>
                    <a:pt x="1161098" y="146649"/>
                  </a:lnTo>
                  <a:lnTo>
                    <a:pt x="1166453" y="145903"/>
                  </a:lnTo>
                  <a:lnTo>
                    <a:pt x="1171805" y="145145"/>
                  </a:lnTo>
                  <a:lnTo>
                    <a:pt x="1177156" y="144374"/>
                  </a:lnTo>
                  <a:lnTo>
                    <a:pt x="1182505" y="143590"/>
                  </a:lnTo>
                  <a:lnTo>
                    <a:pt x="1187851" y="142793"/>
                  </a:lnTo>
                  <a:lnTo>
                    <a:pt x="1193196" y="141983"/>
                  </a:lnTo>
                  <a:lnTo>
                    <a:pt x="1198539" y="141160"/>
                  </a:lnTo>
                  <a:lnTo>
                    <a:pt x="1203880" y="140325"/>
                  </a:lnTo>
                  <a:lnTo>
                    <a:pt x="1209219" y="139477"/>
                  </a:lnTo>
                  <a:lnTo>
                    <a:pt x="1214556" y="138616"/>
                  </a:lnTo>
                  <a:lnTo>
                    <a:pt x="1219891" y="137742"/>
                  </a:lnTo>
                  <a:lnTo>
                    <a:pt x="1225224" y="136855"/>
                  </a:lnTo>
                  <a:lnTo>
                    <a:pt x="1230555" y="135956"/>
                  </a:lnTo>
                  <a:lnTo>
                    <a:pt x="1235883" y="135043"/>
                  </a:lnTo>
                  <a:lnTo>
                    <a:pt x="1241209" y="134118"/>
                  </a:lnTo>
                  <a:lnTo>
                    <a:pt x="1246533" y="133181"/>
                  </a:lnTo>
                  <a:lnTo>
                    <a:pt x="1251855" y="132230"/>
                  </a:lnTo>
                  <a:lnTo>
                    <a:pt x="1257174" y="131267"/>
                  </a:lnTo>
                  <a:lnTo>
                    <a:pt x="1262491" y="130291"/>
                  </a:lnTo>
                  <a:lnTo>
                    <a:pt x="1267806" y="129302"/>
                  </a:lnTo>
                  <a:lnTo>
                    <a:pt x="1273119" y="128300"/>
                  </a:lnTo>
                  <a:lnTo>
                    <a:pt x="1278428" y="127286"/>
                  </a:lnTo>
                  <a:lnTo>
                    <a:pt x="1283736" y="126259"/>
                  </a:lnTo>
                  <a:lnTo>
                    <a:pt x="1289041" y="125219"/>
                  </a:lnTo>
                  <a:lnTo>
                    <a:pt x="1294343" y="124166"/>
                  </a:lnTo>
                  <a:lnTo>
                    <a:pt x="1299643" y="123101"/>
                  </a:lnTo>
                  <a:lnTo>
                    <a:pt x="1304941" y="122023"/>
                  </a:lnTo>
                  <a:lnTo>
                    <a:pt x="1310236" y="120932"/>
                  </a:lnTo>
                  <a:lnTo>
                    <a:pt x="1315528" y="119829"/>
                  </a:lnTo>
                  <a:lnTo>
                    <a:pt x="1320817" y="118713"/>
                  </a:lnTo>
                </a:path>
              </a:pathLst>
            </a:custGeom>
            <a:ln w="22859" cap="rnd">
              <a:solidFill>
                <a:srgbClr val="FFF0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3" name="pl7173"/>
            <p:cNvSpPr/>
            <p:nvPr/>
          </p:nvSpPr>
          <p:spPr>
            <a:xfrm>
              <a:off x="6564770" y="5521342"/>
              <a:ext cx="254637" cy="71346"/>
            </a:xfrm>
            <a:custGeom>
              <a:avLst/>
              <a:pathLst>
                <a:path w="254637" h="71346">
                  <a:moveTo>
                    <a:pt x="0" y="71346"/>
                  </a:moveTo>
                  <a:lnTo>
                    <a:pt x="1038" y="71120"/>
                  </a:lnTo>
                  <a:lnTo>
                    <a:pt x="2076" y="70894"/>
                  </a:lnTo>
                  <a:lnTo>
                    <a:pt x="3115" y="70668"/>
                  </a:lnTo>
                  <a:lnTo>
                    <a:pt x="4153" y="70441"/>
                  </a:lnTo>
                  <a:lnTo>
                    <a:pt x="5191" y="70214"/>
                  </a:lnTo>
                  <a:lnTo>
                    <a:pt x="6229" y="69986"/>
                  </a:lnTo>
                  <a:lnTo>
                    <a:pt x="7267" y="69758"/>
                  </a:lnTo>
                  <a:lnTo>
                    <a:pt x="8304" y="69529"/>
                  </a:lnTo>
                  <a:lnTo>
                    <a:pt x="9342" y="69300"/>
                  </a:lnTo>
                  <a:lnTo>
                    <a:pt x="10380" y="69070"/>
                  </a:lnTo>
                  <a:lnTo>
                    <a:pt x="11417" y="68840"/>
                  </a:lnTo>
                  <a:lnTo>
                    <a:pt x="12454" y="68609"/>
                  </a:lnTo>
                  <a:lnTo>
                    <a:pt x="13491" y="68377"/>
                  </a:lnTo>
                  <a:lnTo>
                    <a:pt x="14528" y="68146"/>
                  </a:lnTo>
                  <a:lnTo>
                    <a:pt x="15565" y="67913"/>
                  </a:lnTo>
                  <a:lnTo>
                    <a:pt x="16602" y="67681"/>
                  </a:lnTo>
                  <a:lnTo>
                    <a:pt x="17639" y="67447"/>
                  </a:lnTo>
                  <a:lnTo>
                    <a:pt x="18676" y="67213"/>
                  </a:lnTo>
                  <a:lnTo>
                    <a:pt x="19712" y="66979"/>
                  </a:lnTo>
                  <a:lnTo>
                    <a:pt x="20748" y="66744"/>
                  </a:lnTo>
                  <a:lnTo>
                    <a:pt x="21785" y="66509"/>
                  </a:lnTo>
                  <a:lnTo>
                    <a:pt x="22821" y="66273"/>
                  </a:lnTo>
                  <a:lnTo>
                    <a:pt x="23857" y="66037"/>
                  </a:lnTo>
                  <a:lnTo>
                    <a:pt x="24893" y="65800"/>
                  </a:lnTo>
                  <a:lnTo>
                    <a:pt x="25929" y="65563"/>
                  </a:lnTo>
                  <a:lnTo>
                    <a:pt x="26964" y="65325"/>
                  </a:lnTo>
                  <a:lnTo>
                    <a:pt x="28000" y="65087"/>
                  </a:lnTo>
                  <a:lnTo>
                    <a:pt x="29036" y="64848"/>
                  </a:lnTo>
                  <a:lnTo>
                    <a:pt x="30071" y="64609"/>
                  </a:lnTo>
                  <a:lnTo>
                    <a:pt x="31106" y="64369"/>
                  </a:lnTo>
                  <a:lnTo>
                    <a:pt x="32141" y="64129"/>
                  </a:lnTo>
                  <a:lnTo>
                    <a:pt x="33176" y="63888"/>
                  </a:lnTo>
                  <a:lnTo>
                    <a:pt x="34211" y="63647"/>
                  </a:lnTo>
                  <a:lnTo>
                    <a:pt x="35246" y="63405"/>
                  </a:lnTo>
                  <a:lnTo>
                    <a:pt x="36281" y="63163"/>
                  </a:lnTo>
                  <a:lnTo>
                    <a:pt x="37315" y="62920"/>
                  </a:lnTo>
                  <a:lnTo>
                    <a:pt x="38350" y="62677"/>
                  </a:lnTo>
                  <a:lnTo>
                    <a:pt x="39384" y="62433"/>
                  </a:lnTo>
                  <a:lnTo>
                    <a:pt x="40418" y="62189"/>
                  </a:lnTo>
                  <a:lnTo>
                    <a:pt x="41452" y="61944"/>
                  </a:lnTo>
                  <a:lnTo>
                    <a:pt x="42486" y="61699"/>
                  </a:lnTo>
                  <a:lnTo>
                    <a:pt x="43520" y="61453"/>
                  </a:lnTo>
                  <a:lnTo>
                    <a:pt x="44554" y="61207"/>
                  </a:lnTo>
                  <a:lnTo>
                    <a:pt x="45588" y="60960"/>
                  </a:lnTo>
                  <a:lnTo>
                    <a:pt x="46621" y="60713"/>
                  </a:lnTo>
                  <a:lnTo>
                    <a:pt x="47654" y="60465"/>
                  </a:lnTo>
                  <a:lnTo>
                    <a:pt x="48688" y="60217"/>
                  </a:lnTo>
                  <a:lnTo>
                    <a:pt x="49721" y="59969"/>
                  </a:lnTo>
                  <a:lnTo>
                    <a:pt x="50754" y="59719"/>
                  </a:lnTo>
                  <a:lnTo>
                    <a:pt x="51787" y="59470"/>
                  </a:lnTo>
                  <a:lnTo>
                    <a:pt x="52820" y="59219"/>
                  </a:lnTo>
                  <a:lnTo>
                    <a:pt x="53852" y="58969"/>
                  </a:lnTo>
                  <a:lnTo>
                    <a:pt x="54885" y="58718"/>
                  </a:lnTo>
                  <a:lnTo>
                    <a:pt x="55917" y="58466"/>
                  </a:lnTo>
                  <a:lnTo>
                    <a:pt x="56949" y="58214"/>
                  </a:lnTo>
                  <a:lnTo>
                    <a:pt x="57982" y="57961"/>
                  </a:lnTo>
                  <a:lnTo>
                    <a:pt x="59014" y="57708"/>
                  </a:lnTo>
                  <a:lnTo>
                    <a:pt x="60046" y="57454"/>
                  </a:lnTo>
                  <a:lnTo>
                    <a:pt x="61077" y="57200"/>
                  </a:lnTo>
                  <a:lnTo>
                    <a:pt x="62109" y="56946"/>
                  </a:lnTo>
                  <a:lnTo>
                    <a:pt x="63141" y="56690"/>
                  </a:lnTo>
                  <a:lnTo>
                    <a:pt x="64172" y="56435"/>
                  </a:lnTo>
                  <a:lnTo>
                    <a:pt x="65204" y="56179"/>
                  </a:lnTo>
                  <a:lnTo>
                    <a:pt x="66235" y="55922"/>
                  </a:lnTo>
                  <a:lnTo>
                    <a:pt x="67266" y="55665"/>
                  </a:lnTo>
                  <a:lnTo>
                    <a:pt x="68297" y="55407"/>
                  </a:lnTo>
                  <a:lnTo>
                    <a:pt x="69328" y="55149"/>
                  </a:lnTo>
                  <a:lnTo>
                    <a:pt x="70358" y="54891"/>
                  </a:lnTo>
                  <a:lnTo>
                    <a:pt x="71389" y="54631"/>
                  </a:lnTo>
                  <a:lnTo>
                    <a:pt x="72419" y="54372"/>
                  </a:lnTo>
                  <a:lnTo>
                    <a:pt x="73450" y="54112"/>
                  </a:lnTo>
                  <a:lnTo>
                    <a:pt x="74480" y="53851"/>
                  </a:lnTo>
                  <a:lnTo>
                    <a:pt x="75510" y="53590"/>
                  </a:lnTo>
                  <a:lnTo>
                    <a:pt x="76540" y="53329"/>
                  </a:lnTo>
                  <a:lnTo>
                    <a:pt x="77570" y="53067"/>
                  </a:lnTo>
                  <a:lnTo>
                    <a:pt x="78599" y="52804"/>
                  </a:lnTo>
                  <a:lnTo>
                    <a:pt x="79629" y="52541"/>
                  </a:lnTo>
                  <a:lnTo>
                    <a:pt x="80659" y="52277"/>
                  </a:lnTo>
                  <a:lnTo>
                    <a:pt x="81688" y="52013"/>
                  </a:lnTo>
                  <a:lnTo>
                    <a:pt x="82717" y="51749"/>
                  </a:lnTo>
                  <a:lnTo>
                    <a:pt x="83746" y="51484"/>
                  </a:lnTo>
                  <a:lnTo>
                    <a:pt x="84775" y="51218"/>
                  </a:lnTo>
                  <a:lnTo>
                    <a:pt x="85804" y="50952"/>
                  </a:lnTo>
                  <a:lnTo>
                    <a:pt x="86833" y="50686"/>
                  </a:lnTo>
                  <a:lnTo>
                    <a:pt x="87861" y="50419"/>
                  </a:lnTo>
                  <a:lnTo>
                    <a:pt x="88890" y="50151"/>
                  </a:lnTo>
                  <a:lnTo>
                    <a:pt x="89918" y="49883"/>
                  </a:lnTo>
                  <a:lnTo>
                    <a:pt x="90946" y="49615"/>
                  </a:lnTo>
                  <a:lnTo>
                    <a:pt x="91974" y="49346"/>
                  </a:lnTo>
                  <a:lnTo>
                    <a:pt x="93002" y="49076"/>
                  </a:lnTo>
                  <a:lnTo>
                    <a:pt x="94030" y="48806"/>
                  </a:lnTo>
                  <a:lnTo>
                    <a:pt x="95057" y="48536"/>
                  </a:lnTo>
                  <a:lnTo>
                    <a:pt x="96085" y="48265"/>
                  </a:lnTo>
                  <a:lnTo>
                    <a:pt x="97112" y="47993"/>
                  </a:lnTo>
                  <a:lnTo>
                    <a:pt x="98140" y="47722"/>
                  </a:lnTo>
                  <a:lnTo>
                    <a:pt x="99167" y="47449"/>
                  </a:lnTo>
                  <a:lnTo>
                    <a:pt x="100194" y="47176"/>
                  </a:lnTo>
                  <a:lnTo>
                    <a:pt x="101221" y="46903"/>
                  </a:lnTo>
                  <a:lnTo>
                    <a:pt x="102247" y="46629"/>
                  </a:lnTo>
                  <a:lnTo>
                    <a:pt x="103274" y="46354"/>
                  </a:lnTo>
                  <a:lnTo>
                    <a:pt x="104301" y="46080"/>
                  </a:lnTo>
                  <a:lnTo>
                    <a:pt x="105327" y="45804"/>
                  </a:lnTo>
                  <a:lnTo>
                    <a:pt x="106353" y="45528"/>
                  </a:lnTo>
                  <a:lnTo>
                    <a:pt x="107379" y="45252"/>
                  </a:lnTo>
                  <a:lnTo>
                    <a:pt x="108405" y="44975"/>
                  </a:lnTo>
                  <a:lnTo>
                    <a:pt x="109431" y="44698"/>
                  </a:lnTo>
                  <a:lnTo>
                    <a:pt x="110457" y="44420"/>
                  </a:lnTo>
                  <a:lnTo>
                    <a:pt x="111482" y="44142"/>
                  </a:lnTo>
                  <a:lnTo>
                    <a:pt x="112508" y="43863"/>
                  </a:lnTo>
                  <a:lnTo>
                    <a:pt x="113533" y="43583"/>
                  </a:lnTo>
                  <a:lnTo>
                    <a:pt x="114558" y="43304"/>
                  </a:lnTo>
                  <a:lnTo>
                    <a:pt x="115583" y="43023"/>
                  </a:lnTo>
                  <a:lnTo>
                    <a:pt x="116608" y="42742"/>
                  </a:lnTo>
                  <a:lnTo>
                    <a:pt x="117633" y="42461"/>
                  </a:lnTo>
                  <a:lnTo>
                    <a:pt x="118657" y="42179"/>
                  </a:lnTo>
                  <a:lnTo>
                    <a:pt x="119682" y="41897"/>
                  </a:lnTo>
                  <a:lnTo>
                    <a:pt x="120706" y="41614"/>
                  </a:lnTo>
                  <a:lnTo>
                    <a:pt x="121730" y="41331"/>
                  </a:lnTo>
                  <a:lnTo>
                    <a:pt x="122754" y="41047"/>
                  </a:lnTo>
                  <a:lnTo>
                    <a:pt x="123778" y="40763"/>
                  </a:lnTo>
                  <a:lnTo>
                    <a:pt x="124802" y="40478"/>
                  </a:lnTo>
                  <a:lnTo>
                    <a:pt x="125826" y="40193"/>
                  </a:lnTo>
                  <a:lnTo>
                    <a:pt x="126849" y="39907"/>
                  </a:lnTo>
                  <a:lnTo>
                    <a:pt x="127873" y="39621"/>
                  </a:lnTo>
                  <a:lnTo>
                    <a:pt x="128896" y="39334"/>
                  </a:lnTo>
                  <a:lnTo>
                    <a:pt x="129919" y="39047"/>
                  </a:lnTo>
                  <a:lnTo>
                    <a:pt x="130942" y="38760"/>
                  </a:lnTo>
                  <a:lnTo>
                    <a:pt x="131965" y="38471"/>
                  </a:lnTo>
                  <a:lnTo>
                    <a:pt x="132988" y="38183"/>
                  </a:lnTo>
                  <a:lnTo>
                    <a:pt x="134010" y="37894"/>
                  </a:lnTo>
                  <a:lnTo>
                    <a:pt x="135033" y="37604"/>
                  </a:lnTo>
                  <a:lnTo>
                    <a:pt x="136055" y="37314"/>
                  </a:lnTo>
                  <a:lnTo>
                    <a:pt x="137077" y="37023"/>
                  </a:lnTo>
                  <a:lnTo>
                    <a:pt x="138099" y="36732"/>
                  </a:lnTo>
                  <a:lnTo>
                    <a:pt x="139121" y="36440"/>
                  </a:lnTo>
                  <a:lnTo>
                    <a:pt x="140143" y="36148"/>
                  </a:lnTo>
                  <a:lnTo>
                    <a:pt x="141164" y="35856"/>
                  </a:lnTo>
                  <a:lnTo>
                    <a:pt x="142186" y="35563"/>
                  </a:lnTo>
                  <a:lnTo>
                    <a:pt x="143207" y="35269"/>
                  </a:lnTo>
                  <a:lnTo>
                    <a:pt x="144228" y="34975"/>
                  </a:lnTo>
                  <a:lnTo>
                    <a:pt x="145249" y="34680"/>
                  </a:lnTo>
                  <a:lnTo>
                    <a:pt x="146270" y="34385"/>
                  </a:lnTo>
                  <a:lnTo>
                    <a:pt x="147291" y="34090"/>
                  </a:lnTo>
                  <a:lnTo>
                    <a:pt x="148311" y="33794"/>
                  </a:lnTo>
                  <a:lnTo>
                    <a:pt x="149332" y="33497"/>
                  </a:lnTo>
                  <a:lnTo>
                    <a:pt x="150352" y="33200"/>
                  </a:lnTo>
                  <a:lnTo>
                    <a:pt x="151372" y="32903"/>
                  </a:lnTo>
                  <a:lnTo>
                    <a:pt x="152392" y="32605"/>
                  </a:lnTo>
                  <a:lnTo>
                    <a:pt x="153412" y="32306"/>
                  </a:lnTo>
                  <a:lnTo>
                    <a:pt x="154432" y="32007"/>
                  </a:lnTo>
                  <a:lnTo>
                    <a:pt x="155451" y="31708"/>
                  </a:lnTo>
                  <a:lnTo>
                    <a:pt x="156471" y="31408"/>
                  </a:lnTo>
                  <a:lnTo>
                    <a:pt x="157490" y="31108"/>
                  </a:lnTo>
                  <a:lnTo>
                    <a:pt x="158509" y="30807"/>
                  </a:lnTo>
                  <a:lnTo>
                    <a:pt x="159528" y="30505"/>
                  </a:lnTo>
                  <a:lnTo>
                    <a:pt x="160547" y="30203"/>
                  </a:lnTo>
                  <a:lnTo>
                    <a:pt x="161566" y="29901"/>
                  </a:lnTo>
                  <a:lnTo>
                    <a:pt x="162585" y="29598"/>
                  </a:lnTo>
                  <a:lnTo>
                    <a:pt x="163603" y="29295"/>
                  </a:lnTo>
                  <a:lnTo>
                    <a:pt x="164621" y="28991"/>
                  </a:lnTo>
                  <a:lnTo>
                    <a:pt x="165639" y="28687"/>
                  </a:lnTo>
                  <a:lnTo>
                    <a:pt x="166657" y="28382"/>
                  </a:lnTo>
                  <a:lnTo>
                    <a:pt x="167675" y="28077"/>
                  </a:lnTo>
                  <a:lnTo>
                    <a:pt x="168693" y="27771"/>
                  </a:lnTo>
                  <a:lnTo>
                    <a:pt x="169711" y="27464"/>
                  </a:lnTo>
                  <a:lnTo>
                    <a:pt x="170728" y="27158"/>
                  </a:lnTo>
                  <a:lnTo>
                    <a:pt x="171745" y="26850"/>
                  </a:lnTo>
                  <a:lnTo>
                    <a:pt x="172762" y="26543"/>
                  </a:lnTo>
                  <a:lnTo>
                    <a:pt x="173779" y="26234"/>
                  </a:lnTo>
                  <a:lnTo>
                    <a:pt x="174796" y="25926"/>
                  </a:lnTo>
                  <a:lnTo>
                    <a:pt x="175813" y="25616"/>
                  </a:lnTo>
                  <a:lnTo>
                    <a:pt x="176829" y="25307"/>
                  </a:lnTo>
                  <a:lnTo>
                    <a:pt x="177846" y="24996"/>
                  </a:lnTo>
                  <a:lnTo>
                    <a:pt x="178862" y="24686"/>
                  </a:lnTo>
                  <a:lnTo>
                    <a:pt x="179878" y="24375"/>
                  </a:lnTo>
                  <a:lnTo>
                    <a:pt x="180894" y="24063"/>
                  </a:lnTo>
                  <a:lnTo>
                    <a:pt x="181910" y="23751"/>
                  </a:lnTo>
                  <a:lnTo>
                    <a:pt x="182925" y="23438"/>
                  </a:lnTo>
                  <a:lnTo>
                    <a:pt x="183941" y="23125"/>
                  </a:lnTo>
                  <a:lnTo>
                    <a:pt x="184956" y="22811"/>
                  </a:lnTo>
                  <a:lnTo>
                    <a:pt x="185971" y="22497"/>
                  </a:lnTo>
                  <a:lnTo>
                    <a:pt x="186986" y="22183"/>
                  </a:lnTo>
                  <a:lnTo>
                    <a:pt x="188001" y="21868"/>
                  </a:lnTo>
                  <a:lnTo>
                    <a:pt x="189016" y="21552"/>
                  </a:lnTo>
                  <a:lnTo>
                    <a:pt x="190030" y="21236"/>
                  </a:lnTo>
                  <a:lnTo>
                    <a:pt x="191045" y="20920"/>
                  </a:lnTo>
                  <a:lnTo>
                    <a:pt x="192059" y="20603"/>
                  </a:lnTo>
                  <a:lnTo>
                    <a:pt x="193073" y="20285"/>
                  </a:lnTo>
                  <a:lnTo>
                    <a:pt x="194087" y="19967"/>
                  </a:lnTo>
                  <a:lnTo>
                    <a:pt x="195101" y="19649"/>
                  </a:lnTo>
                  <a:lnTo>
                    <a:pt x="196115" y="19330"/>
                  </a:lnTo>
                  <a:lnTo>
                    <a:pt x="197128" y="19010"/>
                  </a:lnTo>
                  <a:lnTo>
                    <a:pt x="198142" y="18690"/>
                  </a:lnTo>
                  <a:lnTo>
                    <a:pt x="199155" y="18370"/>
                  </a:lnTo>
                  <a:lnTo>
                    <a:pt x="200168" y="18049"/>
                  </a:lnTo>
                  <a:lnTo>
                    <a:pt x="201181" y="17727"/>
                  </a:lnTo>
                  <a:lnTo>
                    <a:pt x="202193" y="17406"/>
                  </a:lnTo>
                  <a:lnTo>
                    <a:pt x="203206" y="17083"/>
                  </a:lnTo>
                  <a:lnTo>
                    <a:pt x="204218" y="16760"/>
                  </a:lnTo>
                  <a:lnTo>
                    <a:pt x="205231" y="16437"/>
                  </a:lnTo>
                  <a:lnTo>
                    <a:pt x="206243" y="16113"/>
                  </a:lnTo>
                  <a:lnTo>
                    <a:pt x="207255" y="15789"/>
                  </a:lnTo>
                  <a:lnTo>
                    <a:pt x="208267" y="15464"/>
                  </a:lnTo>
                  <a:lnTo>
                    <a:pt x="209278" y="15139"/>
                  </a:lnTo>
                  <a:lnTo>
                    <a:pt x="210290" y="14813"/>
                  </a:lnTo>
                  <a:lnTo>
                    <a:pt x="211301" y="14487"/>
                  </a:lnTo>
                  <a:lnTo>
                    <a:pt x="212312" y="14160"/>
                  </a:lnTo>
                  <a:lnTo>
                    <a:pt x="213323" y="13833"/>
                  </a:lnTo>
                  <a:lnTo>
                    <a:pt x="214334" y="13505"/>
                  </a:lnTo>
                  <a:lnTo>
                    <a:pt x="215345" y="13177"/>
                  </a:lnTo>
                  <a:lnTo>
                    <a:pt x="216355" y="12848"/>
                  </a:lnTo>
                  <a:lnTo>
                    <a:pt x="217366" y="12519"/>
                  </a:lnTo>
                  <a:lnTo>
                    <a:pt x="218376" y="12189"/>
                  </a:lnTo>
                  <a:lnTo>
                    <a:pt x="219386" y="11859"/>
                  </a:lnTo>
                  <a:lnTo>
                    <a:pt x="220396" y="11529"/>
                  </a:lnTo>
                  <a:lnTo>
                    <a:pt x="221406" y="11197"/>
                  </a:lnTo>
                  <a:lnTo>
                    <a:pt x="222415" y="10866"/>
                  </a:lnTo>
                  <a:lnTo>
                    <a:pt x="223425" y="10534"/>
                  </a:lnTo>
                  <a:lnTo>
                    <a:pt x="224434" y="10201"/>
                  </a:lnTo>
                  <a:lnTo>
                    <a:pt x="225443" y="9868"/>
                  </a:lnTo>
                  <a:lnTo>
                    <a:pt x="226452" y="9535"/>
                  </a:lnTo>
                  <a:lnTo>
                    <a:pt x="227461" y="9201"/>
                  </a:lnTo>
                  <a:lnTo>
                    <a:pt x="228469" y="8866"/>
                  </a:lnTo>
                  <a:lnTo>
                    <a:pt x="229478" y="8531"/>
                  </a:lnTo>
                  <a:lnTo>
                    <a:pt x="230486" y="8196"/>
                  </a:lnTo>
                  <a:lnTo>
                    <a:pt x="231494" y="7860"/>
                  </a:lnTo>
                  <a:lnTo>
                    <a:pt x="232502" y="7523"/>
                  </a:lnTo>
                  <a:lnTo>
                    <a:pt x="233510" y="7186"/>
                  </a:lnTo>
                  <a:lnTo>
                    <a:pt x="234518" y="6849"/>
                  </a:lnTo>
                  <a:lnTo>
                    <a:pt x="235525" y="6511"/>
                  </a:lnTo>
                  <a:lnTo>
                    <a:pt x="236533" y="6173"/>
                  </a:lnTo>
                  <a:lnTo>
                    <a:pt x="237540" y="5834"/>
                  </a:lnTo>
                  <a:lnTo>
                    <a:pt x="238547" y="5495"/>
                  </a:lnTo>
                  <a:lnTo>
                    <a:pt x="239554" y="5155"/>
                  </a:lnTo>
                  <a:lnTo>
                    <a:pt x="240561" y="4814"/>
                  </a:lnTo>
                  <a:lnTo>
                    <a:pt x="241567" y="4474"/>
                  </a:lnTo>
                  <a:lnTo>
                    <a:pt x="242573" y="4132"/>
                  </a:lnTo>
                  <a:lnTo>
                    <a:pt x="243580" y="3791"/>
                  </a:lnTo>
                  <a:lnTo>
                    <a:pt x="244586" y="3448"/>
                  </a:lnTo>
                  <a:lnTo>
                    <a:pt x="245592" y="3106"/>
                  </a:lnTo>
                  <a:lnTo>
                    <a:pt x="246597" y="2762"/>
                  </a:lnTo>
                  <a:lnTo>
                    <a:pt x="247603" y="2419"/>
                  </a:lnTo>
                  <a:lnTo>
                    <a:pt x="248608" y="2075"/>
                  </a:lnTo>
                  <a:lnTo>
                    <a:pt x="249613" y="1730"/>
                  </a:lnTo>
                  <a:lnTo>
                    <a:pt x="250618" y="1385"/>
                  </a:lnTo>
                  <a:lnTo>
                    <a:pt x="251623" y="1039"/>
                  </a:lnTo>
                  <a:lnTo>
                    <a:pt x="252628" y="693"/>
                  </a:lnTo>
                  <a:lnTo>
                    <a:pt x="253633" y="347"/>
                  </a:lnTo>
                  <a:lnTo>
                    <a:pt x="254637" y="0"/>
                  </a:lnTo>
                </a:path>
              </a:pathLst>
            </a:custGeom>
            <a:ln w="83820" cap="rnd">
              <a:solidFill>
                <a:srgbClr val="13D7E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4" name="pl7174"/>
            <p:cNvSpPr/>
            <p:nvPr/>
          </p:nvSpPr>
          <p:spPr>
            <a:xfrm>
              <a:off x="6572949" y="5557836"/>
              <a:ext cx="259078" cy="72590"/>
            </a:xfrm>
            <a:custGeom>
              <a:avLst/>
              <a:pathLst>
                <a:path w="259078" h="72590">
                  <a:moveTo>
                    <a:pt x="0" y="72590"/>
                  </a:moveTo>
                  <a:lnTo>
                    <a:pt x="1056" y="72361"/>
                  </a:lnTo>
                  <a:lnTo>
                    <a:pt x="2113" y="72131"/>
                  </a:lnTo>
                  <a:lnTo>
                    <a:pt x="3169" y="71901"/>
                  </a:lnTo>
                  <a:lnTo>
                    <a:pt x="4225" y="71670"/>
                  </a:lnTo>
                  <a:lnTo>
                    <a:pt x="5281" y="71439"/>
                  </a:lnTo>
                  <a:lnTo>
                    <a:pt x="6337" y="71207"/>
                  </a:lnTo>
                  <a:lnTo>
                    <a:pt x="7393" y="70975"/>
                  </a:lnTo>
                  <a:lnTo>
                    <a:pt x="8449" y="70742"/>
                  </a:lnTo>
                  <a:lnTo>
                    <a:pt x="9505" y="70508"/>
                  </a:lnTo>
                  <a:lnTo>
                    <a:pt x="10561" y="70275"/>
                  </a:lnTo>
                  <a:lnTo>
                    <a:pt x="11616" y="70040"/>
                  </a:lnTo>
                  <a:lnTo>
                    <a:pt x="12671" y="69805"/>
                  </a:lnTo>
                  <a:lnTo>
                    <a:pt x="13727" y="69570"/>
                  </a:lnTo>
                  <a:lnTo>
                    <a:pt x="14782" y="69334"/>
                  </a:lnTo>
                  <a:lnTo>
                    <a:pt x="15837" y="69098"/>
                  </a:lnTo>
                  <a:lnTo>
                    <a:pt x="16892" y="68861"/>
                  </a:lnTo>
                  <a:lnTo>
                    <a:pt x="17947" y="68624"/>
                  </a:lnTo>
                  <a:lnTo>
                    <a:pt x="19001" y="68386"/>
                  </a:lnTo>
                  <a:lnTo>
                    <a:pt x="20056" y="68147"/>
                  </a:lnTo>
                  <a:lnTo>
                    <a:pt x="21110" y="67909"/>
                  </a:lnTo>
                  <a:lnTo>
                    <a:pt x="22165" y="67669"/>
                  </a:lnTo>
                  <a:lnTo>
                    <a:pt x="23219" y="67429"/>
                  </a:lnTo>
                  <a:lnTo>
                    <a:pt x="24273" y="67189"/>
                  </a:lnTo>
                  <a:lnTo>
                    <a:pt x="25327" y="66948"/>
                  </a:lnTo>
                  <a:lnTo>
                    <a:pt x="26381" y="66707"/>
                  </a:lnTo>
                  <a:lnTo>
                    <a:pt x="27435" y="66465"/>
                  </a:lnTo>
                  <a:lnTo>
                    <a:pt x="28488" y="66222"/>
                  </a:lnTo>
                  <a:lnTo>
                    <a:pt x="29542" y="65979"/>
                  </a:lnTo>
                  <a:lnTo>
                    <a:pt x="30595" y="65736"/>
                  </a:lnTo>
                  <a:lnTo>
                    <a:pt x="31649" y="65492"/>
                  </a:lnTo>
                  <a:lnTo>
                    <a:pt x="32702" y="65247"/>
                  </a:lnTo>
                  <a:lnTo>
                    <a:pt x="33755" y="65002"/>
                  </a:lnTo>
                  <a:lnTo>
                    <a:pt x="34808" y="64757"/>
                  </a:lnTo>
                  <a:lnTo>
                    <a:pt x="35861" y="64511"/>
                  </a:lnTo>
                  <a:lnTo>
                    <a:pt x="36914" y="64265"/>
                  </a:lnTo>
                  <a:lnTo>
                    <a:pt x="37966" y="64018"/>
                  </a:lnTo>
                  <a:lnTo>
                    <a:pt x="39019" y="63770"/>
                  </a:lnTo>
                  <a:lnTo>
                    <a:pt x="40071" y="63522"/>
                  </a:lnTo>
                  <a:lnTo>
                    <a:pt x="41123" y="63274"/>
                  </a:lnTo>
                  <a:lnTo>
                    <a:pt x="42175" y="63025"/>
                  </a:lnTo>
                  <a:lnTo>
                    <a:pt x="43227" y="62775"/>
                  </a:lnTo>
                  <a:lnTo>
                    <a:pt x="44279" y="62525"/>
                  </a:lnTo>
                  <a:lnTo>
                    <a:pt x="45331" y="62275"/>
                  </a:lnTo>
                  <a:lnTo>
                    <a:pt x="46383" y="62024"/>
                  </a:lnTo>
                  <a:lnTo>
                    <a:pt x="47434" y="61772"/>
                  </a:lnTo>
                  <a:lnTo>
                    <a:pt x="48486" y="61520"/>
                  </a:lnTo>
                  <a:lnTo>
                    <a:pt x="49537" y="61268"/>
                  </a:lnTo>
                  <a:lnTo>
                    <a:pt x="50588" y="61015"/>
                  </a:lnTo>
                  <a:lnTo>
                    <a:pt x="51639" y="60761"/>
                  </a:lnTo>
                  <a:lnTo>
                    <a:pt x="52690" y="60507"/>
                  </a:lnTo>
                  <a:lnTo>
                    <a:pt x="53741" y="60252"/>
                  </a:lnTo>
                  <a:lnTo>
                    <a:pt x="54791" y="59997"/>
                  </a:lnTo>
                  <a:lnTo>
                    <a:pt x="55842" y="59742"/>
                  </a:lnTo>
                  <a:lnTo>
                    <a:pt x="56892" y="59486"/>
                  </a:lnTo>
                  <a:lnTo>
                    <a:pt x="57943" y="59229"/>
                  </a:lnTo>
                  <a:lnTo>
                    <a:pt x="58993" y="58972"/>
                  </a:lnTo>
                  <a:lnTo>
                    <a:pt x="60043" y="58715"/>
                  </a:lnTo>
                  <a:lnTo>
                    <a:pt x="61093" y="58456"/>
                  </a:lnTo>
                  <a:lnTo>
                    <a:pt x="62143" y="58198"/>
                  </a:lnTo>
                  <a:lnTo>
                    <a:pt x="63192" y="57939"/>
                  </a:lnTo>
                  <a:lnTo>
                    <a:pt x="64242" y="57679"/>
                  </a:lnTo>
                  <a:lnTo>
                    <a:pt x="65291" y="57419"/>
                  </a:lnTo>
                  <a:lnTo>
                    <a:pt x="66341" y="57159"/>
                  </a:lnTo>
                  <a:lnTo>
                    <a:pt x="67390" y="56897"/>
                  </a:lnTo>
                  <a:lnTo>
                    <a:pt x="68439" y="56636"/>
                  </a:lnTo>
                  <a:lnTo>
                    <a:pt x="69488" y="56374"/>
                  </a:lnTo>
                  <a:lnTo>
                    <a:pt x="70537" y="56111"/>
                  </a:lnTo>
                  <a:lnTo>
                    <a:pt x="71585" y="55848"/>
                  </a:lnTo>
                  <a:lnTo>
                    <a:pt x="72634" y="55584"/>
                  </a:lnTo>
                  <a:lnTo>
                    <a:pt x="73682" y="55320"/>
                  </a:lnTo>
                  <a:lnTo>
                    <a:pt x="74731" y="55056"/>
                  </a:lnTo>
                  <a:lnTo>
                    <a:pt x="75779" y="54791"/>
                  </a:lnTo>
                  <a:lnTo>
                    <a:pt x="76827" y="54525"/>
                  </a:lnTo>
                  <a:lnTo>
                    <a:pt x="77875" y="54259"/>
                  </a:lnTo>
                  <a:lnTo>
                    <a:pt x="78923" y="53992"/>
                  </a:lnTo>
                  <a:lnTo>
                    <a:pt x="79970" y="53725"/>
                  </a:lnTo>
                  <a:lnTo>
                    <a:pt x="81018" y="53457"/>
                  </a:lnTo>
                  <a:lnTo>
                    <a:pt x="82065" y="53189"/>
                  </a:lnTo>
                  <a:lnTo>
                    <a:pt x="83113" y="52921"/>
                  </a:lnTo>
                  <a:lnTo>
                    <a:pt x="84160" y="52651"/>
                  </a:lnTo>
                  <a:lnTo>
                    <a:pt x="85207" y="52382"/>
                  </a:lnTo>
                  <a:lnTo>
                    <a:pt x="86254" y="52112"/>
                  </a:lnTo>
                  <a:lnTo>
                    <a:pt x="87300" y="51841"/>
                  </a:lnTo>
                  <a:lnTo>
                    <a:pt x="88347" y="51570"/>
                  </a:lnTo>
                  <a:lnTo>
                    <a:pt x="89394" y="51298"/>
                  </a:lnTo>
                  <a:lnTo>
                    <a:pt x="90440" y="51026"/>
                  </a:lnTo>
                  <a:lnTo>
                    <a:pt x="91486" y="50753"/>
                  </a:lnTo>
                  <a:lnTo>
                    <a:pt x="92532" y="50480"/>
                  </a:lnTo>
                  <a:lnTo>
                    <a:pt x="93578" y="50206"/>
                  </a:lnTo>
                  <a:lnTo>
                    <a:pt x="94624" y="49932"/>
                  </a:lnTo>
                  <a:lnTo>
                    <a:pt x="95670" y="49658"/>
                  </a:lnTo>
                  <a:lnTo>
                    <a:pt x="96715" y="49382"/>
                  </a:lnTo>
                  <a:lnTo>
                    <a:pt x="97761" y="49107"/>
                  </a:lnTo>
                  <a:lnTo>
                    <a:pt x="98806" y="48831"/>
                  </a:lnTo>
                  <a:lnTo>
                    <a:pt x="99851" y="48554"/>
                  </a:lnTo>
                  <a:lnTo>
                    <a:pt x="100897" y="48277"/>
                  </a:lnTo>
                  <a:lnTo>
                    <a:pt x="101941" y="47999"/>
                  </a:lnTo>
                  <a:lnTo>
                    <a:pt x="102986" y="47721"/>
                  </a:lnTo>
                  <a:lnTo>
                    <a:pt x="104031" y="47442"/>
                  </a:lnTo>
                  <a:lnTo>
                    <a:pt x="105075" y="47163"/>
                  </a:lnTo>
                  <a:lnTo>
                    <a:pt x="106120" y="46883"/>
                  </a:lnTo>
                  <a:lnTo>
                    <a:pt x="107164" y="46603"/>
                  </a:lnTo>
                  <a:lnTo>
                    <a:pt x="108208" y="46322"/>
                  </a:lnTo>
                  <a:lnTo>
                    <a:pt x="109252" y="46041"/>
                  </a:lnTo>
                  <a:lnTo>
                    <a:pt x="110296" y="45760"/>
                  </a:lnTo>
                  <a:lnTo>
                    <a:pt x="111340" y="45477"/>
                  </a:lnTo>
                  <a:lnTo>
                    <a:pt x="112383" y="45195"/>
                  </a:lnTo>
                  <a:lnTo>
                    <a:pt x="113427" y="44911"/>
                  </a:lnTo>
                  <a:lnTo>
                    <a:pt x="114470" y="44628"/>
                  </a:lnTo>
                  <a:lnTo>
                    <a:pt x="115513" y="44344"/>
                  </a:lnTo>
                  <a:lnTo>
                    <a:pt x="116556" y="44059"/>
                  </a:lnTo>
                  <a:lnTo>
                    <a:pt x="117599" y="43774"/>
                  </a:lnTo>
                  <a:lnTo>
                    <a:pt x="118642" y="43488"/>
                  </a:lnTo>
                  <a:lnTo>
                    <a:pt x="119685" y="43202"/>
                  </a:lnTo>
                  <a:lnTo>
                    <a:pt x="120727" y="42915"/>
                  </a:lnTo>
                  <a:lnTo>
                    <a:pt x="121769" y="42628"/>
                  </a:lnTo>
                  <a:lnTo>
                    <a:pt x="122812" y="42340"/>
                  </a:lnTo>
                  <a:lnTo>
                    <a:pt x="123854" y="42052"/>
                  </a:lnTo>
                  <a:lnTo>
                    <a:pt x="124896" y="41763"/>
                  </a:lnTo>
                  <a:lnTo>
                    <a:pt x="125937" y="41474"/>
                  </a:lnTo>
                  <a:lnTo>
                    <a:pt x="126979" y="41184"/>
                  </a:lnTo>
                  <a:lnTo>
                    <a:pt x="128021" y="40894"/>
                  </a:lnTo>
                  <a:lnTo>
                    <a:pt x="129062" y="40603"/>
                  </a:lnTo>
                  <a:lnTo>
                    <a:pt x="130103" y="40312"/>
                  </a:lnTo>
                  <a:lnTo>
                    <a:pt x="131144" y="40021"/>
                  </a:lnTo>
                  <a:lnTo>
                    <a:pt x="132185" y="39728"/>
                  </a:lnTo>
                  <a:lnTo>
                    <a:pt x="133226" y="39436"/>
                  </a:lnTo>
                  <a:lnTo>
                    <a:pt x="134267" y="39142"/>
                  </a:lnTo>
                  <a:lnTo>
                    <a:pt x="135307" y="38849"/>
                  </a:lnTo>
                  <a:lnTo>
                    <a:pt x="136348" y="38555"/>
                  </a:lnTo>
                  <a:lnTo>
                    <a:pt x="137388" y="38260"/>
                  </a:lnTo>
                  <a:lnTo>
                    <a:pt x="138428" y="37965"/>
                  </a:lnTo>
                  <a:lnTo>
                    <a:pt x="139468" y="37669"/>
                  </a:lnTo>
                  <a:lnTo>
                    <a:pt x="140508" y="37373"/>
                  </a:lnTo>
                  <a:lnTo>
                    <a:pt x="141547" y="37076"/>
                  </a:lnTo>
                  <a:lnTo>
                    <a:pt x="142587" y="36779"/>
                  </a:lnTo>
                  <a:lnTo>
                    <a:pt x="143626" y="36481"/>
                  </a:lnTo>
                  <a:lnTo>
                    <a:pt x="144666" y="36183"/>
                  </a:lnTo>
                  <a:lnTo>
                    <a:pt x="145705" y="35884"/>
                  </a:lnTo>
                  <a:lnTo>
                    <a:pt x="146744" y="35585"/>
                  </a:lnTo>
                  <a:lnTo>
                    <a:pt x="147783" y="35285"/>
                  </a:lnTo>
                  <a:lnTo>
                    <a:pt x="148821" y="34985"/>
                  </a:lnTo>
                  <a:lnTo>
                    <a:pt x="149860" y="34685"/>
                  </a:lnTo>
                  <a:lnTo>
                    <a:pt x="150898" y="34383"/>
                  </a:lnTo>
                  <a:lnTo>
                    <a:pt x="151936" y="34082"/>
                  </a:lnTo>
                  <a:lnTo>
                    <a:pt x="152975" y="33779"/>
                  </a:lnTo>
                  <a:lnTo>
                    <a:pt x="154012" y="33477"/>
                  </a:lnTo>
                  <a:lnTo>
                    <a:pt x="155050" y="33174"/>
                  </a:lnTo>
                  <a:lnTo>
                    <a:pt x="156088" y="32870"/>
                  </a:lnTo>
                  <a:lnTo>
                    <a:pt x="157125" y="32566"/>
                  </a:lnTo>
                  <a:lnTo>
                    <a:pt x="158163" y="32261"/>
                  </a:lnTo>
                  <a:lnTo>
                    <a:pt x="159200" y="31956"/>
                  </a:lnTo>
                  <a:lnTo>
                    <a:pt x="160237" y="31650"/>
                  </a:lnTo>
                  <a:lnTo>
                    <a:pt x="161274" y="31344"/>
                  </a:lnTo>
                  <a:lnTo>
                    <a:pt x="162311" y="31037"/>
                  </a:lnTo>
                  <a:lnTo>
                    <a:pt x="163348" y="30730"/>
                  </a:lnTo>
                  <a:lnTo>
                    <a:pt x="164384" y="30423"/>
                  </a:lnTo>
                  <a:lnTo>
                    <a:pt x="165420" y="30114"/>
                  </a:lnTo>
                  <a:lnTo>
                    <a:pt x="166457" y="29806"/>
                  </a:lnTo>
                  <a:lnTo>
                    <a:pt x="167493" y="29497"/>
                  </a:lnTo>
                  <a:lnTo>
                    <a:pt x="168529" y="29187"/>
                  </a:lnTo>
                  <a:lnTo>
                    <a:pt x="169564" y="28877"/>
                  </a:lnTo>
                  <a:lnTo>
                    <a:pt x="170600" y="28566"/>
                  </a:lnTo>
                  <a:lnTo>
                    <a:pt x="171635" y="28255"/>
                  </a:lnTo>
                  <a:lnTo>
                    <a:pt x="172671" y="27943"/>
                  </a:lnTo>
                  <a:lnTo>
                    <a:pt x="173706" y="27631"/>
                  </a:lnTo>
                  <a:lnTo>
                    <a:pt x="174741" y="27319"/>
                  </a:lnTo>
                  <a:lnTo>
                    <a:pt x="175776" y="27006"/>
                  </a:lnTo>
                  <a:lnTo>
                    <a:pt x="176810" y="26692"/>
                  </a:lnTo>
                  <a:lnTo>
                    <a:pt x="177845" y="26378"/>
                  </a:lnTo>
                  <a:lnTo>
                    <a:pt x="178879" y="26063"/>
                  </a:lnTo>
                  <a:lnTo>
                    <a:pt x="179914" y="25748"/>
                  </a:lnTo>
                  <a:lnTo>
                    <a:pt x="180948" y="25432"/>
                  </a:lnTo>
                  <a:lnTo>
                    <a:pt x="181982" y="25116"/>
                  </a:lnTo>
                  <a:lnTo>
                    <a:pt x="183015" y="24800"/>
                  </a:lnTo>
                  <a:lnTo>
                    <a:pt x="184049" y="24483"/>
                  </a:lnTo>
                  <a:lnTo>
                    <a:pt x="185083" y="24165"/>
                  </a:lnTo>
                  <a:lnTo>
                    <a:pt x="186116" y="23847"/>
                  </a:lnTo>
                  <a:lnTo>
                    <a:pt x="187149" y="23528"/>
                  </a:lnTo>
                  <a:lnTo>
                    <a:pt x="188182" y="23209"/>
                  </a:lnTo>
                  <a:lnTo>
                    <a:pt x="189215" y="22890"/>
                  </a:lnTo>
                  <a:lnTo>
                    <a:pt x="190248" y="22570"/>
                  </a:lnTo>
                  <a:lnTo>
                    <a:pt x="191280" y="22249"/>
                  </a:lnTo>
                  <a:lnTo>
                    <a:pt x="192313" y="21928"/>
                  </a:lnTo>
                  <a:lnTo>
                    <a:pt x="193345" y="21606"/>
                  </a:lnTo>
                  <a:lnTo>
                    <a:pt x="194377" y="21284"/>
                  </a:lnTo>
                  <a:lnTo>
                    <a:pt x="195409" y="20962"/>
                  </a:lnTo>
                  <a:lnTo>
                    <a:pt x="196441" y="20639"/>
                  </a:lnTo>
                  <a:lnTo>
                    <a:pt x="197472" y="20315"/>
                  </a:lnTo>
                  <a:lnTo>
                    <a:pt x="198504" y="19991"/>
                  </a:lnTo>
                  <a:lnTo>
                    <a:pt x="199535" y="19667"/>
                  </a:lnTo>
                  <a:lnTo>
                    <a:pt x="200566" y="19342"/>
                  </a:lnTo>
                  <a:lnTo>
                    <a:pt x="201598" y="19016"/>
                  </a:lnTo>
                  <a:lnTo>
                    <a:pt x="202628" y="18690"/>
                  </a:lnTo>
                  <a:lnTo>
                    <a:pt x="203659" y="18364"/>
                  </a:lnTo>
                  <a:lnTo>
                    <a:pt x="204690" y="18037"/>
                  </a:lnTo>
                  <a:lnTo>
                    <a:pt x="205720" y="17709"/>
                  </a:lnTo>
                  <a:lnTo>
                    <a:pt x="206750" y="17381"/>
                  </a:lnTo>
                  <a:lnTo>
                    <a:pt x="207780" y="17053"/>
                  </a:lnTo>
                  <a:lnTo>
                    <a:pt x="208810" y="16724"/>
                  </a:lnTo>
                  <a:lnTo>
                    <a:pt x="209840" y="16394"/>
                  </a:lnTo>
                  <a:lnTo>
                    <a:pt x="210870" y="16064"/>
                  </a:lnTo>
                  <a:lnTo>
                    <a:pt x="211899" y="15734"/>
                  </a:lnTo>
                  <a:lnTo>
                    <a:pt x="212928" y="15403"/>
                  </a:lnTo>
                  <a:lnTo>
                    <a:pt x="213958" y="15071"/>
                  </a:lnTo>
                  <a:lnTo>
                    <a:pt x="214986" y="14739"/>
                  </a:lnTo>
                  <a:lnTo>
                    <a:pt x="216015" y="14407"/>
                  </a:lnTo>
                  <a:lnTo>
                    <a:pt x="217044" y="14074"/>
                  </a:lnTo>
                  <a:lnTo>
                    <a:pt x="218072" y="13741"/>
                  </a:lnTo>
                  <a:lnTo>
                    <a:pt x="219101" y="13407"/>
                  </a:lnTo>
                  <a:lnTo>
                    <a:pt x="220129" y="13072"/>
                  </a:lnTo>
                  <a:lnTo>
                    <a:pt x="221157" y="12737"/>
                  </a:lnTo>
                  <a:lnTo>
                    <a:pt x="222185" y="12402"/>
                  </a:lnTo>
                  <a:lnTo>
                    <a:pt x="223213" y="12066"/>
                  </a:lnTo>
                  <a:lnTo>
                    <a:pt x="224240" y="11730"/>
                  </a:lnTo>
                  <a:lnTo>
                    <a:pt x="225267" y="11393"/>
                  </a:lnTo>
                  <a:lnTo>
                    <a:pt x="226295" y="11055"/>
                  </a:lnTo>
                  <a:lnTo>
                    <a:pt x="227322" y="10718"/>
                  </a:lnTo>
                  <a:lnTo>
                    <a:pt x="228349" y="10379"/>
                  </a:lnTo>
                  <a:lnTo>
                    <a:pt x="229375" y="10040"/>
                  </a:lnTo>
                  <a:lnTo>
                    <a:pt x="230402" y="9701"/>
                  </a:lnTo>
                  <a:lnTo>
                    <a:pt x="231428" y="9361"/>
                  </a:lnTo>
                  <a:lnTo>
                    <a:pt x="232454" y="9021"/>
                  </a:lnTo>
                  <a:lnTo>
                    <a:pt x="233480" y="8680"/>
                  </a:lnTo>
                  <a:lnTo>
                    <a:pt x="234506" y="8339"/>
                  </a:lnTo>
                  <a:lnTo>
                    <a:pt x="235532" y="7997"/>
                  </a:lnTo>
                  <a:lnTo>
                    <a:pt x="236558" y="7655"/>
                  </a:lnTo>
                  <a:lnTo>
                    <a:pt x="237583" y="7312"/>
                  </a:lnTo>
                  <a:lnTo>
                    <a:pt x="238608" y="6968"/>
                  </a:lnTo>
                  <a:lnTo>
                    <a:pt x="239633" y="6625"/>
                  </a:lnTo>
                  <a:lnTo>
                    <a:pt x="240658" y="6280"/>
                  </a:lnTo>
                  <a:lnTo>
                    <a:pt x="241683" y="5936"/>
                  </a:lnTo>
                  <a:lnTo>
                    <a:pt x="242708" y="5590"/>
                  </a:lnTo>
                  <a:lnTo>
                    <a:pt x="243732" y="5245"/>
                  </a:lnTo>
                  <a:lnTo>
                    <a:pt x="244756" y="4898"/>
                  </a:lnTo>
                  <a:lnTo>
                    <a:pt x="245780" y="4552"/>
                  </a:lnTo>
                  <a:lnTo>
                    <a:pt x="246804" y="4204"/>
                  </a:lnTo>
                  <a:lnTo>
                    <a:pt x="247828" y="3857"/>
                  </a:lnTo>
                  <a:lnTo>
                    <a:pt x="248852" y="3509"/>
                  </a:lnTo>
                  <a:lnTo>
                    <a:pt x="249875" y="3160"/>
                  </a:lnTo>
                  <a:lnTo>
                    <a:pt x="250898" y="2811"/>
                  </a:lnTo>
                  <a:lnTo>
                    <a:pt x="251921" y="2461"/>
                  </a:lnTo>
                  <a:lnTo>
                    <a:pt x="252944" y="2111"/>
                  </a:lnTo>
                  <a:lnTo>
                    <a:pt x="253967" y="1760"/>
                  </a:lnTo>
                  <a:lnTo>
                    <a:pt x="254990" y="1409"/>
                  </a:lnTo>
                  <a:lnTo>
                    <a:pt x="256012" y="1057"/>
                  </a:lnTo>
                  <a:lnTo>
                    <a:pt x="257034" y="705"/>
                  </a:lnTo>
                  <a:lnTo>
                    <a:pt x="258056" y="353"/>
                  </a:lnTo>
                  <a:lnTo>
                    <a:pt x="259078" y="0"/>
                  </a:lnTo>
                </a:path>
              </a:pathLst>
            </a:custGeom>
            <a:ln w="22859" cap="rnd">
              <a:solidFill>
                <a:srgbClr val="13D7E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5" name="pl7175"/>
            <p:cNvSpPr/>
            <p:nvPr/>
          </p:nvSpPr>
          <p:spPr>
            <a:xfrm>
              <a:off x="7634369" y="4789209"/>
              <a:ext cx="208266" cy="231766"/>
            </a:xfrm>
            <a:custGeom>
              <a:avLst/>
              <a:pathLst>
                <a:path w="208266" h="231766">
                  <a:moveTo>
                    <a:pt x="0" y="231766"/>
                  </a:moveTo>
                  <a:lnTo>
                    <a:pt x="900" y="230896"/>
                  </a:lnTo>
                  <a:lnTo>
                    <a:pt x="1800" y="230025"/>
                  </a:lnTo>
                  <a:lnTo>
                    <a:pt x="2699" y="229153"/>
                  </a:lnTo>
                  <a:lnTo>
                    <a:pt x="3598" y="228281"/>
                  </a:lnTo>
                  <a:lnTo>
                    <a:pt x="4496" y="227408"/>
                  </a:lnTo>
                  <a:lnTo>
                    <a:pt x="5394" y="226535"/>
                  </a:lnTo>
                  <a:lnTo>
                    <a:pt x="6291" y="225661"/>
                  </a:lnTo>
                  <a:lnTo>
                    <a:pt x="7188" y="224787"/>
                  </a:lnTo>
                  <a:lnTo>
                    <a:pt x="8085" y="223913"/>
                  </a:lnTo>
                  <a:lnTo>
                    <a:pt x="8981" y="223037"/>
                  </a:lnTo>
                  <a:lnTo>
                    <a:pt x="9876" y="222162"/>
                  </a:lnTo>
                  <a:lnTo>
                    <a:pt x="10771" y="221286"/>
                  </a:lnTo>
                  <a:lnTo>
                    <a:pt x="11665" y="220409"/>
                  </a:lnTo>
                  <a:lnTo>
                    <a:pt x="12559" y="219532"/>
                  </a:lnTo>
                  <a:lnTo>
                    <a:pt x="13453" y="218654"/>
                  </a:lnTo>
                  <a:lnTo>
                    <a:pt x="14346" y="217776"/>
                  </a:lnTo>
                  <a:lnTo>
                    <a:pt x="15238" y="216897"/>
                  </a:lnTo>
                  <a:lnTo>
                    <a:pt x="16130" y="216018"/>
                  </a:lnTo>
                  <a:lnTo>
                    <a:pt x="17021" y="215138"/>
                  </a:lnTo>
                  <a:lnTo>
                    <a:pt x="17912" y="214258"/>
                  </a:lnTo>
                  <a:lnTo>
                    <a:pt x="18803" y="213377"/>
                  </a:lnTo>
                  <a:lnTo>
                    <a:pt x="19693" y="212496"/>
                  </a:lnTo>
                  <a:lnTo>
                    <a:pt x="20582" y="211614"/>
                  </a:lnTo>
                  <a:lnTo>
                    <a:pt x="21471" y="210732"/>
                  </a:lnTo>
                  <a:lnTo>
                    <a:pt x="22359" y="209849"/>
                  </a:lnTo>
                  <a:lnTo>
                    <a:pt x="23247" y="208966"/>
                  </a:lnTo>
                  <a:lnTo>
                    <a:pt x="24135" y="208082"/>
                  </a:lnTo>
                  <a:lnTo>
                    <a:pt x="25022" y="207198"/>
                  </a:lnTo>
                  <a:lnTo>
                    <a:pt x="25908" y="206313"/>
                  </a:lnTo>
                  <a:lnTo>
                    <a:pt x="26794" y="205428"/>
                  </a:lnTo>
                  <a:lnTo>
                    <a:pt x="27680" y="204542"/>
                  </a:lnTo>
                  <a:lnTo>
                    <a:pt x="28564" y="203656"/>
                  </a:lnTo>
                  <a:lnTo>
                    <a:pt x="29449" y="202769"/>
                  </a:lnTo>
                  <a:lnTo>
                    <a:pt x="30333" y="201882"/>
                  </a:lnTo>
                  <a:lnTo>
                    <a:pt x="31216" y="200994"/>
                  </a:lnTo>
                  <a:lnTo>
                    <a:pt x="32099" y="200106"/>
                  </a:lnTo>
                  <a:lnTo>
                    <a:pt x="32982" y="199217"/>
                  </a:lnTo>
                  <a:lnTo>
                    <a:pt x="33864" y="198328"/>
                  </a:lnTo>
                  <a:lnTo>
                    <a:pt x="34745" y="197438"/>
                  </a:lnTo>
                  <a:lnTo>
                    <a:pt x="35626" y="196548"/>
                  </a:lnTo>
                  <a:lnTo>
                    <a:pt x="36506" y="195657"/>
                  </a:lnTo>
                  <a:lnTo>
                    <a:pt x="37386" y="194766"/>
                  </a:lnTo>
                  <a:lnTo>
                    <a:pt x="38266" y="193874"/>
                  </a:lnTo>
                  <a:lnTo>
                    <a:pt x="39144" y="192982"/>
                  </a:lnTo>
                  <a:lnTo>
                    <a:pt x="40023" y="192089"/>
                  </a:lnTo>
                  <a:lnTo>
                    <a:pt x="40901" y="191196"/>
                  </a:lnTo>
                  <a:lnTo>
                    <a:pt x="41778" y="190302"/>
                  </a:lnTo>
                  <a:lnTo>
                    <a:pt x="42655" y="189408"/>
                  </a:lnTo>
                  <a:lnTo>
                    <a:pt x="43531" y="188513"/>
                  </a:lnTo>
                  <a:lnTo>
                    <a:pt x="44407" y="187618"/>
                  </a:lnTo>
                  <a:lnTo>
                    <a:pt x="45283" y="186722"/>
                  </a:lnTo>
                  <a:lnTo>
                    <a:pt x="46157" y="185826"/>
                  </a:lnTo>
                  <a:lnTo>
                    <a:pt x="47032" y="184930"/>
                  </a:lnTo>
                  <a:lnTo>
                    <a:pt x="47906" y="184032"/>
                  </a:lnTo>
                  <a:lnTo>
                    <a:pt x="48779" y="183135"/>
                  </a:lnTo>
                  <a:lnTo>
                    <a:pt x="49652" y="182236"/>
                  </a:lnTo>
                  <a:lnTo>
                    <a:pt x="50524" y="181338"/>
                  </a:lnTo>
                  <a:lnTo>
                    <a:pt x="51396" y="180439"/>
                  </a:lnTo>
                  <a:lnTo>
                    <a:pt x="52267" y="179539"/>
                  </a:lnTo>
                  <a:lnTo>
                    <a:pt x="53138" y="178639"/>
                  </a:lnTo>
                  <a:lnTo>
                    <a:pt x="54008" y="177738"/>
                  </a:lnTo>
                  <a:lnTo>
                    <a:pt x="54878" y="176837"/>
                  </a:lnTo>
                  <a:lnTo>
                    <a:pt x="55747" y="175935"/>
                  </a:lnTo>
                  <a:lnTo>
                    <a:pt x="56616" y="175033"/>
                  </a:lnTo>
                  <a:lnTo>
                    <a:pt x="57484" y="174131"/>
                  </a:lnTo>
                  <a:lnTo>
                    <a:pt x="58352" y="173228"/>
                  </a:lnTo>
                  <a:lnTo>
                    <a:pt x="59219" y="172324"/>
                  </a:lnTo>
                  <a:lnTo>
                    <a:pt x="60086" y="171420"/>
                  </a:lnTo>
                  <a:lnTo>
                    <a:pt x="60952" y="170515"/>
                  </a:lnTo>
                  <a:lnTo>
                    <a:pt x="61818" y="169610"/>
                  </a:lnTo>
                  <a:lnTo>
                    <a:pt x="62683" y="168705"/>
                  </a:lnTo>
                  <a:lnTo>
                    <a:pt x="63547" y="167799"/>
                  </a:lnTo>
                  <a:lnTo>
                    <a:pt x="64412" y="166892"/>
                  </a:lnTo>
                  <a:lnTo>
                    <a:pt x="65275" y="165985"/>
                  </a:lnTo>
                  <a:lnTo>
                    <a:pt x="66138" y="165078"/>
                  </a:lnTo>
                  <a:lnTo>
                    <a:pt x="67001" y="164170"/>
                  </a:lnTo>
                  <a:lnTo>
                    <a:pt x="67863" y="163261"/>
                  </a:lnTo>
                  <a:lnTo>
                    <a:pt x="68725" y="162352"/>
                  </a:lnTo>
                  <a:lnTo>
                    <a:pt x="69586" y="161443"/>
                  </a:lnTo>
                  <a:lnTo>
                    <a:pt x="70446" y="160533"/>
                  </a:lnTo>
                  <a:lnTo>
                    <a:pt x="71306" y="159622"/>
                  </a:lnTo>
                  <a:lnTo>
                    <a:pt x="72166" y="158711"/>
                  </a:lnTo>
                  <a:lnTo>
                    <a:pt x="73025" y="157800"/>
                  </a:lnTo>
                  <a:lnTo>
                    <a:pt x="73883" y="156888"/>
                  </a:lnTo>
                  <a:lnTo>
                    <a:pt x="74741" y="155976"/>
                  </a:lnTo>
                  <a:lnTo>
                    <a:pt x="75599" y="155063"/>
                  </a:lnTo>
                  <a:lnTo>
                    <a:pt x="76456" y="154149"/>
                  </a:lnTo>
                  <a:lnTo>
                    <a:pt x="77312" y="153236"/>
                  </a:lnTo>
                  <a:lnTo>
                    <a:pt x="78168" y="152321"/>
                  </a:lnTo>
                  <a:lnTo>
                    <a:pt x="79023" y="151406"/>
                  </a:lnTo>
                  <a:lnTo>
                    <a:pt x="79878" y="150491"/>
                  </a:lnTo>
                  <a:lnTo>
                    <a:pt x="80732" y="149575"/>
                  </a:lnTo>
                  <a:lnTo>
                    <a:pt x="81586" y="148659"/>
                  </a:lnTo>
                  <a:lnTo>
                    <a:pt x="82440" y="147742"/>
                  </a:lnTo>
                  <a:lnTo>
                    <a:pt x="83292" y="146825"/>
                  </a:lnTo>
                  <a:lnTo>
                    <a:pt x="84145" y="145907"/>
                  </a:lnTo>
                  <a:lnTo>
                    <a:pt x="84996" y="144989"/>
                  </a:lnTo>
                  <a:lnTo>
                    <a:pt x="85848" y="144071"/>
                  </a:lnTo>
                  <a:lnTo>
                    <a:pt x="86698" y="143151"/>
                  </a:lnTo>
                  <a:lnTo>
                    <a:pt x="87549" y="142232"/>
                  </a:lnTo>
                  <a:lnTo>
                    <a:pt x="88398" y="141312"/>
                  </a:lnTo>
                  <a:lnTo>
                    <a:pt x="89247" y="140391"/>
                  </a:lnTo>
                  <a:lnTo>
                    <a:pt x="90096" y="139470"/>
                  </a:lnTo>
                  <a:lnTo>
                    <a:pt x="90944" y="138548"/>
                  </a:lnTo>
                  <a:lnTo>
                    <a:pt x="91792" y="137626"/>
                  </a:lnTo>
                  <a:lnTo>
                    <a:pt x="92639" y="136704"/>
                  </a:lnTo>
                  <a:lnTo>
                    <a:pt x="93485" y="135781"/>
                  </a:lnTo>
                  <a:lnTo>
                    <a:pt x="94331" y="134857"/>
                  </a:lnTo>
                  <a:lnTo>
                    <a:pt x="95177" y="133934"/>
                  </a:lnTo>
                  <a:lnTo>
                    <a:pt x="96022" y="133009"/>
                  </a:lnTo>
                  <a:lnTo>
                    <a:pt x="96866" y="132084"/>
                  </a:lnTo>
                  <a:lnTo>
                    <a:pt x="97710" y="131159"/>
                  </a:lnTo>
                  <a:lnTo>
                    <a:pt x="98554" y="130233"/>
                  </a:lnTo>
                  <a:lnTo>
                    <a:pt x="99396" y="129307"/>
                  </a:lnTo>
                  <a:lnTo>
                    <a:pt x="100239" y="128380"/>
                  </a:lnTo>
                  <a:lnTo>
                    <a:pt x="101081" y="127453"/>
                  </a:lnTo>
                  <a:lnTo>
                    <a:pt x="101922" y="126525"/>
                  </a:lnTo>
                  <a:lnTo>
                    <a:pt x="102763" y="125597"/>
                  </a:lnTo>
                  <a:lnTo>
                    <a:pt x="103603" y="124668"/>
                  </a:lnTo>
                  <a:lnTo>
                    <a:pt x="104443" y="123739"/>
                  </a:lnTo>
                  <a:lnTo>
                    <a:pt x="105282" y="122809"/>
                  </a:lnTo>
                  <a:lnTo>
                    <a:pt x="106121" y="121879"/>
                  </a:lnTo>
                  <a:lnTo>
                    <a:pt x="106959" y="120948"/>
                  </a:lnTo>
                  <a:lnTo>
                    <a:pt x="107796" y="120017"/>
                  </a:lnTo>
                  <a:lnTo>
                    <a:pt x="108634" y="119086"/>
                  </a:lnTo>
                  <a:lnTo>
                    <a:pt x="109470" y="118154"/>
                  </a:lnTo>
                  <a:lnTo>
                    <a:pt x="110306" y="117221"/>
                  </a:lnTo>
                  <a:lnTo>
                    <a:pt x="111142" y="116288"/>
                  </a:lnTo>
                  <a:lnTo>
                    <a:pt x="111977" y="115355"/>
                  </a:lnTo>
                  <a:lnTo>
                    <a:pt x="112811" y="114421"/>
                  </a:lnTo>
                  <a:lnTo>
                    <a:pt x="113645" y="113486"/>
                  </a:lnTo>
                  <a:lnTo>
                    <a:pt x="114478" y="112551"/>
                  </a:lnTo>
                  <a:lnTo>
                    <a:pt x="115311" y="111616"/>
                  </a:lnTo>
                  <a:lnTo>
                    <a:pt x="116144" y="110680"/>
                  </a:lnTo>
                  <a:lnTo>
                    <a:pt x="116976" y="109744"/>
                  </a:lnTo>
                  <a:lnTo>
                    <a:pt x="117807" y="108807"/>
                  </a:lnTo>
                  <a:lnTo>
                    <a:pt x="118638" y="107870"/>
                  </a:lnTo>
                  <a:lnTo>
                    <a:pt x="119468" y="106932"/>
                  </a:lnTo>
                  <a:lnTo>
                    <a:pt x="120298" y="105994"/>
                  </a:lnTo>
                  <a:lnTo>
                    <a:pt x="121127" y="105056"/>
                  </a:lnTo>
                  <a:lnTo>
                    <a:pt x="121955" y="104116"/>
                  </a:lnTo>
                  <a:lnTo>
                    <a:pt x="122783" y="103177"/>
                  </a:lnTo>
                  <a:lnTo>
                    <a:pt x="123611" y="102237"/>
                  </a:lnTo>
                  <a:lnTo>
                    <a:pt x="124438" y="101296"/>
                  </a:lnTo>
                  <a:lnTo>
                    <a:pt x="125265" y="100355"/>
                  </a:lnTo>
                  <a:lnTo>
                    <a:pt x="126091" y="99414"/>
                  </a:lnTo>
                  <a:lnTo>
                    <a:pt x="126916" y="98472"/>
                  </a:lnTo>
                  <a:lnTo>
                    <a:pt x="127741" y="97530"/>
                  </a:lnTo>
                  <a:lnTo>
                    <a:pt x="128565" y="96587"/>
                  </a:lnTo>
                  <a:lnTo>
                    <a:pt x="129389" y="95644"/>
                  </a:lnTo>
                  <a:lnTo>
                    <a:pt x="130212" y="94700"/>
                  </a:lnTo>
                  <a:lnTo>
                    <a:pt x="131035" y="93755"/>
                  </a:lnTo>
                  <a:lnTo>
                    <a:pt x="131857" y="92811"/>
                  </a:lnTo>
                  <a:lnTo>
                    <a:pt x="132679" y="91866"/>
                  </a:lnTo>
                  <a:lnTo>
                    <a:pt x="133500" y="90920"/>
                  </a:lnTo>
                  <a:lnTo>
                    <a:pt x="134321" y="89974"/>
                  </a:lnTo>
                  <a:lnTo>
                    <a:pt x="135141" y="89027"/>
                  </a:lnTo>
                  <a:lnTo>
                    <a:pt x="135961" y="88080"/>
                  </a:lnTo>
                  <a:lnTo>
                    <a:pt x="136780" y="87133"/>
                  </a:lnTo>
                  <a:lnTo>
                    <a:pt x="137598" y="86185"/>
                  </a:lnTo>
                  <a:lnTo>
                    <a:pt x="138416" y="85236"/>
                  </a:lnTo>
                  <a:lnTo>
                    <a:pt x="139234" y="84288"/>
                  </a:lnTo>
                  <a:lnTo>
                    <a:pt x="140050" y="83338"/>
                  </a:lnTo>
                  <a:lnTo>
                    <a:pt x="140867" y="82388"/>
                  </a:lnTo>
                  <a:lnTo>
                    <a:pt x="141683" y="81438"/>
                  </a:lnTo>
                  <a:lnTo>
                    <a:pt x="142498" y="80487"/>
                  </a:lnTo>
                  <a:lnTo>
                    <a:pt x="143313" y="79536"/>
                  </a:lnTo>
                  <a:lnTo>
                    <a:pt x="144127" y="78585"/>
                  </a:lnTo>
                  <a:lnTo>
                    <a:pt x="144940" y="77633"/>
                  </a:lnTo>
                  <a:lnTo>
                    <a:pt x="145754" y="76680"/>
                  </a:lnTo>
                  <a:lnTo>
                    <a:pt x="146566" y="75727"/>
                  </a:lnTo>
                  <a:lnTo>
                    <a:pt x="147378" y="74773"/>
                  </a:lnTo>
                  <a:lnTo>
                    <a:pt x="148190" y="73820"/>
                  </a:lnTo>
                  <a:lnTo>
                    <a:pt x="149001" y="72865"/>
                  </a:lnTo>
                  <a:lnTo>
                    <a:pt x="149811" y="71910"/>
                  </a:lnTo>
                  <a:lnTo>
                    <a:pt x="150621" y="70955"/>
                  </a:lnTo>
                  <a:lnTo>
                    <a:pt x="151430" y="69999"/>
                  </a:lnTo>
                  <a:lnTo>
                    <a:pt x="152239" y="69043"/>
                  </a:lnTo>
                  <a:lnTo>
                    <a:pt x="153047" y="68086"/>
                  </a:lnTo>
                  <a:lnTo>
                    <a:pt x="153855" y="67129"/>
                  </a:lnTo>
                  <a:lnTo>
                    <a:pt x="154662" y="66171"/>
                  </a:lnTo>
                  <a:lnTo>
                    <a:pt x="155469" y="65213"/>
                  </a:lnTo>
                  <a:lnTo>
                    <a:pt x="156275" y="64255"/>
                  </a:lnTo>
                  <a:lnTo>
                    <a:pt x="157080" y="63296"/>
                  </a:lnTo>
                  <a:lnTo>
                    <a:pt x="157885" y="62336"/>
                  </a:lnTo>
                  <a:lnTo>
                    <a:pt x="158690" y="61377"/>
                  </a:lnTo>
                  <a:lnTo>
                    <a:pt x="159494" y="60416"/>
                  </a:lnTo>
                  <a:lnTo>
                    <a:pt x="160297" y="59455"/>
                  </a:lnTo>
                  <a:lnTo>
                    <a:pt x="161100" y="58494"/>
                  </a:lnTo>
                  <a:lnTo>
                    <a:pt x="161902" y="57532"/>
                  </a:lnTo>
                  <a:lnTo>
                    <a:pt x="162704" y="56570"/>
                  </a:lnTo>
                  <a:lnTo>
                    <a:pt x="163505" y="55608"/>
                  </a:lnTo>
                  <a:lnTo>
                    <a:pt x="164306" y="54645"/>
                  </a:lnTo>
                  <a:lnTo>
                    <a:pt x="165106" y="53681"/>
                  </a:lnTo>
                  <a:lnTo>
                    <a:pt x="165906" y="52717"/>
                  </a:lnTo>
                  <a:lnTo>
                    <a:pt x="166705" y="51753"/>
                  </a:lnTo>
                  <a:lnTo>
                    <a:pt x="167503" y="50788"/>
                  </a:lnTo>
                  <a:lnTo>
                    <a:pt x="168301" y="49823"/>
                  </a:lnTo>
                  <a:lnTo>
                    <a:pt x="169098" y="48857"/>
                  </a:lnTo>
                  <a:lnTo>
                    <a:pt x="169895" y="47891"/>
                  </a:lnTo>
                  <a:lnTo>
                    <a:pt x="170692" y="46924"/>
                  </a:lnTo>
                  <a:lnTo>
                    <a:pt x="171487" y="45957"/>
                  </a:lnTo>
                  <a:lnTo>
                    <a:pt x="172283" y="44989"/>
                  </a:lnTo>
                  <a:lnTo>
                    <a:pt x="173077" y="44021"/>
                  </a:lnTo>
                  <a:lnTo>
                    <a:pt x="173871" y="43053"/>
                  </a:lnTo>
                  <a:lnTo>
                    <a:pt x="174665" y="42084"/>
                  </a:lnTo>
                  <a:lnTo>
                    <a:pt x="175458" y="41114"/>
                  </a:lnTo>
                  <a:lnTo>
                    <a:pt x="176250" y="40145"/>
                  </a:lnTo>
                  <a:lnTo>
                    <a:pt x="177042" y="39174"/>
                  </a:lnTo>
                  <a:lnTo>
                    <a:pt x="177834" y="38204"/>
                  </a:lnTo>
                  <a:lnTo>
                    <a:pt x="178624" y="37232"/>
                  </a:lnTo>
                  <a:lnTo>
                    <a:pt x="179415" y="36261"/>
                  </a:lnTo>
                  <a:lnTo>
                    <a:pt x="180204" y="35289"/>
                  </a:lnTo>
                  <a:lnTo>
                    <a:pt x="180994" y="34316"/>
                  </a:lnTo>
                  <a:lnTo>
                    <a:pt x="181782" y="33343"/>
                  </a:lnTo>
                  <a:lnTo>
                    <a:pt x="182570" y="32370"/>
                  </a:lnTo>
                  <a:lnTo>
                    <a:pt x="183358" y="31396"/>
                  </a:lnTo>
                  <a:lnTo>
                    <a:pt x="184145" y="30422"/>
                  </a:lnTo>
                  <a:lnTo>
                    <a:pt x="184931" y="29447"/>
                  </a:lnTo>
                  <a:lnTo>
                    <a:pt x="185717" y="28472"/>
                  </a:lnTo>
                  <a:lnTo>
                    <a:pt x="186502" y="27496"/>
                  </a:lnTo>
                  <a:lnTo>
                    <a:pt x="187287" y="26520"/>
                  </a:lnTo>
                  <a:lnTo>
                    <a:pt x="188071" y="25544"/>
                  </a:lnTo>
                  <a:lnTo>
                    <a:pt x="188855" y="24567"/>
                  </a:lnTo>
                  <a:lnTo>
                    <a:pt x="189638" y="23589"/>
                  </a:lnTo>
                  <a:lnTo>
                    <a:pt x="190420" y="22611"/>
                  </a:lnTo>
                  <a:lnTo>
                    <a:pt x="191202" y="21633"/>
                  </a:lnTo>
                  <a:lnTo>
                    <a:pt x="191984" y="20654"/>
                  </a:lnTo>
                  <a:lnTo>
                    <a:pt x="192765" y="19675"/>
                  </a:lnTo>
                  <a:lnTo>
                    <a:pt x="193545" y="18696"/>
                  </a:lnTo>
                  <a:lnTo>
                    <a:pt x="194325" y="17716"/>
                  </a:lnTo>
                  <a:lnTo>
                    <a:pt x="195104" y="16735"/>
                  </a:lnTo>
                  <a:lnTo>
                    <a:pt x="195883" y="15754"/>
                  </a:lnTo>
                  <a:lnTo>
                    <a:pt x="196661" y="14773"/>
                  </a:lnTo>
                  <a:lnTo>
                    <a:pt x="197438" y="13791"/>
                  </a:lnTo>
                  <a:lnTo>
                    <a:pt x="198215" y="12809"/>
                  </a:lnTo>
                  <a:lnTo>
                    <a:pt x="198992" y="11826"/>
                  </a:lnTo>
                  <a:lnTo>
                    <a:pt x="199768" y="10843"/>
                  </a:lnTo>
                  <a:lnTo>
                    <a:pt x="200543" y="9859"/>
                  </a:lnTo>
                  <a:lnTo>
                    <a:pt x="201318" y="8875"/>
                  </a:lnTo>
                  <a:lnTo>
                    <a:pt x="202092" y="7891"/>
                  </a:lnTo>
                  <a:lnTo>
                    <a:pt x="202866" y="6906"/>
                  </a:lnTo>
                  <a:lnTo>
                    <a:pt x="203639" y="5921"/>
                  </a:lnTo>
                  <a:lnTo>
                    <a:pt x="204411" y="4935"/>
                  </a:lnTo>
                  <a:lnTo>
                    <a:pt x="205183" y="3949"/>
                  </a:lnTo>
                  <a:lnTo>
                    <a:pt x="205955" y="2962"/>
                  </a:lnTo>
                  <a:lnTo>
                    <a:pt x="206726" y="1975"/>
                  </a:lnTo>
                  <a:lnTo>
                    <a:pt x="207496" y="987"/>
                  </a:lnTo>
                  <a:lnTo>
                    <a:pt x="208266" y="0"/>
                  </a:lnTo>
                </a:path>
              </a:pathLst>
            </a:custGeom>
            <a:ln w="83820" cap="rnd">
              <a:solidFill>
                <a:srgbClr val="9CCAE1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6" name="pl7176"/>
            <p:cNvSpPr/>
            <p:nvPr/>
          </p:nvSpPr>
          <p:spPr>
            <a:xfrm>
              <a:off x="7661203" y="4812934"/>
              <a:ext cx="211898" cy="235809"/>
            </a:xfrm>
            <a:custGeom>
              <a:avLst/>
              <a:pathLst>
                <a:path w="211898" h="235809">
                  <a:moveTo>
                    <a:pt x="0" y="235809"/>
                  </a:moveTo>
                  <a:lnTo>
                    <a:pt x="916" y="234923"/>
                  </a:lnTo>
                  <a:lnTo>
                    <a:pt x="1831" y="234037"/>
                  </a:lnTo>
                  <a:lnTo>
                    <a:pt x="2746" y="233150"/>
                  </a:lnTo>
                  <a:lnTo>
                    <a:pt x="3661" y="232262"/>
                  </a:lnTo>
                  <a:lnTo>
                    <a:pt x="4575" y="231375"/>
                  </a:lnTo>
                  <a:lnTo>
                    <a:pt x="5488" y="230486"/>
                  </a:lnTo>
                  <a:lnTo>
                    <a:pt x="6401" y="229597"/>
                  </a:lnTo>
                  <a:lnTo>
                    <a:pt x="7314" y="228708"/>
                  </a:lnTo>
                  <a:lnTo>
                    <a:pt x="8226" y="227818"/>
                  </a:lnTo>
                  <a:lnTo>
                    <a:pt x="9137" y="226928"/>
                  </a:lnTo>
                  <a:lnTo>
                    <a:pt x="10048" y="226037"/>
                  </a:lnTo>
                  <a:lnTo>
                    <a:pt x="10959" y="225145"/>
                  </a:lnTo>
                  <a:lnTo>
                    <a:pt x="11869" y="224253"/>
                  </a:lnTo>
                  <a:lnTo>
                    <a:pt x="12778" y="223361"/>
                  </a:lnTo>
                  <a:lnTo>
                    <a:pt x="13687" y="222468"/>
                  </a:lnTo>
                  <a:lnTo>
                    <a:pt x="14596" y="221574"/>
                  </a:lnTo>
                  <a:lnTo>
                    <a:pt x="15504" y="220680"/>
                  </a:lnTo>
                  <a:lnTo>
                    <a:pt x="16411" y="219786"/>
                  </a:lnTo>
                  <a:lnTo>
                    <a:pt x="17318" y="218891"/>
                  </a:lnTo>
                  <a:lnTo>
                    <a:pt x="18225" y="217995"/>
                  </a:lnTo>
                  <a:lnTo>
                    <a:pt x="19131" y="217099"/>
                  </a:lnTo>
                  <a:lnTo>
                    <a:pt x="20036" y="216202"/>
                  </a:lnTo>
                  <a:lnTo>
                    <a:pt x="20941" y="215305"/>
                  </a:lnTo>
                  <a:lnTo>
                    <a:pt x="21846" y="214408"/>
                  </a:lnTo>
                  <a:lnTo>
                    <a:pt x="22749" y="213509"/>
                  </a:lnTo>
                  <a:lnTo>
                    <a:pt x="23653" y="212611"/>
                  </a:lnTo>
                  <a:lnTo>
                    <a:pt x="24556" y="211712"/>
                  </a:lnTo>
                  <a:lnTo>
                    <a:pt x="25458" y="210812"/>
                  </a:lnTo>
                  <a:lnTo>
                    <a:pt x="26360" y="209912"/>
                  </a:lnTo>
                  <a:lnTo>
                    <a:pt x="27261" y="209011"/>
                  </a:lnTo>
                  <a:lnTo>
                    <a:pt x="28162" y="208110"/>
                  </a:lnTo>
                  <a:lnTo>
                    <a:pt x="29063" y="207208"/>
                  </a:lnTo>
                  <a:lnTo>
                    <a:pt x="29963" y="206306"/>
                  </a:lnTo>
                  <a:lnTo>
                    <a:pt x="30862" y="205403"/>
                  </a:lnTo>
                  <a:lnTo>
                    <a:pt x="31761" y="204500"/>
                  </a:lnTo>
                  <a:lnTo>
                    <a:pt x="32659" y="203596"/>
                  </a:lnTo>
                  <a:lnTo>
                    <a:pt x="33557" y="202692"/>
                  </a:lnTo>
                  <a:lnTo>
                    <a:pt x="34454" y="201787"/>
                  </a:lnTo>
                  <a:lnTo>
                    <a:pt x="35351" y="200882"/>
                  </a:lnTo>
                  <a:lnTo>
                    <a:pt x="36247" y="199976"/>
                  </a:lnTo>
                  <a:lnTo>
                    <a:pt x="37143" y="199070"/>
                  </a:lnTo>
                  <a:lnTo>
                    <a:pt x="38038" y="198163"/>
                  </a:lnTo>
                  <a:lnTo>
                    <a:pt x="38933" y="197256"/>
                  </a:lnTo>
                  <a:lnTo>
                    <a:pt x="39827" y="196348"/>
                  </a:lnTo>
                  <a:lnTo>
                    <a:pt x="40721" y="195440"/>
                  </a:lnTo>
                  <a:lnTo>
                    <a:pt x="41614" y="194531"/>
                  </a:lnTo>
                  <a:lnTo>
                    <a:pt x="42507" y="193622"/>
                  </a:lnTo>
                  <a:lnTo>
                    <a:pt x="43399" y="192712"/>
                  </a:lnTo>
                  <a:lnTo>
                    <a:pt x="44291" y="191801"/>
                  </a:lnTo>
                  <a:lnTo>
                    <a:pt x="45182" y="190891"/>
                  </a:lnTo>
                  <a:lnTo>
                    <a:pt x="46072" y="189979"/>
                  </a:lnTo>
                  <a:lnTo>
                    <a:pt x="46962" y="189067"/>
                  </a:lnTo>
                  <a:lnTo>
                    <a:pt x="47852" y="188155"/>
                  </a:lnTo>
                  <a:lnTo>
                    <a:pt x="48741" y="187242"/>
                  </a:lnTo>
                  <a:lnTo>
                    <a:pt x="49630" y="186329"/>
                  </a:lnTo>
                  <a:lnTo>
                    <a:pt x="50518" y="185415"/>
                  </a:lnTo>
                  <a:lnTo>
                    <a:pt x="51405" y="184501"/>
                  </a:lnTo>
                  <a:lnTo>
                    <a:pt x="52292" y="183586"/>
                  </a:lnTo>
                  <a:lnTo>
                    <a:pt x="53179" y="182670"/>
                  </a:lnTo>
                  <a:lnTo>
                    <a:pt x="54065" y="181755"/>
                  </a:lnTo>
                  <a:lnTo>
                    <a:pt x="54950" y="180838"/>
                  </a:lnTo>
                  <a:lnTo>
                    <a:pt x="55835" y="179921"/>
                  </a:lnTo>
                  <a:lnTo>
                    <a:pt x="56720" y="179004"/>
                  </a:lnTo>
                  <a:lnTo>
                    <a:pt x="57603" y="178086"/>
                  </a:lnTo>
                  <a:lnTo>
                    <a:pt x="58487" y="177168"/>
                  </a:lnTo>
                  <a:lnTo>
                    <a:pt x="59370" y="176249"/>
                  </a:lnTo>
                  <a:lnTo>
                    <a:pt x="60252" y="175330"/>
                  </a:lnTo>
                  <a:lnTo>
                    <a:pt x="61134" y="174410"/>
                  </a:lnTo>
                  <a:lnTo>
                    <a:pt x="62015" y="173489"/>
                  </a:lnTo>
                  <a:lnTo>
                    <a:pt x="62896" y="172569"/>
                  </a:lnTo>
                  <a:lnTo>
                    <a:pt x="63776" y="171647"/>
                  </a:lnTo>
                  <a:lnTo>
                    <a:pt x="64656" y="170725"/>
                  </a:lnTo>
                  <a:lnTo>
                    <a:pt x="65535" y="169803"/>
                  </a:lnTo>
                  <a:lnTo>
                    <a:pt x="66414" y="168880"/>
                  </a:lnTo>
                  <a:lnTo>
                    <a:pt x="67292" y="167957"/>
                  </a:lnTo>
                  <a:lnTo>
                    <a:pt x="68170" y="167033"/>
                  </a:lnTo>
                  <a:lnTo>
                    <a:pt x="69047" y="166109"/>
                  </a:lnTo>
                  <a:lnTo>
                    <a:pt x="69923" y="165184"/>
                  </a:lnTo>
                  <a:lnTo>
                    <a:pt x="70799" y="164258"/>
                  </a:lnTo>
                  <a:lnTo>
                    <a:pt x="71675" y="163333"/>
                  </a:lnTo>
                  <a:lnTo>
                    <a:pt x="72550" y="162406"/>
                  </a:lnTo>
                  <a:lnTo>
                    <a:pt x="73424" y="161479"/>
                  </a:lnTo>
                  <a:lnTo>
                    <a:pt x="74298" y="160552"/>
                  </a:lnTo>
                  <a:lnTo>
                    <a:pt x="75172" y="159624"/>
                  </a:lnTo>
                  <a:lnTo>
                    <a:pt x="76045" y="158696"/>
                  </a:lnTo>
                  <a:lnTo>
                    <a:pt x="76917" y="157767"/>
                  </a:lnTo>
                  <a:lnTo>
                    <a:pt x="77789" y="156838"/>
                  </a:lnTo>
                  <a:lnTo>
                    <a:pt x="78660" y="155908"/>
                  </a:lnTo>
                  <a:lnTo>
                    <a:pt x="79531" y="154978"/>
                  </a:lnTo>
                  <a:lnTo>
                    <a:pt x="80402" y="154047"/>
                  </a:lnTo>
                  <a:lnTo>
                    <a:pt x="81271" y="153116"/>
                  </a:lnTo>
                  <a:lnTo>
                    <a:pt x="82141" y="152184"/>
                  </a:lnTo>
                  <a:lnTo>
                    <a:pt x="83009" y="151252"/>
                  </a:lnTo>
                  <a:lnTo>
                    <a:pt x="83878" y="150319"/>
                  </a:lnTo>
                  <a:lnTo>
                    <a:pt x="84745" y="149386"/>
                  </a:lnTo>
                  <a:lnTo>
                    <a:pt x="85612" y="148452"/>
                  </a:lnTo>
                  <a:lnTo>
                    <a:pt x="86479" y="147518"/>
                  </a:lnTo>
                  <a:lnTo>
                    <a:pt x="87345" y="146583"/>
                  </a:lnTo>
                  <a:lnTo>
                    <a:pt x="88211" y="145648"/>
                  </a:lnTo>
                  <a:lnTo>
                    <a:pt x="89076" y="144713"/>
                  </a:lnTo>
                  <a:lnTo>
                    <a:pt x="89940" y="143776"/>
                  </a:lnTo>
                  <a:lnTo>
                    <a:pt x="90804" y="142840"/>
                  </a:lnTo>
                  <a:lnTo>
                    <a:pt x="91667" y="141903"/>
                  </a:lnTo>
                  <a:lnTo>
                    <a:pt x="92530" y="140965"/>
                  </a:lnTo>
                  <a:lnTo>
                    <a:pt x="93393" y="140027"/>
                  </a:lnTo>
                  <a:lnTo>
                    <a:pt x="94255" y="139088"/>
                  </a:lnTo>
                  <a:lnTo>
                    <a:pt x="95116" y="138149"/>
                  </a:lnTo>
                  <a:lnTo>
                    <a:pt x="95977" y="137210"/>
                  </a:lnTo>
                  <a:lnTo>
                    <a:pt x="96837" y="136270"/>
                  </a:lnTo>
                  <a:lnTo>
                    <a:pt x="97697" y="135329"/>
                  </a:lnTo>
                  <a:lnTo>
                    <a:pt x="98556" y="134388"/>
                  </a:lnTo>
                  <a:lnTo>
                    <a:pt x="99414" y="133446"/>
                  </a:lnTo>
                  <a:lnTo>
                    <a:pt x="100273" y="132504"/>
                  </a:lnTo>
                  <a:lnTo>
                    <a:pt x="101130" y="131562"/>
                  </a:lnTo>
                  <a:lnTo>
                    <a:pt x="101987" y="130619"/>
                  </a:lnTo>
                  <a:lnTo>
                    <a:pt x="102844" y="129676"/>
                  </a:lnTo>
                  <a:lnTo>
                    <a:pt x="103700" y="128732"/>
                  </a:lnTo>
                  <a:lnTo>
                    <a:pt x="104555" y="127787"/>
                  </a:lnTo>
                  <a:lnTo>
                    <a:pt x="105410" y="126842"/>
                  </a:lnTo>
                  <a:lnTo>
                    <a:pt x="106264" y="125897"/>
                  </a:lnTo>
                  <a:lnTo>
                    <a:pt x="107118" y="124951"/>
                  </a:lnTo>
                  <a:lnTo>
                    <a:pt x="107972" y="124005"/>
                  </a:lnTo>
                  <a:lnTo>
                    <a:pt x="108824" y="123058"/>
                  </a:lnTo>
                  <a:lnTo>
                    <a:pt x="109677" y="122110"/>
                  </a:lnTo>
                  <a:lnTo>
                    <a:pt x="110528" y="121163"/>
                  </a:lnTo>
                  <a:lnTo>
                    <a:pt x="111379" y="120214"/>
                  </a:lnTo>
                  <a:lnTo>
                    <a:pt x="112230" y="119266"/>
                  </a:lnTo>
                  <a:lnTo>
                    <a:pt x="113080" y="118316"/>
                  </a:lnTo>
                  <a:lnTo>
                    <a:pt x="113930" y="117367"/>
                  </a:lnTo>
                  <a:lnTo>
                    <a:pt x="114779" y="116416"/>
                  </a:lnTo>
                  <a:lnTo>
                    <a:pt x="115627" y="115466"/>
                  </a:lnTo>
                  <a:lnTo>
                    <a:pt x="116475" y="114515"/>
                  </a:lnTo>
                  <a:lnTo>
                    <a:pt x="117323" y="113563"/>
                  </a:lnTo>
                  <a:lnTo>
                    <a:pt x="118169" y="112611"/>
                  </a:lnTo>
                  <a:lnTo>
                    <a:pt x="119016" y="111658"/>
                  </a:lnTo>
                  <a:lnTo>
                    <a:pt x="119862" y="110705"/>
                  </a:lnTo>
                  <a:lnTo>
                    <a:pt x="120707" y="109751"/>
                  </a:lnTo>
                  <a:lnTo>
                    <a:pt x="121552" y="108797"/>
                  </a:lnTo>
                  <a:lnTo>
                    <a:pt x="122396" y="107843"/>
                  </a:lnTo>
                  <a:lnTo>
                    <a:pt x="123239" y="106888"/>
                  </a:lnTo>
                  <a:lnTo>
                    <a:pt x="124082" y="105932"/>
                  </a:lnTo>
                  <a:lnTo>
                    <a:pt x="124925" y="104976"/>
                  </a:lnTo>
                  <a:lnTo>
                    <a:pt x="125767" y="104020"/>
                  </a:lnTo>
                  <a:lnTo>
                    <a:pt x="126608" y="103063"/>
                  </a:lnTo>
                  <a:lnTo>
                    <a:pt x="127449" y="102106"/>
                  </a:lnTo>
                  <a:lnTo>
                    <a:pt x="128290" y="101148"/>
                  </a:lnTo>
                  <a:lnTo>
                    <a:pt x="129130" y="100190"/>
                  </a:lnTo>
                  <a:lnTo>
                    <a:pt x="129969" y="99231"/>
                  </a:lnTo>
                  <a:lnTo>
                    <a:pt x="130808" y="98271"/>
                  </a:lnTo>
                  <a:lnTo>
                    <a:pt x="131646" y="97312"/>
                  </a:lnTo>
                  <a:lnTo>
                    <a:pt x="132484" y="96351"/>
                  </a:lnTo>
                  <a:lnTo>
                    <a:pt x="133321" y="95391"/>
                  </a:lnTo>
                  <a:lnTo>
                    <a:pt x="134157" y="94430"/>
                  </a:lnTo>
                  <a:lnTo>
                    <a:pt x="134993" y="93468"/>
                  </a:lnTo>
                  <a:lnTo>
                    <a:pt x="135829" y="92506"/>
                  </a:lnTo>
                  <a:lnTo>
                    <a:pt x="136664" y="91543"/>
                  </a:lnTo>
                  <a:lnTo>
                    <a:pt x="137498" y="90580"/>
                  </a:lnTo>
                  <a:lnTo>
                    <a:pt x="138332" y="89617"/>
                  </a:lnTo>
                  <a:lnTo>
                    <a:pt x="139165" y="88653"/>
                  </a:lnTo>
                  <a:lnTo>
                    <a:pt x="139998" y="87688"/>
                  </a:lnTo>
                  <a:lnTo>
                    <a:pt x="140830" y="86723"/>
                  </a:lnTo>
                  <a:lnTo>
                    <a:pt x="141662" y="85758"/>
                  </a:lnTo>
                  <a:lnTo>
                    <a:pt x="142493" y="84792"/>
                  </a:lnTo>
                  <a:lnTo>
                    <a:pt x="143324" y="83825"/>
                  </a:lnTo>
                  <a:lnTo>
                    <a:pt x="144154" y="82859"/>
                  </a:lnTo>
                  <a:lnTo>
                    <a:pt x="144983" y="81891"/>
                  </a:lnTo>
                  <a:lnTo>
                    <a:pt x="145812" y="80924"/>
                  </a:lnTo>
                  <a:lnTo>
                    <a:pt x="146641" y="79955"/>
                  </a:lnTo>
                  <a:lnTo>
                    <a:pt x="147468" y="78987"/>
                  </a:lnTo>
                  <a:lnTo>
                    <a:pt x="148296" y="78017"/>
                  </a:lnTo>
                  <a:lnTo>
                    <a:pt x="149123" y="77048"/>
                  </a:lnTo>
                  <a:lnTo>
                    <a:pt x="149949" y="76078"/>
                  </a:lnTo>
                  <a:lnTo>
                    <a:pt x="150774" y="75107"/>
                  </a:lnTo>
                  <a:lnTo>
                    <a:pt x="151599" y="74136"/>
                  </a:lnTo>
                  <a:lnTo>
                    <a:pt x="152424" y="73165"/>
                  </a:lnTo>
                  <a:lnTo>
                    <a:pt x="153248" y="72193"/>
                  </a:lnTo>
                  <a:lnTo>
                    <a:pt x="154071" y="71220"/>
                  </a:lnTo>
                  <a:lnTo>
                    <a:pt x="154894" y="70247"/>
                  </a:lnTo>
                  <a:lnTo>
                    <a:pt x="155717" y="69274"/>
                  </a:lnTo>
                  <a:lnTo>
                    <a:pt x="156539" y="68300"/>
                  </a:lnTo>
                  <a:lnTo>
                    <a:pt x="157360" y="67326"/>
                  </a:lnTo>
                  <a:lnTo>
                    <a:pt x="158181" y="66351"/>
                  </a:lnTo>
                  <a:lnTo>
                    <a:pt x="159001" y="65376"/>
                  </a:lnTo>
                  <a:lnTo>
                    <a:pt x="159820" y="64400"/>
                  </a:lnTo>
                  <a:lnTo>
                    <a:pt x="160639" y="63424"/>
                  </a:lnTo>
                  <a:lnTo>
                    <a:pt x="161458" y="62447"/>
                  </a:lnTo>
                  <a:lnTo>
                    <a:pt x="162276" y="61470"/>
                  </a:lnTo>
                  <a:lnTo>
                    <a:pt x="163093" y="60492"/>
                  </a:lnTo>
                  <a:lnTo>
                    <a:pt x="163910" y="59514"/>
                  </a:lnTo>
                  <a:lnTo>
                    <a:pt x="164726" y="58536"/>
                  </a:lnTo>
                  <a:lnTo>
                    <a:pt x="165542" y="57557"/>
                  </a:lnTo>
                  <a:lnTo>
                    <a:pt x="166357" y="56578"/>
                  </a:lnTo>
                  <a:lnTo>
                    <a:pt x="167172" y="55598"/>
                  </a:lnTo>
                  <a:lnTo>
                    <a:pt x="167986" y="54617"/>
                  </a:lnTo>
                  <a:lnTo>
                    <a:pt x="168799" y="53637"/>
                  </a:lnTo>
                  <a:lnTo>
                    <a:pt x="169612" y="52655"/>
                  </a:lnTo>
                  <a:lnTo>
                    <a:pt x="170425" y="51674"/>
                  </a:lnTo>
                  <a:lnTo>
                    <a:pt x="171237" y="50692"/>
                  </a:lnTo>
                  <a:lnTo>
                    <a:pt x="172048" y="49709"/>
                  </a:lnTo>
                  <a:lnTo>
                    <a:pt x="172859" y="48726"/>
                  </a:lnTo>
                  <a:lnTo>
                    <a:pt x="173669" y="47742"/>
                  </a:lnTo>
                  <a:lnTo>
                    <a:pt x="174478" y="46758"/>
                  </a:lnTo>
                  <a:lnTo>
                    <a:pt x="175287" y="45774"/>
                  </a:lnTo>
                  <a:lnTo>
                    <a:pt x="176096" y="44789"/>
                  </a:lnTo>
                  <a:lnTo>
                    <a:pt x="176904" y="43804"/>
                  </a:lnTo>
                  <a:lnTo>
                    <a:pt x="177711" y="42818"/>
                  </a:lnTo>
                  <a:lnTo>
                    <a:pt x="178518" y="41831"/>
                  </a:lnTo>
                  <a:lnTo>
                    <a:pt x="179324" y="40845"/>
                  </a:lnTo>
                  <a:lnTo>
                    <a:pt x="180130" y="39858"/>
                  </a:lnTo>
                  <a:lnTo>
                    <a:pt x="180935" y="38870"/>
                  </a:lnTo>
                  <a:lnTo>
                    <a:pt x="181740" y="37882"/>
                  </a:lnTo>
                  <a:lnTo>
                    <a:pt x="182544" y="36893"/>
                  </a:lnTo>
                  <a:lnTo>
                    <a:pt x="183347" y="35904"/>
                  </a:lnTo>
                  <a:lnTo>
                    <a:pt x="184150" y="34915"/>
                  </a:lnTo>
                  <a:lnTo>
                    <a:pt x="184953" y="33925"/>
                  </a:lnTo>
                  <a:lnTo>
                    <a:pt x="185755" y="32934"/>
                  </a:lnTo>
                  <a:lnTo>
                    <a:pt x="186556" y="31944"/>
                  </a:lnTo>
                  <a:lnTo>
                    <a:pt x="187356" y="30952"/>
                  </a:lnTo>
                  <a:lnTo>
                    <a:pt x="188157" y="29961"/>
                  </a:lnTo>
                  <a:lnTo>
                    <a:pt x="188956" y="28968"/>
                  </a:lnTo>
                  <a:lnTo>
                    <a:pt x="189755" y="27976"/>
                  </a:lnTo>
                  <a:lnTo>
                    <a:pt x="190554" y="26983"/>
                  </a:lnTo>
                  <a:lnTo>
                    <a:pt x="191351" y="25989"/>
                  </a:lnTo>
                  <a:lnTo>
                    <a:pt x="192149" y="24995"/>
                  </a:lnTo>
                  <a:lnTo>
                    <a:pt x="192946" y="24001"/>
                  </a:lnTo>
                  <a:lnTo>
                    <a:pt x="193742" y="23006"/>
                  </a:lnTo>
                  <a:lnTo>
                    <a:pt x="194537" y="22010"/>
                  </a:lnTo>
                  <a:lnTo>
                    <a:pt x="195332" y="21015"/>
                  </a:lnTo>
                  <a:lnTo>
                    <a:pt x="196127" y="20018"/>
                  </a:lnTo>
                  <a:lnTo>
                    <a:pt x="196921" y="19022"/>
                  </a:lnTo>
                  <a:lnTo>
                    <a:pt x="197714" y="18025"/>
                  </a:lnTo>
                  <a:lnTo>
                    <a:pt x="198507" y="17027"/>
                  </a:lnTo>
                  <a:lnTo>
                    <a:pt x="199299" y="16029"/>
                  </a:lnTo>
                  <a:lnTo>
                    <a:pt x="200091" y="15030"/>
                  </a:lnTo>
                  <a:lnTo>
                    <a:pt x="200882" y="14031"/>
                  </a:lnTo>
                  <a:lnTo>
                    <a:pt x="201673" y="13032"/>
                  </a:lnTo>
                  <a:lnTo>
                    <a:pt x="202463" y="12032"/>
                  </a:lnTo>
                  <a:lnTo>
                    <a:pt x="203252" y="11032"/>
                  </a:lnTo>
                  <a:lnTo>
                    <a:pt x="204041" y="10031"/>
                  </a:lnTo>
                  <a:lnTo>
                    <a:pt x="204829" y="9030"/>
                  </a:lnTo>
                  <a:lnTo>
                    <a:pt x="205617" y="8028"/>
                  </a:lnTo>
                  <a:lnTo>
                    <a:pt x="206404" y="7026"/>
                  </a:lnTo>
                  <a:lnTo>
                    <a:pt x="207191" y="6024"/>
                  </a:lnTo>
                  <a:lnTo>
                    <a:pt x="207977" y="5021"/>
                  </a:lnTo>
                  <a:lnTo>
                    <a:pt x="208762" y="4018"/>
                  </a:lnTo>
                  <a:lnTo>
                    <a:pt x="209547" y="3014"/>
                  </a:lnTo>
                  <a:lnTo>
                    <a:pt x="210331" y="2009"/>
                  </a:lnTo>
                  <a:lnTo>
                    <a:pt x="211115" y="1005"/>
                  </a:lnTo>
                  <a:lnTo>
                    <a:pt x="211898" y="0"/>
                  </a:lnTo>
                </a:path>
              </a:pathLst>
            </a:custGeom>
            <a:ln w="22859" cap="rnd">
              <a:solidFill>
                <a:srgbClr val="9CCAE1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7" name="pl7177"/>
            <p:cNvSpPr/>
            <p:nvPr/>
          </p:nvSpPr>
          <p:spPr>
            <a:xfrm>
              <a:off x="7848425" y="4766730"/>
              <a:ext cx="11484" cy="15010"/>
            </a:xfrm>
            <a:custGeom>
              <a:avLst/>
              <a:pathLst>
                <a:path w="11484" h="15010">
                  <a:moveTo>
                    <a:pt x="0" y="15010"/>
                  </a:moveTo>
                  <a:lnTo>
                    <a:pt x="46" y="14950"/>
                  </a:lnTo>
                  <a:lnTo>
                    <a:pt x="92" y="14890"/>
                  </a:lnTo>
                  <a:lnTo>
                    <a:pt x="139" y="14830"/>
                  </a:lnTo>
                  <a:lnTo>
                    <a:pt x="185" y="14770"/>
                  </a:lnTo>
                  <a:lnTo>
                    <a:pt x="231" y="14710"/>
                  </a:lnTo>
                  <a:lnTo>
                    <a:pt x="278" y="14650"/>
                  </a:lnTo>
                  <a:lnTo>
                    <a:pt x="324" y="14590"/>
                  </a:lnTo>
                  <a:lnTo>
                    <a:pt x="370" y="14530"/>
                  </a:lnTo>
                  <a:lnTo>
                    <a:pt x="417" y="14469"/>
                  </a:lnTo>
                  <a:lnTo>
                    <a:pt x="463" y="14409"/>
                  </a:lnTo>
                  <a:lnTo>
                    <a:pt x="510" y="14349"/>
                  </a:lnTo>
                  <a:lnTo>
                    <a:pt x="556" y="14289"/>
                  </a:lnTo>
                  <a:lnTo>
                    <a:pt x="602" y="14229"/>
                  </a:lnTo>
                  <a:lnTo>
                    <a:pt x="649" y="14169"/>
                  </a:lnTo>
                  <a:lnTo>
                    <a:pt x="695" y="14109"/>
                  </a:lnTo>
                  <a:lnTo>
                    <a:pt x="741" y="14049"/>
                  </a:lnTo>
                  <a:lnTo>
                    <a:pt x="788" y="13989"/>
                  </a:lnTo>
                  <a:lnTo>
                    <a:pt x="834" y="13928"/>
                  </a:lnTo>
                  <a:lnTo>
                    <a:pt x="880" y="13868"/>
                  </a:lnTo>
                  <a:lnTo>
                    <a:pt x="927" y="13808"/>
                  </a:lnTo>
                  <a:lnTo>
                    <a:pt x="973" y="13748"/>
                  </a:lnTo>
                  <a:lnTo>
                    <a:pt x="1019" y="13688"/>
                  </a:lnTo>
                  <a:lnTo>
                    <a:pt x="1066" y="13628"/>
                  </a:lnTo>
                  <a:lnTo>
                    <a:pt x="1112" y="13568"/>
                  </a:lnTo>
                  <a:lnTo>
                    <a:pt x="1158" y="13508"/>
                  </a:lnTo>
                  <a:lnTo>
                    <a:pt x="1205" y="13447"/>
                  </a:lnTo>
                  <a:lnTo>
                    <a:pt x="1251" y="13387"/>
                  </a:lnTo>
                  <a:lnTo>
                    <a:pt x="1297" y="13327"/>
                  </a:lnTo>
                  <a:lnTo>
                    <a:pt x="1344" y="13267"/>
                  </a:lnTo>
                  <a:lnTo>
                    <a:pt x="1390" y="13207"/>
                  </a:lnTo>
                  <a:lnTo>
                    <a:pt x="1436" y="13147"/>
                  </a:lnTo>
                  <a:lnTo>
                    <a:pt x="1483" y="13087"/>
                  </a:lnTo>
                  <a:lnTo>
                    <a:pt x="1529" y="13027"/>
                  </a:lnTo>
                  <a:lnTo>
                    <a:pt x="1575" y="12966"/>
                  </a:lnTo>
                  <a:lnTo>
                    <a:pt x="1621" y="12906"/>
                  </a:lnTo>
                  <a:lnTo>
                    <a:pt x="1668" y="12846"/>
                  </a:lnTo>
                  <a:lnTo>
                    <a:pt x="1714" y="12786"/>
                  </a:lnTo>
                  <a:lnTo>
                    <a:pt x="1760" y="12726"/>
                  </a:lnTo>
                  <a:lnTo>
                    <a:pt x="1807" y="12666"/>
                  </a:lnTo>
                  <a:lnTo>
                    <a:pt x="1853" y="12606"/>
                  </a:lnTo>
                  <a:lnTo>
                    <a:pt x="1899" y="12545"/>
                  </a:lnTo>
                  <a:lnTo>
                    <a:pt x="1946" y="12485"/>
                  </a:lnTo>
                  <a:lnTo>
                    <a:pt x="1992" y="12425"/>
                  </a:lnTo>
                  <a:lnTo>
                    <a:pt x="2038" y="12365"/>
                  </a:lnTo>
                  <a:lnTo>
                    <a:pt x="2084" y="12305"/>
                  </a:lnTo>
                  <a:lnTo>
                    <a:pt x="2131" y="12245"/>
                  </a:lnTo>
                  <a:lnTo>
                    <a:pt x="2177" y="12184"/>
                  </a:lnTo>
                  <a:lnTo>
                    <a:pt x="2223" y="12124"/>
                  </a:lnTo>
                  <a:lnTo>
                    <a:pt x="2270" y="12064"/>
                  </a:lnTo>
                  <a:lnTo>
                    <a:pt x="2316" y="12004"/>
                  </a:lnTo>
                  <a:lnTo>
                    <a:pt x="2362" y="11944"/>
                  </a:lnTo>
                  <a:lnTo>
                    <a:pt x="2408" y="11884"/>
                  </a:lnTo>
                  <a:lnTo>
                    <a:pt x="2455" y="11823"/>
                  </a:lnTo>
                  <a:lnTo>
                    <a:pt x="2501" y="11763"/>
                  </a:lnTo>
                  <a:lnTo>
                    <a:pt x="2547" y="11703"/>
                  </a:lnTo>
                  <a:lnTo>
                    <a:pt x="2593" y="11643"/>
                  </a:lnTo>
                  <a:lnTo>
                    <a:pt x="2640" y="11583"/>
                  </a:lnTo>
                  <a:lnTo>
                    <a:pt x="2686" y="11523"/>
                  </a:lnTo>
                  <a:lnTo>
                    <a:pt x="2732" y="11462"/>
                  </a:lnTo>
                  <a:lnTo>
                    <a:pt x="2779" y="11402"/>
                  </a:lnTo>
                  <a:lnTo>
                    <a:pt x="2825" y="11342"/>
                  </a:lnTo>
                  <a:lnTo>
                    <a:pt x="2871" y="11282"/>
                  </a:lnTo>
                  <a:lnTo>
                    <a:pt x="2917" y="11222"/>
                  </a:lnTo>
                  <a:lnTo>
                    <a:pt x="2964" y="11161"/>
                  </a:lnTo>
                  <a:lnTo>
                    <a:pt x="3010" y="11101"/>
                  </a:lnTo>
                  <a:lnTo>
                    <a:pt x="3056" y="11041"/>
                  </a:lnTo>
                  <a:lnTo>
                    <a:pt x="3102" y="10981"/>
                  </a:lnTo>
                  <a:lnTo>
                    <a:pt x="3148" y="10921"/>
                  </a:lnTo>
                  <a:lnTo>
                    <a:pt x="3195" y="10860"/>
                  </a:lnTo>
                  <a:lnTo>
                    <a:pt x="3241" y="10800"/>
                  </a:lnTo>
                  <a:lnTo>
                    <a:pt x="3287" y="10740"/>
                  </a:lnTo>
                  <a:lnTo>
                    <a:pt x="3333" y="10680"/>
                  </a:lnTo>
                  <a:lnTo>
                    <a:pt x="3380" y="10620"/>
                  </a:lnTo>
                  <a:lnTo>
                    <a:pt x="3426" y="10559"/>
                  </a:lnTo>
                  <a:lnTo>
                    <a:pt x="3472" y="10499"/>
                  </a:lnTo>
                  <a:lnTo>
                    <a:pt x="3518" y="10439"/>
                  </a:lnTo>
                  <a:lnTo>
                    <a:pt x="3565" y="10379"/>
                  </a:lnTo>
                  <a:lnTo>
                    <a:pt x="3611" y="10319"/>
                  </a:lnTo>
                  <a:lnTo>
                    <a:pt x="3657" y="10258"/>
                  </a:lnTo>
                  <a:lnTo>
                    <a:pt x="3703" y="10198"/>
                  </a:lnTo>
                  <a:lnTo>
                    <a:pt x="3749" y="10138"/>
                  </a:lnTo>
                  <a:lnTo>
                    <a:pt x="3796" y="10078"/>
                  </a:lnTo>
                  <a:lnTo>
                    <a:pt x="3842" y="10018"/>
                  </a:lnTo>
                  <a:lnTo>
                    <a:pt x="3888" y="9957"/>
                  </a:lnTo>
                  <a:lnTo>
                    <a:pt x="3934" y="9897"/>
                  </a:lnTo>
                  <a:lnTo>
                    <a:pt x="3980" y="9837"/>
                  </a:lnTo>
                  <a:lnTo>
                    <a:pt x="4027" y="9777"/>
                  </a:lnTo>
                  <a:lnTo>
                    <a:pt x="4073" y="9716"/>
                  </a:lnTo>
                  <a:lnTo>
                    <a:pt x="4119" y="9656"/>
                  </a:lnTo>
                  <a:lnTo>
                    <a:pt x="4165" y="9596"/>
                  </a:lnTo>
                  <a:lnTo>
                    <a:pt x="4211" y="9536"/>
                  </a:lnTo>
                  <a:lnTo>
                    <a:pt x="4258" y="9476"/>
                  </a:lnTo>
                  <a:lnTo>
                    <a:pt x="4304" y="9415"/>
                  </a:lnTo>
                  <a:lnTo>
                    <a:pt x="4350" y="9355"/>
                  </a:lnTo>
                  <a:lnTo>
                    <a:pt x="4396" y="9295"/>
                  </a:lnTo>
                  <a:lnTo>
                    <a:pt x="4442" y="9235"/>
                  </a:lnTo>
                  <a:lnTo>
                    <a:pt x="4489" y="9174"/>
                  </a:lnTo>
                  <a:lnTo>
                    <a:pt x="4535" y="9114"/>
                  </a:lnTo>
                  <a:lnTo>
                    <a:pt x="4581" y="9054"/>
                  </a:lnTo>
                  <a:lnTo>
                    <a:pt x="4627" y="8994"/>
                  </a:lnTo>
                  <a:lnTo>
                    <a:pt x="4673" y="8933"/>
                  </a:lnTo>
                  <a:lnTo>
                    <a:pt x="4719" y="8873"/>
                  </a:lnTo>
                  <a:lnTo>
                    <a:pt x="4766" y="8813"/>
                  </a:lnTo>
                  <a:lnTo>
                    <a:pt x="4812" y="8753"/>
                  </a:lnTo>
                  <a:lnTo>
                    <a:pt x="4858" y="8692"/>
                  </a:lnTo>
                  <a:lnTo>
                    <a:pt x="4904" y="8632"/>
                  </a:lnTo>
                  <a:lnTo>
                    <a:pt x="4950" y="8572"/>
                  </a:lnTo>
                  <a:lnTo>
                    <a:pt x="4996" y="8512"/>
                  </a:lnTo>
                  <a:lnTo>
                    <a:pt x="5043" y="8451"/>
                  </a:lnTo>
                  <a:lnTo>
                    <a:pt x="5089" y="8391"/>
                  </a:lnTo>
                  <a:lnTo>
                    <a:pt x="5135" y="8331"/>
                  </a:lnTo>
                  <a:lnTo>
                    <a:pt x="5181" y="8271"/>
                  </a:lnTo>
                  <a:lnTo>
                    <a:pt x="5227" y="8210"/>
                  </a:lnTo>
                  <a:lnTo>
                    <a:pt x="5273" y="8150"/>
                  </a:lnTo>
                  <a:lnTo>
                    <a:pt x="5319" y="8090"/>
                  </a:lnTo>
                  <a:lnTo>
                    <a:pt x="5366" y="8029"/>
                  </a:lnTo>
                  <a:lnTo>
                    <a:pt x="5412" y="7969"/>
                  </a:lnTo>
                  <a:lnTo>
                    <a:pt x="5458" y="7909"/>
                  </a:lnTo>
                  <a:lnTo>
                    <a:pt x="5504" y="7849"/>
                  </a:lnTo>
                  <a:lnTo>
                    <a:pt x="5550" y="7788"/>
                  </a:lnTo>
                  <a:lnTo>
                    <a:pt x="5596" y="7728"/>
                  </a:lnTo>
                  <a:lnTo>
                    <a:pt x="5642" y="7668"/>
                  </a:lnTo>
                  <a:lnTo>
                    <a:pt x="5688" y="7608"/>
                  </a:lnTo>
                  <a:lnTo>
                    <a:pt x="5735" y="7547"/>
                  </a:lnTo>
                  <a:lnTo>
                    <a:pt x="5781" y="7487"/>
                  </a:lnTo>
                  <a:lnTo>
                    <a:pt x="5827" y="7427"/>
                  </a:lnTo>
                  <a:lnTo>
                    <a:pt x="5873" y="7366"/>
                  </a:lnTo>
                  <a:lnTo>
                    <a:pt x="5919" y="7306"/>
                  </a:lnTo>
                  <a:lnTo>
                    <a:pt x="5965" y="7246"/>
                  </a:lnTo>
                  <a:lnTo>
                    <a:pt x="6011" y="7186"/>
                  </a:lnTo>
                  <a:lnTo>
                    <a:pt x="6057" y="7125"/>
                  </a:lnTo>
                  <a:lnTo>
                    <a:pt x="6104" y="7065"/>
                  </a:lnTo>
                  <a:lnTo>
                    <a:pt x="6150" y="7005"/>
                  </a:lnTo>
                  <a:lnTo>
                    <a:pt x="6196" y="6944"/>
                  </a:lnTo>
                  <a:lnTo>
                    <a:pt x="6242" y="6884"/>
                  </a:lnTo>
                  <a:lnTo>
                    <a:pt x="6288" y="6824"/>
                  </a:lnTo>
                  <a:lnTo>
                    <a:pt x="6334" y="6763"/>
                  </a:lnTo>
                  <a:lnTo>
                    <a:pt x="6380" y="6703"/>
                  </a:lnTo>
                  <a:lnTo>
                    <a:pt x="6426" y="6643"/>
                  </a:lnTo>
                  <a:lnTo>
                    <a:pt x="6472" y="6583"/>
                  </a:lnTo>
                  <a:lnTo>
                    <a:pt x="6518" y="6522"/>
                  </a:lnTo>
                  <a:lnTo>
                    <a:pt x="6564" y="6462"/>
                  </a:lnTo>
                  <a:lnTo>
                    <a:pt x="6611" y="6402"/>
                  </a:lnTo>
                  <a:lnTo>
                    <a:pt x="6657" y="6341"/>
                  </a:lnTo>
                  <a:lnTo>
                    <a:pt x="6703" y="6281"/>
                  </a:lnTo>
                  <a:lnTo>
                    <a:pt x="6749" y="6221"/>
                  </a:lnTo>
                  <a:lnTo>
                    <a:pt x="6795" y="6160"/>
                  </a:lnTo>
                  <a:lnTo>
                    <a:pt x="6841" y="6100"/>
                  </a:lnTo>
                  <a:lnTo>
                    <a:pt x="6887" y="6040"/>
                  </a:lnTo>
                  <a:lnTo>
                    <a:pt x="6933" y="5979"/>
                  </a:lnTo>
                  <a:lnTo>
                    <a:pt x="6979" y="5919"/>
                  </a:lnTo>
                  <a:lnTo>
                    <a:pt x="7025" y="5859"/>
                  </a:lnTo>
                  <a:lnTo>
                    <a:pt x="7071" y="5798"/>
                  </a:lnTo>
                  <a:lnTo>
                    <a:pt x="7117" y="5738"/>
                  </a:lnTo>
                  <a:lnTo>
                    <a:pt x="7163" y="5678"/>
                  </a:lnTo>
                  <a:lnTo>
                    <a:pt x="7209" y="5617"/>
                  </a:lnTo>
                  <a:lnTo>
                    <a:pt x="7256" y="5557"/>
                  </a:lnTo>
                  <a:lnTo>
                    <a:pt x="7302" y="5497"/>
                  </a:lnTo>
                  <a:lnTo>
                    <a:pt x="7348" y="5436"/>
                  </a:lnTo>
                  <a:lnTo>
                    <a:pt x="7394" y="5376"/>
                  </a:lnTo>
                  <a:lnTo>
                    <a:pt x="7440" y="5316"/>
                  </a:lnTo>
                  <a:lnTo>
                    <a:pt x="7486" y="5255"/>
                  </a:lnTo>
                  <a:lnTo>
                    <a:pt x="7532" y="5195"/>
                  </a:lnTo>
                  <a:lnTo>
                    <a:pt x="7578" y="5135"/>
                  </a:lnTo>
                  <a:lnTo>
                    <a:pt x="7624" y="5074"/>
                  </a:lnTo>
                  <a:lnTo>
                    <a:pt x="7670" y="5014"/>
                  </a:lnTo>
                  <a:lnTo>
                    <a:pt x="7716" y="4954"/>
                  </a:lnTo>
                  <a:lnTo>
                    <a:pt x="7762" y="4893"/>
                  </a:lnTo>
                  <a:lnTo>
                    <a:pt x="7808" y="4833"/>
                  </a:lnTo>
                  <a:lnTo>
                    <a:pt x="7854" y="4773"/>
                  </a:lnTo>
                  <a:lnTo>
                    <a:pt x="7900" y="4712"/>
                  </a:lnTo>
                  <a:lnTo>
                    <a:pt x="7946" y="4652"/>
                  </a:lnTo>
                  <a:lnTo>
                    <a:pt x="7992" y="4591"/>
                  </a:lnTo>
                  <a:lnTo>
                    <a:pt x="8038" y="4531"/>
                  </a:lnTo>
                  <a:lnTo>
                    <a:pt x="8084" y="4471"/>
                  </a:lnTo>
                  <a:lnTo>
                    <a:pt x="8130" y="4410"/>
                  </a:lnTo>
                  <a:lnTo>
                    <a:pt x="8176" y="4350"/>
                  </a:lnTo>
                  <a:lnTo>
                    <a:pt x="8222" y="4290"/>
                  </a:lnTo>
                  <a:lnTo>
                    <a:pt x="8268" y="4229"/>
                  </a:lnTo>
                  <a:lnTo>
                    <a:pt x="8314" y="4169"/>
                  </a:lnTo>
                  <a:lnTo>
                    <a:pt x="8360" y="4109"/>
                  </a:lnTo>
                  <a:lnTo>
                    <a:pt x="8406" y="4048"/>
                  </a:lnTo>
                  <a:lnTo>
                    <a:pt x="8452" y="3988"/>
                  </a:lnTo>
                  <a:lnTo>
                    <a:pt x="8498" y="3927"/>
                  </a:lnTo>
                  <a:lnTo>
                    <a:pt x="8544" y="3867"/>
                  </a:lnTo>
                  <a:lnTo>
                    <a:pt x="8590" y="3807"/>
                  </a:lnTo>
                  <a:lnTo>
                    <a:pt x="8636" y="3746"/>
                  </a:lnTo>
                  <a:lnTo>
                    <a:pt x="8682" y="3686"/>
                  </a:lnTo>
                  <a:lnTo>
                    <a:pt x="8728" y="3626"/>
                  </a:lnTo>
                  <a:lnTo>
                    <a:pt x="8774" y="3565"/>
                  </a:lnTo>
                  <a:lnTo>
                    <a:pt x="8820" y="3505"/>
                  </a:lnTo>
                  <a:lnTo>
                    <a:pt x="8866" y="3444"/>
                  </a:lnTo>
                  <a:lnTo>
                    <a:pt x="8912" y="3384"/>
                  </a:lnTo>
                  <a:lnTo>
                    <a:pt x="8958" y="3324"/>
                  </a:lnTo>
                  <a:lnTo>
                    <a:pt x="9004" y="3263"/>
                  </a:lnTo>
                  <a:lnTo>
                    <a:pt x="9050" y="3203"/>
                  </a:lnTo>
                  <a:lnTo>
                    <a:pt x="9096" y="3142"/>
                  </a:lnTo>
                  <a:lnTo>
                    <a:pt x="9142" y="3082"/>
                  </a:lnTo>
                  <a:lnTo>
                    <a:pt x="9188" y="3022"/>
                  </a:lnTo>
                  <a:lnTo>
                    <a:pt x="9234" y="2961"/>
                  </a:lnTo>
                  <a:lnTo>
                    <a:pt x="9280" y="2901"/>
                  </a:lnTo>
                  <a:lnTo>
                    <a:pt x="9326" y="2840"/>
                  </a:lnTo>
                  <a:lnTo>
                    <a:pt x="9372" y="2780"/>
                  </a:lnTo>
                  <a:lnTo>
                    <a:pt x="9418" y="2720"/>
                  </a:lnTo>
                  <a:lnTo>
                    <a:pt x="9464" y="2659"/>
                  </a:lnTo>
                  <a:lnTo>
                    <a:pt x="9510" y="2599"/>
                  </a:lnTo>
                  <a:lnTo>
                    <a:pt x="9556" y="2538"/>
                  </a:lnTo>
                  <a:lnTo>
                    <a:pt x="9602" y="2478"/>
                  </a:lnTo>
                  <a:lnTo>
                    <a:pt x="9648" y="2417"/>
                  </a:lnTo>
                  <a:lnTo>
                    <a:pt x="9693" y="2357"/>
                  </a:lnTo>
                  <a:lnTo>
                    <a:pt x="9739" y="2297"/>
                  </a:lnTo>
                  <a:lnTo>
                    <a:pt x="9785" y="2236"/>
                  </a:lnTo>
                  <a:lnTo>
                    <a:pt x="9831" y="2176"/>
                  </a:lnTo>
                  <a:lnTo>
                    <a:pt x="9877" y="2115"/>
                  </a:lnTo>
                  <a:lnTo>
                    <a:pt x="9923" y="2055"/>
                  </a:lnTo>
                  <a:lnTo>
                    <a:pt x="9969" y="1995"/>
                  </a:lnTo>
                  <a:lnTo>
                    <a:pt x="10015" y="1934"/>
                  </a:lnTo>
                  <a:lnTo>
                    <a:pt x="10061" y="1874"/>
                  </a:lnTo>
                  <a:lnTo>
                    <a:pt x="10107" y="1813"/>
                  </a:lnTo>
                  <a:lnTo>
                    <a:pt x="10153" y="1753"/>
                  </a:lnTo>
                  <a:lnTo>
                    <a:pt x="10199" y="1692"/>
                  </a:lnTo>
                  <a:lnTo>
                    <a:pt x="10245" y="1632"/>
                  </a:lnTo>
                  <a:lnTo>
                    <a:pt x="10291" y="1571"/>
                  </a:lnTo>
                  <a:lnTo>
                    <a:pt x="10337" y="1511"/>
                  </a:lnTo>
                  <a:lnTo>
                    <a:pt x="10382" y="1451"/>
                  </a:lnTo>
                  <a:lnTo>
                    <a:pt x="10428" y="1390"/>
                  </a:lnTo>
                  <a:lnTo>
                    <a:pt x="10474" y="1330"/>
                  </a:lnTo>
                  <a:lnTo>
                    <a:pt x="10520" y="1269"/>
                  </a:lnTo>
                  <a:lnTo>
                    <a:pt x="10566" y="1209"/>
                  </a:lnTo>
                  <a:lnTo>
                    <a:pt x="10612" y="1148"/>
                  </a:lnTo>
                  <a:lnTo>
                    <a:pt x="10658" y="1088"/>
                  </a:lnTo>
                  <a:lnTo>
                    <a:pt x="10704" y="1027"/>
                  </a:lnTo>
                  <a:lnTo>
                    <a:pt x="10750" y="967"/>
                  </a:lnTo>
                  <a:lnTo>
                    <a:pt x="10796" y="907"/>
                  </a:lnTo>
                  <a:lnTo>
                    <a:pt x="10841" y="846"/>
                  </a:lnTo>
                  <a:lnTo>
                    <a:pt x="10887" y="786"/>
                  </a:lnTo>
                  <a:lnTo>
                    <a:pt x="10933" y="725"/>
                  </a:lnTo>
                  <a:lnTo>
                    <a:pt x="10979" y="665"/>
                  </a:lnTo>
                  <a:lnTo>
                    <a:pt x="11025" y="604"/>
                  </a:lnTo>
                  <a:lnTo>
                    <a:pt x="11071" y="544"/>
                  </a:lnTo>
                  <a:lnTo>
                    <a:pt x="11117" y="483"/>
                  </a:lnTo>
                  <a:lnTo>
                    <a:pt x="11163" y="423"/>
                  </a:lnTo>
                  <a:lnTo>
                    <a:pt x="11209" y="362"/>
                  </a:lnTo>
                  <a:lnTo>
                    <a:pt x="11254" y="302"/>
                  </a:lnTo>
                  <a:lnTo>
                    <a:pt x="11300" y="241"/>
                  </a:lnTo>
                  <a:lnTo>
                    <a:pt x="11346" y="181"/>
                  </a:lnTo>
                  <a:lnTo>
                    <a:pt x="11392" y="120"/>
                  </a:lnTo>
                  <a:lnTo>
                    <a:pt x="11438" y="60"/>
                  </a:lnTo>
                  <a:lnTo>
                    <a:pt x="11484" y="0"/>
                  </a:lnTo>
                </a:path>
              </a:pathLst>
            </a:custGeom>
            <a:ln w="83820" cap="rnd">
              <a:solidFill>
                <a:srgbClr val="FF5CB8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8" name="pl7178"/>
            <p:cNvSpPr/>
            <p:nvPr/>
          </p:nvSpPr>
          <p:spPr>
            <a:xfrm>
              <a:off x="7878993" y="4790062"/>
              <a:ext cx="11684" cy="15272"/>
            </a:xfrm>
            <a:custGeom>
              <a:avLst/>
              <a:pathLst>
                <a:path w="11684" h="15272">
                  <a:moveTo>
                    <a:pt x="0" y="15272"/>
                  </a:moveTo>
                  <a:lnTo>
                    <a:pt x="47" y="15211"/>
                  </a:lnTo>
                  <a:lnTo>
                    <a:pt x="94" y="15150"/>
                  </a:lnTo>
                  <a:lnTo>
                    <a:pt x="141" y="15089"/>
                  </a:lnTo>
                  <a:lnTo>
                    <a:pt x="188" y="15028"/>
                  </a:lnTo>
                  <a:lnTo>
                    <a:pt x="235" y="14966"/>
                  </a:lnTo>
                  <a:lnTo>
                    <a:pt x="283" y="14905"/>
                  </a:lnTo>
                  <a:lnTo>
                    <a:pt x="330" y="14844"/>
                  </a:lnTo>
                  <a:lnTo>
                    <a:pt x="377" y="14783"/>
                  </a:lnTo>
                  <a:lnTo>
                    <a:pt x="424" y="14722"/>
                  </a:lnTo>
                  <a:lnTo>
                    <a:pt x="471" y="14661"/>
                  </a:lnTo>
                  <a:lnTo>
                    <a:pt x="518" y="14599"/>
                  </a:lnTo>
                  <a:lnTo>
                    <a:pt x="566" y="14538"/>
                  </a:lnTo>
                  <a:lnTo>
                    <a:pt x="613" y="14477"/>
                  </a:lnTo>
                  <a:lnTo>
                    <a:pt x="660" y="14416"/>
                  </a:lnTo>
                  <a:lnTo>
                    <a:pt x="707" y="14355"/>
                  </a:lnTo>
                  <a:lnTo>
                    <a:pt x="754" y="14294"/>
                  </a:lnTo>
                  <a:lnTo>
                    <a:pt x="801" y="14233"/>
                  </a:lnTo>
                  <a:lnTo>
                    <a:pt x="849" y="14171"/>
                  </a:lnTo>
                  <a:lnTo>
                    <a:pt x="896" y="14110"/>
                  </a:lnTo>
                  <a:lnTo>
                    <a:pt x="943" y="14049"/>
                  </a:lnTo>
                  <a:lnTo>
                    <a:pt x="990" y="13988"/>
                  </a:lnTo>
                  <a:lnTo>
                    <a:pt x="1037" y="13927"/>
                  </a:lnTo>
                  <a:lnTo>
                    <a:pt x="1084" y="13866"/>
                  </a:lnTo>
                  <a:lnTo>
                    <a:pt x="1131" y="13804"/>
                  </a:lnTo>
                  <a:lnTo>
                    <a:pt x="1179" y="13743"/>
                  </a:lnTo>
                  <a:lnTo>
                    <a:pt x="1226" y="13682"/>
                  </a:lnTo>
                  <a:lnTo>
                    <a:pt x="1273" y="13621"/>
                  </a:lnTo>
                  <a:lnTo>
                    <a:pt x="1320" y="13560"/>
                  </a:lnTo>
                  <a:lnTo>
                    <a:pt x="1367" y="13498"/>
                  </a:lnTo>
                  <a:lnTo>
                    <a:pt x="1414" y="13437"/>
                  </a:lnTo>
                  <a:lnTo>
                    <a:pt x="1461" y="13376"/>
                  </a:lnTo>
                  <a:lnTo>
                    <a:pt x="1508" y="13315"/>
                  </a:lnTo>
                  <a:lnTo>
                    <a:pt x="1556" y="13254"/>
                  </a:lnTo>
                  <a:lnTo>
                    <a:pt x="1603" y="13193"/>
                  </a:lnTo>
                  <a:lnTo>
                    <a:pt x="1650" y="13131"/>
                  </a:lnTo>
                  <a:lnTo>
                    <a:pt x="1697" y="13070"/>
                  </a:lnTo>
                  <a:lnTo>
                    <a:pt x="1744" y="13009"/>
                  </a:lnTo>
                  <a:lnTo>
                    <a:pt x="1791" y="12948"/>
                  </a:lnTo>
                  <a:lnTo>
                    <a:pt x="1838" y="12887"/>
                  </a:lnTo>
                  <a:lnTo>
                    <a:pt x="1885" y="12825"/>
                  </a:lnTo>
                  <a:lnTo>
                    <a:pt x="1932" y="12764"/>
                  </a:lnTo>
                  <a:lnTo>
                    <a:pt x="1980" y="12703"/>
                  </a:lnTo>
                  <a:lnTo>
                    <a:pt x="2027" y="12642"/>
                  </a:lnTo>
                  <a:lnTo>
                    <a:pt x="2074" y="12581"/>
                  </a:lnTo>
                  <a:lnTo>
                    <a:pt x="2121" y="12519"/>
                  </a:lnTo>
                  <a:lnTo>
                    <a:pt x="2168" y="12458"/>
                  </a:lnTo>
                  <a:lnTo>
                    <a:pt x="2215" y="12397"/>
                  </a:lnTo>
                  <a:lnTo>
                    <a:pt x="2262" y="12336"/>
                  </a:lnTo>
                  <a:lnTo>
                    <a:pt x="2309" y="12275"/>
                  </a:lnTo>
                  <a:lnTo>
                    <a:pt x="2356" y="12213"/>
                  </a:lnTo>
                  <a:lnTo>
                    <a:pt x="2403" y="12152"/>
                  </a:lnTo>
                  <a:lnTo>
                    <a:pt x="2450" y="12091"/>
                  </a:lnTo>
                  <a:lnTo>
                    <a:pt x="2497" y="12030"/>
                  </a:lnTo>
                  <a:lnTo>
                    <a:pt x="2545" y="11968"/>
                  </a:lnTo>
                  <a:lnTo>
                    <a:pt x="2592" y="11907"/>
                  </a:lnTo>
                  <a:lnTo>
                    <a:pt x="2639" y="11846"/>
                  </a:lnTo>
                  <a:lnTo>
                    <a:pt x="2686" y="11785"/>
                  </a:lnTo>
                  <a:lnTo>
                    <a:pt x="2733" y="11724"/>
                  </a:lnTo>
                  <a:lnTo>
                    <a:pt x="2780" y="11662"/>
                  </a:lnTo>
                  <a:lnTo>
                    <a:pt x="2827" y="11601"/>
                  </a:lnTo>
                  <a:lnTo>
                    <a:pt x="2874" y="11540"/>
                  </a:lnTo>
                  <a:lnTo>
                    <a:pt x="2921" y="11479"/>
                  </a:lnTo>
                  <a:lnTo>
                    <a:pt x="2968" y="11417"/>
                  </a:lnTo>
                  <a:lnTo>
                    <a:pt x="3015" y="11356"/>
                  </a:lnTo>
                  <a:lnTo>
                    <a:pt x="3062" y="11295"/>
                  </a:lnTo>
                  <a:lnTo>
                    <a:pt x="3109" y="11234"/>
                  </a:lnTo>
                  <a:lnTo>
                    <a:pt x="3156" y="11172"/>
                  </a:lnTo>
                  <a:lnTo>
                    <a:pt x="3203" y="11111"/>
                  </a:lnTo>
                  <a:lnTo>
                    <a:pt x="3250" y="11050"/>
                  </a:lnTo>
                  <a:lnTo>
                    <a:pt x="3297" y="10989"/>
                  </a:lnTo>
                  <a:lnTo>
                    <a:pt x="3345" y="10927"/>
                  </a:lnTo>
                  <a:lnTo>
                    <a:pt x="3392" y="10866"/>
                  </a:lnTo>
                  <a:lnTo>
                    <a:pt x="3439" y="10805"/>
                  </a:lnTo>
                  <a:lnTo>
                    <a:pt x="3486" y="10744"/>
                  </a:lnTo>
                  <a:lnTo>
                    <a:pt x="3533" y="10682"/>
                  </a:lnTo>
                  <a:lnTo>
                    <a:pt x="3580" y="10621"/>
                  </a:lnTo>
                  <a:lnTo>
                    <a:pt x="3627" y="10560"/>
                  </a:lnTo>
                  <a:lnTo>
                    <a:pt x="3674" y="10499"/>
                  </a:lnTo>
                  <a:lnTo>
                    <a:pt x="3721" y="10437"/>
                  </a:lnTo>
                  <a:lnTo>
                    <a:pt x="3768" y="10376"/>
                  </a:lnTo>
                  <a:lnTo>
                    <a:pt x="3815" y="10315"/>
                  </a:lnTo>
                  <a:lnTo>
                    <a:pt x="3862" y="10254"/>
                  </a:lnTo>
                  <a:lnTo>
                    <a:pt x="3909" y="10192"/>
                  </a:lnTo>
                  <a:lnTo>
                    <a:pt x="3956" y="10131"/>
                  </a:lnTo>
                  <a:lnTo>
                    <a:pt x="4003" y="10070"/>
                  </a:lnTo>
                  <a:lnTo>
                    <a:pt x="4050" y="10008"/>
                  </a:lnTo>
                  <a:lnTo>
                    <a:pt x="4097" y="9947"/>
                  </a:lnTo>
                  <a:lnTo>
                    <a:pt x="4144" y="9886"/>
                  </a:lnTo>
                  <a:lnTo>
                    <a:pt x="4191" y="9825"/>
                  </a:lnTo>
                  <a:lnTo>
                    <a:pt x="4238" y="9763"/>
                  </a:lnTo>
                  <a:lnTo>
                    <a:pt x="4285" y="9702"/>
                  </a:lnTo>
                  <a:lnTo>
                    <a:pt x="4332" y="9641"/>
                  </a:lnTo>
                  <a:lnTo>
                    <a:pt x="4379" y="9580"/>
                  </a:lnTo>
                  <a:lnTo>
                    <a:pt x="4426" y="9518"/>
                  </a:lnTo>
                  <a:lnTo>
                    <a:pt x="4473" y="9457"/>
                  </a:lnTo>
                  <a:lnTo>
                    <a:pt x="4520" y="9396"/>
                  </a:lnTo>
                  <a:lnTo>
                    <a:pt x="4567" y="9334"/>
                  </a:lnTo>
                  <a:lnTo>
                    <a:pt x="4614" y="9273"/>
                  </a:lnTo>
                  <a:lnTo>
                    <a:pt x="4661" y="9212"/>
                  </a:lnTo>
                  <a:lnTo>
                    <a:pt x="4708" y="9150"/>
                  </a:lnTo>
                  <a:lnTo>
                    <a:pt x="4755" y="9089"/>
                  </a:lnTo>
                  <a:lnTo>
                    <a:pt x="4802" y="9028"/>
                  </a:lnTo>
                  <a:lnTo>
                    <a:pt x="4849" y="8967"/>
                  </a:lnTo>
                  <a:lnTo>
                    <a:pt x="4896" y="8905"/>
                  </a:lnTo>
                  <a:lnTo>
                    <a:pt x="4943" y="8844"/>
                  </a:lnTo>
                  <a:lnTo>
                    <a:pt x="4990" y="8783"/>
                  </a:lnTo>
                  <a:lnTo>
                    <a:pt x="5037" y="8721"/>
                  </a:lnTo>
                  <a:lnTo>
                    <a:pt x="5084" y="8660"/>
                  </a:lnTo>
                  <a:lnTo>
                    <a:pt x="5130" y="8599"/>
                  </a:lnTo>
                  <a:lnTo>
                    <a:pt x="5177" y="8537"/>
                  </a:lnTo>
                  <a:lnTo>
                    <a:pt x="5224" y="8476"/>
                  </a:lnTo>
                  <a:lnTo>
                    <a:pt x="5271" y="8415"/>
                  </a:lnTo>
                  <a:lnTo>
                    <a:pt x="5318" y="8354"/>
                  </a:lnTo>
                  <a:lnTo>
                    <a:pt x="5365" y="8292"/>
                  </a:lnTo>
                  <a:lnTo>
                    <a:pt x="5412" y="8231"/>
                  </a:lnTo>
                  <a:lnTo>
                    <a:pt x="5459" y="8170"/>
                  </a:lnTo>
                  <a:lnTo>
                    <a:pt x="5506" y="8108"/>
                  </a:lnTo>
                  <a:lnTo>
                    <a:pt x="5553" y="8047"/>
                  </a:lnTo>
                  <a:lnTo>
                    <a:pt x="5600" y="7986"/>
                  </a:lnTo>
                  <a:lnTo>
                    <a:pt x="5647" y="7924"/>
                  </a:lnTo>
                  <a:lnTo>
                    <a:pt x="5694" y="7863"/>
                  </a:lnTo>
                  <a:lnTo>
                    <a:pt x="5741" y="7802"/>
                  </a:lnTo>
                  <a:lnTo>
                    <a:pt x="5788" y="7740"/>
                  </a:lnTo>
                  <a:lnTo>
                    <a:pt x="5835" y="7679"/>
                  </a:lnTo>
                  <a:lnTo>
                    <a:pt x="5882" y="7618"/>
                  </a:lnTo>
                  <a:lnTo>
                    <a:pt x="5928" y="7556"/>
                  </a:lnTo>
                  <a:lnTo>
                    <a:pt x="5975" y="7495"/>
                  </a:lnTo>
                  <a:lnTo>
                    <a:pt x="6022" y="7434"/>
                  </a:lnTo>
                  <a:lnTo>
                    <a:pt x="6069" y="7372"/>
                  </a:lnTo>
                  <a:lnTo>
                    <a:pt x="6116" y="7311"/>
                  </a:lnTo>
                  <a:lnTo>
                    <a:pt x="6163" y="7250"/>
                  </a:lnTo>
                  <a:lnTo>
                    <a:pt x="6210" y="7188"/>
                  </a:lnTo>
                  <a:lnTo>
                    <a:pt x="6257" y="7127"/>
                  </a:lnTo>
                  <a:lnTo>
                    <a:pt x="6304" y="7065"/>
                  </a:lnTo>
                  <a:lnTo>
                    <a:pt x="6351" y="7004"/>
                  </a:lnTo>
                  <a:lnTo>
                    <a:pt x="6398" y="6943"/>
                  </a:lnTo>
                  <a:lnTo>
                    <a:pt x="6444" y="6881"/>
                  </a:lnTo>
                  <a:lnTo>
                    <a:pt x="6491" y="6820"/>
                  </a:lnTo>
                  <a:lnTo>
                    <a:pt x="6538" y="6759"/>
                  </a:lnTo>
                  <a:lnTo>
                    <a:pt x="6585" y="6697"/>
                  </a:lnTo>
                  <a:lnTo>
                    <a:pt x="6632" y="6636"/>
                  </a:lnTo>
                  <a:lnTo>
                    <a:pt x="6679" y="6575"/>
                  </a:lnTo>
                  <a:lnTo>
                    <a:pt x="6726" y="6513"/>
                  </a:lnTo>
                  <a:lnTo>
                    <a:pt x="6773" y="6452"/>
                  </a:lnTo>
                  <a:lnTo>
                    <a:pt x="6820" y="6391"/>
                  </a:lnTo>
                  <a:lnTo>
                    <a:pt x="6867" y="6329"/>
                  </a:lnTo>
                  <a:lnTo>
                    <a:pt x="6913" y="6268"/>
                  </a:lnTo>
                  <a:lnTo>
                    <a:pt x="6960" y="6206"/>
                  </a:lnTo>
                  <a:lnTo>
                    <a:pt x="7007" y="6145"/>
                  </a:lnTo>
                  <a:lnTo>
                    <a:pt x="7054" y="6084"/>
                  </a:lnTo>
                  <a:lnTo>
                    <a:pt x="7101" y="6022"/>
                  </a:lnTo>
                  <a:lnTo>
                    <a:pt x="7148" y="5961"/>
                  </a:lnTo>
                  <a:lnTo>
                    <a:pt x="7195" y="5900"/>
                  </a:lnTo>
                  <a:lnTo>
                    <a:pt x="7241" y="5838"/>
                  </a:lnTo>
                  <a:lnTo>
                    <a:pt x="7288" y="5777"/>
                  </a:lnTo>
                  <a:lnTo>
                    <a:pt x="7335" y="5715"/>
                  </a:lnTo>
                  <a:lnTo>
                    <a:pt x="7382" y="5654"/>
                  </a:lnTo>
                  <a:lnTo>
                    <a:pt x="7429" y="5593"/>
                  </a:lnTo>
                  <a:lnTo>
                    <a:pt x="7476" y="5531"/>
                  </a:lnTo>
                  <a:lnTo>
                    <a:pt x="7523" y="5470"/>
                  </a:lnTo>
                  <a:lnTo>
                    <a:pt x="7569" y="5408"/>
                  </a:lnTo>
                  <a:lnTo>
                    <a:pt x="7616" y="5347"/>
                  </a:lnTo>
                  <a:lnTo>
                    <a:pt x="7663" y="5286"/>
                  </a:lnTo>
                  <a:lnTo>
                    <a:pt x="7710" y="5224"/>
                  </a:lnTo>
                  <a:lnTo>
                    <a:pt x="7757" y="5163"/>
                  </a:lnTo>
                  <a:lnTo>
                    <a:pt x="7804" y="5101"/>
                  </a:lnTo>
                  <a:lnTo>
                    <a:pt x="7851" y="5040"/>
                  </a:lnTo>
                  <a:lnTo>
                    <a:pt x="7897" y="4979"/>
                  </a:lnTo>
                  <a:lnTo>
                    <a:pt x="7944" y="4917"/>
                  </a:lnTo>
                  <a:lnTo>
                    <a:pt x="7991" y="4856"/>
                  </a:lnTo>
                  <a:lnTo>
                    <a:pt x="8038" y="4794"/>
                  </a:lnTo>
                  <a:lnTo>
                    <a:pt x="8085" y="4733"/>
                  </a:lnTo>
                  <a:lnTo>
                    <a:pt x="8132" y="4672"/>
                  </a:lnTo>
                  <a:lnTo>
                    <a:pt x="8178" y="4610"/>
                  </a:lnTo>
                  <a:lnTo>
                    <a:pt x="8225" y="4549"/>
                  </a:lnTo>
                  <a:lnTo>
                    <a:pt x="8272" y="4487"/>
                  </a:lnTo>
                  <a:lnTo>
                    <a:pt x="8319" y="4426"/>
                  </a:lnTo>
                  <a:lnTo>
                    <a:pt x="8366" y="4364"/>
                  </a:lnTo>
                  <a:lnTo>
                    <a:pt x="8412" y="4303"/>
                  </a:lnTo>
                  <a:lnTo>
                    <a:pt x="8459" y="4242"/>
                  </a:lnTo>
                  <a:lnTo>
                    <a:pt x="8506" y="4180"/>
                  </a:lnTo>
                  <a:lnTo>
                    <a:pt x="8553" y="4119"/>
                  </a:lnTo>
                  <a:lnTo>
                    <a:pt x="8600" y="4057"/>
                  </a:lnTo>
                  <a:lnTo>
                    <a:pt x="8646" y="3996"/>
                  </a:lnTo>
                  <a:lnTo>
                    <a:pt x="8693" y="3934"/>
                  </a:lnTo>
                  <a:lnTo>
                    <a:pt x="8740" y="3873"/>
                  </a:lnTo>
                  <a:lnTo>
                    <a:pt x="8787" y="3812"/>
                  </a:lnTo>
                  <a:lnTo>
                    <a:pt x="8834" y="3750"/>
                  </a:lnTo>
                  <a:lnTo>
                    <a:pt x="8880" y="3689"/>
                  </a:lnTo>
                  <a:lnTo>
                    <a:pt x="8927" y="3627"/>
                  </a:lnTo>
                  <a:lnTo>
                    <a:pt x="8974" y="3566"/>
                  </a:lnTo>
                  <a:lnTo>
                    <a:pt x="9021" y="3504"/>
                  </a:lnTo>
                  <a:lnTo>
                    <a:pt x="9068" y="3443"/>
                  </a:lnTo>
                  <a:lnTo>
                    <a:pt x="9114" y="3382"/>
                  </a:lnTo>
                  <a:lnTo>
                    <a:pt x="9161" y="3320"/>
                  </a:lnTo>
                  <a:lnTo>
                    <a:pt x="9208" y="3259"/>
                  </a:lnTo>
                  <a:lnTo>
                    <a:pt x="9255" y="3197"/>
                  </a:lnTo>
                  <a:lnTo>
                    <a:pt x="9301" y="3136"/>
                  </a:lnTo>
                  <a:lnTo>
                    <a:pt x="9348" y="3074"/>
                  </a:lnTo>
                  <a:lnTo>
                    <a:pt x="9395" y="3013"/>
                  </a:lnTo>
                  <a:lnTo>
                    <a:pt x="9442" y="2951"/>
                  </a:lnTo>
                  <a:lnTo>
                    <a:pt x="9489" y="2890"/>
                  </a:lnTo>
                  <a:lnTo>
                    <a:pt x="9535" y="2828"/>
                  </a:lnTo>
                  <a:lnTo>
                    <a:pt x="9582" y="2767"/>
                  </a:lnTo>
                  <a:lnTo>
                    <a:pt x="9629" y="2706"/>
                  </a:lnTo>
                  <a:lnTo>
                    <a:pt x="9676" y="2644"/>
                  </a:lnTo>
                  <a:lnTo>
                    <a:pt x="9722" y="2583"/>
                  </a:lnTo>
                  <a:lnTo>
                    <a:pt x="9769" y="2521"/>
                  </a:lnTo>
                  <a:lnTo>
                    <a:pt x="9816" y="2460"/>
                  </a:lnTo>
                  <a:lnTo>
                    <a:pt x="9863" y="2398"/>
                  </a:lnTo>
                  <a:lnTo>
                    <a:pt x="9909" y="2337"/>
                  </a:lnTo>
                  <a:lnTo>
                    <a:pt x="9956" y="2275"/>
                  </a:lnTo>
                  <a:lnTo>
                    <a:pt x="10003" y="2214"/>
                  </a:lnTo>
                  <a:lnTo>
                    <a:pt x="10050" y="2152"/>
                  </a:lnTo>
                  <a:lnTo>
                    <a:pt x="10096" y="2091"/>
                  </a:lnTo>
                  <a:lnTo>
                    <a:pt x="10143" y="2029"/>
                  </a:lnTo>
                  <a:lnTo>
                    <a:pt x="10190" y="1968"/>
                  </a:lnTo>
                  <a:lnTo>
                    <a:pt x="10236" y="1906"/>
                  </a:lnTo>
                  <a:lnTo>
                    <a:pt x="10283" y="1845"/>
                  </a:lnTo>
                  <a:lnTo>
                    <a:pt x="10330" y="1783"/>
                  </a:lnTo>
                  <a:lnTo>
                    <a:pt x="10377" y="1722"/>
                  </a:lnTo>
                  <a:lnTo>
                    <a:pt x="10423" y="1660"/>
                  </a:lnTo>
                  <a:lnTo>
                    <a:pt x="10470" y="1599"/>
                  </a:lnTo>
                  <a:lnTo>
                    <a:pt x="10517" y="1537"/>
                  </a:lnTo>
                  <a:lnTo>
                    <a:pt x="10564" y="1476"/>
                  </a:lnTo>
                  <a:lnTo>
                    <a:pt x="10610" y="1414"/>
                  </a:lnTo>
                  <a:lnTo>
                    <a:pt x="10657" y="1353"/>
                  </a:lnTo>
                  <a:lnTo>
                    <a:pt x="10704" y="1291"/>
                  </a:lnTo>
                  <a:lnTo>
                    <a:pt x="10750" y="1230"/>
                  </a:lnTo>
                  <a:lnTo>
                    <a:pt x="10797" y="1168"/>
                  </a:lnTo>
                  <a:lnTo>
                    <a:pt x="10844" y="1107"/>
                  </a:lnTo>
                  <a:lnTo>
                    <a:pt x="10890" y="1045"/>
                  </a:lnTo>
                  <a:lnTo>
                    <a:pt x="10937" y="984"/>
                  </a:lnTo>
                  <a:lnTo>
                    <a:pt x="10984" y="922"/>
                  </a:lnTo>
                  <a:lnTo>
                    <a:pt x="11031" y="861"/>
                  </a:lnTo>
                  <a:lnTo>
                    <a:pt x="11077" y="799"/>
                  </a:lnTo>
                  <a:lnTo>
                    <a:pt x="11124" y="738"/>
                  </a:lnTo>
                  <a:lnTo>
                    <a:pt x="11171" y="676"/>
                  </a:lnTo>
                  <a:lnTo>
                    <a:pt x="11217" y="615"/>
                  </a:lnTo>
                  <a:lnTo>
                    <a:pt x="11264" y="553"/>
                  </a:lnTo>
                  <a:lnTo>
                    <a:pt x="11311" y="492"/>
                  </a:lnTo>
                  <a:lnTo>
                    <a:pt x="11357" y="430"/>
                  </a:lnTo>
                  <a:lnTo>
                    <a:pt x="11404" y="369"/>
                  </a:lnTo>
                  <a:lnTo>
                    <a:pt x="11451" y="307"/>
                  </a:lnTo>
                  <a:lnTo>
                    <a:pt x="11497" y="246"/>
                  </a:lnTo>
                  <a:lnTo>
                    <a:pt x="11544" y="184"/>
                  </a:lnTo>
                  <a:lnTo>
                    <a:pt x="11591" y="123"/>
                  </a:lnTo>
                  <a:lnTo>
                    <a:pt x="11637" y="61"/>
                  </a:lnTo>
                  <a:lnTo>
                    <a:pt x="11684" y="0"/>
                  </a:lnTo>
                </a:path>
              </a:pathLst>
            </a:custGeom>
            <a:ln w="22859" cap="rnd">
              <a:solidFill>
                <a:srgbClr val="FF5CB8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9" name="pl7179"/>
            <p:cNvSpPr/>
            <p:nvPr/>
          </p:nvSpPr>
          <p:spPr>
            <a:xfrm>
              <a:off x="7865603" y="4611444"/>
              <a:ext cx="101944" cy="147743"/>
            </a:xfrm>
            <a:custGeom>
              <a:avLst/>
              <a:pathLst>
                <a:path w="101944" h="147743">
                  <a:moveTo>
                    <a:pt x="0" y="147743"/>
                  </a:moveTo>
                  <a:lnTo>
                    <a:pt x="433" y="147167"/>
                  </a:lnTo>
                  <a:lnTo>
                    <a:pt x="866" y="146590"/>
                  </a:lnTo>
                  <a:lnTo>
                    <a:pt x="1298" y="146013"/>
                  </a:lnTo>
                  <a:lnTo>
                    <a:pt x="1731" y="145436"/>
                  </a:lnTo>
                  <a:lnTo>
                    <a:pt x="2163" y="144859"/>
                  </a:lnTo>
                  <a:lnTo>
                    <a:pt x="2596" y="144282"/>
                  </a:lnTo>
                  <a:lnTo>
                    <a:pt x="3028" y="143705"/>
                  </a:lnTo>
                  <a:lnTo>
                    <a:pt x="3459" y="143127"/>
                  </a:lnTo>
                  <a:lnTo>
                    <a:pt x="3891" y="142550"/>
                  </a:lnTo>
                  <a:lnTo>
                    <a:pt x="4323" y="141972"/>
                  </a:lnTo>
                  <a:lnTo>
                    <a:pt x="4754" y="141394"/>
                  </a:lnTo>
                  <a:lnTo>
                    <a:pt x="5185" y="140816"/>
                  </a:lnTo>
                  <a:lnTo>
                    <a:pt x="5616" y="140238"/>
                  </a:lnTo>
                  <a:lnTo>
                    <a:pt x="6047" y="139659"/>
                  </a:lnTo>
                  <a:lnTo>
                    <a:pt x="6477" y="139081"/>
                  </a:lnTo>
                  <a:lnTo>
                    <a:pt x="6907" y="138502"/>
                  </a:lnTo>
                  <a:lnTo>
                    <a:pt x="7338" y="137924"/>
                  </a:lnTo>
                  <a:lnTo>
                    <a:pt x="7768" y="137345"/>
                  </a:lnTo>
                  <a:lnTo>
                    <a:pt x="8197" y="136766"/>
                  </a:lnTo>
                  <a:lnTo>
                    <a:pt x="8627" y="136187"/>
                  </a:lnTo>
                  <a:lnTo>
                    <a:pt x="9056" y="135607"/>
                  </a:lnTo>
                  <a:lnTo>
                    <a:pt x="9486" y="135028"/>
                  </a:lnTo>
                  <a:lnTo>
                    <a:pt x="9915" y="134448"/>
                  </a:lnTo>
                  <a:lnTo>
                    <a:pt x="10343" y="133869"/>
                  </a:lnTo>
                  <a:lnTo>
                    <a:pt x="10772" y="133289"/>
                  </a:lnTo>
                  <a:lnTo>
                    <a:pt x="11200" y="132709"/>
                  </a:lnTo>
                  <a:lnTo>
                    <a:pt x="11629" y="132129"/>
                  </a:lnTo>
                  <a:lnTo>
                    <a:pt x="12057" y="131548"/>
                  </a:lnTo>
                  <a:lnTo>
                    <a:pt x="12485" y="130968"/>
                  </a:lnTo>
                  <a:lnTo>
                    <a:pt x="12912" y="130387"/>
                  </a:lnTo>
                  <a:lnTo>
                    <a:pt x="13340" y="129807"/>
                  </a:lnTo>
                  <a:lnTo>
                    <a:pt x="13767" y="129226"/>
                  </a:lnTo>
                  <a:lnTo>
                    <a:pt x="14194" y="128645"/>
                  </a:lnTo>
                  <a:lnTo>
                    <a:pt x="14621" y="128064"/>
                  </a:lnTo>
                  <a:lnTo>
                    <a:pt x="15048" y="127482"/>
                  </a:lnTo>
                  <a:lnTo>
                    <a:pt x="15475" y="126901"/>
                  </a:lnTo>
                  <a:lnTo>
                    <a:pt x="15901" y="126320"/>
                  </a:lnTo>
                  <a:lnTo>
                    <a:pt x="16327" y="125738"/>
                  </a:lnTo>
                  <a:lnTo>
                    <a:pt x="16753" y="125156"/>
                  </a:lnTo>
                  <a:lnTo>
                    <a:pt x="17179" y="124574"/>
                  </a:lnTo>
                  <a:lnTo>
                    <a:pt x="17604" y="123992"/>
                  </a:lnTo>
                  <a:lnTo>
                    <a:pt x="18030" y="123410"/>
                  </a:lnTo>
                  <a:lnTo>
                    <a:pt x="18455" y="122827"/>
                  </a:lnTo>
                  <a:lnTo>
                    <a:pt x="18880" y="122245"/>
                  </a:lnTo>
                  <a:lnTo>
                    <a:pt x="19305" y="121662"/>
                  </a:lnTo>
                  <a:lnTo>
                    <a:pt x="19730" y="121080"/>
                  </a:lnTo>
                  <a:lnTo>
                    <a:pt x="20154" y="120497"/>
                  </a:lnTo>
                  <a:lnTo>
                    <a:pt x="20578" y="119914"/>
                  </a:lnTo>
                  <a:lnTo>
                    <a:pt x="21003" y="119330"/>
                  </a:lnTo>
                  <a:lnTo>
                    <a:pt x="21426" y="118747"/>
                  </a:lnTo>
                  <a:lnTo>
                    <a:pt x="21850" y="118164"/>
                  </a:lnTo>
                  <a:lnTo>
                    <a:pt x="22274" y="117580"/>
                  </a:lnTo>
                  <a:lnTo>
                    <a:pt x="22697" y="116996"/>
                  </a:lnTo>
                  <a:lnTo>
                    <a:pt x="23120" y="116412"/>
                  </a:lnTo>
                  <a:lnTo>
                    <a:pt x="23543" y="115828"/>
                  </a:lnTo>
                  <a:lnTo>
                    <a:pt x="23966" y="115244"/>
                  </a:lnTo>
                  <a:lnTo>
                    <a:pt x="24388" y="114660"/>
                  </a:lnTo>
                  <a:lnTo>
                    <a:pt x="24811" y="114075"/>
                  </a:lnTo>
                  <a:lnTo>
                    <a:pt x="25233" y="113491"/>
                  </a:lnTo>
                  <a:lnTo>
                    <a:pt x="25655" y="112906"/>
                  </a:lnTo>
                  <a:lnTo>
                    <a:pt x="26077" y="112321"/>
                  </a:lnTo>
                  <a:lnTo>
                    <a:pt x="26498" y="111736"/>
                  </a:lnTo>
                  <a:lnTo>
                    <a:pt x="26920" y="111151"/>
                  </a:lnTo>
                  <a:lnTo>
                    <a:pt x="27341" y="110566"/>
                  </a:lnTo>
                  <a:lnTo>
                    <a:pt x="27762" y="109981"/>
                  </a:lnTo>
                  <a:lnTo>
                    <a:pt x="28183" y="109395"/>
                  </a:lnTo>
                  <a:lnTo>
                    <a:pt x="28604" y="108809"/>
                  </a:lnTo>
                  <a:lnTo>
                    <a:pt x="29024" y="108224"/>
                  </a:lnTo>
                  <a:lnTo>
                    <a:pt x="29444" y="107638"/>
                  </a:lnTo>
                  <a:lnTo>
                    <a:pt x="29864" y="107051"/>
                  </a:lnTo>
                  <a:lnTo>
                    <a:pt x="30284" y="106465"/>
                  </a:lnTo>
                  <a:lnTo>
                    <a:pt x="30704" y="105879"/>
                  </a:lnTo>
                  <a:lnTo>
                    <a:pt x="31124" y="105292"/>
                  </a:lnTo>
                  <a:lnTo>
                    <a:pt x="31543" y="104706"/>
                  </a:lnTo>
                  <a:lnTo>
                    <a:pt x="31962" y="104119"/>
                  </a:lnTo>
                  <a:lnTo>
                    <a:pt x="32381" y="103532"/>
                  </a:lnTo>
                  <a:lnTo>
                    <a:pt x="32800" y="102945"/>
                  </a:lnTo>
                  <a:lnTo>
                    <a:pt x="33218" y="102358"/>
                  </a:lnTo>
                  <a:lnTo>
                    <a:pt x="33637" y="101771"/>
                  </a:lnTo>
                  <a:lnTo>
                    <a:pt x="34055" y="101183"/>
                  </a:lnTo>
                  <a:lnTo>
                    <a:pt x="34473" y="100596"/>
                  </a:lnTo>
                  <a:lnTo>
                    <a:pt x="34891" y="100008"/>
                  </a:lnTo>
                  <a:lnTo>
                    <a:pt x="35308" y="99420"/>
                  </a:lnTo>
                  <a:lnTo>
                    <a:pt x="35726" y="98832"/>
                  </a:lnTo>
                  <a:lnTo>
                    <a:pt x="36143" y="98244"/>
                  </a:lnTo>
                  <a:lnTo>
                    <a:pt x="36560" y="97656"/>
                  </a:lnTo>
                  <a:lnTo>
                    <a:pt x="36977" y="97067"/>
                  </a:lnTo>
                  <a:lnTo>
                    <a:pt x="37393" y="96479"/>
                  </a:lnTo>
                  <a:lnTo>
                    <a:pt x="37810" y="95890"/>
                  </a:lnTo>
                  <a:lnTo>
                    <a:pt x="38226" y="95301"/>
                  </a:lnTo>
                  <a:lnTo>
                    <a:pt x="38642" y="94712"/>
                  </a:lnTo>
                  <a:lnTo>
                    <a:pt x="39058" y="94123"/>
                  </a:lnTo>
                  <a:lnTo>
                    <a:pt x="39474" y="93534"/>
                  </a:lnTo>
                  <a:lnTo>
                    <a:pt x="39889" y="92945"/>
                  </a:lnTo>
                  <a:lnTo>
                    <a:pt x="40305" y="92355"/>
                  </a:lnTo>
                  <a:lnTo>
                    <a:pt x="40720" y="91766"/>
                  </a:lnTo>
                  <a:lnTo>
                    <a:pt x="41135" y="91176"/>
                  </a:lnTo>
                  <a:lnTo>
                    <a:pt x="41549" y="90586"/>
                  </a:lnTo>
                  <a:lnTo>
                    <a:pt x="41964" y="89996"/>
                  </a:lnTo>
                  <a:lnTo>
                    <a:pt x="42378" y="89406"/>
                  </a:lnTo>
                  <a:lnTo>
                    <a:pt x="42792" y="88815"/>
                  </a:lnTo>
                  <a:lnTo>
                    <a:pt x="43206" y="88225"/>
                  </a:lnTo>
                  <a:lnTo>
                    <a:pt x="43620" y="87634"/>
                  </a:lnTo>
                  <a:lnTo>
                    <a:pt x="44034" y="87044"/>
                  </a:lnTo>
                  <a:lnTo>
                    <a:pt x="44447" y="86453"/>
                  </a:lnTo>
                  <a:lnTo>
                    <a:pt x="44860" y="85862"/>
                  </a:lnTo>
                  <a:lnTo>
                    <a:pt x="45273" y="85271"/>
                  </a:lnTo>
                  <a:lnTo>
                    <a:pt x="45686" y="84680"/>
                  </a:lnTo>
                  <a:lnTo>
                    <a:pt x="46099" y="84088"/>
                  </a:lnTo>
                  <a:lnTo>
                    <a:pt x="46511" y="83497"/>
                  </a:lnTo>
                  <a:lnTo>
                    <a:pt x="46923" y="82905"/>
                  </a:lnTo>
                  <a:lnTo>
                    <a:pt x="47335" y="82313"/>
                  </a:lnTo>
                  <a:lnTo>
                    <a:pt x="47747" y="81721"/>
                  </a:lnTo>
                  <a:lnTo>
                    <a:pt x="48159" y="81129"/>
                  </a:lnTo>
                  <a:lnTo>
                    <a:pt x="48570" y="80537"/>
                  </a:lnTo>
                  <a:lnTo>
                    <a:pt x="48982" y="79945"/>
                  </a:lnTo>
                  <a:lnTo>
                    <a:pt x="49393" y="79353"/>
                  </a:lnTo>
                  <a:lnTo>
                    <a:pt x="49804" y="78760"/>
                  </a:lnTo>
                  <a:lnTo>
                    <a:pt x="50214" y="78167"/>
                  </a:lnTo>
                  <a:lnTo>
                    <a:pt x="50625" y="77574"/>
                  </a:lnTo>
                  <a:lnTo>
                    <a:pt x="51035" y="76981"/>
                  </a:lnTo>
                  <a:lnTo>
                    <a:pt x="51445" y="76388"/>
                  </a:lnTo>
                  <a:lnTo>
                    <a:pt x="51855" y="75795"/>
                  </a:lnTo>
                  <a:lnTo>
                    <a:pt x="52265" y="75202"/>
                  </a:lnTo>
                  <a:lnTo>
                    <a:pt x="52674" y="74608"/>
                  </a:lnTo>
                  <a:lnTo>
                    <a:pt x="53084" y="74015"/>
                  </a:lnTo>
                  <a:lnTo>
                    <a:pt x="53493" y="73421"/>
                  </a:lnTo>
                  <a:lnTo>
                    <a:pt x="53902" y="72827"/>
                  </a:lnTo>
                  <a:lnTo>
                    <a:pt x="54311" y="72233"/>
                  </a:lnTo>
                  <a:lnTo>
                    <a:pt x="54719" y="71639"/>
                  </a:lnTo>
                  <a:lnTo>
                    <a:pt x="55127" y="71044"/>
                  </a:lnTo>
                  <a:lnTo>
                    <a:pt x="55536" y="70450"/>
                  </a:lnTo>
                  <a:lnTo>
                    <a:pt x="55944" y="69855"/>
                  </a:lnTo>
                  <a:lnTo>
                    <a:pt x="56351" y="69261"/>
                  </a:lnTo>
                  <a:lnTo>
                    <a:pt x="56759" y="68666"/>
                  </a:lnTo>
                  <a:lnTo>
                    <a:pt x="57166" y="68071"/>
                  </a:lnTo>
                  <a:lnTo>
                    <a:pt x="57574" y="67476"/>
                  </a:lnTo>
                  <a:lnTo>
                    <a:pt x="57981" y="66880"/>
                  </a:lnTo>
                  <a:lnTo>
                    <a:pt x="58387" y="66285"/>
                  </a:lnTo>
                  <a:lnTo>
                    <a:pt x="58794" y="65690"/>
                  </a:lnTo>
                  <a:lnTo>
                    <a:pt x="59200" y="65094"/>
                  </a:lnTo>
                  <a:lnTo>
                    <a:pt x="59607" y="64498"/>
                  </a:lnTo>
                  <a:lnTo>
                    <a:pt x="60013" y="63902"/>
                  </a:lnTo>
                  <a:lnTo>
                    <a:pt x="60419" y="63306"/>
                  </a:lnTo>
                  <a:lnTo>
                    <a:pt x="60824" y="62710"/>
                  </a:lnTo>
                  <a:lnTo>
                    <a:pt x="61230" y="62114"/>
                  </a:lnTo>
                  <a:lnTo>
                    <a:pt x="61635" y="61517"/>
                  </a:lnTo>
                  <a:lnTo>
                    <a:pt x="62040" y="60921"/>
                  </a:lnTo>
                  <a:lnTo>
                    <a:pt x="62445" y="60324"/>
                  </a:lnTo>
                  <a:lnTo>
                    <a:pt x="62850" y="59727"/>
                  </a:lnTo>
                  <a:lnTo>
                    <a:pt x="63254" y="59130"/>
                  </a:lnTo>
                  <a:lnTo>
                    <a:pt x="63658" y="58533"/>
                  </a:lnTo>
                  <a:lnTo>
                    <a:pt x="64062" y="57936"/>
                  </a:lnTo>
                  <a:lnTo>
                    <a:pt x="64466" y="57339"/>
                  </a:lnTo>
                  <a:lnTo>
                    <a:pt x="64870" y="56741"/>
                  </a:lnTo>
                  <a:lnTo>
                    <a:pt x="65274" y="56144"/>
                  </a:lnTo>
                  <a:lnTo>
                    <a:pt x="65677" y="55546"/>
                  </a:lnTo>
                  <a:lnTo>
                    <a:pt x="66080" y="54948"/>
                  </a:lnTo>
                  <a:lnTo>
                    <a:pt x="66483" y="54350"/>
                  </a:lnTo>
                  <a:lnTo>
                    <a:pt x="66886" y="53752"/>
                  </a:lnTo>
                  <a:lnTo>
                    <a:pt x="67288" y="53153"/>
                  </a:lnTo>
                  <a:lnTo>
                    <a:pt x="67691" y="52555"/>
                  </a:lnTo>
                  <a:lnTo>
                    <a:pt x="68093" y="51957"/>
                  </a:lnTo>
                  <a:lnTo>
                    <a:pt x="68495" y="51358"/>
                  </a:lnTo>
                  <a:lnTo>
                    <a:pt x="68896" y="50759"/>
                  </a:lnTo>
                  <a:lnTo>
                    <a:pt x="69298" y="50160"/>
                  </a:lnTo>
                  <a:lnTo>
                    <a:pt x="69699" y="49561"/>
                  </a:lnTo>
                  <a:lnTo>
                    <a:pt x="70101" y="48962"/>
                  </a:lnTo>
                  <a:lnTo>
                    <a:pt x="70502" y="48363"/>
                  </a:lnTo>
                  <a:lnTo>
                    <a:pt x="70902" y="47763"/>
                  </a:lnTo>
                  <a:lnTo>
                    <a:pt x="71303" y="47164"/>
                  </a:lnTo>
                  <a:lnTo>
                    <a:pt x="71703" y="46564"/>
                  </a:lnTo>
                  <a:lnTo>
                    <a:pt x="72103" y="45964"/>
                  </a:lnTo>
                  <a:lnTo>
                    <a:pt x="72503" y="45364"/>
                  </a:lnTo>
                  <a:lnTo>
                    <a:pt x="72903" y="44764"/>
                  </a:lnTo>
                  <a:lnTo>
                    <a:pt x="73303" y="44164"/>
                  </a:lnTo>
                  <a:lnTo>
                    <a:pt x="73702" y="43563"/>
                  </a:lnTo>
                  <a:lnTo>
                    <a:pt x="74102" y="42963"/>
                  </a:lnTo>
                  <a:lnTo>
                    <a:pt x="74501" y="42362"/>
                  </a:lnTo>
                  <a:lnTo>
                    <a:pt x="74899" y="41761"/>
                  </a:lnTo>
                  <a:lnTo>
                    <a:pt x="75298" y="41161"/>
                  </a:lnTo>
                  <a:lnTo>
                    <a:pt x="75696" y="40560"/>
                  </a:lnTo>
                  <a:lnTo>
                    <a:pt x="76095" y="39958"/>
                  </a:lnTo>
                  <a:lnTo>
                    <a:pt x="76493" y="39357"/>
                  </a:lnTo>
                  <a:lnTo>
                    <a:pt x="76891" y="38756"/>
                  </a:lnTo>
                  <a:lnTo>
                    <a:pt x="77288" y="38154"/>
                  </a:lnTo>
                  <a:lnTo>
                    <a:pt x="77686" y="37553"/>
                  </a:lnTo>
                  <a:lnTo>
                    <a:pt x="78083" y="36951"/>
                  </a:lnTo>
                  <a:lnTo>
                    <a:pt x="78480" y="36349"/>
                  </a:lnTo>
                  <a:lnTo>
                    <a:pt x="78877" y="35747"/>
                  </a:lnTo>
                  <a:lnTo>
                    <a:pt x="79274" y="35145"/>
                  </a:lnTo>
                  <a:lnTo>
                    <a:pt x="79670" y="34542"/>
                  </a:lnTo>
                  <a:lnTo>
                    <a:pt x="80066" y="33940"/>
                  </a:lnTo>
                  <a:lnTo>
                    <a:pt x="80462" y="33337"/>
                  </a:lnTo>
                  <a:lnTo>
                    <a:pt x="80858" y="32735"/>
                  </a:lnTo>
                  <a:lnTo>
                    <a:pt x="81254" y="32132"/>
                  </a:lnTo>
                  <a:lnTo>
                    <a:pt x="81650" y="31529"/>
                  </a:lnTo>
                  <a:lnTo>
                    <a:pt x="82045" y="30926"/>
                  </a:lnTo>
                  <a:lnTo>
                    <a:pt x="82440" y="30323"/>
                  </a:lnTo>
                  <a:lnTo>
                    <a:pt x="82835" y="29719"/>
                  </a:lnTo>
                  <a:lnTo>
                    <a:pt x="83230" y="29116"/>
                  </a:lnTo>
                  <a:lnTo>
                    <a:pt x="83624" y="28512"/>
                  </a:lnTo>
                  <a:lnTo>
                    <a:pt x="84018" y="27908"/>
                  </a:lnTo>
                  <a:lnTo>
                    <a:pt x="84413" y="27305"/>
                  </a:lnTo>
                  <a:lnTo>
                    <a:pt x="84806" y="26701"/>
                  </a:lnTo>
                  <a:lnTo>
                    <a:pt x="85200" y="26097"/>
                  </a:lnTo>
                  <a:lnTo>
                    <a:pt x="85594" y="25492"/>
                  </a:lnTo>
                  <a:lnTo>
                    <a:pt x="85987" y="24888"/>
                  </a:lnTo>
                  <a:lnTo>
                    <a:pt x="86380" y="24283"/>
                  </a:lnTo>
                  <a:lnTo>
                    <a:pt x="86773" y="23679"/>
                  </a:lnTo>
                  <a:lnTo>
                    <a:pt x="87166" y="23074"/>
                  </a:lnTo>
                  <a:lnTo>
                    <a:pt x="87558" y="22469"/>
                  </a:lnTo>
                  <a:lnTo>
                    <a:pt x="87951" y="21864"/>
                  </a:lnTo>
                  <a:lnTo>
                    <a:pt x="88343" y="21259"/>
                  </a:lnTo>
                  <a:lnTo>
                    <a:pt x="88735" y="20654"/>
                  </a:lnTo>
                  <a:lnTo>
                    <a:pt x="89127" y="20048"/>
                  </a:lnTo>
                  <a:lnTo>
                    <a:pt x="89518" y="19443"/>
                  </a:lnTo>
                  <a:lnTo>
                    <a:pt x="89910" y="18837"/>
                  </a:lnTo>
                  <a:lnTo>
                    <a:pt x="90301" y="18232"/>
                  </a:lnTo>
                  <a:lnTo>
                    <a:pt x="90692" y="17626"/>
                  </a:lnTo>
                  <a:lnTo>
                    <a:pt x="91082" y="17020"/>
                  </a:lnTo>
                  <a:lnTo>
                    <a:pt x="91473" y="16413"/>
                  </a:lnTo>
                  <a:lnTo>
                    <a:pt x="91863" y="15807"/>
                  </a:lnTo>
                  <a:lnTo>
                    <a:pt x="92254" y="15201"/>
                  </a:lnTo>
                  <a:lnTo>
                    <a:pt x="92644" y="14594"/>
                  </a:lnTo>
                  <a:lnTo>
                    <a:pt x="93033" y="13988"/>
                  </a:lnTo>
                  <a:lnTo>
                    <a:pt x="93423" y="13381"/>
                  </a:lnTo>
                  <a:lnTo>
                    <a:pt x="93812" y="12774"/>
                  </a:lnTo>
                  <a:lnTo>
                    <a:pt x="94202" y="12167"/>
                  </a:lnTo>
                  <a:lnTo>
                    <a:pt x="94591" y="11560"/>
                  </a:lnTo>
                  <a:lnTo>
                    <a:pt x="94979" y="10952"/>
                  </a:lnTo>
                  <a:lnTo>
                    <a:pt x="95368" y="10345"/>
                  </a:lnTo>
                  <a:lnTo>
                    <a:pt x="95756" y="9737"/>
                  </a:lnTo>
                  <a:lnTo>
                    <a:pt x="96145" y="9130"/>
                  </a:lnTo>
                  <a:lnTo>
                    <a:pt x="96533" y="8522"/>
                  </a:lnTo>
                  <a:lnTo>
                    <a:pt x="96920" y="7914"/>
                  </a:lnTo>
                  <a:lnTo>
                    <a:pt x="97308" y="7306"/>
                  </a:lnTo>
                  <a:lnTo>
                    <a:pt x="97695" y="6698"/>
                  </a:lnTo>
                  <a:lnTo>
                    <a:pt x="98083" y="6089"/>
                  </a:lnTo>
                  <a:lnTo>
                    <a:pt x="98470" y="5481"/>
                  </a:lnTo>
                  <a:lnTo>
                    <a:pt x="98856" y="4872"/>
                  </a:lnTo>
                  <a:lnTo>
                    <a:pt x="99243" y="4264"/>
                  </a:lnTo>
                  <a:lnTo>
                    <a:pt x="99629" y="3655"/>
                  </a:lnTo>
                  <a:lnTo>
                    <a:pt x="100016" y="3046"/>
                  </a:lnTo>
                  <a:lnTo>
                    <a:pt x="100402" y="2437"/>
                  </a:lnTo>
                  <a:lnTo>
                    <a:pt x="100787" y="1828"/>
                  </a:lnTo>
                  <a:lnTo>
                    <a:pt x="101173" y="1218"/>
                  </a:lnTo>
                  <a:lnTo>
                    <a:pt x="101559" y="609"/>
                  </a:lnTo>
                  <a:lnTo>
                    <a:pt x="101944" y="0"/>
                  </a:lnTo>
                </a:path>
              </a:pathLst>
            </a:custGeom>
            <a:ln w="83820" cap="rnd">
              <a:solidFill>
                <a:srgbClr val="71BF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0" name="pl7180"/>
            <p:cNvSpPr/>
            <p:nvPr/>
          </p:nvSpPr>
          <p:spPr>
            <a:xfrm>
              <a:off x="7896471" y="4632068"/>
              <a:ext cx="103722" cy="150320"/>
            </a:xfrm>
            <a:custGeom>
              <a:avLst/>
              <a:pathLst>
                <a:path w="103722" h="150320">
                  <a:moveTo>
                    <a:pt x="0" y="150320"/>
                  </a:moveTo>
                  <a:lnTo>
                    <a:pt x="440" y="149734"/>
                  </a:lnTo>
                  <a:lnTo>
                    <a:pt x="881" y="149147"/>
                  </a:lnTo>
                  <a:lnTo>
                    <a:pt x="1321" y="148560"/>
                  </a:lnTo>
                  <a:lnTo>
                    <a:pt x="1761" y="147973"/>
                  </a:lnTo>
                  <a:lnTo>
                    <a:pt x="2201" y="147386"/>
                  </a:lnTo>
                  <a:lnTo>
                    <a:pt x="2641" y="146799"/>
                  </a:lnTo>
                  <a:lnTo>
                    <a:pt x="3080" y="146211"/>
                  </a:lnTo>
                  <a:lnTo>
                    <a:pt x="3520" y="145624"/>
                  </a:lnTo>
                  <a:lnTo>
                    <a:pt x="3959" y="145036"/>
                  </a:lnTo>
                  <a:lnTo>
                    <a:pt x="4398" y="144448"/>
                  </a:lnTo>
                  <a:lnTo>
                    <a:pt x="4837" y="143860"/>
                  </a:lnTo>
                  <a:lnTo>
                    <a:pt x="5275" y="143272"/>
                  </a:lnTo>
                  <a:lnTo>
                    <a:pt x="5714" y="142684"/>
                  </a:lnTo>
                  <a:lnTo>
                    <a:pt x="6152" y="142095"/>
                  </a:lnTo>
                  <a:lnTo>
                    <a:pt x="6590" y="141507"/>
                  </a:lnTo>
                  <a:lnTo>
                    <a:pt x="7028" y="140918"/>
                  </a:lnTo>
                  <a:lnTo>
                    <a:pt x="7466" y="140329"/>
                  </a:lnTo>
                  <a:lnTo>
                    <a:pt x="7903" y="139740"/>
                  </a:lnTo>
                  <a:lnTo>
                    <a:pt x="8340" y="139151"/>
                  </a:lnTo>
                  <a:lnTo>
                    <a:pt x="8777" y="138562"/>
                  </a:lnTo>
                  <a:lnTo>
                    <a:pt x="9214" y="137973"/>
                  </a:lnTo>
                  <a:lnTo>
                    <a:pt x="9651" y="137383"/>
                  </a:lnTo>
                  <a:lnTo>
                    <a:pt x="10087" y="136793"/>
                  </a:lnTo>
                  <a:lnTo>
                    <a:pt x="10524" y="136203"/>
                  </a:lnTo>
                  <a:lnTo>
                    <a:pt x="10960" y="135614"/>
                  </a:lnTo>
                  <a:lnTo>
                    <a:pt x="11396" y="135023"/>
                  </a:lnTo>
                  <a:lnTo>
                    <a:pt x="11832" y="134433"/>
                  </a:lnTo>
                  <a:lnTo>
                    <a:pt x="12267" y="133843"/>
                  </a:lnTo>
                  <a:lnTo>
                    <a:pt x="12702" y="133252"/>
                  </a:lnTo>
                  <a:lnTo>
                    <a:pt x="13138" y="132662"/>
                  </a:lnTo>
                  <a:lnTo>
                    <a:pt x="13573" y="132071"/>
                  </a:lnTo>
                  <a:lnTo>
                    <a:pt x="14007" y="131480"/>
                  </a:lnTo>
                  <a:lnTo>
                    <a:pt x="14442" y="130889"/>
                  </a:lnTo>
                  <a:lnTo>
                    <a:pt x="14876" y="130297"/>
                  </a:lnTo>
                  <a:lnTo>
                    <a:pt x="15310" y="129706"/>
                  </a:lnTo>
                  <a:lnTo>
                    <a:pt x="15744" y="129114"/>
                  </a:lnTo>
                  <a:lnTo>
                    <a:pt x="16178" y="128523"/>
                  </a:lnTo>
                  <a:lnTo>
                    <a:pt x="16612" y="127931"/>
                  </a:lnTo>
                  <a:lnTo>
                    <a:pt x="17045" y="127339"/>
                  </a:lnTo>
                  <a:lnTo>
                    <a:pt x="17478" y="126747"/>
                  </a:lnTo>
                  <a:lnTo>
                    <a:pt x="17912" y="126155"/>
                  </a:lnTo>
                  <a:lnTo>
                    <a:pt x="18344" y="125562"/>
                  </a:lnTo>
                  <a:lnTo>
                    <a:pt x="18777" y="124970"/>
                  </a:lnTo>
                  <a:lnTo>
                    <a:pt x="19209" y="124377"/>
                  </a:lnTo>
                  <a:lnTo>
                    <a:pt x="19642" y="123784"/>
                  </a:lnTo>
                  <a:lnTo>
                    <a:pt x="20074" y="123191"/>
                  </a:lnTo>
                  <a:lnTo>
                    <a:pt x="20506" y="122598"/>
                  </a:lnTo>
                  <a:lnTo>
                    <a:pt x="20937" y="122005"/>
                  </a:lnTo>
                  <a:lnTo>
                    <a:pt x="21369" y="121412"/>
                  </a:lnTo>
                  <a:lnTo>
                    <a:pt x="21800" y="120818"/>
                  </a:lnTo>
                  <a:lnTo>
                    <a:pt x="22231" y="120225"/>
                  </a:lnTo>
                  <a:lnTo>
                    <a:pt x="22662" y="119631"/>
                  </a:lnTo>
                  <a:lnTo>
                    <a:pt x="23093" y="119037"/>
                  </a:lnTo>
                  <a:lnTo>
                    <a:pt x="23523" y="118443"/>
                  </a:lnTo>
                  <a:lnTo>
                    <a:pt x="23954" y="117849"/>
                  </a:lnTo>
                  <a:lnTo>
                    <a:pt x="24384" y="117254"/>
                  </a:lnTo>
                  <a:lnTo>
                    <a:pt x="24814" y="116660"/>
                  </a:lnTo>
                  <a:lnTo>
                    <a:pt x="25244" y="116065"/>
                  </a:lnTo>
                  <a:lnTo>
                    <a:pt x="25673" y="115470"/>
                  </a:lnTo>
                  <a:lnTo>
                    <a:pt x="26102" y="114875"/>
                  </a:lnTo>
                  <a:lnTo>
                    <a:pt x="26532" y="114280"/>
                  </a:lnTo>
                  <a:lnTo>
                    <a:pt x="26961" y="113685"/>
                  </a:lnTo>
                  <a:lnTo>
                    <a:pt x="27389" y="113090"/>
                  </a:lnTo>
                  <a:lnTo>
                    <a:pt x="27818" y="112494"/>
                  </a:lnTo>
                  <a:lnTo>
                    <a:pt x="28246" y="111899"/>
                  </a:lnTo>
                  <a:lnTo>
                    <a:pt x="28675" y="111303"/>
                  </a:lnTo>
                  <a:lnTo>
                    <a:pt x="29103" y="110707"/>
                  </a:lnTo>
                  <a:lnTo>
                    <a:pt x="29530" y="110111"/>
                  </a:lnTo>
                  <a:lnTo>
                    <a:pt x="29958" y="109515"/>
                  </a:lnTo>
                  <a:lnTo>
                    <a:pt x="30385" y="108919"/>
                  </a:lnTo>
                  <a:lnTo>
                    <a:pt x="30813" y="108322"/>
                  </a:lnTo>
                  <a:lnTo>
                    <a:pt x="31240" y="107726"/>
                  </a:lnTo>
                  <a:lnTo>
                    <a:pt x="31666" y="107129"/>
                  </a:lnTo>
                  <a:lnTo>
                    <a:pt x="32093" y="106532"/>
                  </a:lnTo>
                  <a:lnTo>
                    <a:pt x="32520" y="105935"/>
                  </a:lnTo>
                  <a:lnTo>
                    <a:pt x="32946" y="105338"/>
                  </a:lnTo>
                  <a:lnTo>
                    <a:pt x="33372" y="104741"/>
                  </a:lnTo>
                  <a:lnTo>
                    <a:pt x="33798" y="104143"/>
                  </a:lnTo>
                  <a:lnTo>
                    <a:pt x="34223" y="103546"/>
                  </a:lnTo>
                  <a:lnTo>
                    <a:pt x="34649" y="102948"/>
                  </a:lnTo>
                  <a:lnTo>
                    <a:pt x="35074" y="102350"/>
                  </a:lnTo>
                  <a:lnTo>
                    <a:pt x="35499" y="101752"/>
                  </a:lnTo>
                  <a:lnTo>
                    <a:pt x="35924" y="101154"/>
                  </a:lnTo>
                  <a:lnTo>
                    <a:pt x="36349" y="100556"/>
                  </a:lnTo>
                  <a:lnTo>
                    <a:pt x="36773" y="99957"/>
                  </a:lnTo>
                  <a:lnTo>
                    <a:pt x="37198" y="99359"/>
                  </a:lnTo>
                  <a:lnTo>
                    <a:pt x="37622" y="98760"/>
                  </a:lnTo>
                  <a:lnTo>
                    <a:pt x="38046" y="98162"/>
                  </a:lnTo>
                  <a:lnTo>
                    <a:pt x="38469" y="97563"/>
                  </a:lnTo>
                  <a:lnTo>
                    <a:pt x="38893" y="96963"/>
                  </a:lnTo>
                  <a:lnTo>
                    <a:pt x="39316" y="96364"/>
                  </a:lnTo>
                  <a:lnTo>
                    <a:pt x="39739" y="95765"/>
                  </a:lnTo>
                  <a:lnTo>
                    <a:pt x="40162" y="95165"/>
                  </a:lnTo>
                  <a:lnTo>
                    <a:pt x="40585" y="94566"/>
                  </a:lnTo>
                  <a:lnTo>
                    <a:pt x="41008" y="93966"/>
                  </a:lnTo>
                  <a:lnTo>
                    <a:pt x="41430" y="93366"/>
                  </a:lnTo>
                  <a:lnTo>
                    <a:pt x="41852" y="92766"/>
                  </a:lnTo>
                  <a:lnTo>
                    <a:pt x="42274" y="92166"/>
                  </a:lnTo>
                  <a:lnTo>
                    <a:pt x="42696" y="91566"/>
                  </a:lnTo>
                  <a:lnTo>
                    <a:pt x="43117" y="90965"/>
                  </a:lnTo>
                  <a:lnTo>
                    <a:pt x="43539" y="90365"/>
                  </a:lnTo>
                  <a:lnTo>
                    <a:pt x="43960" y="89764"/>
                  </a:lnTo>
                  <a:lnTo>
                    <a:pt x="44381" y="89163"/>
                  </a:lnTo>
                  <a:lnTo>
                    <a:pt x="44802" y="88562"/>
                  </a:lnTo>
                  <a:lnTo>
                    <a:pt x="45222" y="87961"/>
                  </a:lnTo>
                  <a:lnTo>
                    <a:pt x="45643" y="87360"/>
                  </a:lnTo>
                  <a:lnTo>
                    <a:pt x="46063" y="86758"/>
                  </a:lnTo>
                  <a:lnTo>
                    <a:pt x="46483" y="86157"/>
                  </a:lnTo>
                  <a:lnTo>
                    <a:pt x="46903" y="85555"/>
                  </a:lnTo>
                  <a:lnTo>
                    <a:pt x="47322" y="84953"/>
                  </a:lnTo>
                  <a:lnTo>
                    <a:pt x="47742" y="84351"/>
                  </a:lnTo>
                  <a:lnTo>
                    <a:pt x="48161" y="83749"/>
                  </a:lnTo>
                  <a:lnTo>
                    <a:pt x="48580" y="83147"/>
                  </a:lnTo>
                  <a:lnTo>
                    <a:pt x="48999" y="82545"/>
                  </a:lnTo>
                  <a:lnTo>
                    <a:pt x="49418" y="81942"/>
                  </a:lnTo>
                  <a:lnTo>
                    <a:pt x="49836" y="81339"/>
                  </a:lnTo>
                  <a:lnTo>
                    <a:pt x="50254" y="80737"/>
                  </a:lnTo>
                  <a:lnTo>
                    <a:pt x="50672" y="80134"/>
                  </a:lnTo>
                  <a:lnTo>
                    <a:pt x="51090" y="79531"/>
                  </a:lnTo>
                  <a:lnTo>
                    <a:pt x="51508" y="78927"/>
                  </a:lnTo>
                  <a:lnTo>
                    <a:pt x="51925" y="78324"/>
                  </a:lnTo>
                  <a:lnTo>
                    <a:pt x="52343" y="77721"/>
                  </a:lnTo>
                  <a:lnTo>
                    <a:pt x="52760" y="77117"/>
                  </a:lnTo>
                  <a:lnTo>
                    <a:pt x="53176" y="76513"/>
                  </a:lnTo>
                  <a:lnTo>
                    <a:pt x="53593" y="75909"/>
                  </a:lnTo>
                  <a:lnTo>
                    <a:pt x="54010" y="75305"/>
                  </a:lnTo>
                  <a:lnTo>
                    <a:pt x="54426" y="74701"/>
                  </a:lnTo>
                  <a:lnTo>
                    <a:pt x="54842" y="74097"/>
                  </a:lnTo>
                  <a:lnTo>
                    <a:pt x="55258" y="73493"/>
                  </a:lnTo>
                  <a:lnTo>
                    <a:pt x="55673" y="72888"/>
                  </a:lnTo>
                  <a:lnTo>
                    <a:pt x="56089" y="72283"/>
                  </a:lnTo>
                  <a:lnTo>
                    <a:pt x="56504" y="71679"/>
                  </a:lnTo>
                  <a:lnTo>
                    <a:pt x="56919" y="71074"/>
                  </a:lnTo>
                  <a:lnTo>
                    <a:pt x="57334" y="70469"/>
                  </a:lnTo>
                  <a:lnTo>
                    <a:pt x="57749" y="69863"/>
                  </a:lnTo>
                  <a:lnTo>
                    <a:pt x="58163" y="69258"/>
                  </a:lnTo>
                  <a:lnTo>
                    <a:pt x="58578" y="68653"/>
                  </a:lnTo>
                  <a:lnTo>
                    <a:pt x="58992" y="68047"/>
                  </a:lnTo>
                  <a:lnTo>
                    <a:pt x="59406" y="67441"/>
                  </a:lnTo>
                  <a:lnTo>
                    <a:pt x="59820" y="66835"/>
                  </a:lnTo>
                  <a:lnTo>
                    <a:pt x="60233" y="66229"/>
                  </a:lnTo>
                  <a:lnTo>
                    <a:pt x="60646" y="65623"/>
                  </a:lnTo>
                  <a:lnTo>
                    <a:pt x="61059" y="65017"/>
                  </a:lnTo>
                  <a:lnTo>
                    <a:pt x="61472" y="64410"/>
                  </a:lnTo>
                  <a:lnTo>
                    <a:pt x="61885" y="63804"/>
                  </a:lnTo>
                  <a:lnTo>
                    <a:pt x="62298" y="63197"/>
                  </a:lnTo>
                  <a:lnTo>
                    <a:pt x="62710" y="62590"/>
                  </a:lnTo>
                  <a:lnTo>
                    <a:pt x="63122" y="61983"/>
                  </a:lnTo>
                  <a:lnTo>
                    <a:pt x="63534" y="61376"/>
                  </a:lnTo>
                  <a:lnTo>
                    <a:pt x="63946" y="60769"/>
                  </a:lnTo>
                  <a:lnTo>
                    <a:pt x="64357" y="60162"/>
                  </a:lnTo>
                  <a:lnTo>
                    <a:pt x="64769" y="59554"/>
                  </a:lnTo>
                  <a:lnTo>
                    <a:pt x="65180" y="58946"/>
                  </a:lnTo>
                  <a:lnTo>
                    <a:pt x="65591" y="58339"/>
                  </a:lnTo>
                  <a:lnTo>
                    <a:pt x="66002" y="57731"/>
                  </a:lnTo>
                  <a:lnTo>
                    <a:pt x="66412" y="57123"/>
                  </a:lnTo>
                  <a:lnTo>
                    <a:pt x="66822" y="56515"/>
                  </a:lnTo>
                  <a:lnTo>
                    <a:pt x="67233" y="55906"/>
                  </a:lnTo>
                  <a:lnTo>
                    <a:pt x="67643" y="55298"/>
                  </a:lnTo>
                  <a:lnTo>
                    <a:pt x="68052" y="54689"/>
                  </a:lnTo>
                  <a:lnTo>
                    <a:pt x="68462" y="54081"/>
                  </a:lnTo>
                  <a:lnTo>
                    <a:pt x="68871" y="53472"/>
                  </a:lnTo>
                  <a:lnTo>
                    <a:pt x="69280" y="52863"/>
                  </a:lnTo>
                  <a:lnTo>
                    <a:pt x="69689" y="52254"/>
                  </a:lnTo>
                  <a:lnTo>
                    <a:pt x="70098" y="51644"/>
                  </a:lnTo>
                  <a:lnTo>
                    <a:pt x="70507" y="51035"/>
                  </a:lnTo>
                  <a:lnTo>
                    <a:pt x="70915" y="50426"/>
                  </a:lnTo>
                  <a:lnTo>
                    <a:pt x="71323" y="49816"/>
                  </a:lnTo>
                  <a:lnTo>
                    <a:pt x="71731" y="49206"/>
                  </a:lnTo>
                  <a:lnTo>
                    <a:pt x="72139" y="48596"/>
                  </a:lnTo>
                  <a:lnTo>
                    <a:pt x="72547" y="47986"/>
                  </a:lnTo>
                  <a:lnTo>
                    <a:pt x="72954" y="47376"/>
                  </a:lnTo>
                  <a:lnTo>
                    <a:pt x="73361" y="46766"/>
                  </a:lnTo>
                  <a:lnTo>
                    <a:pt x="73768" y="46155"/>
                  </a:lnTo>
                  <a:lnTo>
                    <a:pt x="74175" y="45545"/>
                  </a:lnTo>
                  <a:lnTo>
                    <a:pt x="74581" y="44934"/>
                  </a:lnTo>
                  <a:lnTo>
                    <a:pt x="74988" y="44323"/>
                  </a:lnTo>
                  <a:lnTo>
                    <a:pt x="75394" y="43712"/>
                  </a:lnTo>
                  <a:lnTo>
                    <a:pt x="75800" y="43101"/>
                  </a:lnTo>
                  <a:lnTo>
                    <a:pt x="76206" y="42490"/>
                  </a:lnTo>
                  <a:lnTo>
                    <a:pt x="76611" y="41879"/>
                  </a:lnTo>
                  <a:lnTo>
                    <a:pt x="77017" y="41267"/>
                  </a:lnTo>
                  <a:lnTo>
                    <a:pt x="77422" y="40655"/>
                  </a:lnTo>
                  <a:lnTo>
                    <a:pt x="77827" y="40044"/>
                  </a:lnTo>
                  <a:lnTo>
                    <a:pt x="78232" y="39432"/>
                  </a:lnTo>
                  <a:lnTo>
                    <a:pt x="78636" y="38820"/>
                  </a:lnTo>
                  <a:lnTo>
                    <a:pt x="79041" y="38208"/>
                  </a:lnTo>
                  <a:lnTo>
                    <a:pt x="79445" y="37595"/>
                  </a:lnTo>
                  <a:lnTo>
                    <a:pt x="79849" y="36983"/>
                  </a:lnTo>
                  <a:lnTo>
                    <a:pt x="80253" y="36370"/>
                  </a:lnTo>
                  <a:lnTo>
                    <a:pt x="80656" y="35758"/>
                  </a:lnTo>
                  <a:lnTo>
                    <a:pt x="81060" y="35145"/>
                  </a:lnTo>
                  <a:lnTo>
                    <a:pt x="81463" y="34532"/>
                  </a:lnTo>
                  <a:lnTo>
                    <a:pt x="81866" y="33919"/>
                  </a:lnTo>
                  <a:lnTo>
                    <a:pt x="82269" y="33306"/>
                  </a:lnTo>
                  <a:lnTo>
                    <a:pt x="82671" y="32692"/>
                  </a:lnTo>
                  <a:lnTo>
                    <a:pt x="83074" y="32079"/>
                  </a:lnTo>
                  <a:lnTo>
                    <a:pt x="83476" y="31465"/>
                  </a:lnTo>
                  <a:lnTo>
                    <a:pt x="83878" y="30851"/>
                  </a:lnTo>
                  <a:lnTo>
                    <a:pt x="84280" y="30238"/>
                  </a:lnTo>
                  <a:lnTo>
                    <a:pt x="84681" y="29624"/>
                  </a:lnTo>
                  <a:lnTo>
                    <a:pt x="85083" y="29010"/>
                  </a:lnTo>
                  <a:lnTo>
                    <a:pt x="85484" y="28395"/>
                  </a:lnTo>
                  <a:lnTo>
                    <a:pt x="85885" y="27781"/>
                  </a:lnTo>
                  <a:lnTo>
                    <a:pt x="86286" y="27166"/>
                  </a:lnTo>
                  <a:lnTo>
                    <a:pt x="86686" y="26552"/>
                  </a:lnTo>
                  <a:lnTo>
                    <a:pt x="87087" y="25937"/>
                  </a:lnTo>
                  <a:lnTo>
                    <a:pt x="87487" y="25322"/>
                  </a:lnTo>
                  <a:lnTo>
                    <a:pt x="87887" y="24707"/>
                  </a:lnTo>
                  <a:lnTo>
                    <a:pt x="88287" y="24092"/>
                  </a:lnTo>
                  <a:lnTo>
                    <a:pt x="88686" y="23477"/>
                  </a:lnTo>
                  <a:lnTo>
                    <a:pt x="89086" y="22861"/>
                  </a:lnTo>
                  <a:lnTo>
                    <a:pt x="89485" y="22246"/>
                  </a:lnTo>
                  <a:lnTo>
                    <a:pt x="89884" y="21630"/>
                  </a:lnTo>
                  <a:lnTo>
                    <a:pt x="90283" y="21014"/>
                  </a:lnTo>
                  <a:lnTo>
                    <a:pt x="90681" y="20398"/>
                  </a:lnTo>
                  <a:lnTo>
                    <a:pt x="91080" y="19782"/>
                  </a:lnTo>
                  <a:lnTo>
                    <a:pt x="91478" y="19166"/>
                  </a:lnTo>
                  <a:lnTo>
                    <a:pt x="91876" y="18550"/>
                  </a:lnTo>
                  <a:lnTo>
                    <a:pt x="92274" y="17933"/>
                  </a:lnTo>
                  <a:lnTo>
                    <a:pt x="92671" y="17316"/>
                  </a:lnTo>
                  <a:lnTo>
                    <a:pt x="93069" y="16700"/>
                  </a:lnTo>
                  <a:lnTo>
                    <a:pt x="93466" y="16083"/>
                  </a:lnTo>
                  <a:lnTo>
                    <a:pt x="93863" y="15466"/>
                  </a:lnTo>
                  <a:lnTo>
                    <a:pt x="94259" y="14849"/>
                  </a:lnTo>
                  <a:lnTo>
                    <a:pt x="94656" y="14232"/>
                  </a:lnTo>
                  <a:lnTo>
                    <a:pt x="95052" y="13614"/>
                  </a:lnTo>
                  <a:lnTo>
                    <a:pt x="95449" y="12997"/>
                  </a:lnTo>
                  <a:lnTo>
                    <a:pt x="95845" y="12379"/>
                  </a:lnTo>
                  <a:lnTo>
                    <a:pt x="96240" y="11761"/>
                  </a:lnTo>
                  <a:lnTo>
                    <a:pt x="96636" y="11143"/>
                  </a:lnTo>
                  <a:lnTo>
                    <a:pt x="97031" y="10525"/>
                  </a:lnTo>
                  <a:lnTo>
                    <a:pt x="97426" y="9907"/>
                  </a:lnTo>
                  <a:lnTo>
                    <a:pt x="97821" y="9289"/>
                  </a:lnTo>
                  <a:lnTo>
                    <a:pt x="98216" y="8671"/>
                  </a:lnTo>
                  <a:lnTo>
                    <a:pt x="98611" y="8052"/>
                  </a:lnTo>
                  <a:lnTo>
                    <a:pt x="99005" y="7433"/>
                  </a:lnTo>
                  <a:lnTo>
                    <a:pt x="99399" y="6815"/>
                  </a:lnTo>
                  <a:lnTo>
                    <a:pt x="99793" y="6196"/>
                  </a:lnTo>
                  <a:lnTo>
                    <a:pt x="100187" y="5577"/>
                  </a:lnTo>
                  <a:lnTo>
                    <a:pt x="100581" y="4957"/>
                  </a:lnTo>
                  <a:lnTo>
                    <a:pt x="100974" y="4338"/>
                  </a:lnTo>
                  <a:lnTo>
                    <a:pt x="101367" y="3719"/>
                  </a:lnTo>
                  <a:lnTo>
                    <a:pt x="101760" y="3099"/>
                  </a:lnTo>
                  <a:lnTo>
                    <a:pt x="102153" y="2480"/>
                  </a:lnTo>
                  <a:lnTo>
                    <a:pt x="102545" y="1860"/>
                  </a:lnTo>
                  <a:lnTo>
                    <a:pt x="102938" y="1240"/>
                  </a:lnTo>
                  <a:lnTo>
                    <a:pt x="103330" y="620"/>
                  </a:lnTo>
                  <a:lnTo>
                    <a:pt x="103722" y="0"/>
                  </a:lnTo>
                </a:path>
              </a:pathLst>
            </a:custGeom>
            <a:ln w="22859" cap="rnd">
              <a:solidFill>
                <a:srgbClr val="71BFFF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1" name="pl7181"/>
            <p:cNvSpPr/>
            <p:nvPr/>
          </p:nvSpPr>
          <p:spPr>
            <a:xfrm>
              <a:off x="7972577" y="4587380"/>
              <a:ext cx="9957" cy="16064"/>
            </a:xfrm>
            <a:custGeom>
              <a:avLst/>
              <a:pathLst>
                <a:path w="9957" h="16064">
                  <a:moveTo>
                    <a:pt x="0" y="16064"/>
                  </a:moveTo>
                  <a:lnTo>
                    <a:pt x="40" y="15999"/>
                  </a:lnTo>
                  <a:lnTo>
                    <a:pt x="80" y="15935"/>
                  </a:lnTo>
                  <a:lnTo>
                    <a:pt x="120" y="15871"/>
                  </a:lnTo>
                  <a:lnTo>
                    <a:pt x="161" y="15806"/>
                  </a:lnTo>
                  <a:lnTo>
                    <a:pt x="201" y="15742"/>
                  </a:lnTo>
                  <a:lnTo>
                    <a:pt x="241" y="15678"/>
                  </a:lnTo>
                  <a:lnTo>
                    <a:pt x="281" y="15613"/>
                  </a:lnTo>
                  <a:lnTo>
                    <a:pt x="322" y="15549"/>
                  </a:lnTo>
                  <a:lnTo>
                    <a:pt x="362" y="15484"/>
                  </a:lnTo>
                  <a:lnTo>
                    <a:pt x="402" y="15420"/>
                  </a:lnTo>
                  <a:lnTo>
                    <a:pt x="442" y="15356"/>
                  </a:lnTo>
                  <a:lnTo>
                    <a:pt x="483" y="15291"/>
                  </a:lnTo>
                  <a:lnTo>
                    <a:pt x="523" y="15227"/>
                  </a:lnTo>
                  <a:lnTo>
                    <a:pt x="563" y="15163"/>
                  </a:lnTo>
                  <a:lnTo>
                    <a:pt x="603" y="15098"/>
                  </a:lnTo>
                  <a:lnTo>
                    <a:pt x="643" y="15034"/>
                  </a:lnTo>
                  <a:lnTo>
                    <a:pt x="684" y="14970"/>
                  </a:lnTo>
                  <a:lnTo>
                    <a:pt x="724" y="14905"/>
                  </a:lnTo>
                  <a:lnTo>
                    <a:pt x="764" y="14841"/>
                  </a:lnTo>
                  <a:lnTo>
                    <a:pt x="804" y="14776"/>
                  </a:lnTo>
                  <a:lnTo>
                    <a:pt x="845" y="14712"/>
                  </a:lnTo>
                  <a:lnTo>
                    <a:pt x="885" y="14648"/>
                  </a:lnTo>
                  <a:lnTo>
                    <a:pt x="925" y="14583"/>
                  </a:lnTo>
                  <a:lnTo>
                    <a:pt x="965" y="14519"/>
                  </a:lnTo>
                  <a:lnTo>
                    <a:pt x="1005" y="14455"/>
                  </a:lnTo>
                  <a:lnTo>
                    <a:pt x="1046" y="14390"/>
                  </a:lnTo>
                  <a:lnTo>
                    <a:pt x="1086" y="14326"/>
                  </a:lnTo>
                  <a:lnTo>
                    <a:pt x="1126" y="14261"/>
                  </a:lnTo>
                  <a:lnTo>
                    <a:pt x="1166" y="14197"/>
                  </a:lnTo>
                  <a:lnTo>
                    <a:pt x="1206" y="14133"/>
                  </a:lnTo>
                  <a:lnTo>
                    <a:pt x="1247" y="14068"/>
                  </a:lnTo>
                  <a:lnTo>
                    <a:pt x="1287" y="14004"/>
                  </a:lnTo>
                  <a:lnTo>
                    <a:pt x="1327" y="13940"/>
                  </a:lnTo>
                  <a:lnTo>
                    <a:pt x="1367" y="13875"/>
                  </a:lnTo>
                  <a:lnTo>
                    <a:pt x="1407" y="13811"/>
                  </a:lnTo>
                  <a:lnTo>
                    <a:pt x="1448" y="13746"/>
                  </a:lnTo>
                  <a:lnTo>
                    <a:pt x="1488" y="13682"/>
                  </a:lnTo>
                  <a:lnTo>
                    <a:pt x="1528" y="13618"/>
                  </a:lnTo>
                  <a:lnTo>
                    <a:pt x="1568" y="13553"/>
                  </a:lnTo>
                  <a:lnTo>
                    <a:pt x="1608" y="13489"/>
                  </a:lnTo>
                  <a:lnTo>
                    <a:pt x="1649" y="13424"/>
                  </a:lnTo>
                  <a:lnTo>
                    <a:pt x="1689" y="13360"/>
                  </a:lnTo>
                  <a:lnTo>
                    <a:pt x="1729" y="13296"/>
                  </a:lnTo>
                  <a:lnTo>
                    <a:pt x="1769" y="13231"/>
                  </a:lnTo>
                  <a:lnTo>
                    <a:pt x="1809" y="13167"/>
                  </a:lnTo>
                  <a:lnTo>
                    <a:pt x="1849" y="13102"/>
                  </a:lnTo>
                  <a:lnTo>
                    <a:pt x="1890" y="13038"/>
                  </a:lnTo>
                  <a:lnTo>
                    <a:pt x="1930" y="12974"/>
                  </a:lnTo>
                  <a:lnTo>
                    <a:pt x="1970" y="12909"/>
                  </a:lnTo>
                  <a:lnTo>
                    <a:pt x="2010" y="12845"/>
                  </a:lnTo>
                  <a:lnTo>
                    <a:pt x="2050" y="12780"/>
                  </a:lnTo>
                  <a:lnTo>
                    <a:pt x="2090" y="12716"/>
                  </a:lnTo>
                  <a:lnTo>
                    <a:pt x="2130" y="12651"/>
                  </a:lnTo>
                  <a:lnTo>
                    <a:pt x="2171" y="12587"/>
                  </a:lnTo>
                  <a:lnTo>
                    <a:pt x="2211" y="12523"/>
                  </a:lnTo>
                  <a:lnTo>
                    <a:pt x="2251" y="12458"/>
                  </a:lnTo>
                  <a:lnTo>
                    <a:pt x="2291" y="12394"/>
                  </a:lnTo>
                  <a:lnTo>
                    <a:pt x="2331" y="12329"/>
                  </a:lnTo>
                  <a:lnTo>
                    <a:pt x="2371" y="12265"/>
                  </a:lnTo>
                  <a:lnTo>
                    <a:pt x="2411" y="12201"/>
                  </a:lnTo>
                  <a:lnTo>
                    <a:pt x="2452" y="12136"/>
                  </a:lnTo>
                  <a:lnTo>
                    <a:pt x="2492" y="12072"/>
                  </a:lnTo>
                  <a:lnTo>
                    <a:pt x="2532" y="12007"/>
                  </a:lnTo>
                  <a:lnTo>
                    <a:pt x="2572" y="11943"/>
                  </a:lnTo>
                  <a:lnTo>
                    <a:pt x="2612" y="11878"/>
                  </a:lnTo>
                  <a:lnTo>
                    <a:pt x="2652" y="11814"/>
                  </a:lnTo>
                  <a:lnTo>
                    <a:pt x="2692" y="11750"/>
                  </a:lnTo>
                  <a:lnTo>
                    <a:pt x="2732" y="11685"/>
                  </a:lnTo>
                  <a:lnTo>
                    <a:pt x="2773" y="11621"/>
                  </a:lnTo>
                  <a:lnTo>
                    <a:pt x="2813" y="11556"/>
                  </a:lnTo>
                  <a:lnTo>
                    <a:pt x="2853" y="11492"/>
                  </a:lnTo>
                  <a:lnTo>
                    <a:pt x="2893" y="11427"/>
                  </a:lnTo>
                  <a:lnTo>
                    <a:pt x="2933" y="11363"/>
                  </a:lnTo>
                  <a:lnTo>
                    <a:pt x="2973" y="11298"/>
                  </a:lnTo>
                  <a:lnTo>
                    <a:pt x="3013" y="11234"/>
                  </a:lnTo>
                  <a:lnTo>
                    <a:pt x="3053" y="11170"/>
                  </a:lnTo>
                  <a:lnTo>
                    <a:pt x="3093" y="11105"/>
                  </a:lnTo>
                  <a:lnTo>
                    <a:pt x="3134" y="11041"/>
                  </a:lnTo>
                  <a:lnTo>
                    <a:pt x="3174" y="10976"/>
                  </a:lnTo>
                  <a:lnTo>
                    <a:pt x="3214" y="10912"/>
                  </a:lnTo>
                  <a:lnTo>
                    <a:pt x="3254" y="10847"/>
                  </a:lnTo>
                  <a:lnTo>
                    <a:pt x="3294" y="10783"/>
                  </a:lnTo>
                  <a:lnTo>
                    <a:pt x="3334" y="10718"/>
                  </a:lnTo>
                  <a:lnTo>
                    <a:pt x="3374" y="10654"/>
                  </a:lnTo>
                  <a:lnTo>
                    <a:pt x="3414" y="10589"/>
                  </a:lnTo>
                  <a:lnTo>
                    <a:pt x="3454" y="10525"/>
                  </a:lnTo>
                  <a:lnTo>
                    <a:pt x="3494" y="10461"/>
                  </a:lnTo>
                  <a:lnTo>
                    <a:pt x="3534" y="10396"/>
                  </a:lnTo>
                  <a:lnTo>
                    <a:pt x="3574" y="10332"/>
                  </a:lnTo>
                  <a:lnTo>
                    <a:pt x="3614" y="10267"/>
                  </a:lnTo>
                  <a:lnTo>
                    <a:pt x="3655" y="10203"/>
                  </a:lnTo>
                  <a:lnTo>
                    <a:pt x="3695" y="10138"/>
                  </a:lnTo>
                  <a:lnTo>
                    <a:pt x="3735" y="10074"/>
                  </a:lnTo>
                  <a:lnTo>
                    <a:pt x="3775" y="10009"/>
                  </a:lnTo>
                  <a:lnTo>
                    <a:pt x="3815" y="9945"/>
                  </a:lnTo>
                  <a:lnTo>
                    <a:pt x="3855" y="9880"/>
                  </a:lnTo>
                  <a:lnTo>
                    <a:pt x="3895" y="9816"/>
                  </a:lnTo>
                  <a:lnTo>
                    <a:pt x="3935" y="9751"/>
                  </a:lnTo>
                  <a:lnTo>
                    <a:pt x="3975" y="9687"/>
                  </a:lnTo>
                  <a:lnTo>
                    <a:pt x="4015" y="9622"/>
                  </a:lnTo>
                  <a:lnTo>
                    <a:pt x="4055" y="9558"/>
                  </a:lnTo>
                  <a:lnTo>
                    <a:pt x="4095" y="9493"/>
                  </a:lnTo>
                  <a:lnTo>
                    <a:pt x="4135" y="9429"/>
                  </a:lnTo>
                  <a:lnTo>
                    <a:pt x="4175" y="9364"/>
                  </a:lnTo>
                  <a:lnTo>
                    <a:pt x="4215" y="9300"/>
                  </a:lnTo>
                  <a:lnTo>
                    <a:pt x="4255" y="9235"/>
                  </a:lnTo>
                  <a:lnTo>
                    <a:pt x="4295" y="9171"/>
                  </a:lnTo>
                  <a:lnTo>
                    <a:pt x="4335" y="9106"/>
                  </a:lnTo>
                  <a:lnTo>
                    <a:pt x="4375" y="9042"/>
                  </a:lnTo>
                  <a:lnTo>
                    <a:pt x="4415" y="8978"/>
                  </a:lnTo>
                  <a:lnTo>
                    <a:pt x="4455" y="8913"/>
                  </a:lnTo>
                  <a:lnTo>
                    <a:pt x="4495" y="8849"/>
                  </a:lnTo>
                  <a:lnTo>
                    <a:pt x="4535" y="8784"/>
                  </a:lnTo>
                  <a:lnTo>
                    <a:pt x="4575" y="8720"/>
                  </a:lnTo>
                  <a:lnTo>
                    <a:pt x="4615" y="8655"/>
                  </a:lnTo>
                  <a:lnTo>
                    <a:pt x="4655" y="8591"/>
                  </a:lnTo>
                  <a:lnTo>
                    <a:pt x="4695" y="8526"/>
                  </a:lnTo>
                  <a:lnTo>
                    <a:pt x="4735" y="8462"/>
                  </a:lnTo>
                  <a:lnTo>
                    <a:pt x="4775" y="8397"/>
                  </a:lnTo>
                  <a:lnTo>
                    <a:pt x="4815" y="8332"/>
                  </a:lnTo>
                  <a:lnTo>
                    <a:pt x="4855" y="8268"/>
                  </a:lnTo>
                  <a:lnTo>
                    <a:pt x="4895" y="8203"/>
                  </a:lnTo>
                  <a:lnTo>
                    <a:pt x="4935" y="8139"/>
                  </a:lnTo>
                  <a:lnTo>
                    <a:pt x="4975" y="8074"/>
                  </a:lnTo>
                  <a:lnTo>
                    <a:pt x="5015" y="8010"/>
                  </a:lnTo>
                  <a:lnTo>
                    <a:pt x="5055" y="7945"/>
                  </a:lnTo>
                  <a:lnTo>
                    <a:pt x="5095" y="7881"/>
                  </a:lnTo>
                  <a:lnTo>
                    <a:pt x="5135" y="7816"/>
                  </a:lnTo>
                  <a:lnTo>
                    <a:pt x="5175" y="7752"/>
                  </a:lnTo>
                  <a:lnTo>
                    <a:pt x="5215" y="7687"/>
                  </a:lnTo>
                  <a:lnTo>
                    <a:pt x="5255" y="7623"/>
                  </a:lnTo>
                  <a:lnTo>
                    <a:pt x="5295" y="7558"/>
                  </a:lnTo>
                  <a:lnTo>
                    <a:pt x="5335" y="7494"/>
                  </a:lnTo>
                  <a:lnTo>
                    <a:pt x="5375" y="7429"/>
                  </a:lnTo>
                  <a:lnTo>
                    <a:pt x="5415" y="7365"/>
                  </a:lnTo>
                  <a:lnTo>
                    <a:pt x="5455" y="7300"/>
                  </a:lnTo>
                  <a:lnTo>
                    <a:pt x="5495" y="7236"/>
                  </a:lnTo>
                  <a:lnTo>
                    <a:pt x="5535" y="7171"/>
                  </a:lnTo>
                  <a:lnTo>
                    <a:pt x="5575" y="7107"/>
                  </a:lnTo>
                  <a:lnTo>
                    <a:pt x="5615" y="7042"/>
                  </a:lnTo>
                  <a:lnTo>
                    <a:pt x="5655" y="6978"/>
                  </a:lnTo>
                  <a:lnTo>
                    <a:pt x="5695" y="6913"/>
                  </a:lnTo>
                  <a:lnTo>
                    <a:pt x="5735" y="6848"/>
                  </a:lnTo>
                  <a:lnTo>
                    <a:pt x="5775" y="6784"/>
                  </a:lnTo>
                  <a:lnTo>
                    <a:pt x="5815" y="6719"/>
                  </a:lnTo>
                  <a:lnTo>
                    <a:pt x="5855" y="6655"/>
                  </a:lnTo>
                  <a:lnTo>
                    <a:pt x="5895" y="6590"/>
                  </a:lnTo>
                  <a:lnTo>
                    <a:pt x="5935" y="6526"/>
                  </a:lnTo>
                  <a:lnTo>
                    <a:pt x="5975" y="6461"/>
                  </a:lnTo>
                  <a:lnTo>
                    <a:pt x="6015" y="6397"/>
                  </a:lnTo>
                  <a:lnTo>
                    <a:pt x="6054" y="6332"/>
                  </a:lnTo>
                  <a:lnTo>
                    <a:pt x="6094" y="6268"/>
                  </a:lnTo>
                  <a:lnTo>
                    <a:pt x="6134" y="6203"/>
                  </a:lnTo>
                  <a:lnTo>
                    <a:pt x="6174" y="6138"/>
                  </a:lnTo>
                  <a:lnTo>
                    <a:pt x="6214" y="6074"/>
                  </a:lnTo>
                  <a:lnTo>
                    <a:pt x="6254" y="6009"/>
                  </a:lnTo>
                  <a:lnTo>
                    <a:pt x="6294" y="5945"/>
                  </a:lnTo>
                  <a:lnTo>
                    <a:pt x="6334" y="5880"/>
                  </a:lnTo>
                  <a:lnTo>
                    <a:pt x="6374" y="5816"/>
                  </a:lnTo>
                  <a:lnTo>
                    <a:pt x="6414" y="5751"/>
                  </a:lnTo>
                  <a:lnTo>
                    <a:pt x="6454" y="5686"/>
                  </a:lnTo>
                  <a:lnTo>
                    <a:pt x="6494" y="5622"/>
                  </a:lnTo>
                  <a:lnTo>
                    <a:pt x="6533" y="5557"/>
                  </a:lnTo>
                  <a:lnTo>
                    <a:pt x="6573" y="5493"/>
                  </a:lnTo>
                  <a:lnTo>
                    <a:pt x="6613" y="5428"/>
                  </a:lnTo>
                  <a:lnTo>
                    <a:pt x="6653" y="5364"/>
                  </a:lnTo>
                  <a:lnTo>
                    <a:pt x="6693" y="5299"/>
                  </a:lnTo>
                  <a:lnTo>
                    <a:pt x="6733" y="5235"/>
                  </a:lnTo>
                  <a:lnTo>
                    <a:pt x="6773" y="5170"/>
                  </a:lnTo>
                  <a:lnTo>
                    <a:pt x="6813" y="5105"/>
                  </a:lnTo>
                  <a:lnTo>
                    <a:pt x="6853" y="5041"/>
                  </a:lnTo>
                  <a:lnTo>
                    <a:pt x="6893" y="4976"/>
                  </a:lnTo>
                  <a:lnTo>
                    <a:pt x="6932" y="4912"/>
                  </a:lnTo>
                  <a:lnTo>
                    <a:pt x="6972" y="4847"/>
                  </a:lnTo>
                  <a:lnTo>
                    <a:pt x="7012" y="4782"/>
                  </a:lnTo>
                  <a:lnTo>
                    <a:pt x="7052" y="4718"/>
                  </a:lnTo>
                  <a:lnTo>
                    <a:pt x="7092" y="4653"/>
                  </a:lnTo>
                  <a:lnTo>
                    <a:pt x="7132" y="4589"/>
                  </a:lnTo>
                  <a:lnTo>
                    <a:pt x="7172" y="4524"/>
                  </a:lnTo>
                  <a:lnTo>
                    <a:pt x="7212" y="4460"/>
                  </a:lnTo>
                  <a:lnTo>
                    <a:pt x="7251" y="4395"/>
                  </a:lnTo>
                  <a:lnTo>
                    <a:pt x="7291" y="4330"/>
                  </a:lnTo>
                  <a:lnTo>
                    <a:pt x="7331" y="4266"/>
                  </a:lnTo>
                  <a:lnTo>
                    <a:pt x="7371" y="4201"/>
                  </a:lnTo>
                  <a:lnTo>
                    <a:pt x="7411" y="4137"/>
                  </a:lnTo>
                  <a:lnTo>
                    <a:pt x="7451" y="4072"/>
                  </a:lnTo>
                  <a:lnTo>
                    <a:pt x="7491" y="4007"/>
                  </a:lnTo>
                  <a:lnTo>
                    <a:pt x="7530" y="3943"/>
                  </a:lnTo>
                  <a:lnTo>
                    <a:pt x="7570" y="3878"/>
                  </a:lnTo>
                  <a:lnTo>
                    <a:pt x="7610" y="3814"/>
                  </a:lnTo>
                  <a:lnTo>
                    <a:pt x="7650" y="3749"/>
                  </a:lnTo>
                  <a:lnTo>
                    <a:pt x="7690" y="3684"/>
                  </a:lnTo>
                  <a:lnTo>
                    <a:pt x="7730" y="3620"/>
                  </a:lnTo>
                  <a:lnTo>
                    <a:pt x="7769" y="3555"/>
                  </a:lnTo>
                  <a:lnTo>
                    <a:pt x="7809" y="3490"/>
                  </a:lnTo>
                  <a:lnTo>
                    <a:pt x="7849" y="3426"/>
                  </a:lnTo>
                  <a:lnTo>
                    <a:pt x="7889" y="3361"/>
                  </a:lnTo>
                  <a:lnTo>
                    <a:pt x="7929" y="3297"/>
                  </a:lnTo>
                  <a:lnTo>
                    <a:pt x="7969" y="3232"/>
                  </a:lnTo>
                  <a:lnTo>
                    <a:pt x="8008" y="3167"/>
                  </a:lnTo>
                  <a:lnTo>
                    <a:pt x="8048" y="3103"/>
                  </a:lnTo>
                  <a:lnTo>
                    <a:pt x="8088" y="3038"/>
                  </a:lnTo>
                  <a:lnTo>
                    <a:pt x="8128" y="2974"/>
                  </a:lnTo>
                  <a:lnTo>
                    <a:pt x="8168" y="2909"/>
                  </a:lnTo>
                  <a:lnTo>
                    <a:pt x="8208" y="2844"/>
                  </a:lnTo>
                  <a:lnTo>
                    <a:pt x="8247" y="2780"/>
                  </a:lnTo>
                  <a:lnTo>
                    <a:pt x="8287" y="2715"/>
                  </a:lnTo>
                  <a:lnTo>
                    <a:pt x="8327" y="2650"/>
                  </a:lnTo>
                  <a:lnTo>
                    <a:pt x="8367" y="2586"/>
                  </a:lnTo>
                  <a:lnTo>
                    <a:pt x="8407" y="2521"/>
                  </a:lnTo>
                  <a:lnTo>
                    <a:pt x="8446" y="2457"/>
                  </a:lnTo>
                  <a:lnTo>
                    <a:pt x="8486" y="2392"/>
                  </a:lnTo>
                  <a:lnTo>
                    <a:pt x="8526" y="2327"/>
                  </a:lnTo>
                  <a:lnTo>
                    <a:pt x="8566" y="2263"/>
                  </a:lnTo>
                  <a:lnTo>
                    <a:pt x="8606" y="2198"/>
                  </a:lnTo>
                  <a:lnTo>
                    <a:pt x="8645" y="2133"/>
                  </a:lnTo>
                  <a:lnTo>
                    <a:pt x="8685" y="2069"/>
                  </a:lnTo>
                  <a:lnTo>
                    <a:pt x="8725" y="2004"/>
                  </a:lnTo>
                  <a:lnTo>
                    <a:pt x="8765" y="1939"/>
                  </a:lnTo>
                  <a:lnTo>
                    <a:pt x="8804" y="1875"/>
                  </a:lnTo>
                  <a:lnTo>
                    <a:pt x="8844" y="1810"/>
                  </a:lnTo>
                  <a:lnTo>
                    <a:pt x="8884" y="1745"/>
                  </a:lnTo>
                  <a:lnTo>
                    <a:pt x="8924" y="1681"/>
                  </a:lnTo>
                  <a:lnTo>
                    <a:pt x="8964" y="1616"/>
                  </a:lnTo>
                  <a:lnTo>
                    <a:pt x="9003" y="1552"/>
                  </a:lnTo>
                  <a:lnTo>
                    <a:pt x="9043" y="1487"/>
                  </a:lnTo>
                  <a:lnTo>
                    <a:pt x="9083" y="1422"/>
                  </a:lnTo>
                  <a:lnTo>
                    <a:pt x="9123" y="1358"/>
                  </a:lnTo>
                  <a:lnTo>
                    <a:pt x="9162" y="1293"/>
                  </a:lnTo>
                  <a:lnTo>
                    <a:pt x="9202" y="1228"/>
                  </a:lnTo>
                  <a:lnTo>
                    <a:pt x="9242" y="1164"/>
                  </a:lnTo>
                  <a:lnTo>
                    <a:pt x="9282" y="1099"/>
                  </a:lnTo>
                  <a:lnTo>
                    <a:pt x="9321" y="1034"/>
                  </a:lnTo>
                  <a:lnTo>
                    <a:pt x="9361" y="970"/>
                  </a:lnTo>
                  <a:lnTo>
                    <a:pt x="9401" y="905"/>
                  </a:lnTo>
                  <a:lnTo>
                    <a:pt x="9441" y="840"/>
                  </a:lnTo>
                  <a:lnTo>
                    <a:pt x="9480" y="776"/>
                  </a:lnTo>
                  <a:lnTo>
                    <a:pt x="9520" y="711"/>
                  </a:lnTo>
                  <a:lnTo>
                    <a:pt x="9560" y="646"/>
                  </a:lnTo>
                  <a:lnTo>
                    <a:pt x="9600" y="582"/>
                  </a:lnTo>
                  <a:lnTo>
                    <a:pt x="9639" y="517"/>
                  </a:lnTo>
                  <a:lnTo>
                    <a:pt x="9679" y="452"/>
                  </a:lnTo>
                  <a:lnTo>
                    <a:pt x="9719" y="388"/>
                  </a:lnTo>
                  <a:lnTo>
                    <a:pt x="9759" y="323"/>
                  </a:lnTo>
                  <a:lnTo>
                    <a:pt x="9798" y="258"/>
                  </a:lnTo>
                  <a:lnTo>
                    <a:pt x="9838" y="194"/>
                  </a:lnTo>
                  <a:lnTo>
                    <a:pt x="9878" y="129"/>
                  </a:lnTo>
                  <a:lnTo>
                    <a:pt x="9917" y="64"/>
                  </a:lnTo>
                  <a:lnTo>
                    <a:pt x="9957" y="0"/>
                  </a:lnTo>
                </a:path>
              </a:pathLst>
            </a:custGeom>
            <a:ln w="83820" cap="rnd">
              <a:solidFill>
                <a:srgbClr val="F4A100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2" name="pl7182"/>
            <p:cNvSpPr/>
            <p:nvPr/>
          </p:nvSpPr>
          <p:spPr>
            <a:xfrm>
              <a:off x="8005311" y="4607584"/>
              <a:ext cx="10131" cy="16344"/>
            </a:xfrm>
            <a:custGeom>
              <a:avLst/>
              <a:pathLst>
                <a:path w="10131" h="16344">
                  <a:moveTo>
                    <a:pt x="0" y="16344"/>
                  </a:moveTo>
                  <a:lnTo>
                    <a:pt x="40" y="16278"/>
                  </a:lnTo>
                  <a:lnTo>
                    <a:pt x="81" y="16213"/>
                  </a:lnTo>
                  <a:lnTo>
                    <a:pt x="122" y="16147"/>
                  </a:lnTo>
                  <a:lnTo>
                    <a:pt x="163" y="16082"/>
                  </a:lnTo>
                  <a:lnTo>
                    <a:pt x="204" y="16016"/>
                  </a:lnTo>
                  <a:lnTo>
                    <a:pt x="245" y="15951"/>
                  </a:lnTo>
                  <a:lnTo>
                    <a:pt x="286" y="15886"/>
                  </a:lnTo>
                  <a:lnTo>
                    <a:pt x="327" y="15820"/>
                  </a:lnTo>
                  <a:lnTo>
                    <a:pt x="368" y="15755"/>
                  </a:lnTo>
                  <a:lnTo>
                    <a:pt x="409" y="15689"/>
                  </a:lnTo>
                  <a:lnTo>
                    <a:pt x="450" y="15624"/>
                  </a:lnTo>
                  <a:lnTo>
                    <a:pt x="491" y="15558"/>
                  </a:lnTo>
                  <a:lnTo>
                    <a:pt x="532" y="15493"/>
                  </a:lnTo>
                  <a:lnTo>
                    <a:pt x="573" y="15427"/>
                  </a:lnTo>
                  <a:lnTo>
                    <a:pt x="614" y="15362"/>
                  </a:lnTo>
                  <a:lnTo>
                    <a:pt x="655" y="15296"/>
                  </a:lnTo>
                  <a:lnTo>
                    <a:pt x="696" y="15231"/>
                  </a:lnTo>
                  <a:lnTo>
                    <a:pt x="737" y="15165"/>
                  </a:lnTo>
                  <a:lnTo>
                    <a:pt x="777" y="15100"/>
                  </a:lnTo>
                  <a:lnTo>
                    <a:pt x="818" y="15034"/>
                  </a:lnTo>
                  <a:lnTo>
                    <a:pt x="859" y="14969"/>
                  </a:lnTo>
                  <a:lnTo>
                    <a:pt x="900" y="14903"/>
                  </a:lnTo>
                  <a:lnTo>
                    <a:pt x="941" y="14838"/>
                  </a:lnTo>
                  <a:lnTo>
                    <a:pt x="982" y="14772"/>
                  </a:lnTo>
                  <a:lnTo>
                    <a:pt x="1023" y="14707"/>
                  </a:lnTo>
                  <a:lnTo>
                    <a:pt x="1064" y="14641"/>
                  </a:lnTo>
                  <a:lnTo>
                    <a:pt x="1105" y="14576"/>
                  </a:lnTo>
                  <a:lnTo>
                    <a:pt x="1146" y="14510"/>
                  </a:lnTo>
                  <a:lnTo>
                    <a:pt x="1187" y="14445"/>
                  </a:lnTo>
                  <a:lnTo>
                    <a:pt x="1228" y="14379"/>
                  </a:lnTo>
                  <a:lnTo>
                    <a:pt x="1268" y="14314"/>
                  </a:lnTo>
                  <a:lnTo>
                    <a:pt x="1309" y="14248"/>
                  </a:lnTo>
                  <a:lnTo>
                    <a:pt x="1350" y="14183"/>
                  </a:lnTo>
                  <a:lnTo>
                    <a:pt x="1391" y="14117"/>
                  </a:lnTo>
                  <a:lnTo>
                    <a:pt x="1432" y="14052"/>
                  </a:lnTo>
                  <a:lnTo>
                    <a:pt x="1473" y="13986"/>
                  </a:lnTo>
                  <a:lnTo>
                    <a:pt x="1514" y="13921"/>
                  </a:lnTo>
                  <a:lnTo>
                    <a:pt x="1555" y="13855"/>
                  </a:lnTo>
                  <a:lnTo>
                    <a:pt x="1596" y="13790"/>
                  </a:lnTo>
                  <a:lnTo>
                    <a:pt x="1636" y="13724"/>
                  </a:lnTo>
                  <a:lnTo>
                    <a:pt x="1677" y="13659"/>
                  </a:lnTo>
                  <a:lnTo>
                    <a:pt x="1718" y="13593"/>
                  </a:lnTo>
                  <a:lnTo>
                    <a:pt x="1759" y="13527"/>
                  </a:lnTo>
                  <a:lnTo>
                    <a:pt x="1800" y="13462"/>
                  </a:lnTo>
                  <a:lnTo>
                    <a:pt x="1841" y="13396"/>
                  </a:lnTo>
                  <a:lnTo>
                    <a:pt x="1882" y="13331"/>
                  </a:lnTo>
                  <a:lnTo>
                    <a:pt x="1923" y="13265"/>
                  </a:lnTo>
                  <a:lnTo>
                    <a:pt x="1963" y="13200"/>
                  </a:lnTo>
                  <a:lnTo>
                    <a:pt x="2004" y="13134"/>
                  </a:lnTo>
                  <a:lnTo>
                    <a:pt x="2045" y="13069"/>
                  </a:lnTo>
                  <a:lnTo>
                    <a:pt x="2086" y="13003"/>
                  </a:lnTo>
                  <a:lnTo>
                    <a:pt x="2127" y="12938"/>
                  </a:lnTo>
                  <a:lnTo>
                    <a:pt x="2168" y="12872"/>
                  </a:lnTo>
                  <a:lnTo>
                    <a:pt x="2208" y="12807"/>
                  </a:lnTo>
                  <a:lnTo>
                    <a:pt x="2249" y="12741"/>
                  </a:lnTo>
                  <a:lnTo>
                    <a:pt x="2290" y="12676"/>
                  </a:lnTo>
                  <a:lnTo>
                    <a:pt x="2331" y="12610"/>
                  </a:lnTo>
                  <a:lnTo>
                    <a:pt x="2372" y="12544"/>
                  </a:lnTo>
                  <a:lnTo>
                    <a:pt x="2413" y="12479"/>
                  </a:lnTo>
                  <a:lnTo>
                    <a:pt x="2454" y="12413"/>
                  </a:lnTo>
                  <a:lnTo>
                    <a:pt x="2494" y="12348"/>
                  </a:lnTo>
                  <a:lnTo>
                    <a:pt x="2535" y="12282"/>
                  </a:lnTo>
                  <a:lnTo>
                    <a:pt x="2576" y="12217"/>
                  </a:lnTo>
                  <a:lnTo>
                    <a:pt x="2617" y="12151"/>
                  </a:lnTo>
                  <a:lnTo>
                    <a:pt x="2658" y="12086"/>
                  </a:lnTo>
                  <a:lnTo>
                    <a:pt x="2698" y="12020"/>
                  </a:lnTo>
                  <a:lnTo>
                    <a:pt x="2739" y="11954"/>
                  </a:lnTo>
                  <a:lnTo>
                    <a:pt x="2780" y="11889"/>
                  </a:lnTo>
                  <a:lnTo>
                    <a:pt x="2821" y="11823"/>
                  </a:lnTo>
                  <a:lnTo>
                    <a:pt x="2862" y="11758"/>
                  </a:lnTo>
                  <a:lnTo>
                    <a:pt x="2903" y="11692"/>
                  </a:lnTo>
                  <a:lnTo>
                    <a:pt x="2943" y="11627"/>
                  </a:lnTo>
                  <a:lnTo>
                    <a:pt x="2984" y="11561"/>
                  </a:lnTo>
                  <a:lnTo>
                    <a:pt x="3025" y="11496"/>
                  </a:lnTo>
                  <a:lnTo>
                    <a:pt x="3066" y="11430"/>
                  </a:lnTo>
                  <a:lnTo>
                    <a:pt x="3107" y="11364"/>
                  </a:lnTo>
                  <a:lnTo>
                    <a:pt x="3147" y="11299"/>
                  </a:lnTo>
                  <a:lnTo>
                    <a:pt x="3188" y="11233"/>
                  </a:lnTo>
                  <a:lnTo>
                    <a:pt x="3229" y="11168"/>
                  </a:lnTo>
                  <a:lnTo>
                    <a:pt x="3270" y="11102"/>
                  </a:lnTo>
                  <a:lnTo>
                    <a:pt x="3311" y="11036"/>
                  </a:lnTo>
                  <a:lnTo>
                    <a:pt x="3351" y="10971"/>
                  </a:lnTo>
                  <a:lnTo>
                    <a:pt x="3392" y="10905"/>
                  </a:lnTo>
                  <a:lnTo>
                    <a:pt x="3433" y="10840"/>
                  </a:lnTo>
                  <a:lnTo>
                    <a:pt x="3474" y="10774"/>
                  </a:lnTo>
                  <a:lnTo>
                    <a:pt x="3514" y="10709"/>
                  </a:lnTo>
                  <a:lnTo>
                    <a:pt x="3555" y="10643"/>
                  </a:lnTo>
                  <a:lnTo>
                    <a:pt x="3596" y="10577"/>
                  </a:lnTo>
                  <a:lnTo>
                    <a:pt x="3637" y="10512"/>
                  </a:lnTo>
                  <a:lnTo>
                    <a:pt x="3678" y="10446"/>
                  </a:lnTo>
                  <a:lnTo>
                    <a:pt x="3718" y="10381"/>
                  </a:lnTo>
                  <a:lnTo>
                    <a:pt x="3759" y="10315"/>
                  </a:lnTo>
                  <a:lnTo>
                    <a:pt x="3800" y="10249"/>
                  </a:lnTo>
                  <a:lnTo>
                    <a:pt x="3841" y="10184"/>
                  </a:lnTo>
                  <a:lnTo>
                    <a:pt x="3881" y="10118"/>
                  </a:lnTo>
                  <a:lnTo>
                    <a:pt x="3922" y="10053"/>
                  </a:lnTo>
                  <a:lnTo>
                    <a:pt x="3963" y="9987"/>
                  </a:lnTo>
                  <a:lnTo>
                    <a:pt x="4004" y="9921"/>
                  </a:lnTo>
                  <a:lnTo>
                    <a:pt x="4044" y="9856"/>
                  </a:lnTo>
                  <a:lnTo>
                    <a:pt x="4085" y="9790"/>
                  </a:lnTo>
                  <a:lnTo>
                    <a:pt x="4126" y="9725"/>
                  </a:lnTo>
                  <a:lnTo>
                    <a:pt x="4167" y="9659"/>
                  </a:lnTo>
                  <a:lnTo>
                    <a:pt x="4207" y="9593"/>
                  </a:lnTo>
                  <a:lnTo>
                    <a:pt x="4248" y="9528"/>
                  </a:lnTo>
                  <a:lnTo>
                    <a:pt x="4289" y="9462"/>
                  </a:lnTo>
                  <a:lnTo>
                    <a:pt x="4329" y="9397"/>
                  </a:lnTo>
                  <a:lnTo>
                    <a:pt x="4370" y="9331"/>
                  </a:lnTo>
                  <a:lnTo>
                    <a:pt x="4411" y="9265"/>
                  </a:lnTo>
                  <a:lnTo>
                    <a:pt x="4452" y="9200"/>
                  </a:lnTo>
                  <a:lnTo>
                    <a:pt x="4492" y="9134"/>
                  </a:lnTo>
                  <a:lnTo>
                    <a:pt x="4533" y="9068"/>
                  </a:lnTo>
                  <a:lnTo>
                    <a:pt x="4574" y="9003"/>
                  </a:lnTo>
                  <a:lnTo>
                    <a:pt x="4615" y="8937"/>
                  </a:lnTo>
                  <a:lnTo>
                    <a:pt x="4655" y="8872"/>
                  </a:lnTo>
                  <a:lnTo>
                    <a:pt x="4696" y="8806"/>
                  </a:lnTo>
                  <a:lnTo>
                    <a:pt x="4737" y="8740"/>
                  </a:lnTo>
                  <a:lnTo>
                    <a:pt x="4777" y="8675"/>
                  </a:lnTo>
                  <a:lnTo>
                    <a:pt x="4818" y="8609"/>
                  </a:lnTo>
                  <a:lnTo>
                    <a:pt x="4859" y="8543"/>
                  </a:lnTo>
                  <a:lnTo>
                    <a:pt x="4899" y="8478"/>
                  </a:lnTo>
                  <a:lnTo>
                    <a:pt x="4940" y="8412"/>
                  </a:lnTo>
                  <a:lnTo>
                    <a:pt x="4981" y="8347"/>
                  </a:lnTo>
                  <a:lnTo>
                    <a:pt x="5022" y="8281"/>
                  </a:lnTo>
                  <a:lnTo>
                    <a:pt x="5062" y="8215"/>
                  </a:lnTo>
                  <a:lnTo>
                    <a:pt x="5103" y="8150"/>
                  </a:lnTo>
                  <a:lnTo>
                    <a:pt x="5144" y="8084"/>
                  </a:lnTo>
                  <a:lnTo>
                    <a:pt x="5184" y="8018"/>
                  </a:lnTo>
                  <a:lnTo>
                    <a:pt x="5225" y="7953"/>
                  </a:lnTo>
                  <a:lnTo>
                    <a:pt x="5266" y="7887"/>
                  </a:lnTo>
                  <a:lnTo>
                    <a:pt x="5306" y="7821"/>
                  </a:lnTo>
                  <a:lnTo>
                    <a:pt x="5347" y="7756"/>
                  </a:lnTo>
                  <a:lnTo>
                    <a:pt x="5388" y="7690"/>
                  </a:lnTo>
                  <a:lnTo>
                    <a:pt x="5428" y="7624"/>
                  </a:lnTo>
                  <a:lnTo>
                    <a:pt x="5469" y="7559"/>
                  </a:lnTo>
                  <a:lnTo>
                    <a:pt x="5510" y="7493"/>
                  </a:lnTo>
                  <a:lnTo>
                    <a:pt x="5550" y="7428"/>
                  </a:lnTo>
                  <a:lnTo>
                    <a:pt x="5591" y="7362"/>
                  </a:lnTo>
                  <a:lnTo>
                    <a:pt x="5632" y="7296"/>
                  </a:lnTo>
                  <a:lnTo>
                    <a:pt x="5672" y="7231"/>
                  </a:lnTo>
                  <a:lnTo>
                    <a:pt x="5713" y="7165"/>
                  </a:lnTo>
                  <a:lnTo>
                    <a:pt x="5754" y="7099"/>
                  </a:lnTo>
                  <a:lnTo>
                    <a:pt x="5794" y="7034"/>
                  </a:lnTo>
                  <a:lnTo>
                    <a:pt x="5835" y="6968"/>
                  </a:lnTo>
                  <a:lnTo>
                    <a:pt x="5876" y="6902"/>
                  </a:lnTo>
                  <a:lnTo>
                    <a:pt x="5916" y="6837"/>
                  </a:lnTo>
                  <a:lnTo>
                    <a:pt x="5957" y="6771"/>
                  </a:lnTo>
                  <a:lnTo>
                    <a:pt x="5998" y="6705"/>
                  </a:lnTo>
                  <a:lnTo>
                    <a:pt x="6038" y="6640"/>
                  </a:lnTo>
                  <a:lnTo>
                    <a:pt x="6079" y="6574"/>
                  </a:lnTo>
                  <a:lnTo>
                    <a:pt x="6119" y="6508"/>
                  </a:lnTo>
                  <a:lnTo>
                    <a:pt x="6160" y="6443"/>
                  </a:lnTo>
                  <a:lnTo>
                    <a:pt x="6201" y="6377"/>
                  </a:lnTo>
                  <a:lnTo>
                    <a:pt x="6241" y="6311"/>
                  </a:lnTo>
                  <a:lnTo>
                    <a:pt x="6282" y="6245"/>
                  </a:lnTo>
                  <a:lnTo>
                    <a:pt x="6323" y="6180"/>
                  </a:lnTo>
                  <a:lnTo>
                    <a:pt x="6363" y="6114"/>
                  </a:lnTo>
                  <a:lnTo>
                    <a:pt x="6404" y="6048"/>
                  </a:lnTo>
                  <a:lnTo>
                    <a:pt x="6444" y="5983"/>
                  </a:lnTo>
                  <a:lnTo>
                    <a:pt x="6485" y="5917"/>
                  </a:lnTo>
                  <a:lnTo>
                    <a:pt x="6526" y="5851"/>
                  </a:lnTo>
                  <a:lnTo>
                    <a:pt x="6566" y="5786"/>
                  </a:lnTo>
                  <a:lnTo>
                    <a:pt x="6607" y="5720"/>
                  </a:lnTo>
                  <a:lnTo>
                    <a:pt x="6647" y="5654"/>
                  </a:lnTo>
                  <a:lnTo>
                    <a:pt x="6688" y="5589"/>
                  </a:lnTo>
                  <a:lnTo>
                    <a:pt x="6729" y="5523"/>
                  </a:lnTo>
                  <a:lnTo>
                    <a:pt x="6769" y="5457"/>
                  </a:lnTo>
                  <a:lnTo>
                    <a:pt x="6810" y="5392"/>
                  </a:lnTo>
                  <a:lnTo>
                    <a:pt x="6850" y="5326"/>
                  </a:lnTo>
                  <a:lnTo>
                    <a:pt x="6891" y="5260"/>
                  </a:lnTo>
                  <a:lnTo>
                    <a:pt x="6932" y="5194"/>
                  </a:lnTo>
                  <a:lnTo>
                    <a:pt x="6972" y="5129"/>
                  </a:lnTo>
                  <a:lnTo>
                    <a:pt x="7013" y="5063"/>
                  </a:lnTo>
                  <a:lnTo>
                    <a:pt x="7053" y="4997"/>
                  </a:lnTo>
                  <a:lnTo>
                    <a:pt x="7094" y="4932"/>
                  </a:lnTo>
                  <a:lnTo>
                    <a:pt x="7134" y="4866"/>
                  </a:lnTo>
                  <a:lnTo>
                    <a:pt x="7175" y="4800"/>
                  </a:lnTo>
                  <a:lnTo>
                    <a:pt x="7216" y="4734"/>
                  </a:lnTo>
                  <a:lnTo>
                    <a:pt x="7256" y="4669"/>
                  </a:lnTo>
                  <a:lnTo>
                    <a:pt x="7297" y="4603"/>
                  </a:lnTo>
                  <a:lnTo>
                    <a:pt x="7337" y="4537"/>
                  </a:lnTo>
                  <a:lnTo>
                    <a:pt x="7378" y="4472"/>
                  </a:lnTo>
                  <a:lnTo>
                    <a:pt x="7418" y="4406"/>
                  </a:lnTo>
                  <a:lnTo>
                    <a:pt x="7459" y="4340"/>
                  </a:lnTo>
                  <a:lnTo>
                    <a:pt x="7500" y="4274"/>
                  </a:lnTo>
                  <a:lnTo>
                    <a:pt x="7540" y="4209"/>
                  </a:lnTo>
                  <a:lnTo>
                    <a:pt x="7581" y="4143"/>
                  </a:lnTo>
                  <a:lnTo>
                    <a:pt x="7621" y="4077"/>
                  </a:lnTo>
                  <a:lnTo>
                    <a:pt x="7662" y="4012"/>
                  </a:lnTo>
                  <a:lnTo>
                    <a:pt x="7702" y="3946"/>
                  </a:lnTo>
                  <a:lnTo>
                    <a:pt x="7743" y="3880"/>
                  </a:lnTo>
                  <a:lnTo>
                    <a:pt x="7783" y="3814"/>
                  </a:lnTo>
                  <a:lnTo>
                    <a:pt x="7824" y="3749"/>
                  </a:lnTo>
                  <a:lnTo>
                    <a:pt x="7864" y="3683"/>
                  </a:lnTo>
                  <a:lnTo>
                    <a:pt x="7905" y="3617"/>
                  </a:lnTo>
                  <a:lnTo>
                    <a:pt x="7946" y="3551"/>
                  </a:lnTo>
                  <a:lnTo>
                    <a:pt x="7986" y="3486"/>
                  </a:lnTo>
                  <a:lnTo>
                    <a:pt x="8027" y="3420"/>
                  </a:lnTo>
                  <a:lnTo>
                    <a:pt x="8067" y="3354"/>
                  </a:lnTo>
                  <a:lnTo>
                    <a:pt x="8108" y="3288"/>
                  </a:lnTo>
                  <a:lnTo>
                    <a:pt x="8148" y="3223"/>
                  </a:lnTo>
                  <a:lnTo>
                    <a:pt x="8189" y="3157"/>
                  </a:lnTo>
                  <a:lnTo>
                    <a:pt x="8229" y="3091"/>
                  </a:lnTo>
                  <a:lnTo>
                    <a:pt x="8270" y="3025"/>
                  </a:lnTo>
                  <a:lnTo>
                    <a:pt x="8310" y="2960"/>
                  </a:lnTo>
                  <a:lnTo>
                    <a:pt x="8351" y="2894"/>
                  </a:lnTo>
                  <a:lnTo>
                    <a:pt x="8391" y="2828"/>
                  </a:lnTo>
                  <a:lnTo>
                    <a:pt x="8432" y="2762"/>
                  </a:lnTo>
                  <a:lnTo>
                    <a:pt x="8472" y="2697"/>
                  </a:lnTo>
                  <a:lnTo>
                    <a:pt x="8513" y="2631"/>
                  </a:lnTo>
                  <a:lnTo>
                    <a:pt x="8553" y="2565"/>
                  </a:lnTo>
                  <a:lnTo>
                    <a:pt x="8594" y="2499"/>
                  </a:lnTo>
                  <a:lnTo>
                    <a:pt x="8634" y="2434"/>
                  </a:lnTo>
                  <a:lnTo>
                    <a:pt x="8675" y="2368"/>
                  </a:lnTo>
                  <a:lnTo>
                    <a:pt x="8715" y="2302"/>
                  </a:lnTo>
                  <a:lnTo>
                    <a:pt x="8756" y="2236"/>
                  </a:lnTo>
                  <a:lnTo>
                    <a:pt x="8796" y="2171"/>
                  </a:lnTo>
                  <a:lnTo>
                    <a:pt x="8837" y="2105"/>
                  </a:lnTo>
                  <a:lnTo>
                    <a:pt x="8877" y="2039"/>
                  </a:lnTo>
                  <a:lnTo>
                    <a:pt x="8918" y="1973"/>
                  </a:lnTo>
                  <a:lnTo>
                    <a:pt x="8958" y="1907"/>
                  </a:lnTo>
                  <a:lnTo>
                    <a:pt x="8999" y="1842"/>
                  </a:lnTo>
                  <a:lnTo>
                    <a:pt x="9039" y="1776"/>
                  </a:lnTo>
                  <a:lnTo>
                    <a:pt x="9079" y="1710"/>
                  </a:lnTo>
                  <a:lnTo>
                    <a:pt x="9120" y="1644"/>
                  </a:lnTo>
                  <a:lnTo>
                    <a:pt x="9160" y="1579"/>
                  </a:lnTo>
                  <a:lnTo>
                    <a:pt x="9201" y="1513"/>
                  </a:lnTo>
                  <a:lnTo>
                    <a:pt x="9241" y="1447"/>
                  </a:lnTo>
                  <a:lnTo>
                    <a:pt x="9282" y="1381"/>
                  </a:lnTo>
                  <a:lnTo>
                    <a:pt x="9322" y="1315"/>
                  </a:lnTo>
                  <a:lnTo>
                    <a:pt x="9363" y="1250"/>
                  </a:lnTo>
                  <a:lnTo>
                    <a:pt x="9403" y="1184"/>
                  </a:lnTo>
                  <a:lnTo>
                    <a:pt x="9444" y="1118"/>
                  </a:lnTo>
                  <a:lnTo>
                    <a:pt x="9484" y="1052"/>
                  </a:lnTo>
                  <a:lnTo>
                    <a:pt x="9524" y="987"/>
                  </a:lnTo>
                  <a:lnTo>
                    <a:pt x="9565" y="921"/>
                  </a:lnTo>
                  <a:lnTo>
                    <a:pt x="9605" y="855"/>
                  </a:lnTo>
                  <a:lnTo>
                    <a:pt x="9646" y="789"/>
                  </a:lnTo>
                  <a:lnTo>
                    <a:pt x="9686" y="723"/>
                  </a:lnTo>
                  <a:lnTo>
                    <a:pt x="9727" y="658"/>
                  </a:lnTo>
                  <a:lnTo>
                    <a:pt x="9767" y="592"/>
                  </a:lnTo>
                  <a:lnTo>
                    <a:pt x="9807" y="526"/>
                  </a:lnTo>
                  <a:lnTo>
                    <a:pt x="9848" y="460"/>
                  </a:lnTo>
                  <a:lnTo>
                    <a:pt x="9888" y="394"/>
                  </a:lnTo>
                  <a:lnTo>
                    <a:pt x="9929" y="329"/>
                  </a:lnTo>
                  <a:lnTo>
                    <a:pt x="9969" y="263"/>
                  </a:lnTo>
                  <a:lnTo>
                    <a:pt x="10010" y="197"/>
                  </a:lnTo>
                  <a:lnTo>
                    <a:pt x="10050" y="131"/>
                  </a:lnTo>
                  <a:lnTo>
                    <a:pt x="10090" y="65"/>
                  </a:lnTo>
                  <a:lnTo>
                    <a:pt x="10131" y="0"/>
                  </a:lnTo>
                </a:path>
              </a:pathLst>
            </a:custGeom>
            <a:ln w="22859" cap="rnd">
              <a:solidFill>
                <a:srgbClr val="F4A100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3" name="pl7183"/>
            <p:cNvSpPr/>
            <p:nvPr/>
          </p:nvSpPr>
          <p:spPr>
            <a:xfrm>
              <a:off x="7987462" y="4546853"/>
              <a:ext cx="19363" cy="32463"/>
            </a:xfrm>
            <a:custGeom>
              <a:avLst/>
              <a:pathLst>
                <a:path w="19363" h="32463">
                  <a:moveTo>
                    <a:pt x="0" y="32463"/>
                  </a:moveTo>
                  <a:lnTo>
                    <a:pt x="78" y="32333"/>
                  </a:lnTo>
                  <a:lnTo>
                    <a:pt x="157" y="32203"/>
                  </a:lnTo>
                  <a:lnTo>
                    <a:pt x="236" y="32074"/>
                  </a:lnTo>
                  <a:lnTo>
                    <a:pt x="315" y="31944"/>
                  </a:lnTo>
                  <a:lnTo>
                    <a:pt x="394" y="31814"/>
                  </a:lnTo>
                  <a:lnTo>
                    <a:pt x="473" y="31684"/>
                  </a:lnTo>
                  <a:lnTo>
                    <a:pt x="551" y="31555"/>
                  </a:lnTo>
                  <a:lnTo>
                    <a:pt x="630" y="31425"/>
                  </a:lnTo>
                  <a:lnTo>
                    <a:pt x="709" y="31295"/>
                  </a:lnTo>
                  <a:lnTo>
                    <a:pt x="788" y="31165"/>
                  </a:lnTo>
                  <a:lnTo>
                    <a:pt x="867" y="31036"/>
                  </a:lnTo>
                  <a:lnTo>
                    <a:pt x="945" y="30906"/>
                  </a:lnTo>
                  <a:lnTo>
                    <a:pt x="1024" y="30776"/>
                  </a:lnTo>
                  <a:lnTo>
                    <a:pt x="1103" y="30646"/>
                  </a:lnTo>
                  <a:lnTo>
                    <a:pt x="1182" y="30517"/>
                  </a:lnTo>
                  <a:lnTo>
                    <a:pt x="1260" y="30387"/>
                  </a:lnTo>
                  <a:lnTo>
                    <a:pt x="1339" y="30257"/>
                  </a:lnTo>
                  <a:lnTo>
                    <a:pt x="1418" y="30127"/>
                  </a:lnTo>
                  <a:lnTo>
                    <a:pt x="1497" y="29997"/>
                  </a:lnTo>
                  <a:lnTo>
                    <a:pt x="1575" y="29868"/>
                  </a:lnTo>
                  <a:lnTo>
                    <a:pt x="1654" y="29738"/>
                  </a:lnTo>
                  <a:lnTo>
                    <a:pt x="1733" y="29608"/>
                  </a:lnTo>
                  <a:lnTo>
                    <a:pt x="1811" y="29478"/>
                  </a:lnTo>
                  <a:lnTo>
                    <a:pt x="1890" y="29348"/>
                  </a:lnTo>
                  <a:lnTo>
                    <a:pt x="1969" y="29218"/>
                  </a:lnTo>
                  <a:lnTo>
                    <a:pt x="2047" y="29089"/>
                  </a:lnTo>
                  <a:lnTo>
                    <a:pt x="2126" y="28959"/>
                  </a:lnTo>
                  <a:lnTo>
                    <a:pt x="2205" y="28829"/>
                  </a:lnTo>
                  <a:lnTo>
                    <a:pt x="2283" y="28699"/>
                  </a:lnTo>
                  <a:lnTo>
                    <a:pt x="2362" y="28569"/>
                  </a:lnTo>
                  <a:lnTo>
                    <a:pt x="2440" y="28439"/>
                  </a:lnTo>
                  <a:lnTo>
                    <a:pt x="2519" y="28309"/>
                  </a:lnTo>
                  <a:lnTo>
                    <a:pt x="2598" y="28180"/>
                  </a:lnTo>
                  <a:lnTo>
                    <a:pt x="2676" y="28050"/>
                  </a:lnTo>
                  <a:lnTo>
                    <a:pt x="2755" y="27920"/>
                  </a:lnTo>
                  <a:lnTo>
                    <a:pt x="2833" y="27790"/>
                  </a:lnTo>
                  <a:lnTo>
                    <a:pt x="2912" y="27660"/>
                  </a:lnTo>
                  <a:lnTo>
                    <a:pt x="2990" y="27530"/>
                  </a:lnTo>
                  <a:lnTo>
                    <a:pt x="3069" y="27400"/>
                  </a:lnTo>
                  <a:lnTo>
                    <a:pt x="3147" y="27270"/>
                  </a:lnTo>
                  <a:lnTo>
                    <a:pt x="3226" y="27140"/>
                  </a:lnTo>
                  <a:lnTo>
                    <a:pt x="3304" y="27010"/>
                  </a:lnTo>
                  <a:lnTo>
                    <a:pt x="3383" y="26880"/>
                  </a:lnTo>
                  <a:lnTo>
                    <a:pt x="3461" y="26750"/>
                  </a:lnTo>
                  <a:lnTo>
                    <a:pt x="3540" y="26620"/>
                  </a:lnTo>
                  <a:lnTo>
                    <a:pt x="3618" y="26491"/>
                  </a:lnTo>
                  <a:lnTo>
                    <a:pt x="3697" y="26361"/>
                  </a:lnTo>
                  <a:lnTo>
                    <a:pt x="3775" y="26231"/>
                  </a:lnTo>
                  <a:lnTo>
                    <a:pt x="3854" y="26101"/>
                  </a:lnTo>
                  <a:lnTo>
                    <a:pt x="3932" y="25971"/>
                  </a:lnTo>
                  <a:lnTo>
                    <a:pt x="4011" y="25841"/>
                  </a:lnTo>
                  <a:lnTo>
                    <a:pt x="4089" y="25711"/>
                  </a:lnTo>
                  <a:lnTo>
                    <a:pt x="4167" y="25581"/>
                  </a:lnTo>
                  <a:lnTo>
                    <a:pt x="4246" y="25451"/>
                  </a:lnTo>
                  <a:lnTo>
                    <a:pt x="4324" y="25321"/>
                  </a:lnTo>
                  <a:lnTo>
                    <a:pt x="4403" y="25191"/>
                  </a:lnTo>
                  <a:lnTo>
                    <a:pt x="4481" y="25061"/>
                  </a:lnTo>
                  <a:lnTo>
                    <a:pt x="4559" y="24931"/>
                  </a:lnTo>
                  <a:lnTo>
                    <a:pt x="4638" y="24801"/>
                  </a:lnTo>
                  <a:lnTo>
                    <a:pt x="4716" y="24671"/>
                  </a:lnTo>
                  <a:lnTo>
                    <a:pt x="4794" y="24541"/>
                  </a:lnTo>
                  <a:lnTo>
                    <a:pt x="4873" y="24411"/>
                  </a:lnTo>
                  <a:lnTo>
                    <a:pt x="4951" y="24281"/>
                  </a:lnTo>
                  <a:lnTo>
                    <a:pt x="5029" y="24150"/>
                  </a:lnTo>
                  <a:lnTo>
                    <a:pt x="5108" y="24020"/>
                  </a:lnTo>
                  <a:lnTo>
                    <a:pt x="5186" y="23890"/>
                  </a:lnTo>
                  <a:lnTo>
                    <a:pt x="5264" y="23760"/>
                  </a:lnTo>
                  <a:lnTo>
                    <a:pt x="5343" y="23630"/>
                  </a:lnTo>
                  <a:lnTo>
                    <a:pt x="5421" y="23500"/>
                  </a:lnTo>
                  <a:lnTo>
                    <a:pt x="5499" y="23370"/>
                  </a:lnTo>
                  <a:lnTo>
                    <a:pt x="5577" y="23240"/>
                  </a:lnTo>
                  <a:lnTo>
                    <a:pt x="5656" y="23110"/>
                  </a:lnTo>
                  <a:lnTo>
                    <a:pt x="5734" y="22980"/>
                  </a:lnTo>
                  <a:lnTo>
                    <a:pt x="5812" y="22850"/>
                  </a:lnTo>
                  <a:lnTo>
                    <a:pt x="5890" y="22720"/>
                  </a:lnTo>
                  <a:lnTo>
                    <a:pt x="5968" y="22589"/>
                  </a:lnTo>
                  <a:lnTo>
                    <a:pt x="6047" y="22459"/>
                  </a:lnTo>
                  <a:lnTo>
                    <a:pt x="6125" y="22329"/>
                  </a:lnTo>
                  <a:lnTo>
                    <a:pt x="6203" y="22199"/>
                  </a:lnTo>
                  <a:lnTo>
                    <a:pt x="6281" y="22069"/>
                  </a:lnTo>
                  <a:lnTo>
                    <a:pt x="6359" y="21939"/>
                  </a:lnTo>
                  <a:lnTo>
                    <a:pt x="6437" y="21809"/>
                  </a:lnTo>
                  <a:lnTo>
                    <a:pt x="6516" y="21678"/>
                  </a:lnTo>
                  <a:lnTo>
                    <a:pt x="6594" y="21548"/>
                  </a:lnTo>
                  <a:lnTo>
                    <a:pt x="6672" y="21418"/>
                  </a:lnTo>
                  <a:lnTo>
                    <a:pt x="6750" y="21288"/>
                  </a:lnTo>
                  <a:lnTo>
                    <a:pt x="6828" y="21158"/>
                  </a:lnTo>
                  <a:lnTo>
                    <a:pt x="6906" y="21028"/>
                  </a:lnTo>
                  <a:lnTo>
                    <a:pt x="6984" y="20897"/>
                  </a:lnTo>
                  <a:lnTo>
                    <a:pt x="7062" y="20767"/>
                  </a:lnTo>
                  <a:lnTo>
                    <a:pt x="7140" y="20637"/>
                  </a:lnTo>
                  <a:lnTo>
                    <a:pt x="7218" y="20507"/>
                  </a:lnTo>
                  <a:lnTo>
                    <a:pt x="7297" y="20377"/>
                  </a:lnTo>
                  <a:lnTo>
                    <a:pt x="7375" y="20246"/>
                  </a:lnTo>
                  <a:lnTo>
                    <a:pt x="7453" y="20116"/>
                  </a:lnTo>
                  <a:lnTo>
                    <a:pt x="7531" y="19986"/>
                  </a:lnTo>
                  <a:lnTo>
                    <a:pt x="7609" y="19856"/>
                  </a:lnTo>
                  <a:lnTo>
                    <a:pt x="7687" y="19726"/>
                  </a:lnTo>
                  <a:lnTo>
                    <a:pt x="7765" y="19595"/>
                  </a:lnTo>
                  <a:lnTo>
                    <a:pt x="7843" y="19465"/>
                  </a:lnTo>
                  <a:lnTo>
                    <a:pt x="7921" y="19335"/>
                  </a:lnTo>
                  <a:lnTo>
                    <a:pt x="7999" y="19205"/>
                  </a:lnTo>
                  <a:lnTo>
                    <a:pt x="8077" y="19074"/>
                  </a:lnTo>
                  <a:lnTo>
                    <a:pt x="8155" y="18944"/>
                  </a:lnTo>
                  <a:lnTo>
                    <a:pt x="8232" y="18814"/>
                  </a:lnTo>
                  <a:lnTo>
                    <a:pt x="8310" y="18684"/>
                  </a:lnTo>
                  <a:lnTo>
                    <a:pt x="8388" y="18553"/>
                  </a:lnTo>
                  <a:lnTo>
                    <a:pt x="8466" y="18423"/>
                  </a:lnTo>
                  <a:lnTo>
                    <a:pt x="8544" y="18293"/>
                  </a:lnTo>
                  <a:lnTo>
                    <a:pt x="8622" y="18162"/>
                  </a:lnTo>
                  <a:lnTo>
                    <a:pt x="8700" y="18032"/>
                  </a:lnTo>
                  <a:lnTo>
                    <a:pt x="8778" y="17902"/>
                  </a:lnTo>
                  <a:lnTo>
                    <a:pt x="8856" y="17771"/>
                  </a:lnTo>
                  <a:lnTo>
                    <a:pt x="8934" y="17641"/>
                  </a:lnTo>
                  <a:lnTo>
                    <a:pt x="9011" y="17511"/>
                  </a:lnTo>
                  <a:lnTo>
                    <a:pt x="9089" y="17380"/>
                  </a:lnTo>
                  <a:lnTo>
                    <a:pt x="9167" y="17250"/>
                  </a:lnTo>
                  <a:lnTo>
                    <a:pt x="9245" y="17120"/>
                  </a:lnTo>
                  <a:lnTo>
                    <a:pt x="9323" y="16989"/>
                  </a:lnTo>
                  <a:lnTo>
                    <a:pt x="9401" y="16859"/>
                  </a:lnTo>
                  <a:lnTo>
                    <a:pt x="9478" y="16729"/>
                  </a:lnTo>
                  <a:lnTo>
                    <a:pt x="9556" y="16598"/>
                  </a:lnTo>
                  <a:lnTo>
                    <a:pt x="9634" y="16468"/>
                  </a:lnTo>
                  <a:lnTo>
                    <a:pt x="9712" y="16338"/>
                  </a:lnTo>
                  <a:lnTo>
                    <a:pt x="9790" y="16207"/>
                  </a:lnTo>
                  <a:lnTo>
                    <a:pt x="9867" y="16077"/>
                  </a:lnTo>
                  <a:lnTo>
                    <a:pt x="9945" y="15947"/>
                  </a:lnTo>
                  <a:lnTo>
                    <a:pt x="10023" y="15816"/>
                  </a:lnTo>
                  <a:lnTo>
                    <a:pt x="10100" y="15686"/>
                  </a:lnTo>
                  <a:lnTo>
                    <a:pt x="10178" y="15555"/>
                  </a:lnTo>
                  <a:lnTo>
                    <a:pt x="10256" y="15425"/>
                  </a:lnTo>
                  <a:lnTo>
                    <a:pt x="10334" y="15295"/>
                  </a:lnTo>
                  <a:lnTo>
                    <a:pt x="10411" y="15164"/>
                  </a:lnTo>
                  <a:lnTo>
                    <a:pt x="10489" y="15034"/>
                  </a:lnTo>
                  <a:lnTo>
                    <a:pt x="10567" y="14903"/>
                  </a:lnTo>
                  <a:lnTo>
                    <a:pt x="10644" y="14773"/>
                  </a:lnTo>
                  <a:lnTo>
                    <a:pt x="10722" y="14642"/>
                  </a:lnTo>
                  <a:lnTo>
                    <a:pt x="10800" y="14512"/>
                  </a:lnTo>
                  <a:lnTo>
                    <a:pt x="10877" y="14381"/>
                  </a:lnTo>
                  <a:lnTo>
                    <a:pt x="10955" y="14251"/>
                  </a:lnTo>
                  <a:lnTo>
                    <a:pt x="11033" y="14121"/>
                  </a:lnTo>
                  <a:lnTo>
                    <a:pt x="11110" y="13990"/>
                  </a:lnTo>
                  <a:lnTo>
                    <a:pt x="11188" y="13860"/>
                  </a:lnTo>
                  <a:lnTo>
                    <a:pt x="11265" y="13729"/>
                  </a:lnTo>
                  <a:lnTo>
                    <a:pt x="11343" y="13599"/>
                  </a:lnTo>
                  <a:lnTo>
                    <a:pt x="11421" y="13468"/>
                  </a:lnTo>
                  <a:lnTo>
                    <a:pt x="11498" y="13338"/>
                  </a:lnTo>
                  <a:lnTo>
                    <a:pt x="11576" y="13207"/>
                  </a:lnTo>
                  <a:lnTo>
                    <a:pt x="11653" y="13077"/>
                  </a:lnTo>
                  <a:lnTo>
                    <a:pt x="11731" y="12946"/>
                  </a:lnTo>
                  <a:lnTo>
                    <a:pt x="11808" y="12816"/>
                  </a:lnTo>
                  <a:lnTo>
                    <a:pt x="11886" y="12685"/>
                  </a:lnTo>
                  <a:lnTo>
                    <a:pt x="11963" y="12555"/>
                  </a:lnTo>
                  <a:lnTo>
                    <a:pt x="12041" y="12424"/>
                  </a:lnTo>
                  <a:lnTo>
                    <a:pt x="12118" y="12294"/>
                  </a:lnTo>
                  <a:lnTo>
                    <a:pt x="12196" y="12163"/>
                  </a:lnTo>
                  <a:lnTo>
                    <a:pt x="12273" y="12032"/>
                  </a:lnTo>
                  <a:lnTo>
                    <a:pt x="12351" y="11902"/>
                  </a:lnTo>
                  <a:lnTo>
                    <a:pt x="12428" y="11771"/>
                  </a:lnTo>
                  <a:lnTo>
                    <a:pt x="12506" y="11641"/>
                  </a:lnTo>
                  <a:lnTo>
                    <a:pt x="12583" y="11510"/>
                  </a:lnTo>
                  <a:lnTo>
                    <a:pt x="12661" y="11380"/>
                  </a:lnTo>
                  <a:lnTo>
                    <a:pt x="12738" y="11249"/>
                  </a:lnTo>
                  <a:lnTo>
                    <a:pt x="12815" y="11118"/>
                  </a:lnTo>
                  <a:lnTo>
                    <a:pt x="12893" y="10988"/>
                  </a:lnTo>
                  <a:lnTo>
                    <a:pt x="12970" y="10857"/>
                  </a:lnTo>
                  <a:lnTo>
                    <a:pt x="13048" y="10727"/>
                  </a:lnTo>
                  <a:lnTo>
                    <a:pt x="13125" y="10596"/>
                  </a:lnTo>
                  <a:lnTo>
                    <a:pt x="13202" y="10465"/>
                  </a:lnTo>
                  <a:lnTo>
                    <a:pt x="13280" y="10335"/>
                  </a:lnTo>
                  <a:lnTo>
                    <a:pt x="13357" y="10204"/>
                  </a:lnTo>
                  <a:lnTo>
                    <a:pt x="13434" y="10074"/>
                  </a:lnTo>
                  <a:lnTo>
                    <a:pt x="13512" y="9943"/>
                  </a:lnTo>
                  <a:lnTo>
                    <a:pt x="13589" y="9812"/>
                  </a:lnTo>
                  <a:lnTo>
                    <a:pt x="13666" y="9682"/>
                  </a:lnTo>
                  <a:lnTo>
                    <a:pt x="13744" y="9551"/>
                  </a:lnTo>
                  <a:lnTo>
                    <a:pt x="13821" y="9420"/>
                  </a:lnTo>
                  <a:lnTo>
                    <a:pt x="13898" y="9290"/>
                  </a:lnTo>
                  <a:lnTo>
                    <a:pt x="13976" y="9159"/>
                  </a:lnTo>
                  <a:lnTo>
                    <a:pt x="14053" y="9028"/>
                  </a:lnTo>
                  <a:lnTo>
                    <a:pt x="14130" y="8898"/>
                  </a:lnTo>
                  <a:lnTo>
                    <a:pt x="14207" y="8767"/>
                  </a:lnTo>
                  <a:lnTo>
                    <a:pt x="14285" y="8636"/>
                  </a:lnTo>
                  <a:lnTo>
                    <a:pt x="14362" y="8506"/>
                  </a:lnTo>
                  <a:lnTo>
                    <a:pt x="14439" y="8375"/>
                  </a:lnTo>
                  <a:lnTo>
                    <a:pt x="14516" y="8244"/>
                  </a:lnTo>
                  <a:lnTo>
                    <a:pt x="14594" y="8114"/>
                  </a:lnTo>
                  <a:lnTo>
                    <a:pt x="14671" y="7983"/>
                  </a:lnTo>
                  <a:lnTo>
                    <a:pt x="14748" y="7852"/>
                  </a:lnTo>
                  <a:lnTo>
                    <a:pt x="14825" y="7721"/>
                  </a:lnTo>
                  <a:lnTo>
                    <a:pt x="14902" y="7591"/>
                  </a:lnTo>
                  <a:lnTo>
                    <a:pt x="14980" y="7460"/>
                  </a:lnTo>
                  <a:lnTo>
                    <a:pt x="15057" y="7329"/>
                  </a:lnTo>
                  <a:lnTo>
                    <a:pt x="15134" y="7198"/>
                  </a:lnTo>
                  <a:lnTo>
                    <a:pt x="15211" y="7068"/>
                  </a:lnTo>
                  <a:lnTo>
                    <a:pt x="15288" y="6937"/>
                  </a:lnTo>
                  <a:lnTo>
                    <a:pt x="15365" y="6806"/>
                  </a:lnTo>
                  <a:lnTo>
                    <a:pt x="15442" y="6675"/>
                  </a:lnTo>
                  <a:lnTo>
                    <a:pt x="15519" y="6545"/>
                  </a:lnTo>
                  <a:lnTo>
                    <a:pt x="15597" y="6414"/>
                  </a:lnTo>
                  <a:lnTo>
                    <a:pt x="15674" y="6283"/>
                  </a:lnTo>
                  <a:lnTo>
                    <a:pt x="15751" y="6152"/>
                  </a:lnTo>
                  <a:lnTo>
                    <a:pt x="15828" y="6022"/>
                  </a:lnTo>
                  <a:lnTo>
                    <a:pt x="15905" y="5891"/>
                  </a:lnTo>
                  <a:lnTo>
                    <a:pt x="15982" y="5760"/>
                  </a:lnTo>
                  <a:lnTo>
                    <a:pt x="16059" y="5629"/>
                  </a:lnTo>
                  <a:lnTo>
                    <a:pt x="16136" y="5498"/>
                  </a:lnTo>
                  <a:lnTo>
                    <a:pt x="16213" y="5368"/>
                  </a:lnTo>
                  <a:lnTo>
                    <a:pt x="16290" y="5237"/>
                  </a:lnTo>
                  <a:lnTo>
                    <a:pt x="16367" y="5106"/>
                  </a:lnTo>
                  <a:lnTo>
                    <a:pt x="16444" y="4975"/>
                  </a:lnTo>
                  <a:lnTo>
                    <a:pt x="16521" y="4844"/>
                  </a:lnTo>
                  <a:lnTo>
                    <a:pt x="16598" y="4713"/>
                  </a:lnTo>
                  <a:lnTo>
                    <a:pt x="16675" y="4583"/>
                  </a:lnTo>
                  <a:lnTo>
                    <a:pt x="16752" y="4452"/>
                  </a:lnTo>
                  <a:lnTo>
                    <a:pt x="16829" y="4321"/>
                  </a:lnTo>
                  <a:lnTo>
                    <a:pt x="16906" y="4190"/>
                  </a:lnTo>
                  <a:lnTo>
                    <a:pt x="16983" y="4059"/>
                  </a:lnTo>
                  <a:lnTo>
                    <a:pt x="17060" y="3928"/>
                  </a:lnTo>
                  <a:lnTo>
                    <a:pt x="17137" y="3797"/>
                  </a:lnTo>
                  <a:lnTo>
                    <a:pt x="17213" y="3666"/>
                  </a:lnTo>
                  <a:lnTo>
                    <a:pt x="17290" y="3536"/>
                  </a:lnTo>
                  <a:lnTo>
                    <a:pt x="17367" y="3405"/>
                  </a:lnTo>
                  <a:lnTo>
                    <a:pt x="17444" y="3274"/>
                  </a:lnTo>
                  <a:lnTo>
                    <a:pt x="17521" y="3143"/>
                  </a:lnTo>
                  <a:lnTo>
                    <a:pt x="17598" y="3012"/>
                  </a:lnTo>
                  <a:lnTo>
                    <a:pt x="17675" y="2881"/>
                  </a:lnTo>
                  <a:lnTo>
                    <a:pt x="17752" y="2750"/>
                  </a:lnTo>
                  <a:lnTo>
                    <a:pt x="17828" y="2619"/>
                  </a:lnTo>
                  <a:lnTo>
                    <a:pt x="17905" y="2488"/>
                  </a:lnTo>
                  <a:lnTo>
                    <a:pt x="17982" y="2357"/>
                  </a:lnTo>
                  <a:lnTo>
                    <a:pt x="18059" y="2226"/>
                  </a:lnTo>
                  <a:lnTo>
                    <a:pt x="18136" y="2095"/>
                  </a:lnTo>
                  <a:lnTo>
                    <a:pt x="18212" y="1964"/>
                  </a:lnTo>
                  <a:lnTo>
                    <a:pt x="18289" y="1833"/>
                  </a:lnTo>
                  <a:lnTo>
                    <a:pt x="18366" y="1703"/>
                  </a:lnTo>
                  <a:lnTo>
                    <a:pt x="18443" y="1572"/>
                  </a:lnTo>
                  <a:lnTo>
                    <a:pt x="18519" y="1441"/>
                  </a:lnTo>
                  <a:lnTo>
                    <a:pt x="18596" y="1310"/>
                  </a:lnTo>
                  <a:lnTo>
                    <a:pt x="18673" y="1179"/>
                  </a:lnTo>
                  <a:lnTo>
                    <a:pt x="18750" y="1048"/>
                  </a:lnTo>
                  <a:lnTo>
                    <a:pt x="18826" y="917"/>
                  </a:lnTo>
                  <a:lnTo>
                    <a:pt x="18903" y="786"/>
                  </a:lnTo>
                  <a:lnTo>
                    <a:pt x="18980" y="655"/>
                  </a:lnTo>
                  <a:lnTo>
                    <a:pt x="19057" y="524"/>
                  </a:lnTo>
                  <a:lnTo>
                    <a:pt x="19133" y="393"/>
                  </a:lnTo>
                  <a:lnTo>
                    <a:pt x="19210" y="262"/>
                  </a:lnTo>
                  <a:lnTo>
                    <a:pt x="19287" y="131"/>
                  </a:lnTo>
                  <a:lnTo>
                    <a:pt x="19363" y="0"/>
                  </a:lnTo>
                </a:path>
              </a:pathLst>
            </a:custGeom>
            <a:ln w="83820" cap="rnd">
              <a:solidFill>
                <a:srgbClr val="7E57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4" name="pl7184"/>
            <p:cNvSpPr/>
            <p:nvPr/>
          </p:nvSpPr>
          <p:spPr>
            <a:xfrm>
              <a:off x="8020456" y="4566350"/>
              <a:ext cx="19701" cy="33029"/>
            </a:xfrm>
            <a:custGeom>
              <a:avLst/>
              <a:pathLst>
                <a:path w="19701" h="33029">
                  <a:moveTo>
                    <a:pt x="0" y="33029"/>
                  </a:moveTo>
                  <a:lnTo>
                    <a:pt x="80" y="32897"/>
                  </a:lnTo>
                  <a:lnTo>
                    <a:pt x="160" y="32765"/>
                  </a:lnTo>
                  <a:lnTo>
                    <a:pt x="240" y="32633"/>
                  </a:lnTo>
                  <a:lnTo>
                    <a:pt x="320" y="32501"/>
                  </a:lnTo>
                  <a:lnTo>
                    <a:pt x="401" y="32369"/>
                  </a:lnTo>
                  <a:lnTo>
                    <a:pt x="481" y="32237"/>
                  </a:lnTo>
                  <a:lnTo>
                    <a:pt x="561" y="32105"/>
                  </a:lnTo>
                  <a:lnTo>
                    <a:pt x="641" y="31973"/>
                  </a:lnTo>
                  <a:lnTo>
                    <a:pt x="721" y="31841"/>
                  </a:lnTo>
                  <a:lnTo>
                    <a:pt x="802" y="31709"/>
                  </a:lnTo>
                  <a:lnTo>
                    <a:pt x="882" y="31577"/>
                  </a:lnTo>
                  <a:lnTo>
                    <a:pt x="962" y="31445"/>
                  </a:lnTo>
                  <a:lnTo>
                    <a:pt x="1042" y="31313"/>
                  </a:lnTo>
                  <a:lnTo>
                    <a:pt x="1122" y="31181"/>
                  </a:lnTo>
                  <a:lnTo>
                    <a:pt x="1202" y="31049"/>
                  </a:lnTo>
                  <a:lnTo>
                    <a:pt x="1282" y="30917"/>
                  </a:lnTo>
                  <a:lnTo>
                    <a:pt x="1362" y="30785"/>
                  </a:lnTo>
                  <a:lnTo>
                    <a:pt x="1443" y="30653"/>
                  </a:lnTo>
                  <a:lnTo>
                    <a:pt x="1523" y="30521"/>
                  </a:lnTo>
                  <a:lnTo>
                    <a:pt x="1603" y="30389"/>
                  </a:lnTo>
                  <a:lnTo>
                    <a:pt x="1683" y="30256"/>
                  </a:lnTo>
                  <a:lnTo>
                    <a:pt x="1763" y="30124"/>
                  </a:lnTo>
                  <a:lnTo>
                    <a:pt x="1843" y="29992"/>
                  </a:lnTo>
                  <a:lnTo>
                    <a:pt x="1923" y="29860"/>
                  </a:lnTo>
                  <a:lnTo>
                    <a:pt x="2003" y="29728"/>
                  </a:lnTo>
                  <a:lnTo>
                    <a:pt x="2083" y="29596"/>
                  </a:lnTo>
                  <a:lnTo>
                    <a:pt x="2163" y="29464"/>
                  </a:lnTo>
                  <a:lnTo>
                    <a:pt x="2243" y="29332"/>
                  </a:lnTo>
                  <a:lnTo>
                    <a:pt x="2323" y="29200"/>
                  </a:lnTo>
                  <a:lnTo>
                    <a:pt x="2403" y="29067"/>
                  </a:lnTo>
                  <a:lnTo>
                    <a:pt x="2483" y="28935"/>
                  </a:lnTo>
                  <a:lnTo>
                    <a:pt x="2563" y="28803"/>
                  </a:lnTo>
                  <a:lnTo>
                    <a:pt x="2643" y="28671"/>
                  </a:lnTo>
                  <a:lnTo>
                    <a:pt x="2723" y="28539"/>
                  </a:lnTo>
                  <a:lnTo>
                    <a:pt x="2803" y="28407"/>
                  </a:lnTo>
                  <a:lnTo>
                    <a:pt x="2883" y="28275"/>
                  </a:lnTo>
                  <a:lnTo>
                    <a:pt x="2963" y="28142"/>
                  </a:lnTo>
                  <a:lnTo>
                    <a:pt x="3043" y="28010"/>
                  </a:lnTo>
                  <a:lnTo>
                    <a:pt x="3122" y="27878"/>
                  </a:lnTo>
                  <a:lnTo>
                    <a:pt x="3202" y="27746"/>
                  </a:lnTo>
                  <a:lnTo>
                    <a:pt x="3282" y="27614"/>
                  </a:lnTo>
                  <a:lnTo>
                    <a:pt x="3362" y="27481"/>
                  </a:lnTo>
                  <a:lnTo>
                    <a:pt x="3442" y="27349"/>
                  </a:lnTo>
                  <a:lnTo>
                    <a:pt x="3522" y="27217"/>
                  </a:lnTo>
                  <a:lnTo>
                    <a:pt x="3602" y="27085"/>
                  </a:lnTo>
                  <a:lnTo>
                    <a:pt x="3682" y="26953"/>
                  </a:lnTo>
                  <a:lnTo>
                    <a:pt x="3761" y="26820"/>
                  </a:lnTo>
                  <a:lnTo>
                    <a:pt x="3841" y="26688"/>
                  </a:lnTo>
                  <a:lnTo>
                    <a:pt x="3921" y="26556"/>
                  </a:lnTo>
                  <a:lnTo>
                    <a:pt x="4001" y="26424"/>
                  </a:lnTo>
                  <a:lnTo>
                    <a:pt x="4081" y="26291"/>
                  </a:lnTo>
                  <a:lnTo>
                    <a:pt x="4160" y="26159"/>
                  </a:lnTo>
                  <a:lnTo>
                    <a:pt x="4240" y="26027"/>
                  </a:lnTo>
                  <a:lnTo>
                    <a:pt x="4320" y="25895"/>
                  </a:lnTo>
                  <a:lnTo>
                    <a:pt x="4400" y="25762"/>
                  </a:lnTo>
                  <a:lnTo>
                    <a:pt x="4479" y="25630"/>
                  </a:lnTo>
                  <a:lnTo>
                    <a:pt x="4559" y="25498"/>
                  </a:lnTo>
                  <a:lnTo>
                    <a:pt x="4639" y="25366"/>
                  </a:lnTo>
                  <a:lnTo>
                    <a:pt x="4719" y="25233"/>
                  </a:lnTo>
                  <a:lnTo>
                    <a:pt x="4798" y="25101"/>
                  </a:lnTo>
                  <a:lnTo>
                    <a:pt x="4878" y="24969"/>
                  </a:lnTo>
                  <a:lnTo>
                    <a:pt x="4958" y="24836"/>
                  </a:lnTo>
                  <a:lnTo>
                    <a:pt x="5037" y="24704"/>
                  </a:lnTo>
                  <a:lnTo>
                    <a:pt x="5117" y="24572"/>
                  </a:lnTo>
                  <a:lnTo>
                    <a:pt x="5197" y="24439"/>
                  </a:lnTo>
                  <a:lnTo>
                    <a:pt x="5276" y="24307"/>
                  </a:lnTo>
                  <a:lnTo>
                    <a:pt x="5356" y="24175"/>
                  </a:lnTo>
                  <a:lnTo>
                    <a:pt x="5436" y="24042"/>
                  </a:lnTo>
                  <a:lnTo>
                    <a:pt x="5515" y="23910"/>
                  </a:lnTo>
                  <a:lnTo>
                    <a:pt x="5595" y="23778"/>
                  </a:lnTo>
                  <a:lnTo>
                    <a:pt x="5675" y="23645"/>
                  </a:lnTo>
                  <a:lnTo>
                    <a:pt x="5754" y="23513"/>
                  </a:lnTo>
                  <a:lnTo>
                    <a:pt x="5834" y="23381"/>
                  </a:lnTo>
                  <a:lnTo>
                    <a:pt x="5913" y="23248"/>
                  </a:lnTo>
                  <a:lnTo>
                    <a:pt x="5993" y="23116"/>
                  </a:lnTo>
                  <a:lnTo>
                    <a:pt x="6073" y="22983"/>
                  </a:lnTo>
                  <a:lnTo>
                    <a:pt x="6152" y="22851"/>
                  </a:lnTo>
                  <a:lnTo>
                    <a:pt x="6232" y="22719"/>
                  </a:lnTo>
                  <a:lnTo>
                    <a:pt x="6311" y="22586"/>
                  </a:lnTo>
                  <a:lnTo>
                    <a:pt x="6391" y="22454"/>
                  </a:lnTo>
                  <a:lnTo>
                    <a:pt x="6470" y="22321"/>
                  </a:lnTo>
                  <a:lnTo>
                    <a:pt x="6550" y="22189"/>
                  </a:lnTo>
                  <a:lnTo>
                    <a:pt x="6629" y="22057"/>
                  </a:lnTo>
                  <a:lnTo>
                    <a:pt x="6709" y="21924"/>
                  </a:lnTo>
                  <a:lnTo>
                    <a:pt x="6788" y="21792"/>
                  </a:lnTo>
                  <a:lnTo>
                    <a:pt x="6868" y="21659"/>
                  </a:lnTo>
                  <a:lnTo>
                    <a:pt x="6947" y="21527"/>
                  </a:lnTo>
                  <a:lnTo>
                    <a:pt x="7027" y="21394"/>
                  </a:lnTo>
                  <a:lnTo>
                    <a:pt x="7106" y="21262"/>
                  </a:lnTo>
                  <a:lnTo>
                    <a:pt x="7186" y="21130"/>
                  </a:lnTo>
                  <a:lnTo>
                    <a:pt x="7265" y="20997"/>
                  </a:lnTo>
                  <a:lnTo>
                    <a:pt x="7344" y="20865"/>
                  </a:lnTo>
                  <a:lnTo>
                    <a:pt x="7424" y="20732"/>
                  </a:lnTo>
                  <a:lnTo>
                    <a:pt x="7503" y="20600"/>
                  </a:lnTo>
                  <a:lnTo>
                    <a:pt x="7583" y="20467"/>
                  </a:lnTo>
                  <a:lnTo>
                    <a:pt x="7662" y="20335"/>
                  </a:lnTo>
                  <a:lnTo>
                    <a:pt x="7741" y="20202"/>
                  </a:lnTo>
                  <a:lnTo>
                    <a:pt x="7821" y="20070"/>
                  </a:lnTo>
                  <a:lnTo>
                    <a:pt x="7900" y="19937"/>
                  </a:lnTo>
                  <a:lnTo>
                    <a:pt x="7979" y="19805"/>
                  </a:lnTo>
                  <a:lnTo>
                    <a:pt x="8059" y="19672"/>
                  </a:lnTo>
                  <a:lnTo>
                    <a:pt x="8138" y="19540"/>
                  </a:lnTo>
                  <a:lnTo>
                    <a:pt x="8217" y="19407"/>
                  </a:lnTo>
                  <a:lnTo>
                    <a:pt x="8297" y="19274"/>
                  </a:lnTo>
                  <a:lnTo>
                    <a:pt x="8376" y="19142"/>
                  </a:lnTo>
                  <a:lnTo>
                    <a:pt x="8455" y="19009"/>
                  </a:lnTo>
                  <a:lnTo>
                    <a:pt x="8535" y="18877"/>
                  </a:lnTo>
                  <a:lnTo>
                    <a:pt x="8614" y="18744"/>
                  </a:lnTo>
                  <a:lnTo>
                    <a:pt x="8693" y="18612"/>
                  </a:lnTo>
                  <a:lnTo>
                    <a:pt x="8772" y="18479"/>
                  </a:lnTo>
                  <a:lnTo>
                    <a:pt x="8852" y="18347"/>
                  </a:lnTo>
                  <a:lnTo>
                    <a:pt x="8931" y="18214"/>
                  </a:lnTo>
                  <a:lnTo>
                    <a:pt x="9010" y="18081"/>
                  </a:lnTo>
                  <a:lnTo>
                    <a:pt x="9089" y="17949"/>
                  </a:lnTo>
                  <a:lnTo>
                    <a:pt x="9169" y="17816"/>
                  </a:lnTo>
                  <a:lnTo>
                    <a:pt x="9248" y="17684"/>
                  </a:lnTo>
                  <a:lnTo>
                    <a:pt x="9327" y="17551"/>
                  </a:lnTo>
                  <a:lnTo>
                    <a:pt x="9406" y="17418"/>
                  </a:lnTo>
                  <a:lnTo>
                    <a:pt x="9485" y="17286"/>
                  </a:lnTo>
                  <a:lnTo>
                    <a:pt x="9565" y="17153"/>
                  </a:lnTo>
                  <a:lnTo>
                    <a:pt x="9644" y="17021"/>
                  </a:lnTo>
                  <a:lnTo>
                    <a:pt x="9723" y="16888"/>
                  </a:lnTo>
                  <a:lnTo>
                    <a:pt x="9802" y="16755"/>
                  </a:lnTo>
                  <a:lnTo>
                    <a:pt x="9881" y="16623"/>
                  </a:lnTo>
                  <a:lnTo>
                    <a:pt x="9960" y="16490"/>
                  </a:lnTo>
                  <a:lnTo>
                    <a:pt x="10039" y="16357"/>
                  </a:lnTo>
                  <a:lnTo>
                    <a:pt x="10118" y="16225"/>
                  </a:lnTo>
                  <a:lnTo>
                    <a:pt x="10198" y="16092"/>
                  </a:lnTo>
                  <a:lnTo>
                    <a:pt x="10277" y="15959"/>
                  </a:lnTo>
                  <a:lnTo>
                    <a:pt x="10356" y="15827"/>
                  </a:lnTo>
                  <a:lnTo>
                    <a:pt x="10435" y="15694"/>
                  </a:lnTo>
                  <a:lnTo>
                    <a:pt x="10514" y="15561"/>
                  </a:lnTo>
                  <a:lnTo>
                    <a:pt x="10593" y="15429"/>
                  </a:lnTo>
                  <a:lnTo>
                    <a:pt x="10672" y="15296"/>
                  </a:lnTo>
                  <a:lnTo>
                    <a:pt x="10751" y="15163"/>
                  </a:lnTo>
                  <a:lnTo>
                    <a:pt x="10830" y="15030"/>
                  </a:lnTo>
                  <a:lnTo>
                    <a:pt x="10909" y="14898"/>
                  </a:lnTo>
                  <a:lnTo>
                    <a:pt x="10988" y="14765"/>
                  </a:lnTo>
                  <a:lnTo>
                    <a:pt x="11067" y="14632"/>
                  </a:lnTo>
                  <a:lnTo>
                    <a:pt x="11146" y="14500"/>
                  </a:lnTo>
                  <a:lnTo>
                    <a:pt x="11225" y="14367"/>
                  </a:lnTo>
                  <a:lnTo>
                    <a:pt x="11304" y="14234"/>
                  </a:lnTo>
                  <a:lnTo>
                    <a:pt x="11383" y="14101"/>
                  </a:lnTo>
                  <a:lnTo>
                    <a:pt x="11462" y="13969"/>
                  </a:lnTo>
                  <a:lnTo>
                    <a:pt x="11541" y="13836"/>
                  </a:lnTo>
                  <a:lnTo>
                    <a:pt x="11620" y="13703"/>
                  </a:lnTo>
                  <a:lnTo>
                    <a:pt x="11699" y="13570"/>
                  </a:lnTo>
                  <a:lnTo>
                    <a:pt x="11778" y="13438"/>
                  </a:lnTo>
                  <a:lnTo>
                    <a:pt x="11856" y="13305"/>
                  </a:lnTo>
                  <a:lnTo>
                    <a:pt x="11935" y="13172"/>
                  </a:lnTo>
                  <a:lnTo>
                    <a:pt x="12014" y="13039"/>
                  </a:lnTo>
                  <a:lnTo>
                    <a:pt x="12093" y="12906"/>
                  </a:lnTo>
                  <a:lnTo>
                    <a:pt x="12172" y="12774"/>
                  </a:lnTo>
                  <a:lnTo>
                    <a:pt x="12251" y="12641"/>
                  </a:lnTo>
                  <a:lnTo>
                    <a:pt x="12330" y="12508"/>
                  </a:lnTo>
                  <a:lnTo>
                    <a:pt x="12409" y="12375"/>
                  </a:lnTo>
                  <a:lnTo>
                    <a:pt x="12487" y="12242"/>
                  </a:lnTo>
                  <a:lnTo>
                    <a:pt x="12566" y="12109"/>
                  </a:lnTo>
                  <a:lnTo>
                    <a:pt x="12645" y="11977"/>
                  </a:lnTo>
                  <a:lnTo>
                    <a:pt x="12724" y="11844"/>
                  </a:lnTo>
                  <a:lnTo>
                    <a:pt x="12803" y="11711"/>
                  </a:lnTo>
                  <a:lnTo>
                    <a:pt x="12881" y="11578"/>
                  </a:lnTo>
                  <a:lnTo>
                    <a:pt x="12960" y="11445"/>
                  </a:lnTo>
                  <a:lnTo>
                    <a:pt x="13039" y="11312"/>
                  </a:lnTo>
                  <a:lnTo>
                    <a:pt x="13118" y="11180"/>
                  </a:lnTo>
                  <a:lnTo>
                    <a:pt x="13196" y="11047"/>
                  </a:lnTo>
                  <a:lnTo>
                    <a:pt x="13275" y="10914"/>
                  </a:lnTo>
                  <a:lnTo>
                    <a:pt x="13354" y="10781"/>
                  </a:lnTo>
                  <a:lnTo>
                    <a:pt x="13433" y="10648"/>
                  </a:lnTo>
                  <a:lnTo>
                    <a:pt x="13511" y="10515"/>
                  </a:lnTo>
                  <a:lnTo>
                    <a:pt x="13590" y="10382"/>
                  </a:lnTo>
                  <a:lnTo>
                    <a:pt x="13669" y="10249"/>
                  </a:lnTo>
                  <a:lnTo>
                    <a:pt x="13747" y="10116"/>
                  </a:lnTo>
                  <a:lnTo>
                    <a:pt x="13826" y="9983"/>
                  </a:lnTo>
                  <a:lnTo>
                    <a:pt x="13905" y="9851"/>
                  </a:lnTo>
                  <a:lnTo>
                    <a:pt x="13983" y="9718"/>
                  </a:lnTo>
                  <a:lnTo>
                    <a:pt x="14062" y="9585"/>
                  </a:lnTo>
                  <a:lnTo>
                    <a:pt x="14141" y="9452"/>
                  </a:lnTo>
                  <a:lnTo>
                    <a:pt x="14219" y="9319"/>
                  </a:lnTo>
                  <a:lnTo>
                    <a:pt x="14298" y="9186"/>
                  </a:lnTo>
                  <a:lnTo>
                    <a:pt x="14377" y="9053"/>
                  </a:lnTo>
                  <a:lnTo>
                    <a:pt x="14455" y="8920"/>
                  </a:lnTo>
                  <a:lnTo>
                    <a:pt x="14534" y="8787"/>
                  </a:lnTo>
                  <a:lnTo>
                    <a:pt x="14612" y="8654"/>
                  </a:lnTo>
                  <a:lnTo>
                    <a:pt x="14691" y="8521"/>
                  </a:lnTo>
                  <a:lnTo>
                    <a:pt x="14770" y="8388"/>
                  </a:lnTo>
                  <a:lnTo>
                    <a:pt x="14848" y="8255"/>
                  </a:lnTo>
                  <a:lnTo>
                    <a:pt x="14927" y="8122"/>
                  </a:lnTo>
                  <a:lnTo>
                    <a:pt x="15005" y="7989"/>
                  </a:lnTo>
                  <a:lnTo>
                    <a:pt x="15084" y="7856"/>
                  </a:lnTo>
                  <a:lnTo>
                    <a:pt x="15162" y="7723"/>
                  </a:lnTo>
                  <a:lnTo>
                    <a:pt x="15241" y="7590"/>
                  </a:lnTo>
                  <a:lnTo>
                    <a:pt x="15319" y="7457"/>
                  </a:lnTo>
                  <a:lnTo>
                    <a:pt x="15398" y="7324"/>
                  </a:lnTo>
                  <a:lnTo>
                    <a:pt x="15476" y="7191"/>
                  </a:lnTo>
                  <a:lnTo>
                    <a:pt x="15555" y="7058"/>
                  </a:lnTo>
                  <a:lnTo>
                    <a:pt x="15633" y="6925"/>
                  </a:lnTo>
                  <a:lnTo>
                    <a:pt x="15712" y="6792"/>
                  </a:lnTo>
                  <a:lnTo>
                    <a:pt x="15790" y="6659"/>
                  </a:lnTo>
                  <a:lnTo>
                    <a:pt x="15869" y="6526"/>
                  </a:lnTo>
                  <a:lnTo>
                    <a:pt x="15947" y="6393"/>
                  </a:lnTo>
                  <a:lnTo>
                    <a:pt x="16025" y="6260"/>
                  </a:lnTo>
                  <a:lnTo>
                    <a:pt x="16104" y="6127"/>
                  </a:lnTo>
                  <a:lnTo>
                    <a:pt x="16182" y="5994"/>
                  </a:lnTo>
                  <a:lnTo>
                    <a:pt x="16261" y="5860"/>
                  </a:lnTo>
                  <a:lnTo>
                    <a:pt x="16339" y="5727"/>
                  </a:lnTo>
                  <a:lnTo>
                    <a:pt x="16417" y="5594"/>
                  </a:lnTo>
                  <a:lnTo>
                    <a:pt x="16496" y="5461"/>
                  </a:lnTo>
                  <a:lnTo>
                    <a:pt x="16574" y="5328"/>
                  </a:lnTo>
                  <a:lnTo>
                    <a:pt x="16652" y="5195"/>
                  </a:lnTo>
                  <a:lnTo>
                    <a:pt x="16731" y="5062"/>
                  </a:lnTo>
                  <a:lnTo>
                    <a:pt x="16809" y="4929"/>
                  </a:lnTo>
                  <a:lnTo>
                    <a:pt x="16887" y="4796"/>
                  </a:lnTo>
                  <a:lnTo>
                    <a:pt x="16966" y="4662"/>
                  </a:lnTo>
                  <a:lnTo>
                    <a:pt x="17044" y="4529"/>
                  </a:lnTo>
                  <a:lnTo>
                    <a:pt x="17122" y="4396"/>
                  </a:lnTo>
                  <a:lnTo>
                    <a:pt x="17201" y="4263"/>
                  </a:lnTo>
                  <a:lnTo>
                    <a:pt x="17279" y="4130"/>
                  </a:lnTo>
                  <a:lnTo>
                    <a:pt x="17357" y="3997"/>
                  </a:lnTo>
                  <a:lnTo>
                    <a:pt x="17435" y="3864"/>
                  </a:lnTo>
                  <a:lnTo>
                    <a:pt x="17514" y="3730"/>
                  </a:lnTo>
                  <a:lnTo>
                    <a:pt x="17592" y="3597"/>
                  </a:lnTo>
                  <a:lnTo>
                    <a:pt x="17670" y="3464"/>
                  </a:lnTo>
                  <a:lnTo>
                    <a:pt x="17748" y="3331"/>
                  </a:lnTo>
                  <a:lnTo>
                    <a:pt x="17827" y="3198"/>
                  </a:lnTo>
                  <a:lnTo>
                    <a:pt x="17905" y="3064"/>
                  </a:lnTo>
                  <a:lnTo>
                    <a:pt x="17983" y="2931"/>
                  </a:lnTo>
                  <a:lnTo>
                    <a:pt x="18061" y="2798"/>
                  </a:lnTo>
                  <a:lnTo>
                    <a:pt x="18139" y="2665"/>
                  </a:lnTo>
                  <a:lnTo>
                    <a:pt x="18218" y="2532"/>
                  </a:lnTo>
                  <a:lnTo>
                    <a:pt x="18296" y="2398"/>
                  </a:lnTo>
                  <a:lnTo>
                    <a:pt x="18374" y="2265"/>
                  </a:lnTo>
                  <a:lnTo>
                    <a:pt x="18452" y="2132"/>
                  </a:lnTo>
                  <a:lnTo>
                    <a:pt x="18530" y="1999"/>
                  </a:lnTo>
                  <a:lnTo>
                    <a:pt x="18608" y="1865"/>
                  </a:lnTo>
                  <a:lnTo>
                    <a:pt x="18686" y="1732"/>
                  </a:lnTo>
                  <a:lnTo>
                    <a:pt x="18764" y="1599"/>
                  </a:lnTo>
                  <a:lnTo>
                    <a:pt x="18843" y="1466"/>
                  </a:lnTo>
                  <a:lnTo>
                    <a:pt x="18921" y="1332"/>
                  </a:lnTo>
                  <a:lnTo>
                    <a:pt x="18999" y="1199"/>
                  </a:lnTo>
                  <a:lnTo>
                    <a:pt x="19077" y="1066"/>
                  </a:lnTo>
                  <a:lnTo>
                    <a:pt x="19155" y="933"/>
                  </a:lnTo>
                  <a:lnTo>
                    <a:pt x="19233" y="799"/>
                  </a:lnTo>
                  <a:lnTo>
                    <a:pt x="19311" y="666"/>
                  </a:lnTo>
                  <a:lnTo>
                    <a:pt x="19389" y="533"/>
                  </a:lnTo>
                  <a:lnTo>
                    <a:pt x="19467" y="399"/>
                  </a:lnTo>
                  <a:lnTo>
                    <a:pt x="19545" y="266"/>
                  </a:lnTo>
                  <a:lnTo>
                    <a:pt x="19623" y="133"/>
                  </a:lnTo>
                  <a:lnTo>
                    <a:pt x="19701" y="0"/>
                  </a:lnTo>
                </a:path>
              </a:pathLst>
            </a:custGeom>
            <a:ln w="22859" cap="rnd">
              <a:solidFill>
                <a:srgbClr val="7E57FF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5" name="pl7185"/>
            <p:cNvSpPr/>
            <p:nvPr/>
          </p:nvSpPr>
          <p:spPr>
            <a:xfrm>
              <a:off x="8011580" y="4538686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3820" cap="rnd">
              <a:solidFill>
                <a:srgbClr val="F4B5FF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6" name="pl7186"/>
            <p:cNvSpPr/>
            <p:nvPr/>
          </p:nvSpPr>
          <p:spPr>
            <a:xfrm>
              <a:off x="8044994" y="4558041"/>
              <a:ext cx="0" cy="0"/>
            </a:xfrm>
            <a:custGeom>
              <a:avLst/>
              <a:pathLst>
                <a:path w="0" h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22859" cap="rnd">
              <a:solidFill>
                <a:srgbClr val="F4B5FF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7" name="pl7187"/>
            <p:cNvSpPr/>
            <p:nvPr/>
          </p:nvSpPr>
          <p:spPr>
            <a:xfrm>
              <a:off x="8242265" y="3438450"/>
              <a:ext cx="67481" cy="533070"/>
            </a:xfrm>
            <a:custGeom>
              <a:avLst/>
              <a:pathLst>
                <a:path w="67481" h="533070">
                  <a:moveTo>
                    <a:pt x="0" y="533070"/>
                  </a:moveTo>
                  <a:lnTo>
                    <a:pt x="529" y="530973"/>
                  </a:lnTo>
                  <a:lnTo>
                    <a:pt x="1056" y="528874"/>
                  </a:lnTo>
                  <a:lnTo>
                    <a:pt x="1581" y="526776"/>
                  </a:lnTo>
                  <a:lnTo>
                    <a:pt x="2104" y="524677"/>
                  </a:lnTo>
                  <a:lnTo>
                    <a:pt x="2624" y="522577"/>
                  </a:lnTo>
                  <a:lnTo>
                    <a:pt x="3143" y="520477"/>
                  </a:lnTo>
                  <a:lnTo>
                    <a:pt x="3660" y="518376"/>
                  </a:lnTo>
                  <a:lnTo>
                    <a:pt x="4175" y="516275"/>
                  </a:lnTo>
                  <a:lnTo>
                    <a:pt x="4687" y="514174"/>
                  </a:lnTo>
                  <a:lnTo>
                    <a:pt x="5198" y="512071"/>
                  </a:lnTo>
                  <a:lnTo>
                    <a:pt x="5707" y="509969"/>
                  </a:lnTo>
                  <a:lnTo>
                    <a:pt x="6213" y="507866"/>
                  </a:lnTo>
                  <a:lnTo>
                    <a:pt x="6718" y="505762"/>
                  </a:lnTo>
                  <a:lnTo>
                    <a:pt x="7220" y="503658"/>
                  </a:lnTo>
                  <a:lnTo>
                    <a:pt x="7720" y="501553"/>
                  </a:lnTo>
                  <a:lnTo>
                    <a:pt x="8219" y="499448"/>
                  </a:lnTo>
                  <a:lnTo>
                    <a:pt x="8715" y="497343"/>
                  </a:lnTo>
                  <a:lnTo>
                    <a:pt x="9209" y="495237"/>
                  </a:lnTo>
                  <a:lnTo>
                    <a:pt x="9701" y="493130"/>
                  </a:lnTo>
                  <a:lnTo>
                    <a:pt x="10191" y="491023"/>
                  </a:lnTo>
                  <a:lnTo>
                    <a:pt x="10679" y="488916"/>
                  </a:lnTo>
                  <a:lnTo>
                    <a:pt x="11165" y="486808"/>
                  </a:lnTo>
                  <a:lnTo>
                    <a:pt x="11649" y="484699"/>
                  </a:lnTo>
                  <a:lnTo>
                    <a:pt x="12131" y="482590"/>
                  </a:lnTo>
                  <a:lnTo>
                    <a:pt x="12610" y="480481"/>
                  </a:lnTo>
                  <a:lnTo>
                    <a:pt x="13088" y="478371"/>
                  </a:lnTo>
                  <a:lnTo>
                    <a:pt x="13564" y="476261"/>
                  </a:lnTo>
                  <a:lnTo>
                    <a:pt x="14037" y="474150"/>
                  </a:lnTo>
                  <a:lnTo>
                    <a:pt x="14509" y="472039"/>
                  </a:lnTo>
                  <a:lnTo>
                    <a:pt x="14978" y="469927"/>
                  </a:lnTo>
                  <a:lnTo>
                    <a:pt x="15446" y="467815"/>
                  </a:lnTo>
                  <a:lnTo>
                    <a:pt x="15911" y="465702"/>
                  </a:lnTo>
                  <a:lnTo>
                    <a:pt x="16374" y="463589"/>
                  </a:lnTo>
                  <a:lnTo>
                    <a:pt x="16835" y="461475"/>
                  </a:lnTo>
                  <a:lnTo>
                    <a:pt x="17295" y="459361"/>
                  </a:lnTo>
                  <a:lnTo>
                    <a:pt x="17752" y="457247"/>
                  </a:lnTo>
                  <a:lnTo>
                    <a:pt x="18207" y="455132"/>
                  </a:lnTo>
                  <a:lnTo>
                    <a:pt x="18660" y="453017"/>
                  </a:lnTo>
                  <a:lnTo>
                    <a:pt x="19110" y="450901"/>
                  </a:lnTo>
                  <a:lnTo>
                    <a:pt x="19559" y="448785"/>
                  </a:lnTo>
                  <a:lnTo>
                    <a:pt x="20006" y="446668"/>
                  </a:lnTo>
                  <a:lnTo>
                    <a:pt x="20451" y="444551"/>
                  </a:lnTo>
                  <a:lnTo>
                    <a:pt x="20893" y="442434"/>
                  </a:lnTo>
                  <a:lnTo>
                    <a:pt x="21334" y="440316"/>
                  </a:lnTo>
                  <a:lnTo>
                    <a:pt x="21772" y="438197"/>
                  </a:lnTo>
                  <a:lnTo>
                    <a:pt x="22208" y="436079"/>
                  </a:lnTo>
                  <a:lnTo>
                    <a:pt x="22643" y="433959"/>
                  </a:lnTo>
                  <a:lnTo>
                    <a:pt x="23075" y="431840"/>
                  </a:lnTo>
                  <a:lnTo>
                    <a:pt x="23505" y="429720"/>
                  </a:lnTo>
                  <a:lnTo>
                    <a:pt x="23933" y="427599"/>
                  </a:lnTo>
                  <a:lnTo>
                    <a:pt x="24359" y="425478"/>
                  </a:lnTo>
                  <a:lnTo>
                    <a:pt x="24783" y="423357"/>
                  </a:lnTo>
                  <a:lnTo>
                    <a:pt x="25205" y="421235"/>
                  </a:lnTo>
                  <a:lnTo>
                    <a:pt x="25625" y="419113"/>
                  </a:lnTo>
                  <a:lnTo>
                    <a:pt x="26043" y="416991"/>
                  </a:lnTo>
                  <a:lnTo>
                    <a:pt x="26458" y="414868"/>
                  </a:lnTo>
                  <a:lnTo>
                    <a:pt x="26872" y="412744"/>
                  </a:lnTo>
                  <a:lnTo>
                    <a:pt x="27283" y="410620"/>
                  </a:lnTo>
                  <a:lnTo>
                    <a:pt x="27693" y="408496"/>
                  </a:lnTo>
                  <a:lnTo>
                    <a:pt x="28100" y="406372"/>
                  </a:lnTo>
                  <a:lnTo>
                    <a:pt x="28505" y="404247"/>
                  </a:lnTo>
                  <a:lnTo>
                    <a:pt x="28908" y="402121"/>
                  </a:lnTo>
                  <a:lnTo>
                    <a:pt x="29310" y="399996"/>
                  </a:lnTo>
                  <a:lnTo>
                    <a:pt x="29709" y="397870"/>
                  </a:lnTo>
                  <a:lnTo>
                    <a:pt x="30106" y="395743"/>
                  </a:lnTo>
                  <a:lnTo>
                    <a:pt x="30500" y="393616"/>
                  </a:lnTo>
                  <a:lnTo>
                    <a:pt x="30893" y="391489"/>
                  </a:lnTo>
                  <a:lnTo>
                    <a:pt x="31284" y="389361"/>
                  </a:lnTo>
                  <a:lnTo>
                    <a:pt x="31673" y="387233"/>
                  </a:lnTo>
                  <a:lnTo>
                    <a:pt x="32059" y="385105"/>
                  </a:lnTo>
                  <a:lnTo>
                    <a:pt x="32444" y="382976"/>
                  </a:lnTo>
                  <a:lnTo>
                    <a:pt x="32826" y="380847"/>
                  </a:lnTo>
                  <a:lnTo>
                    <a:pt x="33206" y="378717"/>
                  </a:lnTo>
                  <a:lnTo>
                    <a:pt x="33585" y="376587"/>
                  </a:lnTo>
                  <a:lnTo>
                    <a:pt x="33961" y="374457"/>
                  </a:lnTo>
                  <a:lnTo>
                    <a:pt x="34335" y="372326"/>
                  </a:lnTo>
                  <a:lnTo>
                    <a:pt x="34707" y="370195"/>
                  </a:lnTo>
                  <a:lnTo>
                    <a:pt x="35077" y="368064"/>
                  </a:lnTo>
                  <a:lnTo>
                    <a:pt x="35445" y="365932"/>
                  </a:lnTo>
                  <a:lnTo>
                    <a:pt x="35810" y="363800"/>
                  </a:lnTo>
                  <a:lnTo>
                    <a:pt x="36174" y="361667"/>
                  </a:lnTo>
                  <a:lnTo>
                    <a:pt x="36536" y="359534"/>
                  </a:lnTo>
                  <a:lnTo>
                    <a:pt x="36895" y="357401"/>
                  </a:lnTo>
                  <a:lnTo>
                    <a:pt x="37253" y="355268"/>
                  </a:lnTo>
                  <a:lnTo>
                    <a:pt x="37608" y="353134"/>
                  </a:lnTo>
                  <a:lnTo>
                    <a:pt x="37961" y="351000"/>
                  </a:lnTo>
                  <a:lnTo>
                    <a:pt x="38312" y="348865"/>
                  </a:lnTo>
                  <a:lnTo>
                    <a:pt x="38661" y="346730"/>
                  </a:lnTo>
                  <a:lnTo>
                    <a:pt x="39008" y="344595"/>
                  </a:lnTo>
                  <a:lnTo>
                    <a:pt x="39353" y="342459"/>
                  </a:lnTo>
                  <a:lnTo>
                    <a:pt x="39696" y="340323"/>
                  </a:lnTo>
                  <a:lnTo>
                    <a:pt x="40037" y="338187"/>
                  </a:lnTo>
                  <a:lnTo>
                    <a:pt x="40375" y="336051"/>
                  </a:lnTo>
                  <a:lnTo>
                    <a:pt x="40712" y="333914"/>
                  </a:lnTo>
                  <a:lnTo>
                    <a:pt x="41046" y="331776"/>
                  </a:lnTo>
                  <a:lnTo>
                    <a:pt x="41379" y="329639"/>
                  </a:lnTo>
                  <a:lnTo>
                    <a:pt x="41709" y="327501"/>
                  </a:lnTo>
                  <a:lnTo>
                    <a:pt x="42037" y="325363"/>
                  </a:lnTo>
                  <a:lnTo>
                    <a:pt x="42363" y="323224"/>
                  </a:lnTo>
                  <a:lnTo>
                    <a:pt x="42687" y="321085"/>
                  </a:lnTo>
                  <a:lnTo>
                    <a:pt x="43009" y="318946"/>
                  </a:lnTo>
                  <a:lnTo>
                    <a:pt x="43329" y="316807"/>
                  </a:lnTo>
                  <a:lnTo>
                    <a:pt x="43647" y="314667"/>
                  </a:lnTo>
                  <a:lnTo>
                    <a:pt x="43963" y="312527"/>
                  </a:lnTo>
                  <a:lnTo>
                    <a:pt x="44276" y="310386"/>
                  </a:lnTo>
                  <a:lnTo>
                    <a:pt x="44588" y="308246"/>
                  </a:lnTo>
                  <a:lnTo>
                    <a:pt x="44897" y="306105"/>
                  </a:lnTo>
                  <a:lnTo>
                    <a:pt x="45204" y="303963"/>
                  </a:lnTo>
                  <a:lnTo>
                    <a:pt x="45510" y="301822"/>
                  </a:lnTo>
                  <a:lnTo>
                    <a:pt x="45813" y="299680"/>
                  </a:lnTo>
                  <a:lnTo>
                    <a:pt x="46114" y="297537"/>
                  </a:lnTo>
                  <a:lnTo>
                    <a:pt x="46413" y="295395"/>
                  </a:lnTo>
                  <a:lnTo>
                    <a:pt x="46709" y="293252"/>
                  </a:lnTo>
                  <a:lnTo>
                    <a:pt x="47004" y="291109"/>
                  </a:lnTo>
                  <a:lnTo>
                    <a:pt x="47297" y="288966"/>
                  </a:lnTo>
                  <a:lnTo>
                    <a:pt x="47587" y="286822"/>
                  </a:lnTo>
                  <a:lnTo>
                    <a:pt x="47876" y="284678"/>
                  </a:lnTo>
                  <a:lnTo>
                    <a:pt x="48162" y="282534"/>
                  </a:lnTo>
                  <a:lnTo>
                    <a:pt x="48446" y="280389"/>
                  </a:lnTo>
                  <a:lnTo>
                    <a:pt x="48729" y="278245"/>
                  </a:lnTo>
                  <a:lnTo>
                    <a:pt x="49009" y="276099"/>
                  </a:lnTo>
                  <a:lnTo>
                    <a:pt x="49287" y="273954"/>
                  </a:lnTo>
                  <a:lnTo>
                    <a:pt x="49562" y="271809"/>
                  </a:lnTo>
                  <a:lnTo>
                    <a:pt x="49836" y="269663"/>
                  </a:lnTo>
                  <a:lnTo>
                    <a:pt x="50108" y="267517"/>
                  </a:lnTo>
                  <a:lnTo>
                    <a:pt x="50377" y="265370"/>
                  </a:lnTo>
                  <a:lnTo>
                    <a:pt x="50645" y="263223"/>
                  </a:lnTo>
                  <a:lnTo>
                    <a:pt x="50910" y="261077"/>
                  </a:lnTo>
                  <a:lnTo>
                    <a:pt x="51174" y="258929"/>
                  </a:lnTo>
                  <a:lnTo>
                    <a:pt x="51435" y="256782"/>
                  </a:lnTo>
                  <a:lnTo>
                    <a:pt x="51694" y="254634"/>
                  </a:lnTo>
                  <a:lnTo>
                    <a:pt x="51951" y="252486"/>
                  </a:lnTo>
                  <a:lnTo>
                    <a:pt x="52206" y="250338"/>
                  </a:lnTo>
                  <a:lnTo>
                    <a:pt x="52459" y="248190"/>
                  </a:lnTo>
                  <a:lnTo>
                    <a:pt x="52709" y="246041"/>
                  </a:lnTo>
                  <a:lnTo>
                    <a:pt x="52958" y="243892"/>
                  </a:lnTo>
                  <a:lnTo>
                    <a:pt x="53204" y="241743"/>
                  </a:lnTo>
                  <a:lnTo>
                    <a:pt x="53449" y="239593"/>
                  </a:lnTo>
                  <a:lnTo>
                    <a:pt x="53691" y="237444"/>
                  </a:lnTo>
                  <a:lnTo>
                    <a:pt x="53931" y="235294"/>
                  </a:lnTo>
                  <a:lnTo>
                    <a:pt x="54169" y="233144"/>
                  </a:lnTo>
                  <a:lnTo>
                    <a:pt x="54405" y="230993"/>
                  </a:lnTo>
                  <a:lnTo>
                    <a:pt x="54639" y="228843"/>
                  </a:lnTo>
                  <a:lnTo>
                    <a:pt x="54871" y="226692"/>
                  </a:lnTo>
                  <a:lnTo>
                    <a:pt x="55101" y="224541"/>
                  </a:lnTo>
                  <a:lnTo>
                    <a:pt x="55328" y="222390"/>
                  </a:lnTo>
                  <a:lnTo>
                    <a:pt x="55554" y="220238"/>
                  </a:lnTo>
                  <a:lnTo>
                    <a:pt x="55777" y="218087"/>
                  </a:lnTo>
                  <a:lnTo>
                    <a:pt x="55998" y="215935"/>
                  </a:lnTo>
                  <a:lnTo>
                    <a:pt x="56218" y="213783"/>
                  </a:lnTo>
                  <a:lnTo>
                    <a:pt x="56435" y="211630"/>
                  </a:lnTo>
                  <a:lnTo>
                    <a:pt x="56650" y="209478"/>
                  </a:lnTo>
                  <a:lnTo>
                    <a:pt x="56863" y="207325"/>
                  </a:lnTo>
                  <a:lnTo>
                    <a:pt x="57073" y="205172"/>
                  </a:lnTo>
                  <a:lnTo>
                    <a:pt x="57282" y="203019"/>
                  </a:lnTo>
                  <a:lnTo>
                    <a:pt x="57489" y="200865"/>
                  </a:lnTo>
                  <a:lnTo>
                    <a:pt x="57693" y="198712"/>
                  </a:lnTo>
                  <a:lnTo>
                    <a:pt x="57895" y="196558"/>
                  </a:lnTo>
                  <a:lnTo>
                    <a:pt x="58096" y="194404"/>
                  </a:lnTo>
                  <a:lnTo>
                    <a:pt x="58294" y="192250"/>
                  </a:lnTo>
                  <a:lnTo>
                    <a:pt x="58490" y="190095"/>
                  </a:lnTo>
                  <a:lnTo>
                    <a:pt x="58684" y="187941"/>
                  </a:lnTo>
                  <a:lnTo>
                    <a:pt x="58875" y="185786"/>
                  </a:lnTo>
                  <a:lnTo>
                    <a:pt x="59065" y="183631"/>
                  </a:lnTo>
                  <a:lnTo>
                    <a:pt x="59253" y="181476"/>
                  </a:lnTo>
                  <a:lnTo>
                    <a:pt x="59438" y="179321"/>
                  </a:lnTo>
                  <a:lnTo>
                    <a:pt x="59622" y="177165"/>
                  </a:lnTo>
                  <a:lnTo>
                    <a:pt x="59803" y="175010"/>
                  </a:lnTo>
                  <a:lnTo>
                    <a:pt x="59982" y="172854"/>
                  </a:lnTo>
                  <a:lnTo>
                    <a:pt x="60159" y="170698"/>
                  </a:lnTo>
                  <a:lnTo>
                    <a:pt x="60334" y="168542"/>
                  </a:lnTo>
                  <a:lnTo>
                    <a:pt x="60507" y="166385"/>
                  </a:lnTo>
                  <a:lnTo>
                    <a:pt x="60678" y="164229"/>
                  </a:lnTo>
                  <a:lnTo>
                    <a:pt x="60847" y="162072"/>
                  </a:lnTo>
                  <a:lnTo>
                    <a:pt x="61013" y="159915"/>
                  </a:lnTo>
                  <a:lnTo>
                    <a:pt x="61177" y="157758"/>
                  </a:lnTo>
                  <a:lnTo>
                    <a:pt x="61340" y="155601"/>
                  </a:lnTo>
                  <a:lnTo>
                    <a:pt x="61500" y="153444"/>
                  </a:lnTo>
                  <a:lnTo>
                    <a:pt x="61658" y="151286"/>
                  </a:lnTo>
                  <a:lnTo>
                    <a:pt x="61814" y="149129"/>
                  </a:lnTo>
                  <a:lnTo>
                    <a:pt x="61968" y="146971"/>
                  </a:lnTo>
                  <a:lnTo>
                    <a:pt x="62120" y="144813"/>
                  </a:lnTo>
                  <a:lnTo>
                    <a:pt x="62270" y="142655"/>
                  </a:lnTo>
                  <a:lnTo>
                    <a:pt x="62417" y="140497"/>
                  </a:lnTo>
                  <a:lnTo>
                    <a:pt x="62563" y="138338"/>
                  </a:lnTo>
                  <a:lnTo>
                    <a:pt x="62706" y="136180"/>
                  </a:lnTo>
                  <a:lnTo>
                    <a:pt x="62847" y="134021"/>
                  </a:lnTo>
                  <a:lnTo>
                    <a:pt x="62986" y="131862"/>
                  </a:lnTo>
                  <a:lnTo>
                    <a:pt x="63123" y="129704"/>
                  </a:lnTo>
                  <a:lnTo>
                    <a:pt x="63258" y="127544"/>
                  </a:lnTo>
                  <a:lnTo>
                    <a:pt x="63391" y="125385"/>
                  </a:lnTo>
                  <a:lnTo>
                    <a:pt x="63522" y="123226"/>
                  </a:lnTo>
                  <a:lnTo>
                    <a:pt x="63650" y="121067"/>
                  </a:lnTo>
                  <a:lnTo>
                    <a:pt x="63777" y="118907"/>
                  </a:lnTo>
                  <a:lnTo>
                    <a:pt x="63901" y="116747"/>
                  </a:lnTo>
                  <a:lnTo>
                    <a:pt x="64023" y="114587"/>
                  </a:lnTo>
                  <a:lnTo>
                    <a:pt x="64144" y="112428"/>
                  </a:lnTo>
                  <a:lnTo>
                    <a:pt x="64262" y="110268"/>
                  </a:lnTo>
                  <a:lnTo>
                    <a:pt x="64378" y="108107"/>
                  </a:lnTo>
                  <a:lnTo>
                    <a:pt x="64491" y="105947"/>
                  </a:lnTo>
                  <a:lnTo>
                    <a:pt x="64603" y="103787"/>
                  </a:lnTo>
                  <a:lnTo>
                    <a:pt x="64713" y="101626"/>
                  </a:lnTo>
                  <a:lnTo>
                    <a:pt x="64820" y="99466"/>
                  </a:lnTo>
                  <a:lnTo>
                    <a:pt x="64925" y="97305"/>
                  </a:lnTo>
                  <a:lnTo>
                    <a:pt x="65029" y="95144"/>
                  </a:lnTo>
                  <a:lnTo>
                    <a:pt x="65130" y="92983"/>
                  </a:lnTo>
                  <a:lnTo>
                    <a:pt x="65229" y="90822"/>
                  </a:lnTo>
                  <a:lnTo>
                    <a:pt x="65326" y="88661"/>
                  </a:lnTo>
                  <a:lnTo>
                    <a:pt x="65421" y="86500"/>
                  </a:lnTo>
                  <a:lnTo>
                    <a:pt x="65513" y="84339"/>
                  </a:lnTo>
                  <a:lnTo>
                    <a:pt x="65604" y="82177"/>
                  </a:lnTo>
                  <a:lnTo>
                    <a:pt x="65692" y="80016"/>
                  </a:lnTo>
                  <a:lnTo>
                    <a:pt x="65779" y="77854"/>
                  </a:lnTo>
                  <a:lnTo>
                    <a:pt x="65863" y="75693"/>
                  </a:lnTo>
                  <a:lnTo>
                    <a:pt x="65945" y="73531"/>
                  </a:lnTo>
                  <a:lnTo>
                    <a:pt x="66025" y="71369"/>
                  </a:lnTo>
                  <a:lnTo>
                    <a:pt x="66103" y="69207"/>
                  </a:lnTo>
                  <a:lnTo>
                    <a:pt x="66179" y="67045"/>
                  </a:lnTo>
                  <a:lnTo>
                    <a:pt x="66253" y="64883"/>
                  </a:lnTo>
                  <a:lnTo>
                    <a:pt x="66324" y="62721"/>
                  </a:lnTo>
                  <a:lnTo>
                    <a:pt x="66394" y="60559"/>
                  </a:lnTo>
                  <a:lnTo>
                    <a:pt x="66461" y="58397"/>
                  </a:lnTo>
                  <a:lnTo>
                    <a:pt x="66526" y="56235"/>
                  </a:lnTo>
                  <a:lnTo>
                    <a:pt x="66589" y="54072"/>
                  </a:lnTo>
                  <a:lnTo>
                    <a:pt x="66650" y="51910"/>
                  </a:lnTo>
                  <a:lnTo>
                    <a:pt x="66709" y="49748"/>
                  </a:lnTo>
                  <a:lnTo>
                    <a:pt x="66766" y="47585"/>
                  </a:lnTo>
                  <a:lnTo>
                    <a:pt x="66821" y="45422"/>
                  </a:lnTo>
                  <a:lnTo>
                    <a:pt x="66873" y="43260"/>
                  </a:lnTo>
                  <a:lnTo>
                    <a:pt x="66924" y="41097"/>
                  </a:lnTo>
                  <a:lnTo>
                    <a:pt x="66972" y="38934"/>
                  </a:lnTo>
                  <a:lnTo>
                    <a:pt x="67018" y="36772"/>
                  </a:lnTo>
                  <a:lnTo>
                    <a:pt x="67062" y="34609"/>
                  </a:lnTo>
                  <a:lnTo>
                    <a:pt x="67104" y="32446"/>
                  </a:lnTo>
                  <a:lnTo>
                    <a:pt x="67144" y="30283"/>
                  </a:lnTo>
                  <a:lnTo>
                    <a:pt x="67182" y="28120"/>
                  </a:lnTo>
                  <a:lnTo>
                    <a:pt x="67218" y="25957"/>
                  </a:lnTo>
                  <a:lnTo>
                    <a:pt x="67251" y="23794"/>
                  </a:lnTo>
                  <a:lnTo>
                    <a:pt x="67283" y="21631"/>
                  </a:lnTo>
                  <a:lnTo>
                    <a:pt x="67312" y="19468"/>
                  </a:lnTo>
                  <a:lnTo>
                    <a:pt x="67339" y="17305"/>
                  </a:lnTo>
                  <a:lnTo>
                    <a:pt x="67364" y="15142"/>
                  </a:lnTo>
                  <a:lnTo>
                    <a:pt x="67387" y="12979"/>
                  </a:lnTo>
                  <a:lnTo>
                    <a:pt x="67408" y="10816"/>
                  </a:lnTo>
                  <a:lnTo>
                    <a:pt x="67427" y="8652"/>
                  </a:lnTo>
                  <a:lnTo>
                    <a:pt x="67443" y="6489"/>
                  </a:lnTo>
                  <a:lnTo>
                    <a:pt x="67458" y="4326"/>
                  </a:lnTo>
                  <a:lnTo>
                    <a:pt x="67470" y="2163"/>
                  </a:lnTo>
                  <a:lnTo>
                    <a:pt x="67481" y="0"/>
                  </a:lnTo>
                </a:path>
              </a:pathLst>
            </a:custGeom>
            <a:ln w="83820" cap="rnd">
              <a:solidFill>
                <a:srgbClr val="00E8F2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8" name="pl7188"/>
            <p:cNvSpPr/>
            <p:nvPr/>
          </p:nvSpPr>
          <p:spPr>
            <a:xfrm>
              <a:off x="8279702" y="3438614"/>
              <a:ext cx="68658" cy="542368"/>
            </a:xfrm>
            <a:custGeom>
              <a:avLst/>
              <a:pathLst>
                <a:path w="68658" h="542368">
                  <a:moveTo>
                    <a:pt x="0" y="542368"/>
                  </a:moveTo>
                  <a:lnTo>
                    <a:pt x="538" y="540234"/>
                  </a:lnTo>
                  <a:lnTo>
                    <a:pt x="1074" y="538099"/>
                  </a:lnTo>
                  <a:lnTo>
                    <a:pt x="1608" y="535964"/>
                  </a:lnTo>
                  <a:lnTo>
                    <a:pt x="2140" y="533828"/>
                  </a:lnTo>
                  <a:lnTo>
                    <a:pt x="2670" y="531692"/>
                  </a:lnTo>
                  <a:lnTo>
                    <a:pt x="3198" y="529555"/>
                  </a:lnTo>
                  <a:lnTo>
                    <a:pt x="3724" y="527418"/>
                  </a:lnTo>
                  <a:lnTo>
                    <a:pt x="4248" y="525280"/>
                  </a:lnTo>
                  <a:lnTo>
                    <a:pt x="4769" y="523142"/>
                  </a:lnTo>
                  <a:lnTo>
                    <a:pt x="5289" y="521003"/>
                  </a:lnTo>
                  <a:lnTo>
                    <a:pt x="5806" y="518864"/>
                  </a:lnTo>
                  <a:lnTo>
                    <a:pt x="6321" y="516724"/>
                  </a:lnTo>
                  <a:lnTo>
                    <a:pt x="6835" y="514584"/>
                  </a:lnTo>
                  <a:lnTo>
                    <a:pt x="7346" y="512443"/>
                  </a:lnTo>
                  <a:lnTo>
                    <a:pt x="7855" y="510301"/>
                  </a:lnTo>
                  <a:lnTo>
                    <a:pt x="8362" y="508160"/>
                  </a:lnTo>
                  <a:lnTo>
                    <a:pt x="8867" y="506017"/>
                  </a:lnTo>
                  <a:lnTo>
                    <a:pt x="9370" y="503874"/>
                  </a:lnTo>
                  <a:lnTo>
                    <a:pt x="9870" y="501731"/>
                  </a:lnTo>
                  <a:lnTo>
                    <a:pt x="10369" y="499587"/>
                  </a:lnTo>
                  <a:lnTo>
                    <a:pt x="10865" y="497443"/>
                  </a:lnTo>
                  <a:lnTo>
                    <a:pt x="11360" y="495298"/>
                  </a:lnTo>
                  <a:lnTo>
                    <a:pt x="11852" y="493153"/>
                  </a:lnTo>
                  <a:lnTo>
                    <a:pt x="12342" y="491007"/>
                  </a:lnTo>
                  <a:lnTo>
                    <a:pt x="12830" y="488861"/>
                  </a:lnTo>
                  <a:lnTo>
                    <a:pt x="13316" y="486715"/>
                  </a:lnTo>
                  <a:lnTo>
                    <a:pt x="13800" y="484567"/>
                  </a:lnTo>
                  <a:lnTo>
                    <a:pt x="14282" y="482420"/>
                  </a:lnTo>
                  <a:lnTo>
                    <a:pt x="14762" y="480272"/>
                  </a:lnTo>
                  <a:lnTo>
                    <a:pt x="15240" y="478123"/>
                  </a:lnTo>
                  <a:lnTo>
                    <a:pt x="15715" y="475974"/>
                  </a:lnTo>
                  <a:lnTo>
                    <a:pt x="16189" y="473825"/>
                  </a:lnTo>
                  <a:lnTo>
                    <a:pt x="16660" y="471675"/>
                  </a:lnTo>
                  <a:lnTo>
                    <a:pt x="17129" y="469524"/>
                  </a:lnTo>
                  <a:lnTo>
                    <a:pt x="17596" y="467374"/>
                  </a:lnTo>
                  <a:lnTo>
                    <a:pt x="18061" y="465222"/>
                  </a:lnTo>
                  <a:lnTo>
                    <a:pt x="18524" y="463071"/>
                  </a:lnTo>
                  <a:lnTo>
                    <a:pt x="18985" y="460918"/>
                  </a:lnTo>
                  <a:lnTo>
                    <a:pt x="19444" y="458766"/>
                  </a:lnTo>
                  <a:lnTo>
                    <a:pt x="19900" y="456613"/>
                  </a:lnTo>
                  <a:lnTo>
                    <a:pt x="20355" y="454459"/>
                  </a:lnTo>
                  <a:lnTo>
                    <a:pt x="20807" y="452305"/>
                  </a:lnTo>
                  <a:lnTo>
                    <a:pt x="21258" y="450151"/>
                  </a:lnTo>
                  <a:lnTo>
                    <a:pt x="21706" y="447996"/>
                  </a:lnTo>
                  <a:lnTo>
                    <a:pt x="22152" y="445840"/>
                  </a:lnTo>
                  <a:lnTo>
                    <a:pt x="22596" y="443685"/>
                  </a:lnTo>
                  <a:lnTo>
                    <a:pt x="23038" y="441528"/>
                  </a:lnTo>
                  <a:lnTo>
                    <a:pt x="23477" y="439372"/>
                  </a:lnTo>
                  <a:lnTo>
                    <a:pt x="23915" y="437215"/>
                  </a:lnTo>
                  <a:lnTo>
                    <a:pt x="24351" y="435057"/>
                  </a:lnTo>
                  <a:lnTo>
                    <a:pt x="24784" y="432899"/>
                  </a:lnTo>
                  <a:lnTo>
                    <a:pt x="25215" y="430741"/>
                  </a:lnTo>
                  <a:lnTo>
                    <a:pt x="25645" y="428582"/>
                  </a:lnTo>
                  <a:lnTo>
                    <a:pt x="26072" y="426423"/>
                  </a:lnTo>
                  <a:lnTo>
                    <a:pt x="26497" y="424264"/>
                  </a:lnTo>
                  <a:lnTo>
                    <a:pt x="26920" y="422104"/>
                  </a:lnTo>
                  <a:lnTo>
                    <a:pt x="27340" y="419943"/>
                  </a:lnTo>
                  <a:lnTo>
                    <a:pt x="27759" y="417782"/>
                  </a:lnTo>
                  <a:lnTo>
                    <a:pt x="28176" y="415621"/>
                  </a:lnTo>
                  <a:lnTo>
                    <a:pt x="28590" y="413460"/>
                  </a:lnTo>
                  <a:lnTo>
                    <a:pt x="29002" y="411298"/>
                  </a:lnTo>
                  <a:lnTo>
                    <a:pt x="29413" y="409135"/>
                  </a:lnTo>
                  <a:lnTo>
                    <a:pt x="29821" y="406972"/>
                  </a:lnTo>
                  <a:lnTo>
                    <a:pt x="30227" y="404809"/>
                  </a:lnTo>
                  <a:lnTo>
                    <a:pt x="30631" y="402645"/>
                  </a:lnTo>
                  <a:lnTo>
                    <a:pt x="31032" y="400481"/>
                  </a:lnTo>
                  <a:lnTo>
                    <a:pt x="31432" y="398317"/>
                  </a:lnTo>
                  <a:lnTo>
                    <a:pt x="31830" y="396152"/>
                  </a:lnTo>
                  <a:lnTo>
                    <a:pt x="32225" y="393987"/>
                  </a:lnTo>
                  <a:lnTo>
                    <a:pt x="32618" y="391822"/>
                  </a:lnTo>
                  <a:lnTo>
                    <a:pt x="33010" y="389656"/>
                  </a:lnTo>
                  <a:lnTo>
                    <a:pt x="33399" y="387489"/>
                  </a:lnTo>
                  <a:lnTo>
                    <a:pt x="33786" y="385323"/>
                  </a:lnTo>
                  <a:lnTo>
                    <a:pt x="34170" y="383155"/>
                  </a:lnTo>
                  <a:lnTo>
                    <a:pt x="34553" y="380988"/>
                  </a:lnTo>
                  <a:lnTo>
                    <a:pt x="34934" y="378820"/>
                  </a:lnTo>
                  <a:lnTo>
                    <a:pt x="35312" y="376652"/>
                  </a:lnTo>
                  <a:lnTo>
                    <a:pt x="35689" y="374483"/>
                  </a:lnTo>
                  <a:lnTo>
                    <a:pt x="36063" y="372314"/>
                  </a:lnTo>
                  <a:lnTo>
                    <a:pt x="36435" y="370145"/>
                  </a:lnTo>
                  <a:lnTo>
                    <a:pt x="36805" y="367975"/>
                  </a:lnTo>
                  <a:lnTo>
                    <a:pt x="37173" y="365805"/>
                  </a:lnTo>
                  <a:lnTo>
                    <a:pt x="37539" y="363635"/>
                  </a:lnTo>
                  <a:lnTo>
                    <a:pt x="37902" y="361464"/>
                  </a:lnTo>
                  <a:lnTo>
                    <a:pt x="38264" y="359293"/>
                  </a:lnTo>
                  <a:lnTo>
                    <a:pt x="38623" y="357122"/>
                  </a:lnTo>
                  <a:lnTo>
                    <a:pt x="38981" y="354950"/>
                  </a:lnTo>
                  <a:lnTo>
                    <a:pt x="39336" y="352778"/>
                  </a:lnTo>
                  <a:lnTo>
                    <a:pt x="39689" y="350605"/>
                  </a:lnTo>
                  <a:lnTo>
                    <a:pt x="40040" y="348432"/>
                  </a:lnTo>
                  <a:lnTo>
                    <a:pt x="40388" y="346259"/>
                  </a:lnTo>
                  <a:lnTo>
                    <a:pt x="40735" y="344086"/>
                  </a:lnTo>
                  <a:lnTo>
                    <a:pt x="41080" y="341912"/>
                  </a:lnTo>
                  <a:lnTo>
                    <a:pt x="41422" y="339738"/>
                  </a:lnTo>
                  <a:lnTo>
                    <a:pt x="41762" y="337563"/>
                  </a:lnTo>
                  <a:lnTo>
                    <a:pt x="42101" y="335388"/>
                  </a:lnTo>
                  <a:lnTo>
                    <a:pt x="42437" y="333213"/>
                  </a:lnTo>
                  <a:lnTo>
                    <a:pt x="42771" y="331038"/>
                  </a:lnTo>
                  <a:lnTo>
                    <a:pt x="43102" y="328862"/>
                  </a:lnTo>
                  <a:lnTo>
                    <a:pt x="43432" y="326686"/>
                  </a:lnTo>
                  <a:lnTo>
                    <a:pt x="43760" y="324509"/>
                  </a:lnTo>
                  <a:lnTo>
                    <a:pt x="44085" y="322332"/>
                  </a:lnTo>
                  <a:lnTo>
                    <a:pt x="44408" y="320155"/>
                  </a:lnTo>
                  <a:lnTo>
                    <a:pt x="44729" y="317978"/>
                  </a:lnTo>
                  <a:lnTo>
                    <a:pt x="45048" y="315800"/>
                  </a:lnTo>
                  <a:lnTo>
                    <a:pt x="45365" y="313622"/>
                  </a:lnTo>
                  <a:lnTo>
                    <a:pt x="45680" y="311444"/>
                  </a:lnTo>
                  <a:lnTo>
                    <a:pt x="45993" y="309265"/>
                  </a:lnTo>
                  <a:lnTo>
                    <a:pt x="46303" y="307086"/>
                  </a:lnTo>
                  <a:lnTo>
                    <a:pt x="46612" y="304907"/>
                  </a:lnTo>
                  <a:lnTo>
                    <a:pt x="46918" y="302727"/>
                  </a:lnTo>
                  <a:lnTo>
                    <a:pt x="47222" y="300547"/>
                  </a:lnTo>
                  <a:lnTo>
                    <a:pt x="47524" y="298367"/>
                  </a:lnTo>
                  <a:lnTo>
                    <a:pt x="47824" y="296187"/>
                  </a:lnTo>
                  <a:lnTo>
                    <a:pt x="48122" y="294006"/>
                  </a:lnTo>
                  <a:lnTo>
                    <a:pt x="48417" y="291825"/>
                  </a:lnTo>
                  <a:lnTo>
                    <a:pt x="48711" y="289643"/>
                  </a:lnTo>
                  <a:lnTo>
                    <a:pt x="49002" y="287462"/>
                  </a:lnTo>
                  <a:lnTo>
                    <a:pt x="49291" y="285280"/>
                  </a:lnTo>
                  <a:lnTo>
                    <a:pt x="49578" y="283098"/>
                  </a:lnTo>
                  <a:lnTo>
                    <a:pt x="49863" y="280915"/>
                  </a:lnTo>
                  <a:lnTo>
                    <a:pt x="50146" y="278732"/>
                  </a:lnTo>
                  <a:lnTo>
                    <a:pt x="50427" y="276549"/>
                  </a:lnTo>
                  <a:lnTo>
                    <a:pt x="50705" y="274366"/>
                  </a:lnTo>
                  <a:lnTo>
                    <a:pt x="50982" y="272183"/>
                  </a:lnTo>
                  <a:lnTo>
                    <a:pt x="51256" y="269999"/>
                  </a:lnTo>
                  <a:lnTo>
                    <a:pt x="51528" y="267815"/>
                  </a:lnTo>
                  <a:lnTo>
                    <a:pt x="51798" y="265630"/>
                  </a:lnTo>
                  <a:lnTo>
                    <a:pt x="52066" y="263446"/>
                  </a:lnTo>
                  <a:lnTo>
                    <a:pt x="52332" y="261261"/>
                  </a:lnTo>
                  <a:lnTo>
                    <a:pt x="52596" y="259076"/>
                  </a:lnTo>
                  <a:lnTo>
                    <a:pt x="52857" y="256890"/>
                  </a:lnTo>
                  <a:lnTo>
                    <a:pt x="53116" y="254704"/>
                  </a:lnTo>
                  <a:lnTo>
                    <a:pt x="53374" y="252519"/>
                  </a:lnTo>
                  <a:lnTo>
                    <a:pt x="53629" y="250332"/>
                  </a:lnTo>
                  <a:lnTo>
                    <a:pt x="53882" y="248146"/>
                  </a:lnTo>
                  <a:lnTo>
                    <a:pt x="54132" y="245959"/>
                  </a:lnTo>
                  <a:lnTo>
                    <a:pt x="54381" y="243772"/>
                  </a:lnTo>
                  <a:lnTo>
                    <a:pt x="54628" y="241585"/>
                  </a:lnTo>
                  <a:lnTo>
                    <a:pt x="54872" y="239398"/>
                  </a:lnTo>
                  <a:lnTo>
                    <a:pt x="55114" y="237210"/>
                  </a:lnTo>
                  <a:lnTo>
                    <a:pt x="55354" y="235022"/>
                  </a:lnTo>
                  <a:lnTo>
                    <a:pt x="55592" y="232834"/>
                  </a:lnTo>
                  <a:lnTo>
                    <a:pt x="55828" y="230646"/>
                  </a:lnTo>
                  <a:lnTo>
                    <a:pt x="56062" y="228457"/>
                  </a:lnTo>
                  <a:lnTo>
                    <a:pt x="56293" y="226269"/>
                  </a:lnTo>
                  <a:lnTo>
                    <a:pt x="56523" y="224080"/>
                  </a:lnTo>
                  <a:lnTo>
                    <a:pt x="56750" y="221890"/>
                  </a:lnTo>
                  <a:lnTo>
                    <a:pt x="56975" y="219701"/>
                  </a:lnTo>
                  <a:lnTo>
                    <a:pt x="57198" y="217511"/>
                  </a:lnTo>
                  <a:lnTo>
                    <a:pt x="57419" y="215321"/>
                  </a:lnTo>
                  <a:lnTo>
                    <a:pt x="57638" y="213131"/>
                  </a:lnTo>
                  <a:lnTo>
                    <a:pt x="57854" y="210941"/>
                  </a:lnTo>
                  <a:lnTo>
                    <a:pt x="58069" y="208750"/>
                  </a:lnTo>
                  <a:lnTo>
                    <a:pt x="58281" y="206560"/>
                  </a:lnTo>
                  <a:lnTo>
                    <a:pt x="58491" y="204369"/>
                  </a:lnTo>
                  <a:lnTo>
                    <a:pt x="58699" y="202178"/>
                  </a:lnTo>
                  <a:lnTo>
                    <a:pt x="58905" y="199986"/>
                  </a:lnTo>
                  <a:lnTo>
                    <a:pt x="59109" y="197795"/>
                  </a:lnTo>
                  <a:lnTo>
                    <a:pt x="59310" y="195603"/>
                  </a:lnTo>
                  <a:lnTo>
                    <a:pt x="59510" y="193411"/>
                  </a:lnTo>
                  <a:lnTo>
                    <a:pt x="59707" y="191219"/>
                  </a:lnTo>
                  <a:lnTo>
                    <a:pt x="59902" y="189027"/>
                  </a:lnTo>
                  <a:lnTo>
                    <a:pt x="60095" y="186834"/>
                  </a:lnTo>
                  <a:lnTo>
                    <a:pt x="60286" y="184641"/>
                  </a:lnTo>
                  <a:lnTo>
                    <a:pt x="60475" y="182449"/>
                  </a:lnTo>
                  <a:lnTo>
                    <a:pt x="60662" y="180255"/>
                  </a:lnTo>
                  <a:lnTo>
                    <a:pt x="60846" y="178062"/>
                  </a:lnTo>
                  <a:lnTo>
                    <a:pt x="61028" y="175869"/>
                  </a:lnTo>
                  <a:lnTo>
                    <a:pt x="61209" y="173675"/>
                  </a:lnTo>
                  <a:lnTo>
                    <a:pt x="61387" y="171481"/>
                  </a:lnTo>
                  <a:lnTo>
                    <a:pt x="61562" y="169287"/>
                  </a:lnTo>
                  <a:lnTo>
                    <a:pt x="61736" y="167093"/>
                  </a:lnTo>
                  <a:lnTo>
                    <a:pt x="61908" y="164899"/>
                  </a:lnTo>
                  <a:lnTo>
                    <a:pt x="62077" y="162705"/>
                  </a:lnTo>
                  <a:lnTo>
                    <a:pt x="62245" y="160510"/>
                  </a:lnTo>
                  <a:lnTo>
                    <a:pt x="62410" y="158315"/>
                  </a:lnTo>
                  <a:lnTo>
                    <a:pt x="62573" y="156120"/>
                  </a:lnTo>
                  <a:lnTo>
                    <a:pt x="62734" y="153925"/>
                  </a:lnTo>
                  <a:lnTo>
                    <a:pt x="62892" y="151730"/>
                  </a:lnTo>
                  <a:lnTo>
                    <a:pt x="63049" y="149534"/>
                  </a:lnTo>
                  <a:lnTo>
                    <a:pt x="63203" y="147339"/>
                  </a:lnTo>
                  <a:lnTo>
                    <a:pt x="63356" y="145143"/>
                  </a:lnTo>
                  <a:lnTo>
                    <a:pt x="63506" y="142947"/>
                  </a:lnTo>
                  <a:lnTo>
                    <a:pt x="63654" y="140751"/>
                  </a:lnTo>
                  <a:lnTo>
                    <a:pt x="63800" y="138555"/>
                  </a:lnTo>
                  <a:lnTo>
                    <a:pt x="63943" y="136359"/>
                  </a:lnTo>
                  <a:lnTo>
                    <a:pt x="64085" y="134162"/>
                  </a:lnTo>
                  <a:lnTo>
                    <a:pt x="64224" y="131966"/>
                  </a:lnTo>
                  <a:lnTo>
                    <a:pt x="64362" y="129769"/>
                  </a:lnTo>
                  <a:lnTo>
                    <a:pt x="64497" y="127572"/>
                  </a:lnTo>
                  <a:lnTo>
                    <a:pt x="64630" y="125375"/>
                  </a:lnTo>
                  <a:lnTo>
                    <a:pt x="64761" y="123178"/>
                  </a:lnTo>
                  <a:lnTo>
                    <a:pt x="64889" y="120981"/>
                  </a:lnTo>
                  <a:lnTo>
                    <a:pt x="65016" y="118784"/>
                  </a:lnTo>
                  <a:lnTo>
                    <a:pt x="65140" y="116586"/>
                  </a:lnTo>
                  <a:lnTo>
                    <a:pt x="65262" y="114389"/>
                  </a:lnTo>
                  <a:lnTo>
                    <a:pt x="65382" y="112191"/>
                  </a:lnTo>
                  <a:lnTo>
                    <a:pt x="65500" y="109993"/>
                  </a:lnTo>
                  <a:lnTo>
                    <a:pt x="65616" y="107795"/>
                  </a:lnTo>
                  <a:lnTo>
                    <a:pt x="65730" y="105597"/>
                  </a:lnTo>
                  <a:lnTo>
                    <a:pt x="65841" y="103399"/>
                  </a:lnTo>
                  <a:lnTo>
                    <a:pt x="65951" y="101201"/>
                  </a:lnTo>
                  <a:lnTo>
                    <a:pt x="66058" y="99002"/>
                  </a:lnTo>
                  <a:lnTo>
                    <a:pt x="66163" y="96804"/>
                  </a:lnTo>
                  <a:lnTo>
                    <a:pt x="66266" y="94605"/>
                  </a:lnTo>
                  <a:lnTo>
                    <a:pt x="66367" y="92406"/>
                  </a:lnTo>
                  <a:lnTo>
                    <a:pt x="66465" y="90208"/>
                  </a:lnTo>
                  <a:lnTo>
                    <a:pt x="66562" y="88009"/>
                  </a:lnTo>
                  <a:lnTo>
                    <a:pt x="66656" y="85810"/>
                  </a:lnTo>
                  <a:lnTo>
                    <a:pt x="66748" y="83611"/>
                  </a:lnTo>
                  <a:lnTo>
                    <a:pt x="66838" y="81412"/>
                  </a:lnTo>
                  <a:lnTo>
                    <a:pt x="66926" y="79212"/>
                  </a:lnTo>
                  <a:lnTo>
                    <a:pt x="67012" y="77013"/>
                  </a:lnTo>
                  <a:lnTo>
                    <a:pt x="67095" y="74814"/>
                  </a:lnTo>
                  <a:lnTo>
                    <a:pt x="67177" y="72614"/>
                  </a:lnTo>
                  <a:lnTo>
                    <a:pt x="67256" y="70414"/>
                  </a:lnTo>
                  <a:lnTo>
                    <a:pt x="67333" y="68215"/>
                  </a:lnTo>
                  <a:lnTo>
                    <a:pt x="67408" y="66015"/>
                  </a:lnTo>
                  <a:lnTo>
                    <a:pt x="67481" y="63815"/>
                  </a:lnTo>
                  <a:lnTo>
                    <a:pt x="67552" y="61615"/>
                  </a:lnTo>
                  <a:lnTo>
                    <a:pt x="67620" y="59416"/>
                  </a:lnTo>
                  <a:lnTo>
                    <a:pt x="67687" y="57216"/>
                  </a:lnTo>
                  <a:lnTo>
                    <a:pt x="67751" y="55016"/>
                  </a:lnTo>
                  <a:lnTo>
                    <a:pt x="67813" y="52815"/>
                  </a:lnTo>
                  <a:lnTo>
                    <a:pt x="67873" y="50615"/>
                  </a:lnTo>
                  <a:lnTo>
                    <a:pt x="67931" y="48415"/>
                  </a:lnTo>
                  <a:lnTo>
                    <a:pt x="67986" y="46215"/>
                  </a:lnTo>
                  <a:lnTo>
                    <a:pt x="68040" y="44014"/>
                  </a:lnTo>
                  <a:lnTo>
                    <a:pt x="68091" y="41814"/>
                  </a:lnTo>
                  <a:lnTo>
                    <a:pt x="68140" y="39614"/>
                  </a:lnTo>
                  <a:lnTo>
                    <a:pt x="68187" y="37413"/>
                  </a:lnTo>
                  <a:lnTo>
                    <a:pt x="68232" y="35212"/>
                  </a:lnTo>
                  <a:lnTo>
                    <a:pt x="68275" y="33012"/>
                  </a:lnTo>
                  <a:lnTo>
                    <a:pt x="68315" y="30811"/>
                  </a:lnTo>
                  <a:lnTo>
                    <a:pt x="68354" y="28611"/>
                  </a:lnTo>
                  <a:lnTo>
                    <a:pt x="68390" y="26410"/>
                  </a:lnTo>
                  <a:lnTo>
                    <a:pt x="68424" y="24209"/>
                  </a:lnTo>
                  <a:lnTo>
                    <a:pt x="68456" y="22008"/>
                  </a:lnTo>
                  <a:lnTo>
                    <a:pt x="68486" y="19808"/>
                  </a:lnTo>
                  <a:lnTo>
                    <a:pt x="68514" y="17607"/>
                  </a:lnTo>
                  <a:lnTo>
                    <a:pt x="68539" y="15406"/>
                  </a:lnTo>
                  <a:lnTo>
                    <a:pt x="68563" y="13205"/>
                  </a:lnTo>
                  <a:lnTo>
                    <a:pt x="68584" y="11004"/>
                  </a:lnTo>
                  <a:lnTo>
                    <a:pt x="68603" y="8803"/>
                  </a:lnTo>
                  <a:lnTo>
                    <a:pt x="68620" y="6602"/>
                  </a:lnTo>
                  <a:lnTo>
                    <a:pt x="68635" y="4401"/>
                  </a:lnTo>
                  <a:lnTo>
                    <a:pt x="68647" y="2200"/>
                  </a:lnTo>
                  <a:lnTo>
                    <a:pt x="68658" y="0"/>
                  </a:lnTo>
                </a:path>
              </a:pathLst>
            </a:custGeom>
            <a:ln w="22859" cap="rnd">
              <a:solidFill>
                <a:srgbClr val="00E8F2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9" name="pl7189"/>
            <p:cNvSpPr/>
            <p:nvPr/>
          </p:nvSpPr>
          <p:spPr>
            <a:xfrm>
              <a:off x="8016299" y="3980677"/>
              <a:ext cx="223630" cy="549821"/>
            </a:xfrm>
            <a:custGeom>
              <a:avLst/>
              <a:pathLst>
                <a:path w="223630" h="549821">
                  <a:moveTo>
                    <a:pt x="0" y="549821"/>
                  </a:moveTo>
                  <a:lnTo>
                    <a:pt x="1188" y="547746"/>
                  </a:lnTo>
                  <a:lnTo>
                    <a:pt x="2374" y="545670"/>
                  </a:lnTo>
                  <a:lnTo>
                    <a:pt x="3558" y="543593"/>
                  </a:lnTo>
                  <a:lnTo>
                    <a:pt x="4740" y="541515"/>
                  </a:lnTo>
                  <a:lnTo>
                    <a:pt x="5919" y="539435"/>
                  </a:lnTo>
                  <a:lnTo>
                    <a:pt x="7097" y="537354"/>
                  </a:lnTo>
                  <a:lnTo>
                    <a:pt x="8272" y="535271"/>
                  </a:lnTo>
                  <a:lnTo>
                    <a:pt x="9444" y="533188"/>
                  </a:lnTo>
                  <a:lnTo>
                    <a:pt x="10615" y="531103"/>
                  </a:lnTo>
                  <a:lnTo>
                    <a:pt x="11783" y="529017"/>
                  </a:lnTo>
                  <a:lnTo>
                    <a:pt x="12949" y="526929"/>
                  </a:lnTo>
                  <a:lnTo>
                    <a:pt x="14113" y="524841"/>
                  </a:lnTo>
                  <a:lnTo>
                    <a:pt x="15274" y="522751"/>
                  </a:lnTo>
                  <a:lnTo>
                    <a:pt x="16434" y="520660"/>
                  </a:lnTo>
                  <a:lnTo>
                    <a:pt x="17591" y="518567"/>
                  </a:lnTo>
                  <a:lnTo>
                    <a:pt x="18745" y="516474"/>
                  </a:lnTo>
                  <a:lnTo>
                    <a:pt x="19898" y="514379"/>
                  </a:lnTo>
                  <a:lnTo>
                    <a:pt x="21048" y="512282"/>
                  </a:lnTo>
                  <a:lnTo>
                    <a:pt x="22196" y="510185"/>
                  </a:lnTo>
                  <a:lnTo>
                    <a:pt x="23341" y="508086"/>
                  </a:lnTo>
                  <a:lnTo>
                    <a:pt x="24485" y="505987"/>
                  </a:lnTo>
                  <a:lnTo>
                    <a:pt x="25626" y="503886"/>
                  </a:lnTo>
                  <a:lnTo>
                    <a:pt x="26765" y="501783"/>
                  </a:lnTo>
                  <a:lnTo>
                    <a:pt x="27901" y="499680"/>
                  </a:lnTo>
                  <a:lnTo>
                    <a:pt x="29036" y="497575"/>
                  </a:lnTo>
                  <a:lnTo>
                    <a:pt x="30168" y="495469"/>
                  </a:lnTo>
                  <a:lnTo>
                    <a:pt x="31297" y="493362"/>
                  </a:lnTo>
                  <a:lnTo>
                    <a:pt x="32425" y="491253"/>
                  </a:lnTo>
                  <a:lnTo>
                    <a:pt x="33550" y="489143"/>
                  </a:lnTo>
                  <a:lnTo>
                    <a:pt x="34673" y="487033"/>
                  </a:lnTo>
                  <a:lnTo>
                    <a:pt x="35794" y="484921"/>
                  </a:lnTo>
                  <a:lnTo>
                    <a:pt x="36912" y="482807"/>
                  </a:lnTo>
                  <a:lnTo>
                    <a:pt x="38028" y="480693"/>
                  </a:lnTo>
                  <a:lnTo>
                    <a:pt x="39142" y="478577"/>
                  </a:lnTo>
                  <a:lnTo>
                    <a:pt x="40253" y="476460"/>
                  </a:lnTo>
                  <a:lnTo>
                    <a:pt x="41363" y="474342"/>
                  </a:lnTo>
                  <a:lnTo>
                    <a:pt x="42470" y="472223"/>
                  </a:lnTo>
                  <a:lnTo>
                    <a:pt x="43574" y="470102"/>
                  </a:lnTo>
                  <a:lnTo>
                    <a:pt x="44677" y="467980"/>
                  </a:lnTo>
                  <a:lnTo>
                    <a:pt x="45777" y="465858"/>
                  </a:lnTo>
                  <a:lnTo>
                    <a:pt x="46874" y="463734"/>
                  </a:lnTo>
                  <a:lnTo>
                    <a:pt x="47970" y="461608"/>
                  </a:lnTo>
                  <a:lnTo>
                    <a:pt x="49063" y="459482"/>
                  </a:lnTo>
                  <a:lnTo>
                    <a:pt x="50154" y="457354"/>
                  </a:lnTo>
                  <a:lnTo>
                    <a:pt x="51243" y="455225"/>
                  </a:lnTo>
                  <a:lnTo>
                    <a:pt x="52329" y="453095"/>
                  </a:lnTo>
                  <a:lnTo>
                    <a:pt x="53413" y="450964"/>
                  </a:lnTo>
                  <a:lnTo>
                    <a:pt x="54494" y="448832"/>
                  </a:lnTo>
                  <a:lnTo>
                    <a:pt x="55574" y="446699"/>
                  </a:lnTo>
                  <a:lnTo>
                    <a:pt x="56651" y="444564"/>
                  </a:lnTo>
                  <a:lnTo>
                    <a:pt x="57726" y="442428"/>
                  </a:lnTo>
                  <a:lnTo>
                    <a:pt x="58798" y="440291"/>
                  </a:lnTo>
                  <a:lnTo>
                    <a:pt x="59868" y="438153"/>
                  </a:lnTo>
                  <a:lnTo>
                    <a:pt x="60936" y="436014"/>
                  </a:lnTo>
                  <a:lnTo>
                    <a:pt x="62002" y="433873"/>
                  </a:lnTo>
                  <a:lnTo>
                    <a:pt x="63065" y="431732"/>
                  </a:lnTo>
                  <a:lnTo>
                    <a:pt x="64126" y="429589"/>
                  </a:lnTo>
                  <a:lnTo>
                    <a:pt x="65184" y="427445"/>
                  </a:lnTo>
                  <a:lnTo>
                    <a:pt x="66241" y="425300"/>
                  </a:lnTo>
                  <a:lnTo>
                    <a:pt x="67295" y="423154"/>
                  </a:lnTo>
                  <a:lnTo>
                    <a:pt x="68346" y="421007"/>
                  </a:lnTo>
                  <a:lnTo>
                    <a:pt x="69395" y="418858"/>
                  </a:lnTo>
                  <a:lnTo>
                    <a:pt x="70442" y="416709"/>
                  </a:lnTo>
                  <a:lnTo>
                    <a:pt x="71487" y="414558"/>
                  </a:lnTo>
                  <a:lnTo>
                    <a:pt x="72530" y="412406"/>
                  </a:lnTo>
                  <a:lnTo>
                    <a:pt x="73570" y="410253"/>
                  </a:lnTo>
                  <a:lnTo>
                    <a:pt x="74607" y="408099"/>
                  </a:lnTo>
                  <a:lnTo>
                    <a:pt x="75643" y="405944"/>
                  </a:lnTo>
                  <a:lnTo>
                    <a:pt x="76676" y="403788"/>
                  </a:lnTo>
                  <a:lnTo>
                    <a:pt x="77706" y="401630"/>
                  </a:lnTo>
                  <a:lnTo>
                    <a:pt x="78735" y="399472"/>
                  </a:lnTo>
                  <a:lnTo>
                    <a:pt x="79761" y="397312"/>
                  </a:lnTo>
                  <a:lnTo>
                    <a:pt x="80785" y="395152"/>
                  </a:lnTo>
                  <a:lnTo>
                    <a:pt x="81806" y="392990"/>
                  </a:lnTo>
                  <a:lnTo>
                    <a:pt x="82825" y="390827"/>
                  </a:lnTo>
                  <a:lnTo>
                    <a:pt x="83842" y="388663"/>
                  </a:lnTo>
                  <a:lnTo>
                    <a:pt x="84856" y="386498"/>
                  </a:lnTo>
                  <a:lnTo>
                    <a:pt x="85868" y="384331"/>
                  </a:lnTo>
                  <a:lnTo>
                    <a:pt x="86878" y="382164"/>
                  </a:lnTo>
                  <a:lnTo>
                    <a:pt x="87885" y="379996"/>
                  </a:lnTo>
                  <a:lnTo>
                    <a:pt x="88890" y="377826"/>
                  </a:lnTo>
                  <a:lnTo>
                    <a:pt x="89893" y="375656"/>
                  </a:lnTo>
                  <a:lnTo>
                    <a:pt x="90893" y="373484"/>
                  </a:lnTo>
                  <a:lnTo>
                    <a:pt x="91891" y="371311"/>
                  </a:lnTo>
                  <a:lnTo>
                    <a:pt x="92887" y="369137"/>
                  </a:lnTo>
                  <a:lnTo>
                    <a:pt x="93880" y="366962"/>
                  </a:lnTo>
                  <a:lnTo>
                    <a:pt x="94871" y="364787"/>
                  </a:lnTo>
                  <a:lnTo>
                    <a:pt x="95860" y="362609"/>
                  </a:lnTo>
                  <a:lnTo>
                    <a:pt x="96846" y="360431"/>
                  </a:lnTo>
                  <a:lnTo>
                    <a:pt x="97830" y="358252"/>
                  </a:lnTo>
                  <a:lnTo>
                    <a:pt x="98811" y="356072"/>
                  </a:lnTo>
                  <a:lnTo>
                    <a:pt x="99790" y="353891"/>
                  </a:lnTo>
                  <a:lnTo>
                    <a:pt x="100767" y="351708"/>
                  </a:lnTo>
                  <a:lnTo>
                    <a:pt x="101742" y="349525"/>
                  </a:lnTo>
                  <a:lnTo>
                    <a:pt x="102714" y="347341"/>
                  </a:lnTo>
                  <a:lnTo>
                    <a:pt x="103683" y="345155"/>
                  </a:lnTo>
                  <a:lnTo>
                    <a:pt x="104651" y="342969"/>
                  </a:lnTo>
                  <a:lnTo>
                    <a:pt x="105616" y="340781"/>
                  </a:lnTo>
                  <a:lnTo>
                    <a:pt x="106578" y="338592"/>
                  </a:lnTo>
                  <a:lnTo>
                    <a:pt x="107539" y="336403"/>
                  </a:lnTo>
                  <a:lnTo>
                    <a:pt x="108497" y="334212"/>
                  </a:lnTo>
                  <a:lnTo>
                    <a:pt x="109452" y="332020"/>
                  </a:lnTo>
                  <a:lnTo>
                    <a:pt x="110405" y="329827"/>
                  </a:lnTo>
                  <a:lnTo>
                    <a:pt x="111356" y="327634"/>
                  </a:lnTo>
                  <a:lnTo>
                    <a:pt x="112305" y="325439"/>
                  </a:lnTo>
                  <a:lnTo>
                    <a:pt x="113251" y="323243"/>
                  </a:lnTo>
                  <a:lnTo>
                    <a:pt x="114194" y="321046"/>
                  </a:lnTo>
                  <a:lnTo>
                    <a:pt x="115136" y="318848"/>
                  </a:lnTo>
                  <a:lnTo>
                    <a:pt x="116075" y="316649"/>
                  </a:lnTo>
                  <a:lnTo>
                    <a:pt x="117011" y="314450"/>
                  </a:lnTo>
                  <a:lnTo>
                    <a:pt x="117946" y="312249"/>
                  </a:lnTo>
                  <a:lnTo>
                    <a:pt x="118877" y="310047"/>
                  </a:lnTo>
                  <a:lnTo>
                    <a:pt x="119807" y="307844"/>
                  </a:lnTo>
                  <a:lnTo>
                    <a:pt x="120734" y="305640"/>
                  </a:lnTo>
                  <a:lnTo>
                    <a:pt x="121659" y="303435"/>
                  </a:lnTo>
                  <a:lnTo>
                    <a:pt x="122581" y="301229"/>
                  </a:lnTo>
                  <a:lnTo>
                    <a:pt x="123501" y="299022"/>
                  </a:lnTo>
                  <a:lnTo>
                    <a:pt x="124418" y="296814"/>
                  </a:lnTo>
                  <a:lnTo>
                    <a:pt x="125334" y="294605"/>
                  </a:lnTo>
                  <a:lnTo>
                    <a:pt x="126246" y="292395"/>
                  </a:lnTo>
                  <a:lnTo>
                    <a:pt x="127157" y="290184"/>
                  </a:lnTo>
                  <a:lnTo>
                    <a:pt x="128065" y="287973"/>
                  </a:lnTo>
                  <a:lnTo>
                    <a:pt x="128970" y="285760"/>
                  </a:lnTo>
                  <a:lnTo>
                    <a:pt x="129873" y="283546"/>
                  </a:lnTo>
                  <a:lnTo>
                    <a:pt x="130774" y="281331"/>
                  </a:lnTo>
                  <a:lnTo>
                    <a:pt x="131673" y="279115"/>
                  </a:lnTo>
                  <a:lnTo>
                    <a:pt x="132569" y="276899"/>
                  </a:lnTo>
                  <a:lnTo>
                    <a:pt x="133462" y="274681"/>
                  </a:lnTo>
                  <a:lnTo>
                    <a:pt x="134354" y="272462"/>
                  </a:lnTo>
                  <a:lnTo>
                    <a:pt x="135243" y="270243"/>
                  </a:lnTo>
                  <a:lnTo>
                    <a:pt x="136129" y="268022"/>
                  </a:lnTo>
                  <a:lnTo>
                    <a:pt x="137013" y="265801"/>
                  </a:lnTo>
                  <a:lnTo>
                    <a:pt x="137895" y="263578"/>
                  </a:lnTo>
                  <a:lnTo>
                    <a:pt x="138774" y="261355"/>
                  </a:lnTo>
                  <a:lnTo>
                    <a:pt x="139651" y="259130"/>
                  </a:lnTo>
                  <a:lnTo>
                    <a:pt x="140525" y="256905"/>
                  </a:lnTo>
                  <a:lnTo>
                    <a:pt x="141397" y="254679"/>
                  </a:lnTo>
                  <a:lnTo>
                    <a:pt x="142267" y="252452"/>
                  </a:lnTo>
                  <a:lnTo>
                    <a:pt x="143134" y="250223"/>
                  </a:lnTo>
                  <a:lnTo>
                    <a:pt x="143999" y="247994"/>
                  </a:lnTo>
                  <a:lnTo>
                    <a:pt x="144861" y="245764"/>
                  </a:lnTo>
                  <a:lnTo>
                    <a:pt x="145721" y="243533"/>
                  </a:lnTo>
                  <a:lnTo>
                    <a:pt x="146579" y="241301"/>
                  </a:lnTo>
                  <a:lnTo>
                    <a:pt x="147434" y="239069"/>
                  </a:lnTo>
                  <a:lnTo>
                    <a:pt x="148287" y="236835"/>
                  </a:lnTo>
                  <a:lnTo>
                    <a:pt x="149137" y="234600"/>
                  </a:lnTo>
                  <a:lnTo>
                    <a:pt x="149985" y="232365"/>
                  </a:lnTo>
                  <a:lnTo>
                    <a:pt x="150831" y="230128"/>
                  </a:lnTo>
                  <a:lnTo>
                    <a:pt x="151674" y="227891"/>
                  </a:lnTo>
                  <a:lnTo>
                    <a:pt x="152515" y="225653"/>
                  </a:lnTo>
                  <a:lnTo>
                    <a:pt x="153353" y="223413"/>
                  </a:lnTo>
                  <a:lnTo>
                    <a:pt x="154189" y="221173"/>
                  </a:lnTo>
                  <a:lnTo>
                    <a:pt x="155022" y="218932"/>
                  </a:lnTo>
                  <a:lnTo>
                    <a:pt x="155853" y="216690"/>
                  </a:lnTo>
                  <a:lnTo>
                    <a:pt x="156682" y="214448"/>
                  </a:lnTo>
                  <a:lnTo>
                    <a:pt x="157508" y="212204"/>
                  </a:lnTo>
                  <a:lnTo>
                    <a:pt x="158332" y="209959"/>
                  </a:lnTo>
                  <a:lnTo>
                    <a:pt x="159153" y="207714"/>
                  </a:lnTo>
                  <a:lnTo>
                    <a:pt x="159972" y="205467"/>
                  </a:lnTo>
                  <a:lnTo>
                    <a:pt x="160789" y="203220"/>
                  </a:lnTo>
                  <a:lnTo>
                    <a:pt x="161603" y="200972"/>
                  </a:lnTo>
                  <a:lnTo>
                    <a:pt x="162414" y="198723"/>
                  </a:lnTo>
                  <a:lnTo>
                    <a:pt x="163223" y="196473"/>
                  </a:lnTo>
                  <a:lnTo>
                    <a:pt x="164030" y="194222"/>
                  </a:lnTo>
                  <a:lnTo>
                    <a:pt x="164835" y="191971"/>
                  </a:lnTo>
                  <a:lnTo>
                    <a:pt x="165637" y="189718"/>
                  </a:lnTo>
                  <a:lnTo>
                    <a:pt x="166436" y="187465"/>
                  </a:lnTo>
                  <a:lnTo>
                    <a:pt x="167233" y="185211"/>
                  </a:lnTo>
                  <a:lnTo>
                    <a:pt x="168028" y="182956"/>
                  </a:lnTo>
                  <a:lnTo>
                    <a:pt x="168820" y="180700"/>
                  </a:lnTo>
                  <a:lnTo>
                    <a:pt x="169610" y="178443"/>
                  </a:lnTo>
                  <a:lnTo>
                    <a:pt x="170397" y="176185"/>
                  </a:lnTo>
                  <a:lnTo>
                    <a:pt x="171182" y="173927"/>
                  </a:lnTo>
                  <a:lnTo>
                    <a:pt x="171964" y="171667"/>
                  </a:lnTo>
                  <a:lnTo>
                    <a:pt x="172744" y="169407"/>
                  </a:lnTo>
                  <a:lnTo>
                    <a:pt x="173522" y="167146"/>
                  </a:lnTo>
                  <a:lnTo>
                    <a:pt x="174297" y="164884"/>
                  </a:lnTo>
                  <a:lnTo>
                    <a:pt x="175069" y="162622"/>
                  </a:lnTo>
                  <a:lnTo>
                    <a:pt x="175840" y="160358"/>
                  </a:lnTo>
                  <a:lnTo>
                    <a:pt x="176607" y="158094"/>
                  </a:lnTo>
                  <a:lnTo>
                    <a:pt x="177373" y="155829"/>
                  </a:lnTo>
                  <a:lnTo>
                    <a:pt x="178135" y="153563"/>
                  </a:lnTo>
                  <a:lnTo>
                    <a:pt x="178896" y="151296"/>
                  </a:lnTo>
                  <a:lnTo>
                    <a:pt x="179654" y="149028"/>
                  </a:lnTo>
                  <a:lnTo>
                    <a:pt x="180409" y="146760"/>
                  </a:lnTo>
                  <a:lnTo>
                    <a:pt x="181162" y="144490"/>
                  </a:lnTo>
                  <a:lnTo>
                    <a:pt x="181913" y="142220"/>
                  </a:lnTo>
                  <a:lnTo>
                    <a:pt x="182661" y="139949"/>
                  </a:lnTo>
                  <a:lnTo>
                    <a:pt x="183407" y="137678"/>
                  </a:lnTo>
                  <a:lnTo>
                    <a:pt x="184150" y="135405"/>
                  </a:lnTo>
                  <a:lnTo>
                    <a:pt x="184891" y="133132"/>
                  </a:lnTo>
                  <a:lnTo>
                    <a:pt x="185629" y="130858"/>
                  </a:lnTo>
                  <a:lnTo>
                    <a:pt x="186365" y="128583"/>
                  </a:lnTo>
                  <a:lnTo>
                    <a:pt x="187099" y="126307"/>
                  </a:lnTo>
                  <a:lnTo>
                    <a:pt x="187830" y="124031"/>
                  </a:lnTo>
                  <a:lnTo>
                    <a:pt x="188558" y="121753"/>
                  </a:lnTo>
                  <a:lnTo>
                    <a:pt x="189284" y="119475"/>
                  </a:lnTo>
                  <a:lnTo>
                    <a:pt x="190008" y="117196"/>
                  </a:lnTo>
                  <a:lnTo>
                    <a:pt x="190729" y="114917"/>
                  </a:lnTo>
                  <a:lnTo>
                    <a:pt x="191448" y="112636"/>
                  </a:lnTo>
                  <a:lnTo>
                    <a:pt x="192164" y="110355"/>
                  </a:lnTo>
                  <a:lnTo>
                    <a:pt x="192878" y="108073"/>
                  </a:lnTo>
                  <a:lnTo>
                    <a:pt x="193589" y="105791"/>
                  </a:lnTo>
                  <a:lnTo>
                    <a:pt x="194298" y="103507"/>
                  </a:lnTo>
                  <a:lnTo>
                    <a:pt x="195004" y="101223"/>
                  </a:lnTo>
                  <a:lnTo>
                    <a:pt x="195708" y="98938"/>
                  </a:lnTo>
                  <a:lnTo>
                    <a:pt x="196409" y="96652"/>
                  </a:lnTo>
                  <a:lnTo>
                    <a:pt x="197108" y="94365"/>
                  </a:lnTo>
                  <a:lnTo>
                    <a:pt x="197805" y="92078"/>
                  </a:lnTo>
                  <a:lnTo>
                    <a:pt x="198499" y="89790"/>
                  </a:lnTo>
                  <a:lnTo>
                    <a:pt x="199190" y="87501"/>
                  </a:lnTo>
                  <a:lnTo>
                    <a:pt x="199879" y="85212"/>
                  </a:lnTo>
                  <a:lnTo>
                    <a:pt x="200566" y="82922"/>
                  </a:lnTo>
                  <a:lnTo>
                    <a:pt x="201250" y="80630"/>
                  </a:lnTo>
                  <a:lnTo>
                    <a:pt x="201932" y="78339"/>
                  </a:lnTo>
                  <a:lnTo>
                    <a:pt x="202611" y="76046"/>
                  </a:lnTo>
                  <a:lnTo>
                    <a:pt x="203288" y="73753"/>
                  </a:lnTo>
                  <a:lnTo>
                    <a:pt x="203962" y="71459"/>
                  </a:lnTo>
                  <a:lnTo>
                    <a:pt x="204633" y="69164"/>
                  </a:lnTo>
                  <a:lnTo>
                    <a:pt x="205303" y="66869"/>
                  </a:lnTo>
                  <a:lnTo>
                    <a:pt x="205970" y="64573"/>
                  </a:lnTo>
                  <a:lnTo>
                    <a:pt x="206634" y="62276"/>
                  </a:lnTo>
                  <a:lnTo>
                    <a:pt x="207296" y="59978"/>
                  </a:lnTo>
                  <a:lnTo>
                    <a:pt x="207955" y="57680"/>
                  </a:lnTo>
                  <a:lnTo>
                    <a:pt x="208612" y="55381"/>
                  </a:lnTo>
                  <a:lnTo>
                    <a:pt x="209266" y="53082"/>
                  </a:lnTo>
                  <a:lnTo>
                    <a:pt x="209918" y="50781"/>
                  </a:lnTo>
                  <a:lnTo>
                    <a:pt x="210567" y="48480"/>
                  </a:lnTo>
                  <a:lnTo>
                    <a:pt x="211214" y="46178"/>
                  </a:lnTo>
                  <a:lnTo>
                    <a:pt x="211859" y="43876"/>
                  </a:lnTo>
                  <a:lnTo>
                    <a:pt x="212501" y="41573"/>
                  </a:lnTo>
                  <a:lnTo>
                    <a:pt x="213140" y="39269"/>
                  </a:lnTo>
                  <a:lnTo>
                    <a:pt x="213777" y="36964"/>
                  </a:lnTo>
                  <a:lnTo>
                    <a:pt x="214412" y="34659"/>
                  </a:lnTo>
                  <a:lnTo>
                    <a:pt x="215044" y="32353"/>
                  </a:lnTo>
                  <a:lnTo>
                    <a:pt x="215673" y="30046"/>
                  </a:lnTo>
                  <a:lnTo>
                    <a:pt x="216300" y="27739"/>
                  </a:lnTo>
                  <a:lnTo>
                    <a:pt x="216925" y="25431"/>
                  </a:lnTo>
                  <a:lnTo>
                    <a:pt x="217547" y="23122"/>
                  </a:lnTo>
                  <a:lnTo>
                    <a:pt x="218166" y="20813"/>
                  </a:lnTo>
                  <a:lnTo>
                    <a:pt x="218783" y="18503"/>
                  </a:lnTo>
                  <a:lnTo>
                    <a:pt x="219398" y="16192"/>
                  </a:lnTo>
                  <a:lnTo>
                    <a:pt x="220010" y="13881"/>
                  </a:lnTo>
                  <a:lnTo>
                    <a:pt x="220619" y="11569"/>
                  </a:lnTo>
                  <a:lnTo>
                    <a:pt x="221226" y="9257"/>
                  </a:lnTo>
                  <a:lnTo>
                    <a:pt x="221831" y="6943"/>
                  </a:lnTo>
                  <a:lnTo>
                    <a:pt x="222433" y="4629"/>
                  </a:lnTo>
                  <a:lnTo>
                    <a:pt x="223032" y="2315"/>
                  </a:lnTo>
                  <a:lnTo>
                    <a:pt x="223630" y="0"/>
                  </a:lnTo>
                </a:path>
              </a:pathLst>
            </a:custGeom>
            <a:ln w="83820" cap="rnd">
              <a:solidFill>
                <a:srgbClr val="B2E84D">
                  <a:alpha val="9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0" name="pl7190"/>
            <p:cNvSpPr/>
            <p:nvPr/>
          </p:nvSpPr>
          <p:spPr>
            <a:xfrm>
              <a:off x="8049796" y="3990299"/>
              <a:ext cx="227530" cy="559411"/>
            </a:xfrm>
            <a:custGeom>
              <a:avLst/>
              <a:pathLst>
                <a:path w="227530" h="559411">
                  <a:moveTo>
                    <a:pt x="0" y="559411"/>
                  </a:moveTo>
                  <a:lnTo>
                    <a:pt x="1209" y="557300"/>
                  </a:lnTo>
                  <a:lnTo>
                    <a:pt x="2416" y="555188"/>
                  </a:lnTo>
                  <a:lnTo>
                    <a:pt x="3620" y="553074"/>
                  </a:lnTo>
                  <a:lnTo>
                    <a:pt x="4823" y="550960"/>
                  </a:lnTo>
                  <a:lnTo>
                    <a:pt x="6023" y="548844"/>
                  </a:lnTo>
                  <a:lnTo>
                    <a:pt x="7220" y="546726"/>
                  </a:lnTo>
                  <a:lnTo>
                    <a:pt x="8416" y="544607"/>
                  </a:lnTo>
                  <a:lnTo>
                    <a:pt x="9609" y="542488"/>
                  </a:lnTo>
                  <a:lnTo>
                    <a:pt x="10800" y="540366"/>
                  </a:lnTo>
                  <a:lnTo>
                    <a:pt x="11989" y="538244"/>
                  </a:lnTo>
                  <a:lnTo>
                    <a:pt x="13175" y="536120"/>
                  </a:lnTo>
                  <a:lnTo>
                    <a:pt x="14359" y="533995"/>
                  </a:lnTo>
                  <a:lnTo>
                    <a:pt x="15541" y="531869"/>
                  </a:lnTo>
                  <a:lnTo>
                    <a:pt x="16720" y="529741"/>
                  </a:lnTo>
                  <a:lnTo>
                    <a:pt x="17897" y="527612"/>
                  </a:lnTo>
                  <a:lnTo>
                    <a:pt x="19072" y="525482"/>
                  </a:lnTo>
                  <a:lnTo>
                    <a:pt x="20245" y="523350"/>
                  </a:lnTo>
                  <a:lnTo>
                    <a:pt x="21415" y="521218"/>
                  </a:lnTo>
                  <a:lnTo>
                    <a:pt x="22583" y="519084"/>
                  </a:lnTo>
                  <a:lnTo>
                    <a:pt x="23749" y="516948"/>
                  </a:lnTo>
                  <a:lnTo>
                    <a:pt x="24912" y="514812"/>
                  </a:lnTo>
                  <a:lnTo>
                    <a:pt x="26073" y="512674"/>
                  </a:lnTo>
                  <a:lnTo>
                    <a:pt x="27232" y="510535"/>
                  </a:lnTo>
                  <a:lnTo>
                    <a:pt x="28388" y="508395"/>
                  </a:lnTo>
                  <a:lnTo>
                    <a:pt x="29542" y="506253"/>
                  </a:lnTo>
                  <a:lnTo>
                    <a:pt x="30694" y="504111"/>
                  </a:lnTo>
                  <a:lnTo>
                    <a:pt x="31843" y="501967"/>
                  </a:lnTo>
                  <a:lnTo>
                    <a:pt x="32991" y="499822"/>
                  </a:lnTo>
                  <a:lnTo>
                    <a:pt x="34135" y="497675"/>
                  </a:lnTo>
                  <a:lnTo>
                    <a:pt x="35278" y="495527"/>
                  </a:lnTo>
                  <a:lnTo>
                    <a:pt x="36418" y="493378"/>
                  </a:lnTo>
                  <a:lnTo>
                    <a:pt x="37556" y="491228"/>
                  </a:lnTo>
                  <a:lnTo>
                    <a:pt x="38691" y="489077"/>
                  </a:lnTo>
                  <a:lnTo>
                    <a:pt x="39825" y="486924"/>
                  </a:lnTo>
                  <a:lnTo>
                    <a:pt x="40956" y="484770"/>
                  </a:lnTo>
                  <a:lnTo>
                    <a:pt x="42084" y="482615"/>
                  </a:lnTo>
                  <a:lnTo>
                    <a:pt x="43210" y="480459"/>
                  </a:lnTo>
                  <a:lnTo>
                    <a:pt x="44334" y="478302"/>
                  </a:lnTo>
                  <a:lnTo>
                    <a:pt x="45456" y="476143"/>
                  </a:lnTo>
                  <a:lnTo>
                    <a:pt x="46575" y="473983"/>
                  </a:lnTo>
                  <a:lnTo>
                    <a:pt x="47692" y="471822"/>
                  </a:lnTo>
                  <a:lnTo>
                    <a:pt x="48807" y="469660"/>
                  </a:lnTo>
                  <a:lnTo>
                    <a:pt x="49919" y="467496"/>
                  </a:lnTo>
                  <a:lnTo>
                    <a:pt x="51029" y="465331"/>
                  </a:lnTo>
                  <a:lnTo>
                    <a:pt x="52136" y="463165"/>
                  </a:lnTo>
                  <a:lnTo>
                    <a:pt x="53242" y="460998"/>
                  </a:lnTo>
                  <a:lnTo>
                    <a:pt x="54344" y="458830"/>
                  </a:lnTo>
                  <a:lnTo>
                    <a:pt x="55445" y="456660"/>
                  </a:lnTo>
                  <a:lnTo>
                    <a:pt x="56543" y="454490"/>
                  </a:lnTo>
                  <a:lnTo>
                    <a:pt x="57639" y="452318"/>
                  </a:lnTo>
                  <a:lnTo>
                    <a:pt x="58733" y="450145"/>
                  </a:lnTo>
                  <a:lnTo>
                    <a:pt x="59824" y="447971"/>
                  </a:lnTo>
                  <a:lnTo>
                    <a:pt x="60912" y="445795"/>
                  </a:lnTo>
                  <a:lnTo>
                    <a:pt x="61999" y="443619"/>
                  </a:lnTo>
                  <a:lnTo>
                    <a:pt x="63083" y="441441"/>
                  </a:lnTo>
                  <a:lnTo>
                    <a:pt x="64165" y="439262"/>
                  </a:lnTo>
                  <a:lnTo>
                    <a:pt x="65244" y="437082"/>
                  </a:lnTo>
                  <a:lnTo>
                    <a:pt x="66321" y="434901"/>
                  </a:lnTo>
                  <a:lnTo>
                    <a:pt x="67396" y="432718"/>
                  </a:lnTo>
                  <a:lnTo>
                    <a:pt x="68468" y="430535"/>
                  </a:lnTo>
                  <a:lnTo>
                    <a:pt x="69538" y="428350"/>
                  </a:lnTo>
                  <a:lnTo>
                    <a:pt x="70606" y="426164"/>
                  </a:lnTo>
                  <a:lnTo>
                    <a:pt x="71671" y="423977"/>
                  </a:lnTo>
                  <a:lnTo>
                    <a:pt x="72734" y="421789"/>
                  </a:lnTo>
                  <a:lnTo>
                    <a:pt x="73795" y="419599"/>
                  </a:lnTo>
                  <a:lnTo>
                    <a:pt x="74853" y="417409"/>
                  </a:lnTo>
                  <a:lnTo>
                    <a:pt x="75909" y="415217"/>
                  </a:lnTo>
                  <a:lnTo>
                    <a:pt x="76962" y="413025"/>
                  </a:lnTo>
                  <a:lnTo>
                    <a:pt x="78013" y="410831"/>
                  </a:lnTo>
                  <a:lnTo>
                    <a:pt x="79062" y="408636"/>
                  </a:lnTo>
                  <a:lnTo>
                    <a:pt x="80108" y="406439"/>
                  </a:lnTo>
                  <a:lnTo>
                    <a:pt x="81152" y="404242"/>
                  </a:lnTo>
                  <a:lnTo>
                    <a:pt x="82194" y="402044"/>
                  </a:lnTo>
                  <a:lnTo>
                    <a:pt x="83233" y="399844"/>
                  </a:lnTo>
                  <a:lnTo>
                    <a:pt x="84270" y="397644"/>
                  </a:lnTo>
                  <a:lnTo>
                    <a:pt x="85304" y="395442"/>
                  </a:lnTo>
                  <a:lnTo>
                    <a:pt x="86336" y="393239"/>
                  </a:lnTo>
                  <a:lnTo>
                    <a:pt x="87366" y="391035"/>
                  </a:lnTo>
                  <a:lnTo>
                    <a:pt x="88393" y="388830"/>
                  </a:lnTo>
                  <a:lnTo>
                    <a:pt x="89418" y="386624"/>
                  </a:lnTo>
                  <a:lnTo>
                    <a:pt x="90441" y="384416"/>
                  </a:lnTo>
                  <a:lnTo>
                    <a:pt x="91461" y="382208"/>
                  </a:lnTo>
                  <a:lnTo>
                    <a:pt x="92478" y="379998"/>
                  </a:lnTo>
                  <a:lnTo>
                    <a:pt x="93494" y="377788"/>
                  </a:lnTo>
                  <a:lnTo>
                    <a:pt x="94507" y="375576"/>
                  </a:lnTo>
                  <a:lnTo>
                    <a:pt x="95517" y="373363"/>
                  </a:lnTo>
                  <a:lnTo>
                    <a:pt x="96526" y="371149"/>
                  </a:lnTo>
                  <a:lnTo>
                    <a:pt x="97532" y="368934"/>
                  </a:lnTo>
                  <a:lnTo>
                    <a:pt x="98535" y="366718"/>
                  </a:lnTo>
                  <a:lnTo>
                    <a:pt x="99536" y="364501"/>
                  </a:lnTo>
                  <a:lnTo>
                    <a:pt x="100535" y="362283"/>
                  </a:lnTo>
                  <a:lnTo>
                    <a:pt x="101531" y="360063"/>
                  </a:lnTo>
                  <a:lnTo>
                    <a:pt x="102525" y="357843"/>
                  </a:lnTo>
                  <a:lnTo>
                    <a:pt x="103516" y="355621"/>
                  </a:lnTo>
                  <a:lnTo>
                    <a:pt x="104505" y="353399"/>
                  </a:lnTo>
                  <a:lnTo>
                    <a:pt x="105492" y="351175"/>
                  </a:lnTo>
                  <a:lnTo>
                    <a:pt x="106476" y="348951"/>
                  </a:lnTo>
                  <a:lnTo>
                    <a:pt x="107458" y="346725"/>
                  </a:lnTo>
                  <a:lnTo>
                    <a:pt x="108437" y="344498"/>
                  </a:lnTo>
                  <a:lnTo>
                    <a:pt x="109414" y="342270"/>
                  </a:lnTo>
                  <a:lnTo>
                    <a:pt x="110389" y="340041"/>
                  </a:lnTo>
                  <a:lnTo>
                    <a:pt x="111361" y="337811"/>
                  </a:lnTo>
                  <a:lnTo>
                    <a:pt x="112331" y="335580"/>
                  </a:lnTo>
                  <a:lnTo>
                    <a:pt x="113299" y="333348"/>
                  </a:lnTo>
                  <a:lnTo>
                    <a:pt x="114263" y="331115"/>
                  </a:lnTo>
                  <a:lnTo>
                    <a:pt x="115226" y="328881"/>
                  </a:lnTo>
                  <a:lnTo>
                    <a:pt x="116186" y="326646"/>
                  </a:lnTo>
                  <a:lnTo>
                    <a:pt x="117144" y="324410"/>
                  </a:lnTo>
                  <a:lnTo>
                    <a:pt x="118099" y="322172"/>
                  </a:lnTo>
                  <a:lnTo>
                    <a:pt x="119052" y="319934"/>
                  </a:lnTo>
                  <a:lnTo>
                    <a:pt x="120003" y="317695"/>
                  </a:lnTo>
                  <a:lnTo>
                    <a:pt x="120951" y="315454"/>
                  </a:lnTo>
                  <a:lnTo>
                    <a:pt x="121896" y="313213"/>
                  </a:lnTo>
                  <a:lnTo>
                    <a:pt x="122840" y="310971"/>
                  </a:lnTo>
                  <a:lnTo>
                    <a:pt x="123781" y="308727"/>
                  </a:lnTo>
                  <a:lnTo>
                    <a:pt x="124719" y="306483"/>
                  </a:lnTo>
                  <a:lnTo>
                    <a:pt x="125655" y="304238"/>
                  </a:lnTo>
                  <a:lnTo>
                    <a:pt x="126588" y="301991"/>
                  </a:lnTo>
                  <a:lnTo>
                    <a:pt x="127520" y="299744"/>
                  </a:lnTo>
                  <a:lnTo>
                    <a:pt x="128448" y="297495"/>
                  </a:lnTo>
                  <a:lnTo>
                    <a:pt x="129375" y="295246"/>
                  </a:lnTo>
                  <a:lnTo>
                    <a:pt x="130298" y="292995"/>
                  </a:lnTo>
                  <a:lnTo>
                    <a:pt x="131220" y="290744"/>
                  </a:lnTo>
                  <a:lnTo>
                    <a:pt x="132139" y="288492"/>
                  </a:lnTo>
                  <a:lnTo>
                    <a:pt x="133055" y="286238"/>
                  </a:lnTo>
                  <a:lnTo>
                    <a:pt x="133969" y="283984"/>
                  </a:lnTo>
                  <a:lnTo>
                    <a:pt x="134881" y="281728"/>
                  </a:lnTo>
                  <a:lnTo>
                    <a:pt x="135790" y="279472"/>
                  </a:lnTo>
                  <a:lnTo>
                    <a:pt x="136697" y="277215"/>
                  </a:lnTo>
                  <a:lnTo>
                    <a:pt x="137601" y="274956"/>
                  </a:lnTo>
                  <a:lnTo>
                    <a:pt x="138503" y="272697"/>
                  </a:lnTo>
                  <a:lnTo>
                    <a:pt x="139403" y="270437"/>
                  </a:lnTo>
                  <a:lnTo>
                    <a:pt x="140300" y="268175"/>
                  </a:lnTo>
                  <a:lnTo>
                    <a:pt x="141194" y="265913"/>
                  </a:lnTo>
                  <a:lnTo>
                    <a:pt x="142087" y="263650"/>
                  </a:lnTo>
                  <a:lnTo>
                    <a:pt x="142976" y="261386"/>
                  </a:lnTo>
                  <a:lnTo>
                    <a:pt x="143864" y="259121"/>
                  </a:lnTo>
                  <a:lnTo>
                    <a:pt x="144748" y="256855"/>
                  </a:lnTo>
                  <a:lnTo>
                    <a:pt x="145631" y="254588"/>
                  </a:lnTo>
                  <a:lnTo>
                    <a:pt x="146511" y="252320"/>
                  </a:lnTo>
                  <a:lnTo>
                    <a:pt x="147388" y="250051"/>
                  </a:lnTo>
                  <a:lnTo>
                    <a:pt x="148263" y="247781"/>
                  </a:lnTo>
                  <a:lnTo>
                    <a:pt x="149136" y="245510"/>
                  </a:lnTo>
                  <a:lnTo>
                    <a:pt x="150006" y="243238"/>
                  </a:lnTo>
                  <a:lnTo>
                    <a:pt x="150873" y="240966"/>
                  </a:lnTo>
                  <a:lnTo>
                    <a:pt x="151739" y="238692"/>
                  </a:lnTo>
                  <a:lnTo>
                    <a:pt x="152601" y="236418"/>
                  </a:lnTo>
                  <a:lnTo>
                    <a:pt x="153462" y="234142"/>
                  </a:lnTo>
                  <a:lnTo>
                    <a:pt x="154319" y="231866"/>
                  </a:lnTo>
                  <a:lnTo>
                    <a:pt x="155175" y="229588"/>
                  </a:lnTo>
                  <a:lnTo>
                    <a:pt x="156028" y="227310"/>
                  </a:lnTo>
                  <a:lnTo>
                    <a:pt x="156878" y="225031"/>
                  </a:lnTo>
                  <a:lnTo>
                    <a:pt x="157726" y="222751"/>
                  </a:lnTo>
                  <a:lnTo>
                    <a:pt x="158572" y="220470"/>
                  </a:lnTo>
                  <a:lnTo>
                    <a:pt x="159415" y="218188"/>
                  </a:lnTo>
                  <a:lnTo>
                    <a:pt x="160255" y="215905"/>
                  </a:lnTo>
                  <a:lnTo>
                    <a:pt x="161093" y="213621"/>
                  </a:lnTo>
                  <a:lnTo>
                    <a:pt x="161929" y="211337"/>
                  </a:lnTo>
                  <a:lnTo>
                    <a:pt x="162762" y="209051"/>
                  </a:lnTo>
                  <a:lnTo>
                    <a:pt x="163593" y="206765"/>
                  </a:lnTo>
                  <a:lnTo>
                    <a:pt x="164421" y="204477"/>
                  </a:lnTo>
                  <a:lnTo>
                    <a:pt x="165247" y="202189"/>
                  </a:lnTo>
                  <a:lnTo>
                    <a:pt x="166070" y="199900"/>
                  </a:lnTo>
                  <a:lnTo>
                    <a:pt x="166891" y="197610"/>
                  </a:lnTo>
                  <a:lnTo>
                    <a:pt x="167710" y="195319"/>
                  </a:lnTo>
                  <a:lnTo>
                    <a:pt x="168526" y="193027"/>
                  </a:lnTo>
                  <a:lnTo>
                    <a:pt x="169339" y="190735"/>
                  </a:lnTo>
                  <a:lnTo>
                    <a:pt x="170150" y="188441"/>
                  </a:lnTo>
                  <a:lnTo>
                    <a:pt x="170958" y="186147"/>
                  </a:lnTo>
                  <a:lnTo>
                    <a:pt x="171764" y="183851"/>
                  </a:lnTo>
                  <a:lnTo>
                    <a:pt x="172568" y="181555"/>
                  </a:lnTo>
                  <a:lnTo>
                    <a:pt x="173369" y="179258"/>
                  </a:lnTo>
                  <a:lnTo>
                    <a:pt x="174167" y="176960"/>
                  </a:lnTo>
                  <a:lnTo>
                    <a:pt x="174963" y="174662"/>
                  </a:lnTo>
                  <a:lnTo>
                    <a:pt x="175757" y="172362"/>
                  </a:lnTo>
                  <a:lnTo>
                    <a:pt x="176548" y="170062"/>
                  </a:lnTo>
                  <a:lnTo>
                    <a:pt x="177337" y="167760"/>
                  </a:lnTo>
                  <a:lnTo>
                    <a:pt x="178123" y="165458"/>
                  </a:lnTo>
                  <a:lnTo>
                    <a:pt x="178907" y="163155"/>
                  </a:lnTo>
                  <a:lnTo>
                    <a:pt x="179688" y="160851"/>
                  </a:lnTo>
                  <a:lnTo>
                    <a:pt x="180466" y="158547"/>
                  </a:lnTo>
                  <a:lnTo>
                    <a:pt x="181242" y="156241"/>
                  </a:lnTo>
                  <a:lnTo>
                    <a:pt x="182016" y="153935"/>
                  </a:lnTo>
                  <a:lnTo>
                    <a:pt x="182787" y="151627"/>
                  </a:lnTo>
                  <a:lnTo>
                    <a:pt x="183556" y="149319"/>
                  </a:lnTo>
                  <a:lnTo>
                    <a:pt x="184322" y="147011"/>
                  </a:lnTo>
                  <a:lnTo>
                    <a:pt x="185086" y="144701"/>
                  </a:lnTo>
                  <a:lnTo>
                    <a:pt x="185847" y="142390"/>
                  </a:lnTo>
                  <a:lnTo>
                    <a:pt x="186606" y="140079"/>
                  </a:lnTo>
                  <a:lnTo>
                    <a:pt x="187362" y="137767"/>
                  </a:lnTo>
                  <a:lnTo>
                    <a:pt x="188116" y="135454"/>
                  </a:lnTo>
                  <a:lnTo>
                    <a:pt x="188867" y="133140"/>
                  </a:lnTo>
                  <a:lnTo>
                    <a:pt x="189616" y="130826"/>
                  </a:lnTo>
                  <a:lnTo>
                    <a:pt x="190362" y="128510"/>
                  </a:lnTo>
                  <a:lnTo>
                    <a:pt x="191106" y="126194"/>
                  </a:lnTo>
                  <a:lnTo>
                    <a:pt x="191847" y="123877"/>
                  </a:lnTo>
                  <a:lnTo>
                    <a:pt x="192586" y="121559"/>
                  </a:lnTo>
                  <a:lnTo>
                    <a:pt x="193322" y="119241"/>
                  </a:lnTo>
                  <a:lnTo>
                    <a:pt x="194056" y="116921"/>
                  </a:lnTo>
                  <a:lnTo>
                    <a:pt x="194787" y="114601"/>
                  </a:lnTo>
                  <a:lnTo>
                    <a:pt x="195516" y="112280"/>
                  </a:lnTo>
                  <a:lnTo>
                    <a:pt x="196242" y="109958"/>
                  </a:lnTo>
                  <a:lnTo>
                    <a:pt x="196965" y="107636"/>
                  </a:lnTo>
                  <a:lnTo>
                    <a:pt x="197687" y="105312"/>
                  </a:lnTo>
                  <a:lnTo>
                    <a:pt x="198405" y="102988"/>
                  </a:lnTo>
                  <a:lnTo>
                    <a:pt x="199121" y="100663"/>
                  </a:lnTo>
                  <a:lnTo>
                    <a:pt x="199835" y="98338"/>
                  </a:lnTo>
                  <a:lnTo>
                    <a:pt x="200546" y="96011"/>
                  </a:lnTo>
                  <a:lnTo>
                    <a:pt x="201255" y="93684"/>
                  </a:lnTo>
                  <a:lnTo>
                    <a:pt x="201961" y="91356"/>
                  </a:lnTo>
                  <a:lnTo>
                    <a:pt x="202665" y="89028"/>
                  </a:lnTo>
                  <a:lnTo>
                    <a:pt x="203366" y="86698"/>
                  </a:lnTo>
                  <a:lnTo>
                    <a:pt x="204064" y="84368"/>
                  </a:lnTo>
                  <a:lnTo>
                    <a:pt x="204760" y="82037"/>
                  </a:lnTo>
                  <a:lnTo>
                    <a:pt x="205454" y="79705"/>
                  </a:lnTo>
                  <a:lnTo>
                    <a:pt x="206145" y="77373"/>
                  </a:lnTo>
                  <a:lnTo>
                    <a:pt x="206833" y="75039"/>
                  </a:lnTo>
                  <a:lnTo>
                    <a:pt x="207519" y="72705"/>
                  </a:lnTo>
                  <a:lnTo>
                    <a:pt x="208203" y="70371"/>
                  </a:lnTo>
                  <a:lnTo>
                    <a:pt x="208884" y="68035"/>
                  </a:lnTo>
                  <a:lnTo>
                    <a:pt x="209562" y="65699"/>
                  </a:lnTo>
                  <a:lnTo>
                    <a:pt x="210238" y="63362"/>
                  </a:lnTo>
                  <a:lnTo>
                    <a:pt x="210911" y="61025"/>
                  </a:lnTo>
                  <a:lnTo>
                    <a:pt x="211582" y="58686"/>
                  </a:lnTo>
                  <a:lnTo>
                    <a:pt x="212250" y="56347"/>
                  </a:lnTo>
                  <a:lnTo>
                    <a:pt x="212916" y="54007"/>
                  </a:lnTo>
                  <a:lnTo>
                    <a:pt x="213579" y="51667"/>
                  </a:lnTo>
                  <a:lnTo>
                    <a:pt x="214240" y="49326"/>
                  </a:lnTo>
                  <a:lnTo>
                    <a:pt x="214898" y="46984"/>
                  </a:lnTo>
                  <a:lnTo>
                    <a:pt x="215554" y="44641"/>
                  </a:lnTo>
                  <a:lnTo>
                    <a:pt x="216207" y="42298"/>
                  </a:lnTo>
                  <a:lnTo>
                    <a:pt x="216858" y="39954"/>
                  </a:lnTo>
                  <a:lnTo>
                    <a:pt x="217506" y="37609"/>
                  </a:lnTo>
                  <a:lnTo>
                    <a:pt x="218151" y="35263"/>
                  </a:lnTo>
                  <a:lnTo>
                    <a:pt x="218794" y="32917"/>
                  </a:lnTo>
                  <a:lnTo>
                    <a:pt x="219435" y="30570"/>
                  </a:lnTo>
                  <a:lnTo>
                    <a:pt x="220073" y="28223"/>
                  </a:lnTo>
                  <a:lnTo>
                    <a:pt x="220708" y="25875"/>
                  </a:lnTo>
                  <a:lnTo>
                    <a:pt x="221341" y="23526"/>
                  </a:lnTo>
                  <a:lnTo>
                    <a:pt x="221971" y="21176"/>
                  </a:lnTo>
                  <a:lnTo>
                    <a:pt x="222599" y="18826"/>
                  </a:lnTo>
                  <a:lnTo>
                    <a:pt x="223224" y="16475"/>
                  </a:lnTo>
                  <a:lnTo>
                    <a:pt x="223847" y="14123"/>
                  </a:lnTo>
                  <a:lnTo>
                    <a:pt x="224467" y="11771"/>
                  </a:lnTo>
                  <a:lnTo>
                    <a:pt x="225085" y="9418"/>
                  </a:lnTo>
                  <a:lnTo>
                    <a:pt x="225700" y="7064"/>
                  </a:lnTo>
                  <a:lnTo>
                    <a:pt x="226313" y="4710"/>
                  </a:lnTo>
                  <a:lnTo>
                    <a:pt x="226923" y="2355"/>
                  </a:lnTo>
                  <a:lnTo>
                    <a:pt x="227530" y="0"/>
                  </a:lnTo>
                </a:path>
              </a:pathLst>
            </a:custGeom>
            <a:ln w="22859" cap="rnd">
              <a:solidFill>
                <a:srgbClr val="B2E84D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1" name="pg7191"/>
            <p:cNvSpPr/>
            <p:nvPr/>
          </p:nvSpPr>
          <p:spPr>
            <a:xfrm>
              <a:off x="3895947" y="26305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2" name="pg7192"/>
            <p:cNvSpPr/>
            <p:nvPr/>
          </p:nvSpPr>
          <p:spPr>
            <a:xfrm>
              <a:off x="3892737" y="26397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3" name="pg7193"/>
            <p:cNvSpPr/>
            <p:nvPr/>
          </p:nvSpPr>
          <p:spPr>
            <a:xfrm>
              <a:off x="4005879" y="23698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4" name="pg7194"/>
            <p:cNvSpPr/>
            <p:nvPr/>
          </p:nvSpPr>
          <p:spPr>
            <a:xfrm>
              <a:off x="4001556" y="23786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5" name="pg7195"/>
            <p:cNvSpPr/>
            <p:nvPr/>
          </p:nvSpPr>
          <p:spPr>
            <a:xfrm>
              <a:off x="4019073" y="23437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6" name="pg7196"/>
            <p:cNvSpPr/>
            <p:nvPr/>
          </p:nvSpPr>
          <p:spPr>
            <a:xfrm>
              <a:off x="4014638" y="23524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7" name="pg7197"/>
            <p:cNvSpPr/>
            <p:nvPr/>
          </p:nvSpPr>
          <p:spPr>
            <a:xfrm>
              <a:off x="4010240" y="23611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8" name="pg7198"/>
            <p:cNvSpPr/>
            <p:nvPr/>
          </p:nvSpPr>
          <p:spPr>
            <a:xfrm>
              <a:off x="3997269" y="23874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199" name="pg7199"/>
            <p:cNvSpPr/>
            <p:nvPr/>
          </p:nvSpPr>
          <p:spPr>
            <a:xfrm>
              <a:off x="3993021" y="23961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0" name="pg7200"/>
            <p:cNvSpPr/>
            <p:nvPr/>
          </p:nvSpPr>
          <p:spPr>
            <a:xfrm>
              <a:off x="3988810" y="24049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1" name="pg7201"/>
            <p:cNvSpPr/>
            <p:nvPr/>
          </p:nvSpPr>
          <p:spPr>
            <a:xfrm>
              <a:off x="3984636" y="24138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2" name="pg7202"/>
            <p:cNvSpPr/>
            <p:nvPr/>
          </p:nvSpPr>
          <p:spPr>
            <a:xfrm>
              <a:off x="3980500" y="24226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3" name="pg7203"/>
            <p:cNvSpPr/>
            <p:nvPr/>
          </p:nvSpPr>
          <p:spPr>
            <a:xfrm>
              <a:off x="3976402" y="24315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4" name="pg7204"/>
            <p:cNvSpPr/>
            <p:nvPr/>
          </p:nvSpPr>
          <p:spPr>
            <a:xfrm>
              <a:off x="3972342" y="24404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5" name="pg7205"/>
            <p:cNvSpPr/>
            <p:nvPr/>
          </p:nvSpPr>
          <p:spPr>
            <a:xfrm>
              <a:off x="3968320" y="244929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6" name="pg7206"/>
            <p:cNvSpPr/>
            <p:nvPr/>
          </p:nvSpPr>
          <p:spPr>
            <a:xfrm>
              <a:off x="3964335" y="24582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7" name="pg7207"/>
            <p:cNvSpPr/>
            <p:nvPr/>
          </p:nvSpPr>
          <p:spPr>
            <a:xfrm>
              <a:off x="3960389" y="24671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8" name="pg7208"/>
            <p:cNvSpPr/>
            <p:nvPr/>
          </p:nvSpPr>
          <p:spPr>
            <a:xfrm>
              <a:off x="3956481" y="24760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09" name="pg7209"/>
            <p:cNvSpPr/>
            <p:nvPr/>
          </p:nvSpPr>
          <p:spPr>
            <a:xfrm>
              <a:off x="3952611" y="24850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0" name="pg7210"/>
            <p:cNvSpPr/>
            <p:nvPr/>
          </p:nvSpPr>
          <p:spPr>
            <a:xfrm>
              <a:off x="3948780" y="249401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1" name="pg7211"/>
            <p:cNvSpPr/>
            <p:nvPr/>
          </p:nvSpPr>
          <p:spPr>
            <a:xfrm>
              <a:off x="3944987" y="25030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2" name="pg7212"/>
            <p:cNvSpPr/>
            <p:nvPr/>
          </p:nvSpPr>
          <p:spPr>
            <a:xfrm>
              <a:off x="3941232" y="251202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3" name="pg7213"/>
            <p:cNvSpPr/>
            <p:nvPr/>
          </p:nvSpPr>
          <p:spPr>
            <a:xfrm>
              <a:off x="3937516" y="25210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4" name="pg7214"/>
            <p:cNvSpPr/>
            <p:nvPr/>
          </p:nvSpPr>
          <p:spPr>
            <a:xfrm>
              <a:off x="3933838" y="25300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5" name="pg7215"/>
            <p:cNvSpPr/>
            <p:nvPr/>
          </p:nvSpPr>
          <p:spPr>
            <a:xfrm>
              <a:off x="3930199" y="25391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6" name="pg7216"/>
            <p:cNvSpPr/>
            <p:nvPr/>
          </p:nvSpPr>
          <p:spPr>
            <a:xfrm>
              <a:off x="3926598" y="25482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7" name="pg7217"/>
            <p:cNvSpPr/>
            <p:nvPr/>
          </p:nvSpPr>
          <p:spPr>
            <a:xfrm>
              <a:off x="3923037" y="255731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8" name="pg7218"/>
            <p:cNvSpPr/>
            <p:nvPr/>
          </p:nvSpPr>
          <p:spPr>
            <a:xfrm>
              <a:off x="3919514" y="25664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19" name="pg7219"/>
            <p:cNvSpPr/>
            <p:nvPr/>
          </p:nvSpPr>
          <p:spPr>
            <a:xfrm>
              <a:off x="3916030" y="25755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0" name="pg7220"/>
            <p:cNvSpPr/>
            <p:nvPr/>
          </p:nvSpPr>
          <p:spPr>
            <a:xfrm>
              <a:off x="3912585" y="25846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1" name="pg7221"/>
            <p:cNvSpPr/>
            <p:nvPr/>
          </p:nvSpPr>
          <p:spPr>
            <a:xfrm>
              <a:off x="3909179" y="25938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2" name="pg7222"/>
            <p:cNvSpPr/>
            <p:nvPr/>
          </p:nvSpPr>
          <p:spPr>
            <a:xfrm>
              <a:off x="3905812" y="26029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3" name="pg7223"/>
            <p:cNvSpPr/>
            <p:nvPr/>
          </p:nvSpPr>
          <p:spPr>
            <a:xfrm>
              <a:off x="3902485" y="26121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4" name="pg7224"/>
            <p:cNvSpPr/>
            <p:nvPr/>
          </p:nvSpPr>
          <p:spPr>
            <a:xfrm>
              <a:off x="3899196" y="26213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5" name="pg7225"/>
            <p:cNvSpPr/>
            <p:nvPr/>
          </p:nvSpPr>
          <p:spPr>
            <a:xfrm>
              <a:off x="4323979" y="18916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6" name="pg7226"/>
            <p:cNvSpPr/>
            <p:nvPr/>
          </p:nvSpPr>
          <p:spPr>
            <a:xfrm>
              <a:off x="4317611" y="18990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7" name="pg7227"/>
            <p:cNvSpPr/>
            <p:nvPr/>
          </p:nvSpPr>
          <p:spPr>
            <a:xfrm>
              <a:off x="4311275" y="19064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8" name="pg7228"/>
            <p:cNvSpPr/>
            <p:nvPr/>
          </p:nvSpPr>
          <p:spPr>
            <a:xfrm>
              <a:off x="4304970" y="19138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29" name="pg7229"/>
            <p:cNvSpPr/>
            <p:nvPr/>
          </p:nvSpPr>
          <p:spPr>
            <a:xfrm>
              <a:off x="4362845" y="18477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0" name="pg7230"/>
            <p:cNvSpPr/>
            <p:nvPr/>
          </p:nvSpPr>
          <p:spPr>
            <a:xfrm>
              <a:off x="4356289" y="18550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1" name="pg7231"/>
            <p:cNvSpPr/>
            <p:nvPr/>
          </p:nvSpPr>
          <p:spPr>
            <a:xfrm>
              <a:off x="4349765" y="186228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2" name="pg7232"/>
            <p:cNvSpPr/>
            <p:nvPr/>
          </p:nvSpPr>
          <p:spPr>
            <a:xfrm>
              <a:off x="4343272" y="18695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3" name="pg7233"/>
            <p:cNvSpPr/>
            <p:nvPr/>
          </p:nvSpPr>
          <p:spPr>
            <a:xfrm>
              <a:off x="4336809" y="18768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4" name="pg7234"/>
            <p:cNvSpPr/>
            <p:nvPr/>
          </p:nvSpPr>
          <p:spPr>
            <a:xfrm>
              <a:off x="4330379" y="18842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5" name="pg7235"/>
            <p:cNvSpPr/>
            <p:nvPr/>
          </p:nvSpPr>
          <p:spPr>
            <a:xfrm>
              <a:off x="4298697" y="19213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6" name="pg7236"/>
            <p:cNvSpPr/>
            <p:nvPr/>
          </p:nvSpPr>
          <p:spPr>
            <a:xfrm>
              <a:off x="4292457" y="19288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7" name="pg7237"/>
            <p:cNvSpPr/>
            <p:nvPr/>
          </p:nvSpPr>
          <p:spPr>
            <a:xfrm>
              <a:off x="4286248" y="19363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8" name="pg7238"/>
            <p:cNvSpPr/>
            <p:nvPr/>
          </p:nvSpPr>
          <p:spPr>
            <a:xfrm>
              <a:off x="4280072" y="19439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39" name="pg7239"/>
            <p:cNvSpPr/>
            <p:nvPr/>
          </p:nvSpPr>
          <p:spPr>
            <a:xfrm>
              <a:off x="4273928" y="19515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0" name="pg7240"/>
            <p:cNvSpPr/>
            <p:nvPr/>
          </p:nvSpPr>
          <p:spPr>
            <a:xfrm>
              <a:off x="4267816" y="19591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1" name="pg7241"/>
            <p:cNvSpPr/>
            <p:nvPr/>
          </p:nvSpPr>
          <p:spPr>
            <a:xfrm>
              <a:off x="4261737" y="19667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2" name="pg7242"/>
            <p:cNvSpPr/>
            <p:nvPr/>
          </p:nvSpPr>
          <p:spPr>
            <a:xfrm>
              <a:off x="4255690" y="19744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3" name="pg7243"/>
            <p:cNvSpPr/>
            <p:nvPr/>
          </p:nvSpPr>
          <p:spPr>
            <a:xfrm>
              <a:off x="4249677" y="19821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4" name="pg7244"/>
            <p:cNvSpPr/>
            <p:nvPr/>
          </p:nvSpPr>
          <p:spPr>
            <a:xfrm>
              <a:off x="4243696" y="19898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5" name="pg7245"/>
            <p:cNvSpPr/>
            <p:nvPr/>
          </p:nvSpPr>
          <p:spPr>
            <a:xfrm>
              <a:off x="4237748" y="19975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6" name="pg7246"/>
            <p:cNvSpPr/>
            <p:nvPr/>
          </p:nvSpPr>
          <p:spPr>
            <a:xfrm>
              <a:off x="4231833" y="20053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7" name="pg7247"/>
            <p:cNvSpPr/>
            <p:nvPr/>
          </p:nvSpPr>
          <p:spPr>
            <a:xfrm>
              <a:off x="4225952" y="20131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8" name="pg7248"/>
            <p:cNvSpPr/>
            <p:nvPr/>
          </p:nvSpPr>
          <p:spPr>
            <a:xfrm>
              <a:off x="4220103" y="20209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49" name="pg7249"/>
            <p:cNvSpPr/>
            <p:nvPr/>
          </p:nvSpPr>
          <p:spPr>
            <a:xfrm>
              <a:off x="4214288" y="20288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0" name="pg7250"/>
            <p:cNvSpPr/>
            <p:nvPr/>
          </p:nvSpPr>
          <p:spPr>
            <a:xfrm>
              <a:off x="4208507" y="20366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1" name="pg7251"/>
            <p:cNvSpPr/>
            <p:nvPr/>
          </p:nvSpPr>
          <p:spPr>
            <a:xfrm>
              <a:off x="4202759" y="20445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2" name="pg7252"/>
            <p:cNvSpPr/>
            <p:nvPr/>
          </p:nvSpPr>
          <p:spPr>
            <a:xfrm>
              <a:off x="4197045" y="20524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3" name="pg7253"/>
            <p:cNvSpPr/>
            <p:nvPr/>
          </p:nvSpPr>
          <p:spPr>
            <a:xfrm>
              <a:off x="4191365" y="20604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4" name="pg7254"/>
            <p:cNvSpPr/>
            <p:nvPr/>
          </p:nvSpPr>
          <p:spPr>
            <a:xfrm>
              <a:off x="4115453" y="21740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5" name="pg7255"/>
            <p:cNvSpPr/>
            <p:nvPr/>
          </p:nvSpPr>
          <p:spPr>
            <a:xfrm>
              <a:off x="4110292" y="21823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6" name="pg7256"/>
            <p:cNvSpPr/>
            <p:nvPr/>
          </p:nvSpPr>
          <p:spPr>
            <a:xfrm>
              <a:off x="4105167" y="219062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7" name="pg7257"/>
            <p:cNvSpPr/>
            <p:nvPr/>
          </p:nvSpPr>
          <p:spPr>
            <a:xfrm>
              <a:off x="4100077" y="21989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8" name="pg7258"/>
            <p:cNvSpPr/>
            <p:nvPr/>
          </p:nvSpPr>
          <p:spPr>
            <a:xfrm>
              <a:off x="4095023" y="22073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59" name="pg7259"/>
            <p:cNvSpPr/>
            <p:nvPr/>
          </p:nvSpPr>
          <p:spPr>
            <a:xfrm>
              <a:off x="4090005" y="22156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0" name="pg7260"/>
            <p:cNvSpPr/>
            <p:nvPr/>
          </p:nvSpPr>
          <p:spPr>
            <a:xfrm>
              <a:off x="4085022" y="22240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1" name="pg7261"/>
            <p:cNvSpPr/>
            <p:nvPr/>
          </p:nvSpPr>
          <p:spPr>
            <a:xfrm>
              <a:off x="4080076" y="223248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2" name="pg7262"/>
            <p:cNvSpPr/>
            <p:nvPr/>
          </p:nvSpPr>
          <p:spPr>
            <a:xfrm>
              <a:off x="4075165" y="22409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3" name="pg7263"/>
            <p:cNvSpPr/>
            <p:nvPr/>
          </p:nvSpPr>
          <p:spPr>
            <a:xfrm>
              <a:off x="4070290" y="22493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4" name="pg7264"/>
            <p:cNvSpPr/>
            <p:nvPr/>
          </p:nvSpPr>
          <p:spPr>
            <a:xfrm>
              <a:off x="4185719" y="20683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5" name="pg7265"/>
            <p:cNvSpPr/>
            <p:nvPr/>
          </p:nvSpPr>
          <p:spPr>
            <a:xfrm>
              <a:off x="4180107" y="20763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6" name="pg7266"/>
            <p:cNvSpPr/>
            <p:nvPr/>
          </p:nvSpPr>
          <p:spPr>
            <a:xfrm>
              <a:off x="4174529" y="20843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7" name="pg7267"/>
            <p:cNvSpPr/>
            <p:nvPr/>
          </p:nvSpPr>
          <p:spPr>
            <a:xfrm>
              <a:off x="4168985" y="209241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8" name="pg7268"/>
            <p:cNvSpPr/>
            <p:nvPr/>
          </p:nvSpPr>
          <p:spPr>
            <a:xfrm>
              <a:off x="4163476" y="21004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69" name="pg7269"/>
            <p:cNvSpPr/>
            <p:nvPr/>
          </p:nvSpPr>
          <p:spPr>
            <a:xfrm>
              <a:off x="4158001" y="21085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0" name="pg7270"/>
            <p:cNvSpPr/>
            <p:nvPr/>
          </p:nvSpPr>
          <p:spPr>
            <a:xfrm>
              <a:off x="4152560" y="21166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1" name="pg7271"/>
            <p:cNvSpPr/>
            <p:nvPr/>
          </p:nvSpPr>
          <p:spPr>
            <a:xfrm>
              <a:off x="4147154" y="21247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2" name="pg7272"/>
            <p:cNvSpPr/>
            <p:nvPr/>
          </p:nvSpPr>
          <p:spPr>
            <a:xfrm>
              <a:off x="4141783" y="21329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3" name="pg7273"/>
            <p:cNvSpPr/>
            <p:nvPr/>
          </p:nvSpPr>
          <p:spPr>
            <a:xfrm>
              <a:off x="4136447" y="21411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4" name="pg7274"/>
            <p:cNvSpPr/>
            <p:nvPr/>
          </p:nvSpPr>
          <p:spPr>
            <a:xfrm>
              <a:off x="4131146" y="21493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5" name="pg7275"/>
            <p:cNvSpPr/>
            <p:nvPr/>
          </p:nvSpPr>
          <p:spPr>
            <a:xfrm>
              <a:off x="4125880" y="215752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6" name="pg7276"/>
            <p:cNvSpPr/>
            <p:nvPr/>
          </p:nvSpPr>
          <p:spPr>
            <a:xfrm>
              <a:off x="4120649" y="21657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7" name="pg7277"/>
            <p:cNvSpPr/>
            <p:nvPr/>
          </p:nvSpPr>
          <p:spPr>
            <a:xfrm>
              <a:off x="4065452" y="22578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8" name="pg7278"/>
            <p:cNvSpPr/>
            <p:nvPr/>
          </p:nvSpPr>
          <p:spPr>
            <a:xfrm>
              <a:off x="4060649" y="22663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79" name="pg7279"/>
            <p:cNvSpPr/>
            <p:nvPr/>
          </p:nvSpPr>
          <p:spPr>
            <a:xfrm>
              <a:off x="4055884" y="22748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0" name="pg7280"/>
            <p:cNvSpPr/>
            <p:nvPr/>
          </p:nvSpPr>
          <p:spPr>
            <a:xfrm>
              <a:off x="4051154" y="228341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1" name="pg7281"/>
            <p:cNvSpPr/>
            <p:nvPr/>
          </p:nvSpPr>
          <p:spPr>
            <a:xfrm>
              <a:off x="4046461" y="229197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2" name="pg7282"/>
            <p:cNvSpPr/>
            <p:nvPr/>
          </p:nvSpPr>
          <p:spPr>
            <a:xfrm>
              <a:off x="4041804" y="23005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3" name="pg7283"/>
            <p:cNvSpPr/>
            <p:nvPr/>
          </p:nvSpPr>
          <p:spPr>
            <a:xfrm>
              <a:off x="4037185" y="23091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4" name="pg7284"/>
            <p:cNvSpPr/>
            <p:nvPr/>
          </p:nvSpPr>
          <p:spPr>
            <a:xfrm>
              <a:off x="4032601" y="23177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5" name="pg7285"/>
            <p:cNvSpPr/>
            <p:nvPr/>
          </p:nvSpPr>
          <p:spPr>
            <a:xfrm>
              <a:off x="4028055" y="23264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6" name="pg7286"/>
            <p:cNvSpPr/>
            <p:nvPr/>
          </p:nvSpPr>
          <p:spPr>
            <a:xfrm>
              <a:off x="4023546" y="233506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7" name="pg7287"/>
            <p:cNvSpPr/>
            <p:nvPr/>
          </p:nvSpPr>
          <p:spPr>
            <a:xfrm>
              <a:off x="3816993" y="291233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8" name="pg7288"/>
            <p:cNvSpPr/>
            <p:nvPr/>
          </p:nvSpPr>
          <p:spPr>
            <a:xfrm>
              <a:off x="3814987" y="29218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89" name="pg7289"/>
            <p:cNvSpPr/>
            <p:nvPr/>
          </p:nvSpPr>
          <p:spPr>
            <a:xfrm>
              <a:off x="3813021" y="29314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0" name="pg7290"/>
            <p:cNvSpPr/>
            <p:nvPr/>
          </p:nvSpPr>
          <p:spPr>
            <a:xfrm>
              <a:off x="3811097" y="29410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1" name="pg7291"/>
            <p:cNvSpPr/>
            <p:nvPr/>
          </p:nvSpPr>
          <p:spPr>
            <a:xfrm>
              <a:off x="3809213" y="29506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2" name="pg7292"/>
            <p:cNvSpPr/>
            <p:nvPr/>
          </p:nvSpPr>
          <p:spPr>
            <a:xfrm>
              <a:off x="3834509" y="28362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3" name="pg7293"/>
            <p:cNvSpPr/>
            <p:nvPr/>
          </p:nvSpPr>
          <p:spPr>
            <a:xfrm>
              <a:off x="3832177" y="28457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4" name="pg7294"/>
            <p:cNvSpPr/>
            <p:nvPr/>
          </p:nvSpPr>
          <p:spPr>
            <a:xfrm>
              <a:off x="3829886" y="28552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5" name="pg7295"/>
            <p:cNvSpPr/>
            <p:nvPr/>
          </p:nvSpPr>
          <p:spPr>
            <a:xfrm>
              <a:off x="3827636" y="28647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6" name="pg7296"/>
            <p:cNvSpPr/>
            <p:nvPr/>
          </p:nvSpPr>
          <p:spPr>
            <a:xfrm>
              <a:off x="3825426" y="28742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7" name="pg7297"/>
            <p:cNvSpPr/>
            <p:nvPr/>
          </p:nvSpPr>
          <p:spPr>
            <a:xfrm>
              <a:off x="3823257" y="28837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8" name="pg7298"/>
            <p:cNvSpPr/>
            <p:nvPr/>
          </p:nvSpPr>
          <p:spPr>
            <a:xfrm>
              <a:off x="3821128" y="28932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99" name="pg7299"/>
            <p:cNvSpPr/>
            <p:nvPr/>
          </p:nvSpPr>
          <p:spPr>
            <a:xfrm>
              <a:off x="3819040" y="29027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0" name="pg7300"/>
            <p:cNvSpPr/>
            <p:nvPr/>
          </p:nvSpPr>
          <p:spPr>
            <a:xfrm>
              <a:off x="3889567" y="26489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1" name="pg7301"/>
            <p:cNvSpPr/>
            <p:nvPr/>
          </p:nvSpPr>
          <p:spPr>
            <a:xfrm>
              <a:off x="3886435" y="26582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2" name="pg7302"/>
            <p:cNvSpPr/>
            <p:nvPr/>
          </p:nvSpPr>
          <p:spPr>
            <a:xfrm>
              <a:off x="3883344" y="26675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3" name="pg7303"/>
            <p:cNvSpPr/>
            <p:nvPr/>
          </p:nvSpPr>
          <p:spPr>
            <a:xfrm>
              <a:off x="3880292" y="26767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4" name="pg7304"/>
            <p:cNvSpPr/>
            <p:nvPr/>
          </p:nvSpPr>
          <p:spPr>
            <a:xfrm>
              <a:off x="3877279" y="26860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5" name="pg7305"/>
            <p:cNvSpPr/>
            <p:nvPr/>
          </p:nvSpPr>
          <p:spPr>
            <a:xfrm>
              <a:off x="3874306" y="26953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6" name="pg7306"/>
            <p:cNvSpPr/>
            <p:nvPr/>
          </p:nvSpPr>
          <p:spPr>
            <a:xfrm>
              <a:off x="3871373" y="27046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7" name="pg7307"/>
            <p:cNvSpPr/>
            <p:nvPr/>
          </p:nvSpPr>
          <p:spPr>
            <a:xfrm>
              <a:off x="3868480" y="27139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8" name="pg7308"/>
            <p:cNvSpPr/>
            <p:nvPr/>
          </p:nvSpPr>
          <p:spPr>
            <a:xfrm>
              <a:off x="3865627" y="27233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09" name="pg7309"/>
            <p:cNvSpPr/>
            <p:nvPr/>
          </p:nvSpPr>
          <p:spPr>
            <a:xfrm>
              <a:off x="3862813" y="273267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0" name="pg7310"/>
            <p:cNvSpPr/>
            <p:nvPr/>
          </p:nvSpPr>
          <p:spPr>
            <a:xfrm>
              <a:off x="3860039" y="27420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1" name="pg7311"/>
            <p:cNvSpPr/>
            <p:nvPr/>
          </p:nvSpPr>
          <p:spPr>
            <a:xfrm>
              <a:off x="3857305" y="27514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2" name="pg7312"/>
            <p:cNvSpPr/>
            <p:nvPr/>
          </p:nvSpPr>
          <p:spPr>
            <a:xfrm>
              <a:off x="3854612" y="276078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3" name="pg7313"/>
            <p:cNvSpPr/>
            <p:nvPr/>
          </p:nvSpPr>
          <p:spPr>
            <a:xfrm>
              <a:off x="3851958" y="27701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4" name="pg7314"/>
            <p:cNvSpPr/>
            <p:nvPr/>
          </p:nvSpPr>
          <p:spPr>
            <a:xfrm>
              <a:off x="3849345" y="277958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5" name="pg7315"/>
            <p:cNvSpPr/>
            <p:nvPr/>
          </p:nvSpPr>
          <p:spPr>
            <a:xfrm>
              <a:off x="3846771" y="27890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6" name="pg7316"/>
            <p:cNvSpPr/>
            <p:nvPr/>
          </p:nvSpPr>
          <p:spPr>
            <a:xfrm>
              <a:off x="3844238" y="27984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7" name="pg7317"/>
            <p:cNvSpPr/>
            <p:nvPr/>
          </p:nvSpPr>
          <p:spPr>
            <a:xfrm>
              <a:off x="3841745" y="28078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8" name="pg7318"/>
            <p:cNvSpPr/>
            <p:nvPr/>
          </p:nvSpPr>
          <p:spPr>
            <a:xfrm>
              <a:off x="3839293" y="28173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19" name="pg7319"/>
            <p:cNvSpPr/>
            <p:nvPr/>
          </p:nvSpPr>
          <p:spPr>
            <a:xfrm>
              <a:off x="3836880" y="282677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0" name="pg7320"/>
            <p:cNvSpPr/>
            <p:nvPr/>
          </p:nvSpPr>
          <p:spPr>
            <a:xfrm>
              <a:off x="3802086" y="29889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1" name="pg7321"/>
            <p:cNvSpPr/>
            <p:nvPr/>
          </p:nvSpPr>
          <p:spPr>
            <a:xfrm>
              <a:off x="3800407" y="29986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2" name="pg7322"/>
            <p:cNvSpPr/>
            <p:nvPr/>
          </p:nvSpPr>
          <p:spPr>
            <a:xfrm>
              <a:off x="3807370" y="296018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3" name="pg7323"/>
            <p:cNvSpPr/>
            <p:nvPr/>
          </p:nvSpPr>
          <p:spPr>
            <a:xfrm>
              <a:off x="3805568" y="29697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4" name="pg7324"/>
            <p:cNvSpPr/>
            <p:nvPr/>
          </p:nvSpPr>
          <p:spPr>
            <a:xfrm>
              <a:off x="3803806" y="29793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5" name="pg7325"/>
            <p:cNvSpPr/>
            <p:nvPr/>
          </p:nvSpPr>
          <p:spPr>
            <a:xfrm>
              <a:off x="3798769" y="30082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6" name="pg7326"/>
            <p:cNvSpPr/>
            <p:nvPr/>
          </p:nvSpPr>
          <p:spPr>
            <a:xfrm>
              <a:off x="3797172" y="30178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7" name="pg7327"/>
            <p:cNvSpPr/>
            <p:nvPr/>
          </p:nvSpPr>
          <p:spPr>
            <a:xfrm>
              <a:off x="3795616" y="30274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8" name="pg7328"/>
            <p:cNvSpPr/>
            <p:nvPr/>
          </p:nvSpPr>
          <p:spPr>
            <a:xfrm>
              <a:off x="3794102" y="30371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29" name="pg7329"/>
            <p:cNvSpPr/>
            <p:nvPr/>
          </p:nvSpPr>
          <p:spPr>
            <a:xfrm>
              <a:off x="3783469" y="31144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0" name="pg7330"/>
            <p:cNvSpPr/>
            <p:nvPr/>
          </p:nvSpPr>
          <p:spPr>
            <a:xfrm>
              <a:off x="3782326" y="31241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1" name="pg7331"/>
            <p:cNvSpPr/>
            <p:nvPr/>
          </p:nvSpPr>
          <p:spPr>
            <a:xfrm>
              <a:off x="3792628" y="304678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2" name="pg7332"/>
            <p:cNvSpPr/>
            <p:nvPr/>
          </p:nvSpPr>
          <p:spPr>
            <a:xfrm>
              <a:off x="3791196" y="30564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3" name="pg7333"/>
            <p:cNvSpPr/>
            <p:nvPr/>
          </p:nvSpPr>
          <p:spPr>
            <a:xfrm>
              <a:off x="3789805" y="30661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4" name="pg7334"/>
            <p:cNvSpPr/>
            <p:nvPr/>
          </p:nvSpPr>
          <p:spPr>
            <a:xfrm>
              <a:off x="3788455" y="30757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5" name="pg7335"/>
            <p:cNvSpPr/>
            <p:nvPr/>
          </p:nvSpPr>
          <p:spPr>
            <a:xfrm>
              <a:off x="3787147" y="30854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6" name="pg7336"/>
            <p:cNvSpPr/>
            <p:nvPr/>
          </p:nvSpPr>
          <p:spPr>
            <a:xfrm>
              <a:off x="3785879" y="30951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7" name="pg7337"/>
            <p:cNvSpPr/>
            <p:nvPr/>
          </p:nvSpPr>
          <p:spPr>
            <a:xfrm>
              <a:off x="3784653" y="31048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8" name="pg7338"/>
            <p:cNvSpPr/>
            <p:nvPr/>
          </p:nvSpPr>
          <p:spPr>
            <a:xfrm>
              <a:off x="3781224" y="31338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39" name="pg7339"/>
            <p:cNvSpPr/>
            <p:nvPr/>
          </p:nvSpPr>
          <p:spPr>
            <a:xfrm>
              <a:off x="3780164" y="31435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0" name="pg7340"/>
            <p:cNvSpPr/>
            <p:nvPr/>
          </p:nvSpPr>
          <p:spPr>
            <a:xfrm>
              <a:off x="3779145" y="31533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1" name="pg7341"/>
            <p:cNvSpPr/>
            <p:nvPr/>
          </p:nvSpPr>
          <p:spPr>
            <a:xfrm>
              <a:off x="3778167" y="31630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2" name="pg7342"/>
            <p:cNvSpPr/>
            <p:nvPr/>
          </p:nvSpPr>
          <p:spPr>
            <a:xfrm>
              <a:off x="3777231" y="31727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3" name="pg7343"/>
            <p:cNvSpPr/>
            <p:nvPr/>
          </p:nvSpPr>
          <p:spPr>
            <a:xfrm>
              <a:off x="3771237" y="32505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4" name="pg7344"/>
            <p:cNvSpPr/>
            <p:nvPr/>
          </p:nvSpPr>
          <p:spPr>
            <a:xfrm>
              <a:off x="3770675" y="32603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5" name="pg7345"/>
            <p:cNvSpPr/>
            <p:nvPr/>
          </p:nvSpPr>
          <p:spPr>
            <a:xfrm>
              <a:off x="3773902" y="32116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6" name="pg7346"/>
            <p:cNvSpPr/>
            <p:nvPr/>
          </p:nvSpPr>
          <p:spPr>
            <a:xfrm>
              <a:off x="3773173" y="32213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7" name="pg7347"/>
            <p:cNvSpPr/>
            <p:nvPr/>
          </p:nvSpPr>
          <p:spPr>
            <a:xfrm>
              <a:off x="3776336" y="31824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8" name="pg7348"/>
            <p:cNvSpPr/>
            <p:nvPr/>
          </p:nvSpPr>
          <p:spPr>
            <a:xfrm>
              <a:off x="3775483" y="31921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49" name="pg7349"/>
            <p:cNvSpPr/>
            <p:nvPr/>
          </p:nvSpPr>
          <p:spPr>
            <a:xfrm>
              <a:off x="3774672" y="32019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0" name="pg7350"/>
            <p:cNvSpPr/>
            <p:nvPr/>
          </p:nvSpPr>
          <p:spPr>
            <a:xfrm>
              <a:off x="3772486" y="32311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1" name="pg7351"/>
            <p:cNvSpPr/>
            <p:nvPr/>
          </p:nvSpPr>
          <p:spPr>
            <a:xfrm>
              <a:off x="3771841" y="32408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2" name="pg7352"/>
            <p:cNvSpPr/>
            <p:nvPr/>
          </p:nvSpPr>
          <p:spPr>
            <a:xfrm>
              <a:off x="3770154" y="32700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3" name="pg7353"/>
            <p:cNvSpPr/>
            <p:nvPr/>
          </p:nvSpPr>
          <p:spPr>
            <a:xfrm>
              <a:off x="3769676" y="32798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4" name="pg7354"/>
            <p:cNvSpPr/>
            <p:nvPr/>
          </p:nvSpPr>
          <p:spPr>
            <a:xfrm>
              <a:off x="3769238" y="32895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5" name="pg7355"/>
            <p:cNvSpPr/>
            <p:nvPr/>
          </p:nvSpPr>
          <p:spPr>
            <a:xfrm>
              <a:off x="3768842" y="329933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6" name="pg7356"/>
            <p:cNvSpPr/>
            <p:nvPr/>
          </p:nvSpPr>
          <p:spPr>
            <a:xfrm>
              <a:off x="3768488" y="33090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7" name="pg7357"/>
            <p:cNvSpPr/>
            <p:nvPr/>
          </p:nvSpPr>
          <p:spPr>
            <a:xfrm>
              <a:off x="3768176" y="331884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8" name="pg7358"/>
            <p:cNvSpPr/>
            <p:nvPr/>
          </p:nvSpPr>
          <p:spPr>
            <a:xfrm>
              <a:off x="3767905" y="33286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59" name="pg7359"/>
            <p:cNvSpPr/>
            <p:nvPr/>
          </p:nvSpPr>
          <p:spPr>
            <a:xfrm>
              <a:off x="3767676" y="333836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0" name="pg7360"/>
            <p:cNvSpPr/>
            <p:nvPr/>
          </p:nvSpPr>
          <p:spPr>
            <a:xfrm>
              <a:off x="3767489" y="33481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1" name="pg7361"/>
            <p:cNvSpPr/>
            <p:nvPr/>
          </p:nvSpPr>
          <p:spPr>
            <a:xfrm>
              <a:off x="3767343" y="33578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2" name="pg7362"/>
            <p:cNvSpPr/>
            <p:nvPr/>
          </p:nvSpPr>
          <p:spPr>
            <a:xfrm>
              <a:off x="4941720" y="138903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3" name="pg7363"/>
            <p:cNvSpPr/>
            <p:nvPr/>
          </p:nvSpPr>
          <p:spPr>
            <a:xfrm>
              <a:off x="4933201" y="13938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4" name="pg7364"/>
            <p:cNvSpPr/>
            <p:nvPr/>
          </p:nvSpPr>
          <p:spPr>
            <a:xfrm>
              <a:off x="4924702" y="13986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5" name="pg7365"/>
            <p:cNvSpPr/>
            <p:nvPr/>
          </p:nvSpPr>
          <p:spPr>
            <a:xfrm>
              <a:off x="4916225" y="14034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6" name="pg7366"/>
            <p:cNvSpPr/>
            <p:nvPr/>
          </p:nvSpPr>
          <p:spPr>
            <a:xfrm>
              <a:off x="4907768" y="14083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7" name="pg7367"/>
            <p:cNvSpPr/>
            <p:nvPr/>
          </p:nvSpPr>
          <p:spPr>
            <a:xfrm>
              <a:off x="4899331" y="14132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8" name="pg7368"/>
            <p:cNvSpPr/>
            <p:nvPr/>
          </p:nvSpPr>
          <p:spPr>
            <a:xfrm>
              <a:off x="4890916" y="14181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69" name="pg7369"/>
            <p:cNvSpPr/>
            <p:nvPr/>
          </p:nvSpPr>
          <p:spPr>
            <a:xfrm>
              <a:off x="4882522" y="14231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0" name="pg7370"/>
            <p:cNvSpPr/>
            <p:nvPr/>
          </p:nvSpPr>
          <p:spPr>
            <a:xfrm>
              <a:off x="4984614" y="13657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1" name="pg7371"/>
            <p:cNvSpPr/>
            <p:nvPr/>
          </p:nvSpPr>
          <p:spPr>
            <a:xfrm>
              <a:off x="4975996" y="13703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2" name="pg7372"/>
            <p:cNvSpPr/>
            <p:nvPr/>
          </p:nvSpPr>
          <p:spPr>
            <a:xfrm>
              <a:off x="4967397" y="13749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3" name="pg7373"/>
            <p:cNvSpPr/>
            <p:nvPr/>
          </p:nvSpPr>
          <p:spPr>
            <a:xfrm>
              <a:off x="4958818" y="13796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4" name="pg7374"/>
            <p:cNvSpPr/>
            <p:nvPr/>
          </p:nvSpPr>
          <p:spPr>
            <a:xfrm>
              <a:off x="4950259" y="13843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5" name="pg7375"/>
            <p:cNvSpPr/>
            <p:nvPr/>
          </p:nvSpPr>
          <p:spPr>
            <a:xfrm>
              <a:off x="5036729" y="13390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6" name="pg7376"/>
            <p:cNvSpPr/>
            <p:nvPr/>
          </p:nvSpPr>
          <p:spPr>
            <a:xfrm>
              <a:off x="5027996" y="13433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7" name="pg7377"/>
            <p:cNvSpPr/>
            <p:nvPr/>
          </p:nvSpPr>
          <p:spPr>
            <a:xfrm>
              <a:off x="5019282" y="13477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8" name="pg7378"/>
            <p:cNvSpPr/>
            <p:nvPr/>
          </p:nvSpPr>
          <p:spPr>
            <a:xfrm>
              <a:off x="5010586" y="13522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79" name="pg7379"/>
            <p:cNvSpPr/>
            <p:nvPr/>
          </p:nvSpPr>
          <p:spPr>
            <a:xfrm>
              <a:off x="5001910" y="13566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0" name="pg7380"/>
            <p:cNvSpPr/>
            <p:nvPr/>
          </p:nvSpPr>
          <p:spPr>
            <a:xfrm>
              <a:off x="4993252" y="13612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1" name="pg7381"/>
            <p:cNvSpPr/>
            <p:nvPr/>
          </p:nvSpPr>
          <p:spPr>
            <a:xfrm>
              <a:off x="4874150" y="14281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2" name="pg7382"/>
            <p:cNvSpPr/>
            <p:nvPr/>
          </p:nvSpPr>
          <p:spPr>
            <a:xfrm>
              <a:off x="4865799" y="14332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3" name="pg7383"/>
            <p:cNvSpPr/>
            <p:nvPr/>
          </p:nvSpPr>
          <p:spPr>
            <a:xfrm>
              <a:off x="4857469" y="14383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4" name="pg7384"/>
            <p:cNvSpPr/>
            <p:nvPr/>
          </p:nvSpPr>
          <p:spPr>
            <a:xfrm>
              <a:off x="4849161" y="14434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5" name="pg7385"/>
            <p:cNvSpPr/>
            <p:nvPr/>
          </p:nvSpPr>
          <p:spPr>
            <a:xfrm>
              <a:off x="4840876" y="14486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6" name="pg7386"/>
            <p:cNvSpPr/>
            <p:nvPr/>
          </p:nvSpPr>
          <p:spPr>
            <a:xfrm>
              <a:off x="4832612" y="145380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7" name="pg7387"/>
            <p:cNvSpPr/>
            <p:nvPr/>
          </p:nvSpPr>
          <p:spPr>
            <a:xfrm>
              <a:off x="4824371" y="14590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8" name="pg7388"/>
            <p:cNvSpPr/>
            <p:nvPr/>
          </p:nvSpPr>
          <p:spPr>
            <a:xfrm>
              <a:off x="4816152" y="14642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89" name="pg7389"/>
            <p:cNvSpPr/>
            <p:nvPr/>
          </p:nvSpPr>
          <p:spPr>
            <a:xfrm>
              <a:off x="4807955" y="14696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0" name="pg7390"/>
            <p:cNvSpPr/>
            <p:nvPr/>
          </p:nvSpPr>
          <p:spPr>
            <a:xfrm>
              <a:off x="4799782" y="147493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1" name="pg7391"/>
            <p:cNvSpPr/>
            <p:nvPr/>
          </p:nvSpPr>
          <p:spPr>
            <a:xfrm>
              <a:off x="4791631" y="14803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2" name="pg7392"/>
            <p:cNvSpPr/>
            <p:nvPr/>
          </p:nvSpPr>
          <p:spPr>
            <a:xfrm>
              <a:off x="4783503" y="14857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3" name="pg7393"/>
            <p:cNvSpPr/>
            <p:nvPr/>
          </p:nvSpPr>
          <p:spPr>
            <a:xfrm>
              <a:off x="4775398" y="14911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4" name="pg7394"/>
            <p:cNvSpPr/>
            <p:nvPr/>
          </p:nvSpPr>
          <p:spPr>
            <a:xfrm>
              <a:off x="4767317" y="14966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5" name="pg7395"/>
            <p:cNvSpPr/>
            <p:nvPr/>
          </p:nvSpPr>
          <p:spPr>
            <a:xfrm>
              <a:off x="4759259" y="150213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6" name="pg7396"/>
            <p:cNvSpPr/>
            <p:nvPr/>
          </p:nvSpPr>
          <p:spPr>
            <a:xfrm>
              <a:off x="4751225" y="15076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7" name="pg7397"/>
            <p:cNvSpPr/>
            <p:nvPr/>
          </p:nvSpPr>
          <p:spPr>
            <a:xfrm>
              <a:off x="4743214" y="15132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8" name="pg7398"/>
            <p:cNvSpPr/>
            <p:nvPr/>
          </p:nvSpPr>
          <p:spPr>
            <a:xfrm>
              <a:off x="4735227" y="151887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399" name="pg7399"/>
            <p:cNvSpPr/>
            <p:nvPr/>
          </p:nvSpPr>
          <p:spPr>
            <a:xfrm>
              <a:off x="4727265" y="152451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0" name="pg7400"/>
            <p:cNvSpPr/>
            <p:nvPr/>
          </p:nvSpPr>
          <p:spPr>
            <a:xfrm>
              <a:off x="5541062" y="11585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1" name="pg7401"/>
            <p:cNvSpPr/>
            <p:nvPr/>
          </p:nvSpPr>
          <p:spPr>
            <a:xfrm>
              <a:off x="5579185" y="115014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2" name="pg7402"/>
            <p:cNvSpPr/>
            <p:nvPr/>
          </p:nvSpPr>
          <p:spPr>
            <a:xfrm>
              <a:off x="5569641" y="11521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3" name="pg7403"/>
            <p:cNvSpPr/>
            <p:nvPr/>
          </p:nvSpPr>
          <p:spPr>
            <a:xfrm>
              <a:off x="5560106" y="11542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4" name="pg7404"/>
            <p:cNvSpPr/>
            <p:nvPr/>
          </p:nvSpPr>
          <p:spPr>
            <a:xfrm>
              <a:off x="5550579" y="11564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5" name="pg7405"/>
            <p:cNvSpPr/>
            <p:nvPr/>
          </p:nvSpPr>
          <p:spPr>
            <a:xfrm>
              <a:off x="5636627" y="11387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6" name="pg7406"/>
            <p:cNvSpPr/>
            <p:nvPr/>
          </p:nvSpPr>
          <p:spPr>
            <a:xfrm>
              <a:off x="5627033" y="11405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7" name="pg7407"/>
            <p:cNvSpPr/>
            <p:nvPr/>
          </p:nvSpPr>
          <p:spPr>
            <a:xfrm>
              <a:off x="5617447" y="11423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8" name="pg7408"/>
            <p:cNvSpPr/>
            <p:nvPr/>
          </p:nvSpPr>
          <p:spPr>
            <a:xfrm>
              <a:off x="5607869" y="11442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09" name="pg7409"/>
            <p:cNvSpPr/>
            <p:nvPr/>
          </p:nvSpPr>
          <p:spPr>
            <a:xfrm>
              <a:off x="5598300" y="11461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0" name="pg7410"/>
            <p:cNvSpPr/>
            <p:nvPr/>
          </p:nvSpPr>
          <p:spPr>
            <a:xfrm>
              <a:off x="5588738" y="11481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1" name="pg7411"/>
            <p:cNvSpPr/>
            <p:nvPr/>
          </p:nvSpPr>
          <p:spPr>
            <a:xfrm>
              <a:off x="5503088" y="116766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2" name="pg7412"/>
            <p:cNvSpPr/>
            <p:nvPr/>
          </p:nvSpPr>
          <p:spPr>
            <a:xfrm>
              <a:off x="5493619" y="11700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3" name="pg7413"/>
            <p:cNvSpPr/>
            <p:nvPr/>
          </p:nvSpPr>
          <p:spPr>
            <a:xfrm>
              <a:off x="5531554" y="11607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4" name="pg7414"/>
            <p:cNvSpPr/>
            <p:nvPr/>
          </p:nvSpPr>
          <p:spPr>
            <a:xfrm>
              <a:off x="5522055" y="11630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5" name="pg7415"/>
            <p:cNvSpPr/>
            <p:nvPr/>
          </p:nvSpPr>
          <p:spPr>
            <a:xfrm>
              <a:off x="5512567" y="11653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6" name="pg7416"/>
            <p:cNvSpPr/>
            <p:nvPr/>
          </p:nvSpPr>
          <p:spPr>
            <a:xfrm>
              <a:off x="5484160" y="11724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7" name="pg7417"/>
            <p:cNvSpPr/>
            <p:nvPr/>
          </p:nvSpPr>
          <p:spPr>
            <a:xfrm>
              <a:off x="5474712" y="11748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8" name="pg7418"/>
            <p:cNvSpPr/>
            <p:nvPr/>
          </p:nvSpPr>
          <p:spPr>
            <a:xfrm>
              <a:off x="5465274" y="11773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19" name="pg7419"/>
            <p:cNvSpPr/>
            <p:nvPr/>
          </p:nvSpPr>
          <p:spPr>
            <a:xfrm>
              <a:off x="5455847" y="11799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0" name="pg7420"/>
            <p:cNvSpPr/>
            <p:nvPr/>
          </p:nvSpPr>
          <p:spPr>
            <a:xfrm>
              <a:off x="5446431" y="11824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1" name="pg7421"/>
            <p:cNvSpPr/>
            <p:nvPr/>
          </p:nvSpPr>
          <p:spPr>
            <a:xfrm>
              <a:off x="5437026" y="11851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2" name="pg7422"/>
            <p:cNvSpPr/>
            <p:nvPr/>
          </p:nvSpPr>
          <p:spPr>
            <a:xfrm>
              <a:off x="5427633" y="11877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3" name="pg7423"/>
            <p:cNvSpPr/>
            <p:nvPr/>
          </p:nvSpPr>
          <p:spPr>
            <a:xfrm>
              <a:off x="5418250" y="11904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4" name="pg7424"/>
            <p:cNvSpPr/>
            <p:nvPr/>
          </p:nvSpPr>
          <p:spPr>
            <a:xfrm>
              <a:off x="5408880" y="11931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5" name="pg7425"/>
            <p:cNvSpPr/>
            <p:nvPr/>
          </p:nvSpPr>
          <p:spPr>
            <a:xfrm>
              <a:off x="5399521" y="11959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6" name="pg7426"/>
            <p:cNvSpPr/>
            <p:nvPr/>
          </p:nvSpPr>
          <p:spPr>
            <a:xfrm>
              <a:off x="5390173" y="11987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7" name="pg7427"/>
            <p:cNvSpPr/>
            <p:nvPr/>
          </p:nvSpPr>
          <p:spPr>
            <a:xfrm>
              <a:off x="5380838" y="12016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8" name="pg7428"/>
            <p:cNvSpPr/>
            <p:nvPr/>
          </p:nvSpPr>
          <p:spPr>
            <a:xfrm>
              <a:off x="5371516" y="12045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29" name="pg7429"/>
            <p:cNvSpPr/>
            <p:nvPr/>
          </p:nvSpPr>
          <p:spPr>
            <a:xfrm>
              <a:off x="5362205" y="12074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0" name="pg7430"/>
            <p:cNvSpPr/>
            <p:nvPr/>
          </p:nvSpPr>
          <p:spPr>
            <a:xfrm>
              <a:off x="5352908" y="12104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1" name="pg7431"/>
            <p:cNvSpPr/>
            <p:nvPr/>
          </p:nvSpPr>
          <p:spPr>
            <a:xfrm>
              <a:off x="5343623" y="12134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2" name="pg7432"/>
            <p:cNvSpPr/>
            <p:nvPr/>
          </p:nvSpPr>
          <p:spPr>
            <a:xfrm>
              <a:off x="5334351" y="121649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3" name="pg7433"/>
            <p:cNvSpPr/>
            <p:nvPr/>
          </p:nvSpPr>
          <p:spPr>
            <a:xfrm>
              <a:off x="5325092" y="12195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4" name="pg7434"/>
            <p:cNvSpPr/>
            <p:nvPr/>
          </p:nvSpPr>
          <p:spPr>
            <a:xfrm>
              <a:off x="5315846" y="12227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5" name="pg7435"/>
            <p:cNvSpPr/>
            <p:nvPr/>
          </p:nvSpPr>
          <p:spPr>
            <a:xfrm>
              <a:off x="5791039" y="11154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6" name="pg7436"/>
            <p:cNvSpPr/>
            <p:nvPr/>
          </p:nvSpPr>
          <p:spPr>
            <a:xfrm>
              <a:off x="5781345" y="111662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7" name="pg7437"/>
            <p:cNvSpPr/>
            <p:nvPr/>
          </p:nvSpPr>
          <p:spPr>
            <a:xfrm>
              <a:off x="5820150" y="11122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8" name="pg7438"/>
            <p:cNvSpPr/>
            <p:nvPr/>
          </p:nvSpPr>
          <p:spPr>
            <a:xfrm>
              <a:off x="5810442" y="111331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39" name="pg7439"/>
            <p:cNvSpPr/>
            <p:nvPr/>
          </p:nvSpPr>
          <p:spPr>
            <a:xfrm>
              <a:off x="5800738" y="11143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0" name="pg7440"/>
            <p:cNvSpPr/>
            <p:nvPr/>
          </p:nvSpPr>
          <p:spPr>
            <a:xfrm>
              <a:off x="5878481" y="11070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1" name="pg7441"/>
            <p:cNvSpPr/>
            <p:nvPr/>
          </p:nvSpPr>
          <p:spPr>
            <a:xfrm>
              <a:off x="5868750" y="11078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2" name="pg7442"/>
            <p:cNvSpPr/>
            <p:nvPr/>
          </p:nvSpPr>
          <p:spPr>
            <a:xfrm>
              <a:off x="5859023" y="110863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3" name="pg7443"/>
            <p:cNvSpPr/>
            <p:nvPr/>
          </p:nvSpPr>
          <p:spPr>
            <a:xfrm>
              <a:off x="5849299" y="11094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4" name="pg7444"/>
            <p:cNvSpPr/>
            <p:nvPr/>
          </p:nvSpPr>
          <p:spPr>
            <a:xfrm>
              <a:off x="5839578" y="11103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5" name="pg7445"/>
            <p:cNvSpPr/>
            <p:nvPr/>
          </p:nvSpPr>
          <p:spPr>
            <a:xfrm>
              <a:off x="5829862" y="11113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6" name="pg7446"/>
            <p:cNvSpPr/>
            <p:nvPr/>
          </p:nvSpPr>
          <p:spPr>
            <a:xfrm>
              <a:off x="5966182" y="110199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7" name="pg7447"/>
            <p:cNvSpPr/>
            <p:nvPr/>
          </p:nvSpPr>
          <p:spPr>
            <a:xfrm>
              <a:off x="5956429" y="11023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8" name="pg7448"/>
            <p:cNvSpPr/>
            <p:nvPr/>
          </p:nvSpPr>
          <p:spPr>
            <a:xfrm>
              <a:off x="5946678" y="11028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49" name="pg7449"/>
            <p:cNvSpPr/>
            <p:nvPr/>
          </p:nvSpPr>
          <p:spPr>
            <a:xfrm>
              <a:off x="5936928" y="11033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0" name="pg7450"/>
            <p:cNvSpPr/>
            <p:nvPr/>
          </p:nvSpPr>
          <p:spPr>
            <a:xfrm>
              <a:off x="5927180" y="11038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1" name="pg7451"/>
            <p:cNvSpPr/>
            <p:nvPr/>
          </p:nvSpPr>
          <p:spPr>
            <a:xfrm>
              <a:off x="6044252" y="11003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2" name="pg7452"/>
            <p:cNvSpPr/>
            <p:nvPr/>
          </p:nvSpPr>
          <p:spPr>
            <a:xfrm>
              <a:off x="6034491" y="11003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3" name="pg7453"/>
            <p:cNvSpPr/>
            <p:nvPr/>
          </p:nvSpPr>
          <p:spPr>
            <a:xfrm>
              <a:off x="6024730" y="110049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4" name="pg7454"/>
            <p:cNvSpPr/>
            <p:nvPr/>
          </p:nvSpPr>
          <p:spPr>
            <a:xfrm>
              <a:off x="6014970" y="11006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5" name="pg7455"/>
            <p:cNvSpPr/>
            <p:nvPr/>
          </p:nvSpPr>
          <p:spPr>
            <a:xfrm>
              <a:off x="6005210" y="11008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6" name="pg7456"/>
            <p:cNvSpPr/>
            <p:nvPr/>
          </p:nvSpPr>
          <p:spPr>
            <a:xfrm>
              <a:off x="5995451" y="11010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7" name="pg7457"/>
            <p:cNvSpPr/>
            <p:nvPr/>
          </p:nvSpPr>
          <p:spPr>
            <a:xfrm>
              <a:off x="5985694" y="11013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8" name="pg7458"/>
            <p:cNvSpPr/>
            <p:nvPr/>
          </p:nvSpPr>
          <p:spPr>
            <a:xfrm>
              <a:off x="5975937" y="11016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59" name="pg7459"/>
            <p:cNvSpPr/>
            <p:nvPr/>
          </p:nvSpPr>
          <p:spPr>
            <a:xfrm>
              <a:off x="5917435" y="11043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0" name="pg7460"/>
            <p:cNvSpPr/>
            <p:nvPr/>
          </p:nvSpPr>
          <p:spPr>
            <a:xfrm>
              <a:off x="5907693" y="11049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1" name="pg7461"/>
            <p:cNvSpPr/>
            <p:nvPr/>
          </p:nvSpPr>
          <p:spPr>
            <a:xfrm>
              <a:off x="5897953" y="11056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2" name="pg7462"/>
            <p:cNvSpPr/>
            <p:nvPr/>
          </p:nvSpPr>
          <p:spPr>
            <a:xfrm>
              <a:off x="5888215" y="11063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3" name="pg7463"/>
            <p:cNvSpPr/>
            <p:nvPr/>
          </p:nvSpPr>
          <p:spPr>
            <a:xfrm>
              <a:off x="5723290" y="11243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4" name="pg7464"/>
            <p:cNvSpPr/>
            <p:nvPr/>
          </p:nvSpPr>
          <p:spPr>
            <a:xfrm>
              <a:off x="5713634" y="11257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5" name="pg7465"/>
            <p:cNvSpPr/>
            <p:nvPr/>
          </p:nvSpPr>
          <p:spPr>
            <a:xfrm>
              <a:off x="5703985" y="11272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6" name="pg7466"/>
            <p:cNvSpPr/>
            <p:nvPr/>
          </p:nvSpPr>
          <p:spPr>
            <a:xfrm>
              <a:off x="5742619" y="11216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7" name="pg7467"/>
            <p:cNvSpPr/>
            <p:nvPr/>
          </p:nvSpPr>
          <p:spPr>
            <a:xfrm>
              <a:off x="5732952" y="11229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8" name="pg7468"/>
            <p:cNvSpPr/>
            <p:nvPr/>
          </p:nvSpPr>
          <p:spPr>
            <a:xfrm>
              <a:off x="5771656" y="11178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69" name="pg7469"/>
            <p:cNvSpPr/>
            <p:nvPr/>
          </p:nvSpPr>
          <p:spPr>
            <a:xfrm>
              <a:off x="5761972" y="11190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0" name="pg7470"/>
            <p:cNvSpPr/>
            <p:nvPr/>
          </p:nvSpPr>
          <p:spPr>
            <a:xfrm>
              <a:off x="5752293" y="11202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1" name="pg7471"/>
            <p:cNvSpPr/>
            <p:nvPr/>
          </p:nvSpPr>
          <p:spPr>
            <a:xfrm>
              <a:off x="5694342" y="11287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2" name="pg7472"/>
            <p:cNvSpPr/>
            <p:nvPr/>
          </p:nvSpPr>
          <p:spPr>
            <a:xfrm>
              <a:off x="5684705" y="11303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3" name="pg7473"/>
            <p:cNvSpPr/>
            <p:nvPr/>
          </p:nvSpPr>
          <p:spPr>
            <a:xfrm>
              <a:off x="5675075" y="11319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4" name="pg7474"/>
            <p:cNvSpPr/>
            <p:nvPr/>
          </p:nvSpPr>
          <p:spPr>
            <a:xfrm>
              <a:off x="5665452" y="11335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5" name="pg7475"/>
            <p:cNvSpPr/>
            <p:nvPr/>
          </p:nvSpPr>
          <p:spPr>
            <a:xfrm>
              <a:off x="5655836" y="11352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6" name="pg7476"/>
            <p:cNvSpPr/>
            <p:nvPr/>
          </p:nvSpPr>
          <p:spPr>
            <a:xfrm>
              <a:off x="5646228" y="11369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7" name="pg7477"/>
            <p:cNvSpPr/>
            <p:nvPr/>
          </p:nvSpPr>
          <p:spPr>
            <a:xfrm>
              <a:off x="5288191" y="12323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8" name="pg7478"/>
            <p:cNvSpPr/>
            <p:nvPr/>
          </p:nvSpPr>
          <p:spPr>
            <a:xfrm>
              <a:off x="5306614" y="12258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79" name="pg7479"/>
            <p:cNvSpPr/>
            <p:nvPr/>
          </p:nvSpPr>
          <p:spPr>
            <a:xfrm>
              <a:off x="5297396" y="12290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0" name="pg7480"/>
            <p:cNvSpPr/>
            <p:nvPr/>
          </p:nvSpPr>
          <p:spPr>
            <a:xfrm>
              <a:off x="5279000" y="12356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1" name="pg7481"/>
            <p:cNvSpPr/>
            <p:nvPr/>
          </p:nvSpPr>
          <p:spPr>
            <a:xfrm>
              <a:off x="5187897" y="12706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2" name="pg7482"/>
            <p:cNvSpPr/>
            <p:nvPr/>
          </p:nvSpPr>
          <p:spPr>
            <a:xfrm>
              <a:off x="5178871" y="127438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3" name="pg7483"/>
            <p:cNvSpPr/>
            <p:nvPr/>
          </p:nvSpPr>
          <p:spPr>
            <a:xfrm>
              <a:off x="5169860" y="12781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4" name="pg7484"/>
            <p:cNvSpPr/>
            <p:nvPr/>
          </p:nvSpPr>
          <p:spPr>
            <a:xfrm>
              <a:off x="5142927" y="12896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5" name="pg7485"/>
            <p:cNvSpPr/>
            <p:nvPr/>
          </p:nvSpPr>
          <p:spPr>
            <a:xfrm>
              <a:off x="5160866" y="12819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6" name="pg7486"/>
            <p:cNvSpPr/>
            <p:nvPr/>
          </p:nvSpPr>
          <p:spPr>
            <a:xfrm>
              <a:off x="5151888" y="12857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7" name="pg7487"/>
            <p:cNvSpPr/>
            <p:nvPr/>
          </p:nvSpPr>
          <p:spPr>
            <a:xfrm>
              <a:off x="5133982" y="12935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8" name="pg7488"/>
            <p:cNvSpPr/>
            <p:nvPr/>
          </p:nvSpPr>
          <p:spPr>
            <a:xfrm>
              <a:off x="5125053" y="12974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89" name="pg7489"/>
            <p:cNvSpPr/>
            <p:nvPr/>
          </p:nvSpPr>
          <p:spPr>
            <a:xfrm>
              <a:off x="5196939" y="12669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0" name="pg7490"/>
            <p:cNvSpPr/>
            <p:nvPr/>
          </p:nvSpPr>
          <p:spPr>
            <a:xfrm>
              <a:off x="5215070" y="12597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1" name="pg7491"/>
            <p:cNvSpPr/>
            <p:nvPr/>
          </p:nvSpPr>
          <p:spPr>
            <a:xfrm>
              <a:off x="5205997" y="12633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2" name="pg7492"/>
            <p:cNvSpPr/>
            <p:nvPr/>
          </p:nvSpPr>
          <p:spPr>
            <a:xfrm>
              <a:off x="5269824" y="12389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3" name="pg7493"/>
            <p:cNvSpPr/>
            <p:nvPr/>
          </p:nvSpPr>
          <p:spPr>
            <a:xfrm>
              <a:off x="5260661" y="12423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4" name="pg7494"/>
            <p:cNvSpPr/>
            <p:nvPr/>
          </p:nvSpPr>
          <p:spPr>
            <a:xfrm>
              <a:off x="5251513" y="124573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5" name="pg7495"/>
            <p:cNvSpPr/>
            <p:nvPr/>
          </p:nvSpPr>
          <p:spPr>
            <a:xfrm>
              <a:off x="5242380" y="12491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6" name="pg7496"/>
            <p:cNvSpPr/>
            <p:nvPr/>
          </p:nvSpPr>
          <p:spPr>
            <a:xfrm>
              <a:off x="5233262" y="12526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7" name="pg7497"/>
            <p:cNvSpPr/>
            <p:nvPr/>
          </p:nvSpPr>
          <p:spPr>
            <a:xfrm>
              <a:off x="5224158" y="12561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8" name="pg7498"/>
            <p:cNvSpPr/>
            <p:nvPr/>
          </p:nvSpPr>
          <p:spPr>
            <a:xfrm>
              <a:off x="5063039" y="132617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499" name="pg7499"/>
            <p:cNvSpPr/>
            <p:nvPr/>
          </p:nvSpPr>
          <p:spPr>
            <a:xfrm>
              <a:off x="5054251" y="13304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0" name="pg7500"/>
            <p:cNvSpPr/>
            <p:nvPr/>
          </p:nvSpPr>
          <p:spPr>
            <a:xfrm>
              <a:off x="5045481" y="13347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1" name="pg7501"/>
            <p:cNvSpPr/>
            <p:nvPr/>
          </p:nvSpPr>
          <p:spPr>
            <a:xfrm>
              <a:off x="5089512" y="13136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2" name="pg7502"/>
            <p:cNvSpPr/>
            <p:nvPr/>
          </p:nvSpPr>
          <p:spPr>
            <a:xfrm>
              <a:off x="5080670" y="13177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3" name="pg7503"/>
            <p:cNvSpPr/>
            <p:nvPr/>
          </p:nvSpPr>
          <p:spPr>
            <a:xfrm>
              <a:off x="5116142" y="13014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4" name="pg7504"/>
            <p:cNvSpPr/>
            <p:nvPr/>
          </p:nvSpPr>
          <p:spPr>
            <a:xfrm>
              <a:off x="5107248" y="13054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5" name="pg7505"/>
            <p:cNvSpPr/>
            <p:nvPr/>
          </p:nvSpPr>
          <p:spPr>
            <a:xfrm>
              <a:off x="5098371" y="13095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6" name="pg7506"/>
            <p:cNvSpPr/>
            <p:nvPr/>
          </p:nvSpPr>
          <p:spPr>
            <a:xfrm>
              <a:off x="5071846" y="132196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7" name="pg7507"/>
            <p:cNvSpPr/>
            <p:nvPr/>
          </p:nvSpPr>
          <p:spPr>
            <a:xfrm>
              <a:off x="4719326" y="15301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8" name="pg7508"/>
            <p:cNvSpPr/>
            <p:nvPr/>
          </p:nvSpPr>
          <p:spPr>
            <a:xfrm>
              <a:off x="4711412" y="15359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09" name="pg7509"/>
            <p:cNvSpPr/>
            <p:nvPr/>
          </p:nvSpPr>
          <p:spPr>
            <a:xfrm>
              <a:off x="4680001" y="15591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0" name="pg7510"/>
            <p:cNvSpPr/>
            <p:nvPr/>
          </p:nvSpPr>
          <p:spPr>
            <a:xfrm>
              <a:off x="4703522" y="15416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1" name="pg7511"/>
            <p:cNvSpPr/>
            <p:nvPr/>
          </p:nvSpPr>
          <p:spPr>
            <a:xfrm>
              <a:off x="4695657" y="15474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2" name="pg7512"/>
            <p:cNvSpPr/>
            <p:nvPr/>
          </p:nvSpPr>
          <p:spPr>
            <a:xfrm>
              <a:off x="4687816" y="155325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3" name="pg7513"/>
            <p:cNvSpPr/>
            <p:nvPr/>
          </p:nvSpPr>
          <p:spPr>
            <a:xfrm>
              <a:off x="4672210" y="156498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4" name="pg7514"/>
            <p:cNvSpPr/>
            <p:nvPr/>
          </p:nvSpPr>
          <p:spPr>
            <a:xfrm>
              <a:off x="4664445" y="15709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5" name="pg7515"/>
            <p:cNvSpPr/>
            <p:nvPr/>
          </p:nvSpPr>
          <p:spPr>
            <a:xfrm>
              <a:off x="4656705" y="15768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6" name="pg7516"/>
            <p:cNvSpPr/>
            <p:nvPr/>
          </p:nvSpPr>
          <p:spPr>
            <a:xfrm>
              <a:off x="4648991" y="15828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7" name="pg7517"/>
            <p:cNvSpPr/>
            <p:nvPr/>
          </p:nvSpPr>
          <p:spPr>
            <a:xfrm>
              <a:off x="4641302" y="15888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8" name="pg7518"/>
            <p:cNvSpPr/>
            <p:nvPr/>
          </p:nvSpPr>
          <p:spPr>
            <a:xfrm>
              <a:off x="4633638" y="15948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19" name="pg7519"/>
            <p:cNvSpPr/>
            <p:nvPr/>
          </p:nvSpPr>
          <p:spPr>
            <a:xfrm>
              <a:off x="4626001" y="16009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0" name="pg7520"/>
            <p:cNvSpPr/>
            <p:nvPr/>
          </p:nvSpPr>
          <p:spPr>
            <a:xfrm>
              <a:off x="4618390" y="16070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1" name="pg7521"/>
            <p:cNvSpPr/>
            <p:nvPr/>
          </p:nvSpPr>
          <p:spPr>
            <a:xfrm>
              <a:off x="4610805" y="16132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2" name="pg7522"/>
            <p:cNvSpPr/>
            <p:nvPr/>
          </p:nvSpPr>
          <p:spPr>
            <a:xfrm>
              <a:off x="4603246" y="16194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3" name="pg7523"/>
            <p:cNvSpPr/>
            <p:nvPr/>
          </p:nvSpPr>
          <p:spPr>
            <a:xfrm>
              <a:off x="4595713" y="16256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4" name="pg7524"/>
            <p:cNvSpPr/>
            <p:nvPr/>
          </p:nvSpPr>
          <p:spPr>
            <a:xfrm>
              <a:off x="4588208" y="163185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5" name="pg7525"/>
            <p:cNvSpPr/>
            <p:nvPr/>
          </p:nvSpPr>
          <p:spPr>
            <a:xfrm>
              <a:off x="4580728" y="163812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6" name="pg7526"/>
            <p:cNvSpPr/>
            <p:nvPr/>
          </p:nvSpPr>
          <p:spPr>
            <a:xfrm>
              <a:off x="4573276" y="16444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7" name="pg7527"/>
            <p:cNvSpPr/>
            <p:nvPr/>
          </p:nvSpPr>
          <p:spPr>
            <a:xfrm>
              <a:off x="4565851" y="16507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8" name="pg7528"/>
            <p:cNvSpPr/>
            <p:nvPr/>
          </p:nvSpPr>
          <p:spPr>
            <a:xfrm>
              <a:off x="4543738" y="166996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29" name="pg7529"/>
            <p:cNvSpPr/>
            <p:nvPr/>
          </p:nvSpPr>
          <p:spPr>
            <a:xfrm>
              <a:off x="4558453" y="16571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0" name="pg7530"/>
            <p:cNvSpPr/>
            <p:nvPr/>
          </p:nvSpPr>
          <p:spPr>
            <a:xfrm>
              <a:off x="4551082" y="16635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1" name="pg7531"/>
            <p:cNvSpPr/>
            <p:nvPr/>
          </p:nvSpPr>
          <p:spPr>
            <a:xfrm>
              <a:off x="4536422" y="16764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2" name="pg7532"/>
            <p:cNvSpPr/>
            <p:nvPr/>
          </p:nvSpPr>
          <p:spPr>
            <a:xfrm>
              <a:off x="4402820" y="18049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3" name="pg7533"/>
            <p:cNvSpPr/>
            <p:nvPr/>
          </p:nvSpPr>
          <p:spPr>
            <a:xfrm>
              <a:off x="4450824" y="17563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4" name="pg7534"/>
            <p:cNvSpPr/>
            <p:nvPr/>
          </p:nvSpPr>
          <p:spPr>
            <a:xfrm>
              <a:off x="4443877" y="17632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5" name="pg7535"/>
            <p:cNvSpPr/>
            <p:nvPr/>
          </p:nvSpPr>
          <p:spPr>
            <a:xfrm>
              <a:off x="4436960" y="17701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6" name="pg7536"/>
            <p:cNvSpPr/>
            <p:nvPr/>
          </p:nvSpPr>
          <p:spPr>
            <a:xfrm>
              <a:off x="4430073" y="17770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7" name="pg7537"/>
            <p:cNvSpPr/>
            <p:nvPr/>
          </p:nvSpPr>
          <p:spPr>
            <a:xfrm>
              <a:off x="4423215" y="17839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8" name="pg7538"/>
            <p:cNvSpPr/>
            <p:nvPr/>
          </p:nvSpPr>
          <p:spPr>
            <a:xfrm>
              <a:off x="4416387" y="17909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39" name="pg7539"/>
            <p:cNvSpPr/>
            <p:nvPr/>
          </p:nvSpPr>
          <p:spPr>
            <a:xfrm>
              <a:off x="4409588" y="17979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0" name="pg7540"/>
            <p:cNvSpPr/>
            <p:nvPr/>
          </p:nvSpPr>
          <p:spPr>
            <a:xfrm>
              <a:off x="4529134" y="16829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1" name="pg7541"/>
            <p:cNvSpPr/>
            <p:nvPr/>
          </p:nvSpPr>
          <p:spPr>
            <a:xfrm>
              <a:off x="4521873" y="16894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2" name="pg7542"/>
            <p:cNvSpPr/>
            <p:nvPr/>
          </p:nvSpPr>
          <p:spPr>
            <a:xfrm>
              <a:off x="4514640" y="16959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3" name="pg7543"/>
            <p:cNvSpPr/>
            <p:nvPr/>
          </p:nvSpPr>
          <p:spPr>
            <a:xfrm>
              <a:off x="4507436" y="17025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4" name="pg7544"/>
            <p:cNvSpPr/>
            <p:nvPr/>
          </p:nvSpPr>
          <p:spPr>
            <a:xfrm>
              <a:off x="4500259" y="17092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5" name="pg7545"/>
            <p:cNvSpPr/>
            <p:nvPr/>
          </p:nvSpPr>
          <p:spPr>
            <a:xfrm>
              <a:off x="4493111" y="17158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6" name="pg7546"/>
            <p:cNvSpPr/>
            <p:nvPr/>
          </p:nvSpPr>
          <p:spPr>
            <a:xfrm>
              <a:off x="4485991" y="17225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7" name="pg7547"/>
            <p:cNvSpPr/>
            <p:nvPr/>
          </p:nvSpPr>
          <p:spPr>
            <a:xfrm>
              <a:off x="4478900" y="17292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8" name="pg7548"/>
            <p:cNvSpPr/>
            <p:nvPr/>
          </p:nvSpPr>
          <p:spPr>
            <a:xfrm>
              <a:off x="4471838" y="17359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49" name="pg7549"/>
            <p:cNvSpPr/>
            <p:nvPr/>
          </p:nvSpPr>
          <p:spPr>
            <a:xfrm>
              <a:off x="4464804" y="17427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0" name="pg7550"/>
            <p:cNvSpPr/>
            <p:nvPr/>
          </p:nvSpPr>
          <p:spPr>
            <a:xfrm>
              <a:off x="4457799" y="17495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1" name="pg7551"/>
            <p:cNvSpPr/>
            <p:nvPr/>
          </p:nvSpPr>
          <p:spPr>
            <a:xfrm>
              <a:off x="4396081" y="18120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2" name="pg7552"/>
            <p:cNvSpPr/>
            <p:nvPr/>
          </p:nvSpPr>
          <p:spPr>
            <a:xfrm>
              <a:off x="4389373" y="18191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3" name="pg7553"/>
            <p:cNvSpPr/>
            <p:nvPr/>
          </p:nvSpPr>
          <p:spPr>
            <a:xfrm>
              <a:off x="4382695" y="18262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4" name="pg7554"/>
            <p:cNvSpPr/>
            <p:nvPr/>
          </p:nvSpPr>
          <p:spPr>
            <a:xfrm>
              <a:off x="4376048" y="18334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5" name="pg7555"/>
            <p:cNvSpPr/>
            <p:nvPr/>
          </p:nvSpPr>
          <p:spPr>
            <a:xfrm>
              <a:off x="4369431" y="18405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6" name="pg7556"/>
            <p:cNvSpPr/>
            <p:nvPr/>
          </p:nvSpPr>
          <p:spPr>
            <a:xfrm>
              <a:off x="3767239" y="33676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7" name="pg7557"/>
            <p:cNvSpPr/>
            <p:nvPr/>
          </p:nvSpPr>
          <p:spPr>
            <a:xfrm>
              <a:off x="3767176" y="33774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8" name="pg7558"/>
            <p:cNvSpPr/>
            <p:nvPr/>
          </p:nvSpPr>
          <p:spPr>
            <a:xfrm>
              <a:off x="8037736" y="22493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59" name="pg7559"/>
            <p:cNvSpPr/>
            <p:nvPr/>
          </p:nvSpPr>
          <p:spPr>
            <a:xfrm>
              <a:off x="8052143" y="22748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0" name="pg7560"/>
            <p:cNvSpPr/>
            <p:nvPr/>
          </p:nvSpPr>
          <p:spPr>
            <a:xfrm>
              <a:off x="8047377" y="22663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1" name="pg7561"/>
            <p:cNvSpPr/>
            <p:nvPr/>
          </p:nvSpPr>
          <p:spPr>
            <a:xfrm>
              <a:off x="8042575" y="22578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2" name="pg7562"/>
            <p:cNvSpPr/>
            <p:nvPr/>
          </p:nvSpPr>
          <p:spPr>
            <a:xfrm>
              <a:off x="8032862" y="22409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3" name="pg7563"/>
            <p:cNvSpPr/>
            <p:nvPr/>
          </p:nvSpPr>
          <p:spPr>
            <a:xfrm>
              <a:off x="8018022" y="22156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4" name="pg7564"/>
            <p:cNvSpPr/>
            <p:nvPr/>
          </p:nvSpPr>
          <p:spPr>
            <a:xfrm>
              <a:off x="8027951" y="223248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5" name="pg7565"/>
            <p:cNvSpPr/>
            <p:nvPr/>
          </p:nvSpPr>
          <p:spPr>
            <a:xfrm>
              <a:off x="8023004" y="22240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6" name="pg7566"/>
            <p:cNvSpPr/>
            <p:nvPr/>
          </p:nvSpPr>
          <p:spPr>
            <a:xfrm>
              <a:off x="8013003" y="22073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7" name="pg7567"/>
            <p:cNvSpPr/>
            <p:nvPr/>
          </p:nvSpPr>
          <p:spPr>
            <a:xfrm>
              <a:off x="8007949" y="21989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8" name="pg7568"/>
            <p:cNvSpPr/>
            <p:nvPr/>
          </p:nvSpPr>
          <p:spPr>
            <a:xfrm>
              <a:off x="8002860" y="219062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69" name="pg7569"/>
            <p:cNvSpPr/>
            <p:nvPr/>
          </p:nvSpPr>
          <p:spPr>
            <a:xfrm>
              <a:off x="7997734" y="21823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0" name="pg7570"/>
            <p:cNvSpPr/>
            <p:nvPr/>
          </p:nvSpPr>
          <p:spPr>
            <a:xfrm>
              <a:off x="7992574" y="21740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1" name="pg7571"/>
            <p:cNvSpPr/>
            <p:nvPr/>
          </p:nvSpPr>
          <p:spPr>
            <a:xfrm>
              <a:off x="8313925" y="30371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2" name="pg7572"/>
            <p:cNvSpPr/>
            <p:nvPr/>
          </p:nvSpPr>
          <p:spPr>
            <a:xfrm>
              <a:off x="8312410" y="30274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3" name="pg7573"/>
            <p:cNvSpPr/>
            <p:nvPr/>
          </p:nvSpPr>
          <p:spPr>
            <a:xfrm>
              <a:off x="8310854" y="30178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4" name="pg7574"/>
            <p:cNvSpPr/>
            <p:nvPr/>
          </p:nvSpPr>
          <p:spPr>
            <a:xfrm>
              <a:off x="8309257" y="30082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5" name="pg7575"/>
            <p:cNvSpPr/>
            <p:nvPr/>
          </p:nvSpPr>
          <p:spPr>
            <a:xfrm>
              <a:off x="8307619" y="29986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6" name="pg7576"/>
            <p:cNvSpPr/>
            <p:nvPr/>
          </p:nvSpPr>
          <p:spPr>
            <a:xfrm>
              <a:off x="8305940" y="29889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7" name="pg7577"/>
            <p:cNvSpPr/>
            <p:nvPr/>
          </p:nvSpPr>
          <p:spPr>
            <a:xfrm>
              <a:off x="8304220" y="29793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8" name="pg7578"/>
            <p:cNvSpPr/>
            <p:nvPr/>
          </p:nvSpPr>
          <p:spPr>
            <a:xfrm>
              <a:off x="8302459" y="29697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79" name="pg7579"/>
            <p:cNvSpPr/>
            <p:nvPr/>
          </p:nvSpPr>
          <p:spPr>
            <a:xfrm>
              <a:off x="8300657" y="296018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0" name="pg7580"/>
            <p:cNvSpPr/>
            <p:nvPr/>
          </p:nvSpPr>
          <p:spPr>
            <a:xfrm>
              <a:off x="8298814" y="29506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1" name="pg7581"/>
            <p:cNvSpPr/>
            <p:nvPr/>
          </p:nvSpPr>
          <p:spPr>
            <a:xfrm>
              <a:off x="8296930" y="29410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2" name="pg7582"/>
            <p:cNvSpPr/>
            <p:nvPr/>
          </p:nvSpPr>
          <p:spPr>
            <a:xfrm>
              <a:off x="8295005" y="29314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3" name="pg7583"/>
            <p:cNvSpPr/>
            <p:nvPr/>
          </p:nvSpPr>
          <p:spPr>
            <a:xfrm>
              <a:off x="8293040" y="29218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4" name="pg7584"/>
            <p:cNvSpPr/>
            <p:nvPr/>
          </p:nvSpPr>
          <p:spPr>
            <a:xfrm>
              <a:off x="8291033" y="291233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5" name="pg7585"/>
            <p:cNvSpPr/>
            <p:nvPr/>
          </p:nvSpPr>
          <p:spPr>
            <a:xfrm>
              <a:off x="8288986" y="29027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6" name="pg7586"/>
            <p:cNvSpPr/>
            <p:nvPr/>
          </p:nvSpPr>
          <p:spPr>
            <a:xfrm>
              <a:off x="8286898" y="28932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7" name="pg7587"/>
            <p:cNvSpPr/>
            <p:nvPr/>
          </p:nvSpPr>
          <p:spPr>
            <a:xfrm>
              <a:off x="8284770" y="28837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8" name="pg7588"/>
            <p:cNvSpPr/>
            <p:nvPr/>
          </p:nvSpPr>
          <p:spPr>
            <a:xfrm>
              <a:off x="8282600" y="28742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89" name="pg7589"/>
            <p:cNvSpPr/>
            <p:nvPr/>
          </p:nvSpPr>
          <p:spPr>
            <a:xfrm>
              <a:off x="8280391" y="28647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0" name="pg7590"/>
            <p:cNvSpPr/>
            <p:nvPr/>
          </p:nvSpPr>
          <p:spPr>
            <a:xfrm>
              <a:off x="8278140" y="28552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1" name="pg7591"/>
            <p:cNvSpPr/>
            <p:nvPr/>
          </p:nvSpPr>
          <p:spPr>
            <a:xfrm>
              <a:off x="8275849" y="28457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2" name="pg7592"/>
            <p:cNvSpPr/>
            <p:nvPr/>
          </p:nvSpPr>
          <p:spPr>
            <a:xfrm>
              <a:off x="8273518" y="28362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3" name="pg7593"/>
            <p:cNvSpPr/>
            <p:nvPr/>
          </p:nvSpPr>
          <p:spPr>
            <a:xfrm>
              <a:off x="8271146" y="282677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4" name="pg7594"/>
            <p:cNvSpPr/>
            <p:nvPr/>
          </p:nvSpPr>
          <p:spPr>
            <a:xfrm>
              <a:off x="8268734" y="28173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5" name="pg7595"/>
            <p:cNvSpPr/>
            <p:nvPr/>
          </p:nvSpPr>
          <p:spPr>
            <a:xfrm>
              <a:off x="8266281" y="28078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6" name="pg7596"/>
            <p:cNvSpPr/>
            <p:nvPr/>
          </p:nvSpPr>
          <p:spPr>
            <a:xfrm>
              <a:off x="8263789" y="27984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7" name="pg7597"/>
            <p:cNvSpPr/>
            <p:nvPr/>
          </p:nvSpPr>
          <p:spPr>
            <a:xfrm>
              <a:off x="8261255" y="27890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8" name="pg7598"/>
            <p:cNvSpPr/>
            <p:nvPr/>
          </p:nvSpPr>
          <p:spPr>
            <a:xfrm>
              <a:off x="8258682" y="277958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599" name="pg7599"/>
            <p:cNvSpPr/>
            <p:nvPr/>
          </p:nvSpPr>
          <p:spPr>
            <a:xfrm>
              <a:off x="8250721" y="27514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0" name="pg7600"/>
            <p:cNvSpPr/>
            <p:nvPr/>
          </p:nvSpPr>
          <p:spPr>
            <a:xfrm>
              <a:off x="8256069" y="27701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1" name="pg7601"/>
            <p:cNvSpPr/>
            <p:nvPr/>
          </p:nvSpPr>
          <p:spPr>
            <a:xfrm>
              <a:off x="8253415" y="276078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2" name="pg7602"/>
            <p:cNvSpPr/>
            <p:nvPr/>
          </p:nvSpPr>
          <p:spPr>
            <a:xfrm>
              <a:off x="8339184" y="329933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3" name="pg7603"/>
            <p:cNvSpPr/>
            <p:nvPr/>
          </p:nvSpPr>
          <p:spPr>
            <a:xfrm>
              <a:off x="8338788" y="32895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4" name="pg7604"/>
            <p:cNvSpPr/>
            <p:nvPr/>
          </p:nvSpPr>
          <p:spPr>
            <a:xfrm>
              <a:off x="8338351" y="32798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5" name="pg7605"/>
            <p:cNvSpPr/>
            <p:nvPr/>
          </p:nvSpPr>
          <p:spPr>
            <a:xfrm>
              <a:off x="8337872" y="32700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6" name="pg7606"/>
            <p:cNvSpPr/>
            <p:nvPr/>
          </p:nvSpPr>
          <p:spPr>
            <a:xfrm>
              <a:off x="8337352" y="32603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7" name="pg7607"/>
            <p:cNvSpPr/>
            <p:nvPr/>
          </p:nvSpPr>
          <p:spPr>
            <a:xfrm>
              <a:off x="8336789" y="32505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8" name="pg7608"/>
            <p:cNvSpPr/>
            <p:nvPr/>
          </p:nvSpPr>
          <p:spPr>
            <a:xfrm>
              <a:off x="8336186" y="32408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09" name="pg7609"/>
            <p:cNvSpPr/>
            <p:nvPr/>
          </p:nvSpPr>
          <p:spPr>
            <a:xfrm>
              <a:off x="8335540" y="32311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0" name="pg7610"/>
            <p:cNvSpPr/>
            <p:nvPr/>
          </p:nvSpPr>
          <p:spPr>
            <a:xfrm>
              <a:off x="8340871" y="33871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1" name="pg7611"/>
            <p:cNvSpPr/>
            <p:nvPr/>
          </p:nvSpPr>
          <p:spPr>
            <a:xfrm>
              <a:off x="8340851" y="33774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2" name="pg7612"/>
            <p:cNvSpPr/>
            <p:nvPr/>
          </p:nvSpPr>
          <p:spPr>
            <a:xfrm>
              <a:off x="8340788" y="33676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3" name="pg7613"/>
            <p:cNvSpPr/>
            <p:nvPr/>
          </p:nvSpPr>
          <p:spPr>
            <a:xfrm>
              <a:off x="8340684" y="33578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4" name="pg7614"/>
            <p:cNvSpPr/>
            <p:nvPr/>
          </p:nvSpPr>
          <p:spPr>
            <a:xfrm>
              <a:off x="8340538" y="33481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5" name="pg7615"/>
            <p:cNvSpPr/>
            <p:nvPr/>
          </p:nvSpPr>
          <p:spPr>
            <a:xfrm>
              <a:off x="8340351" y="333836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6" name="pg7616"/>
            <p:cNvSpPr/>
            <p:nvPr/>
          </p:nvSpPr>
          <p:spPr>
            <a:xfrm>
              <a:off x="8340121" y="33286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7" name="pg7617"/>
            <p:cNvSpPr/>
            <p:nvPr/>
          </p:nvSpPr>
          <p:spPr>
            <a:xfrm>
              <a:off x="8339851" y="331884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8" name="pg7618"/>
            <p:cNvSpPr/>
            <p:nvPr/>
          </p:nvSpPr>
          <p:spPr>
            <a:xfrm>
              <a:off x="8339538" y="33090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19" name="pg7619"/>
            <p:cNvSpPr/>
            <p:nvPr/>
          </p:nvSpPr>
          <p:spPr>
            <a:xfrm>
              <a:off x="8334853" y="32213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0" name="pg7620"/>
            <p:cNvSpPr/>
            <p:nvPr/>
          </p:nvSpPr>
          <p:spPr>
            <a:xfrm>
              <a:off x="8334125" y="32116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1" name="pg7621"/>
            <p:cNvSpPr/>
            <p:nvPr/>
          </p:nvSpPr>
          <p:spPr>
            <a:xfrm>
              <a:off x="8333355" y="32019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2" name="pg7622"/>
            <p:cNvSpPr/>
            <p:nvPr/>
          </p:nvSpPr>
          <p:spPr>
            <a:xfrm>
              <a:off x="8332543" y="31921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3" name="pg7623"/>
            <p:cNvSpPr/>
            <p:nvPr/>
          </p:nvSpPr>
          <p:spPr>
            <a:xfrm>
              <a:off x="8331690" y="31824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4" name="pg7624"/>
            <p:cNvSpPr/>
            <p:nvPr/>
          </p:nvSpPr>
          <p:spPr>
            <a:xfrm>
              <a:off x="8330796" y="31727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5" name="pg7625"/>
            <p:cNvSpPr/>
            <p:nvPr/>
          </p:nvSpPr>
          <p:spPr>
            <a:xfrm>
              <a:off x="8329860" y="31630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6" name="pg7626"/>
            <p:cNvSpPr/>
            <p:nvPr/>
          </p:nvSpPr>
          <p:spPr>
            <a:xfrm>
              <a:off x="8328882" y="31533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7" name="pg7627"/>
            <p:cNvSpPr/>
            <p:nvPr/>
          </p:nvSpPr>
          <p:spPr>
            <a:xfrm>
              <a:off x="8327863" y="31435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8" name="pg7628"/>
            <p:cNvSpPr/>
            <p:nvPr/>
          </p:nvSpPr>
          <p:spPr>
            <a:xfrm>
              <a:off x="8326803" y="31338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29" name="pg7629"/>
            <p:cNvSpPr/>
            <p:nvPr/>
          </p:nvSpPr>
          <p:spPr>
            <a:xfrm>
              <a:off x="8325701" y="31241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0" name="pg7630"/>
            <p:cNvSpPr/>
            <p:nvPr/>
          </p:nvSpPr>
          <p:spPr>
            <a:xfrm>
              <a:off x="8324558" y="31144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1" name="pg7631"/>
            <p:cNvSpPr/>
            <p:nvPr/>
          </p:nvSpPr>
          <p:spPr>
            <a:xfrm>
              <a:off x="8323373" y="31048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2" name="pg7632"/>
            <p:cNvSpPr/>
            <p:nvPr/>
          </p:nvSpPr>
          <p:spPr>
            <a:xfrm>
              <a:off x="8322147" y="30951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3" name="pg7633"/>
            <p:cNvSpPr/>
            <p:nvPr/>
          </p:nvSpPr>
          <p:spPr>
            <a:xfrm>
              <a:off x="8320880" y="30854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4" name="pg7634"/>
            <p:cNvSpPr/>
            <p:nvPr/>
          </p:nvSpPr>
          <p:spPr>
            <a:xfrm>
              <a:off x="8319571" y="30757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5" name="pg7635"/>
            <p:cNvSpPr/>
            <p:nvPr/>
          </p:nvSpPr>
          <p:spPr>
            <a:xfrm>
              <a:off x="8318222" y="30661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6" name="pg7636"/>
            <p:cNvSpPr/>
            <p:nvPr/>
          </p:nvSpPr>
          <p:spPr>
            <a:xfrm>
              <a:off x="8316831" y="30564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7" name="pg7637"/>
            <p:cNvSpPr/>
            <p:nvPr/>
          </p:nvSpPr>
          <p:spPr>
            <a:xfrm>
              <a:off x="8315398" y="304678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8" name="pg7638"/>
            <p:cNvSpPr/>
            <p:nvPr/>
          </p:nvSpPr>
          <p:spPr>
            <a:xfrm>
              <a:off x="8247987" y="27420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39" name="pg7639"/>
            <p:cNvSpPr/>
            <p:nvPr/>
          </p:nvSpPr>
          <p:spPr>
            <a:xfrm>
              <a:off x="8245214" y="273267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0" name="pg7640"/>
            <p:cNvSpPr/>
            <p:nvPr/>
          </p:nvSpPr>
          <p:spPr>
            <a:xfrm>
              <a:off x="8236653" y="27046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1" name="pg7641"/>
            <p:cNvSpPr/>
            <p:nvPr/>
          </p:nvSpPr>
          <p:spPr>
            <a:xfrm>
              <a:off x="8242400" y="27233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2" name="pg7642"/>
            <p:cNvSpPr/>
            <p:nvPr/>
          </p:nvSpPr>
          <p:spPr>
            <a:xfrm>
              <a:off x="8239547" y="27139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3" name="pg7643"/>
            <p:cNvSpPr/>
            <p:nvPr/>
          </p:nvSpPr>
          <p:spPr>
            <a:xfrm>
              <a:off x="8233720" y="26953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4" name="pg7644"/>
            <p:cNvSpPr/>
            <p:nvPr/>
          </p:nvSpPr>
          <p:spPr>
            <a:xfrm>
              <a:off x="8230747" y="26860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5" name="pg7645"/>
            <p:cNvSpPr/>
            <p:nvPr/>
          </p:nvSpPr>
          <p:spPr>
            <a:xfrm>
              <a:off x="8227735" y="26767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6" name="pg7646"/>
            <p:cNvSpPr/>
            <p:nvPr/>
          </p:nvSpPr>
          <p:spPr>
            <a:xfrm>
              <a:off x="8218460" y="26489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7" name="pg7647"/>
            <p:cNvSpPr/>
            <p:nvPr/>
          </p:nvSpPr>
          <p:spPr>
            <a:xfrm>
              <a:off x="8224683" y="26675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8" name="pg7648"/>
            <p:cNvSpPr/>
            <p:nvPr/>
          </p:nvSpPr>
          <p:spPr>
            <a:xfrm>
              <a:off x="8221591" y="26582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49" name="pg7649"/>
            <p:cNvSpPr/>
            <p:nvPr/>
          </p:nvSpPr>
          <p:spPr>
            <a:xfrm>
              <a:off x="8215290" y="26397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0" name="pg7650"/>
            <p:cNvSpPr/>
            <p:nvPr/>
          </p:nvSpPr>
          <p:spPr>
            <a:xfrm>
              <a:off x="8212080" y="26305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1" name="pg7651"/>
            <p:cNvSpPr/>
            <p:nvPr/>
          </p:nvSpPr>
          <p:spPr>
            <a:xfrm>
              <a:off x="8208830" y="26213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2" name="pg7652"/>
            <p:cNvSpPr/>
            <p:nvPr/>
          </p:nvSpPr>
          <p:spPr>
            <a:xfrm>
              <a:off x="8205542" y="26121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3" name="pg7653"/>
            <p:cNvSpPr/>
            <p:nvPr/>
          </p:nvSpPr>
          <p:spPr>
            <a:xfrm>
              <a:off x="8202214" y="26029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4" name="pg7654"/>
            <p:cNvSpPr/>
            <p:nvPr/>
          </p:nvSpPr>
          <p:spPr>
            <a:xfrm>
              <a:off x="8198847" y="25938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5" name="pg7655"/>
            <p:cNvSpPr/>
            <p:nvPr/>
          </p:nvSpPr>
          <p:spPr>
            <a:xfrm>
              <a:off x="8195441" y="25846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6" name="pg7656"/>
            <p:cNvSpPr/>
            <p:nvPr/>
          </p:nvSpPr>
          <p:spPr>
            <a:xfrm>
              <a:off x="8191996" y="25755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7" name="pg7657"/>
            <p:cNvSpPr/>
            <p:nvPr/>
          </p:nvSpPr>
          <p:spPr>
            <a:xfrm>
              <a:off x="8188513" y="25664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8" name="pg7658"/>
            <p:cNvSpPr/>
            <p:nvPr/>
          </p:nvSpPr>
          <p:spPr>
            <a:xfrm>
              <a:off x="8184990" y="255731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59" name="pg7659"/>
            <p:cNvSpPr/>
            <p:nvPr/>
          </p:nvSpPr>
          <p:spPr>
            <a:xfrm>
              <a:off x="8181428" y="25482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0" name="pg7660"/>
            <p:cNvSpPr/>
            <p:nvPr/>
          </p:nvSpPr>
          <p:spPr>
            <a:xfrm>
              <a:off x="8177828" y="25391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1" name="pg7661"/>
            <p:cNvSpPr/>
            <p:nvPr/>
          </p:nvSpPr>
          <p:spPr>
            <a:xfrm>
              <a:off x="8174189" y="25300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2" name="pg7662"/>
            <p:cNvSpPr/>
            <p:nvPr/>
          </p:nvSpPr>
          <p:spPr>
            <a:xfrm>
              <a:off x="8170511" y="25210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3" name="pg7663"/>
            <p:cNvSpPr/>
            <p:nvPr/>
          </p:nvSpPr>
          <p:spPr>
            <a:xfrm>
              <a:off x="8166795" y="251202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4" name="pg7664"/>
            <p:cNvSpPr/>
            <p:nvPr/>
          </p:nvSpPr>
          <p:spPr>
            <a:xfrm>
              <a:off x="8163040" y="25030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5" name="pg7665"/>
            <p:cNvSpPr/>
            <p:nvPr/>
          </p:nvSpPr>
          <p:spPr>
            <a:xfrm>
              <a:off x="8159247" y="249401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6" name="pg7666"/>
            <p:cNvSpPr/>
            <p:nvPr/>
          </p:nvSpPr>
          <p:spPr>
            <a:xfrm>
              <a:off x="8155415" y="24850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7" name="pg7667"/>
            <p:cNvSpPr/>
            <p:nvPr/>
          </p:nvSpPr>
          <p:spPr>
            <a:xfrm>
              <a:off x="8151545" y="24760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8" name="pg7668"/>
            <p:cNvSpPr/>
            <p:nvPr/>
          </p:nvSpPr>
          <p:spPr>
            <a:xfrm>
              <a:off x="8147637" y="24671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69" name="pg7669"/>
            <p:cNvSpPr/>
            <p:nvPr/>
          </p:nvSpPr>
          <p:spPr>
            <a:xfrm>
              <a:off x="8143691" y="24582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0" name="pg7670"/>
            <p:cNvSpPr/>
            <p:nvPr/>
          </p:nvSpPr>
          <p:spPr>
            <a:xfrm>
              <a:off x="8139707" y="244929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1" name="pg7671"/>
            <p:cNvSpPr/>
            <p:nvPr/>
          </p:nvSpPr>
          <p:spPr>
            <a:xfrm>
              <a:off x="8135685" y="24404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2" name="pg7672"/>
            <p:cNvSpPr/>
            <p:nvPr/>
          </p:nvSpPr>
          <p:spPr>
            <a:xfrm>
              <a:off x="8131624" y="24315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3" name="pg7673"/>
            <p:cNvSpPr/>
            <p:nvPr/>
          </p:nvSpPr>
          <p:spPr>
            <a:xfrm>
              <a:off x="8119217" y="24049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4" name="pg7674"/>
            <p:cNvSpPr/>
            <p:nvPr/>
          </p:nvSpPr>
          <p:spPr>
            <a:xfrm>
              <a:off x="8127526" y="24226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5" name="pg7675"/>
            <p:cNvSpPr/>
            <p:nvPr/>
          </p:nvSpPr>
          <p:spPr>
            <a:xfrm>
              <a:off x="8123391" y="24138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6" name="pg7676"/>
            <p:cNvSpPr/>
            <p:nvPr/>
          </p:nvSpPr>
          <p:spPr>
            <a:xfrm>
              <a:off x="8115006" y="23961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7" name="pg7677"/>
            <p:cNvSpPr/>
            <p:nvPr/>
          </p:nvSpPr>
          <p:spPr>
            <a:xfrm>
              <a:off x="8110757" y="23874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8" name="pg7678"/>
            <p:cNvSpPr/>
            <p:nvPr/>
          </p:nvSpPr>
          <p:spPr>
            <a:xfrm>
              <a:off x="8106471" y="23786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79" name="pg7679"/>
            <p:cNvSpPr/>
            <p:nvPr/>
          </p:nvSpPr>
          <p:spPr>
            <a:xfrm>
              <a:off x="8088953" y="23437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0" name="pg7680"/>
            <p:cNvSpPr/>
            <p:nvPr/>
          </p:nvSpPr>
          <p:spPr>
            <a:xfrm>
              <a:off x="8102147" y="23698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1" name="pg7681"/>
            <p:cNvSpPr/>
            <p:nvPr/>
          </p:nvSpPr>
          <p:spPr>
            <a:xfrm>
              <a:off x="8097787" y="23611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2" name="pg7682"/>
            <p:cNvSpPr/>
            <p:nvPr/>
          </p:nvSpPr>
          <p:spPr>
            <a:xfrm>
              <a:off x="8093388" y="23524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3" name="pg7683"/>
            <p:cNvSpPr/>
            <p:nvPr/>
          </p:nvSpPr>
          <p:spPr>
            <a:xfrm>
              <a:off x="8084481" y="233506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4" name="pg7684"/>
            <p:cNvSpPr/>
            <p:nvPr/>
          </p:nvSpPr>
          <p:spPr>
            <a:xfrm>
              <a:off x="8079971" y="23264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5" name="pg7685"/>
            <p:cNvSpPr/>
            <p:nvPr/>
          </p:nvSpPr>
          <p:spPr>
            <a:xfrm>
              <a:off x="8075425" y="23177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6" name="pg7686"/>
            <p:cNvSpPr/>
            <p:nvPr/>
          </p:nvSpPr>
          <p:spPr>
            <a:xfrm>
              <a:off x="8070842" y="23091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7" name="pg7687"/>
            <p:cNvSpPr/>
            <p:nvPr/>
          </p:nvSpPr>
          <p:spPr>
            <a:xfrm>
              <a:off x="8066222" y="23005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8" name="pg7688"/>
            <p:cNvSpPr/>
            <p:nvPr/>
          </p:nvSpPr>
          <p:spPr>
            <a:xfrm>
              <a:off x="8061566" y="229197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89" name="pg7689"/>
            <p:cNvSpPr/>
            <p:nvPr/>
          </p:nvSpPr>
          <p:spPr>
            <a:xfrm>
              <a:off x="8056873" y="228341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0" name="pg7690"/>
            <p:cNvSpPr/>
            <p:nvPr/>
          </p:nvSpPr>
          <p:spPr>
            <a:xfrm>
              <a:off x="7939041" y="209241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1" name="pg7691"/>
            <p:cNvSpPr/>
            <p:nvPr/>
          </p:nvSpPr>
          <p:spPr>
            <a:xfrm>
              <a:off x="7933498" y="20843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2" name="pg7692"/>
            <p:cNvSpPr/>
            <p:nvPr/>
          </p:nvSpPr>
          <p:spPr>
            <a:xfrm>
              <a:off x="7927920" y="20763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3" name="pg7693"/>
            <p:cNvSpPr/>
            <p:nvPr/>
          </p:nvSpPr>
          <p:spPr>
            <a:xfrm>
              <a:off x="7987378" y="21657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4" name="pg7694"/>
            <p:cNvSpPr/>
            <p:nvPr/>
          </p:nvSpPr>
          <p:spPr>
            <a:xfrm>
              <a:off x="7982147" y="215752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5" name="pg7695"/>
            <p:cNvSpPr/>
            <p:nvPr/>
          </p:nvSpPr>
          <p:spPr>
            <a:xfrm>
              <a:off x="7976881" y="21493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6" name="pg7696"/>
            <p:cNvSpPr/>
            <p:nvPr/>
          </p:nvSpPr>
          <p:spPr>
            <a:xfrm>
              <a:off x="7971579" y="21411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7" name="pg7697"/>
            <p:cNvSpPr/>
            <p:nvPr/>
          </p:nvSpPr>
          <p:spPr>
            <a:xfrm>
              <a:off x="7966243" y="21329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8" name="pg7698"/>
            <p:cNvSpPr/>
            <p:nvPr/>
          </p:nvSpPr>
          <p:spPr>
            <a:xfrm>
              <a:off x="7960872" y="21247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699" name="pg7699"/>
            <p:cNvSpPr/>
            <p:nvPr/>
          </p:nvSpPr>
          <p:spPr>
            <a:xfrm>
              <a:off x="7955466" y="21166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0" name="pg7700"/>
            <p:cNvSpPr/>
            <p:nvPr/>
          </p:nvSpPr>
          <p:spPr>
            <a:xfrm>
              <a:off x="7950026" y="21085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1" name="pg7701"/>
            <p:cNvSpPr/>
            <p:nvPr/>
          </p:nvSpPr>
          <p:spPr>
            <a:xfrm>
              <a:off x="7944551" y="21004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2" name="pg7702"/>
            <p:cNvSpPr/>
            <p:nvPr/>
          </p:nvSpPr>
          <p:spPr>
            <a:xfrm>
              <a:off x="7922308" y="20683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3" name="pg7703"/>
            <p:cNvSpPr/>
            <p:nvPr/>
          </p:nvSpPr>
          <p:spPr>
            <a:xfrm>
              <a:off x="7916661" y="20604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4" name="pg7704"/>
            <p:cNvSpPr/>
            <p:nvPr/>
          </p:nvSpPr>
          <p:spPr>
            <a:xfrm>
              <a:off x="7910981" y="20524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5" name="pg7705"/>
            <p:cNvSpPr/>
            <p:nvPr/>
          </p:nvSpPr>
          <p:spPr>
            <a:xfrm>
              <a:off x="7905267" y="20445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6" name="pg7706"/>
            <p:cNvSpPr/>
            <p:nvPr/>
          </p:nvSpPr>
          <p:spPr>
            <a:xfrm>
              <a:off x="7899520" y="20366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7" name="pg7707"/>
            <p:cNvSpPr/>
            <p:nvPr/>
          </p:nvSpPr>
          <p:spPr>
            <a:xfrm>
              <a:off x="7893738" y="20288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8" name="pg7708"/>
            <p:cNvSpPr/>
            <p:nvPr/>
          </p:nvSpPr>
          <p:spPr>
            <a:xfrm>
              <a:off x="7887923" y="20209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09" name="pg7709"/>
            <p:cNvSpPr/>
            <p:nvPr/>
          </p:nvSpPr>
          <p:spPr>
            <a:xfrm>
              <a:off x="7882075" y="20131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0" name="pg7710"/>
            <p:cNvSpPr/>
            <p:nvPr/>
          </p:nvSpPr>
          <p:spPr>
            <a:xfrm>
              <a:off x="7876194" y="20053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1" name="pg7711"/>
            <p:cNvSpPr/>
            <p:nvPr/>
          </p:nvSpPr>
          <p:spPr>
            <a:xfrm>
              <a:off x="7870279" y="19975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2" name="pg7712"/>
            <p:cNvSpPr/>
            <p:nvPr/>
          </p:nvSpPr>
          <p:spPr>
            <a:xfrm>
              <a:off x="7864331" y="19898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3" name="pg7713"/>
            <p:cNvSpPr/>
            <p:nvPr/>
          </p:nvSpPr>
          <p:spPr>
            <a:xfrm>
              <a:off x="7858350" y="19821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4" name="pg7714"/>
            <p:cNvSpPr/>
            <p:nvPr/>
          </p:nvSpPr>
          <p:spPr>
            <a:xfrm>
              <a:off x="7852336" y="19744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5" name="pg7715"/>
            <p:cNvSpPr/>
            <p:nvPr/>
          </p:nvSpPr>
          <p:spPr>
            <a:xfrm>
              <a:off x="7827955" y="19439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6" name="pg7716"/>
            <p:cNvSpPr/>
            <p:nvPr/>
          </p:nvSpPr>
          <p:spPr>
            <a:xfrm>
              <a:off x="7821779" y="19363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7" name="pg7717"/>
            <p:cNvSpPr/>
            <p:nvPr/>
          </p:nvSpPr>
          <p:spPr>
            <a:xfrm>
              <a:off x="7846290" y="19667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8" name="pg7718"/>
            <p:cNvSpPr/>
            <p:nvPr/>
          </p:nvSpPr>
          <p:spPr>
            <a:xfrm>
              <a:off x="7840211" y="19591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19" name="pg7719"/>
            <p:cNvSpPr/>
            <p:nvPr/>
          </p:nvSpPr>
          <p:spPr>
            <a:xfrm>
              <a:off x="7834099" y="19515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0" name="pg7720"/>
            <p:cNvSpPr/>
            <p:nvPr/>
          </p:nvSpPr>
          <p:spPr>
            <a:xfrm>
              <a:off x="7815570" y="19288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1" name="pg7721"/>
            <p:cNvSpPr/>
            <p:nvPr/>
          </p:nvSpPr>
          <p:spPr>
            <a:xfrm>
              <a:off x="7725331" y="18262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2" name="pg7722"/>
            <p:cNvSpPr/>
            <p:nvPr/>
          </p:nvSpPr>
          <p:spPr>
            <a:xfrm>
              <a:off x="7718654" y="18191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3" name="pg7723"/>
            <p:cNvSpPr/>
            <p:nvPr/>
          </p:nvSpPr>
          <p:spPr>
            <a:xfrm>
              <a:off x="7711945" y="18120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4" name="pg7724"/>
            <p:cNvSpPr/>
            <p:nvPr/>
          </p:nvSpPr>
          <p:spPr>
            <a:xfrm>
              <a:off x="7705207" y="18049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5" name="pg7725"/>
            <p:cNvSpPr/>
            <p:nvPr/>
          </p:nvSpPr>
          <p:spPr>
            <a:xfrm>
              <a:off x="7698438" y="17979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6" name="pg7726"/>
            <p:cNvSpPr/>
            <p:nvPr/>
          </p:nvSpPr>
          <p:spPr>
            <a:xfrm>
              <a:off x="7691640" y="17909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7" name="pg7727"/>
            <p:cNvSpPr/>
            <p:nvPr/>
          </p:nvSpPr>
          <p:spPr>
            <a:xfrm>
              <a:off x="7684812" y="17839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8" name="pg7728"/>
            <p:cNvSpPr/>
            <p:nvPr/>
          </p:nvSpPr>
          <p:spPr>
            <a:xfrm>
              <a:off x="7677954" y="17770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29" name="pg7729"/>
            <p:cNvSpPr/>
            <p:nvPr/>
          </p:nvSpPr>
          <p:spPr>
            <a:xfrm>
              <a:off x="7671066" y="17701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0" name="pg7730"/>
            <p:cNvSpPr/>
            <p:nvPr/>
          </p:nvSpPr>
          <p:spPr>
            <a:xfrm>
              <a:off x="7771217" y="18768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1" name="pg7731"/>
            <p:cNvSpPr/>
            <p:nvPr/>
          </p:nvSpPr>
          <p:spPr>
            <a:xfrm>
              <a:off x="7784048" y="18916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2" name="pg7732"/>
            <p:cNvSpPr/>
            <p:nvPr/>
          </p:nvSpPr>
          <p:spPr>
            <a:xfrm>
              <a:off x="7777648" y="18842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3" name="pg7733"/>
            <p:cNvSpPr/>
            <p:nvPr/>
          </p:nvSpPr>
          <p:spPr>
            <a:xfrm>
              <a:off x="7809329" y="19213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4" name="pg7734"/>
            <p:cNvSpPr/>
            <p:nvPr/>
          </p:nvSpPr>
          <p:spPr>
            <a:xfrm>
              <a:off x="7803056" y="19138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5" name="pg7735"/>
            <p:cNvSpPr/>
            <p:nvPr/>
          </p:nvSpPr>
          <p:spPr>
            <a:xfrm>
              <a:off x="7796752" y="19064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6" name="pg7736"/>
            <p:cNvSpPr/>
            <p:nvPr/>
          </p:nvSpPr>
          <p:spPr>
            <a:xfrm>
              <a:off x="7790416" y="18990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7" name="pg7737"/>
            <p:cNvSpPr/>
            <p:nvPr/>
          </p:nvSpPr>
          <p:spPr>
            <a:xfrm>
              <a:off x="7764755" y="18695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8" name="pg7738"/>
            <p:cNvSpPr/>
            <p:nvPr/>
          </p:nvSpPr>
          <p:spPr>
            <a:xfrm>
              <a:off x="7758262" y="186228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39" name="pg7739"/>
            <p:cNvSpPr/>
            <p:nvPr/>
          </p:nvSpPr>
          <p:spPr>
            <a:xfrm>
              <a:off x="7751737" y="18550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0" name="pg7740"/>
            <p:cNvSpPr/>
            <p:nvPr/>
          </p:nvSpPr>
          <p:spPr>
            <a:xfrm>
              <a:off x="7745182" y="18477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1" name="pg7741"/>
            <p:cNvSpPr/>
            <p:nvPr/>
          </p:nvSpPr>
          <p:spPr>
            <a:xfrm>
              <a:off x="7738596" y="18405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2" name="pg7742"/>
            <p:cNvSpPr/>
            <p:nvPr/>
          </p:nvSpPr>
          <p:spPr>
            <a:xfrm>
              <a:off x="7731979" y="18334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3" name="pg7743"/>
            <p:cNvSpPr/>
            <p:nvPr/>
          </p:nvSpPr>
          <p:spPr>
            <a:xfrm>
              <a:off x="7664149" y="17632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4" name="pg7744"/>
            <p:cNvSpPr/>
            <p:nvPr/>
          </p:nvSpPr>
          <p:spPr>
            <a:xfrm>
              <a:off x="7657203" y="17563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5" name="pg7745"/>
            <p:cNvSpPr/>
            <p:nvPr/>
          </p:nvSpPr>
          <p:spPr>
            <a:xfrm>
              <a:off x="7650227" y="17495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6" name="pg7746"/>
            <p:cNvSpPr/>
            <p:nvPr/>
          </p:nvSpPr>
          <p:spPr>
            <a:xfrm>
              <a:off x="7643222" y="17427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7" name="pg7747"/>
            <p:cNvSpPr/>
            <p:nvPr/>
          </p:nvSpPr>
          <p:spPr>
            <a:xfrm>
              <a:off x="7636189" y="17359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8" name="pg7748"/>
            <p:cNvSpPr/>
            <p:nvPr/>
          </p:nvSpPr>
          <p:spPr>
            <a:xfrm>
              <a:off x="7629126" y="17292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49" name="pg7749"/>
            <p:cNvSpPr/>
            <p:nvPr/>
          </p:nvSpPr>
          <p:spPr>
            <a:xfrm>
              <a:off x="7622035" y="17225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0" name="pg7750"/>
            <p:cNvSpPr/>
            <p:nvPr/>
          </p:nvSpPr>
          <p:spPr>
            <a:xfrm>
              <a:off x="7614915" y="17158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1" name="pg7751"/>
            <p:cNvSpPr/>
            <p:nvPr/>
          </p:nvSpPr>
          <p:spPr>
            <a:xfrm>
              <a:off x="7607767" y="17092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2" name="pg7752"/>
            <p:cNvSpPr/>
            <p:nvPr/>
          </p:nvSpPr>
          <p:spPr>
            <a:xfrm>
              <a:off x="7600591" y="17025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3" name="pg7753"/>
            <p:cNvSpPr/>
            <p:nvPr/>
          </p:nvSpPr>
          <p:spPr>
            <a:xfrm>
              <a:off x="7593386" y="16959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4" name="pg7754"/>
            <p:cNvSpPr/>
            <p:nvPr/>
          </p:nvSpPr>
          <p:spPr>
            <a:xfrm>
              <a:off x="7586153" y="16894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5" name="pg7755"/>
            <p:cNvSpPr/>
            <p:nvPr/>
          </p:nvSpPr>
          <p:spPr>
            <a:xfrm>
              <a:off x="7578893" y="16829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6" name="pg7756"/>
            <p:cNvSpPr/>
            <p:nvPr/>
          </p:nvSpPr>
          <p:spPr>
            <a:xfrm>
              <a:off x="7571604" y="16764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7" name="pg7757"/>
            <p:cNvSpPr/>
            <p:nvPr/>
          </p:nvSpPr>
          <p:spPr>
            <a:xfrm>
              <a:off x="7564288" y="166996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8" name="pg7758"/>
            <p:cNvSpPr/>
            <p:nvPr/>
          </p:nvSpPr>
          <p:spPr>
            <a:xfrm>
              <a:off x="7556945" y="16635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59" name="pg7759"/>
            <p:cNvSpPr/>
            <p:nvPr/>
          </p:nvSpPr>
          <p:spPr>
            <a:xfrm>
              <a:off x="7549574" y="16571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0" name="pg7760"/>
            <p:cNvSpPr/>
            <p:nvPr/>
          </p:nvSpPr>
          <p:spPr>
            <a:xfrm>
              <a:off x="7542176" y="16507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1" name="pg7761"/>
            <p:cNvSpPr/>
            <p:nvPr/>
          </p:nvSpPr>
          <p:spPr>
            <a:xfrm>
              <a:off x="7534750" y="16444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2" name="pg7762"/>
            <p:cNvSpPr/>
            <p:nvPr/>
          </p:nvSpPr>
          <p:spPr>
            <a:xfrm>
              <a:off x="7527298" y="163812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3" name="pg7763"/>
            <p:cNvSpPr/>
            <p:nvPr/>
          </p:nvSpPr>
          <p:spPr>
            <a:xfrm>
              <a:off x="7519819" y="163185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4" name="pg7764"/>
            <p:cNvSpPr/>
            <p:nvPr/>
          </p:nvSpPr>
          <p:spPr>
            <a:xfrm>
              <a:off x="7512313" y="16256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5" name="pg7765"/>
            <p:cNvSpPr/>
            <p:nvPr/>
          </p:nvSpPr>
          <p:spPr>
            <a:xfrm>
              <a:off x="7504781" y="16194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6" name="pg7766"/>
            <p:cNvSpPr/>
            <p:nvPr/>
          </p:nvSpPr>
          <p:spPr>
            <a:xfrm>
              <a:off x="7497222" y="16132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7" name="pg7767"/>
            <p:cNvSpPr/>
            <p:nvPr/>
          </p:nvSpPr>
          <p:spPr>
            <a:xfrm>
              <a:off x="7489637" y="16070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8" name="pg7768"/>
            <p:cNvSpPr/>
            <p:nvPr/>
          </p:nvSpPr>
          <p:spPr>
            <a:xfrm>
              <a:off x="7482025" y="16009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69" name="pg7769"/>
            <p:cNvSpPr/>
            <p:nvPr/>
          </p:nvSpPr>
          <p:spPr>
            <a:xfrm>
              <a:off x="7474388" y="15948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0" name="pg7770"/>
            <p:cNvSpPr/>
            <p:nvPr/>
          </p:nvSpPr>
          <p:spPr>
            <a:xfrm>
              <a:off x="7466725" y="15888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1" name="pg7771"/>
            <p:cNvSpPr/>
            <p:nvPr/>
          </p:nvSpPr>
          <p:spPr>
            <a:xfrm>
              <a:off x="7459036" y="15828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2" name="pg7772"/>
            <p:cNvSpPr/>
            <p:nvPr/>
          </p:nvSpPr>
          <p:spPr>
            <a:xfrm>
              <a:off x="7451321" y="15768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3" name="pg7773"/>
            <p:cNvSpPr/>
            <p:nvPr/>
          </p:nvSpPr>
          <p:spPr>
            <a:xfrm>
              <a:off x="7443581" y="15709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4" name="pg7774"/>
            <p:cNvSpPr/>
            <p:nvPr/>
          </p:nvSpPr>
          <p:spPr>
            <a:xfrm>
              <a:off x="7435816" y="156498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5" name="pg7775"/>
            <p:cNvSpPr/>
            <p:nvPr/>
          </p:nvSpPr>
          <p:spPr>
            <a:xfrm>
              <a:off x="7428026" y="15591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6" name="pg7776"/>
            <p:cNvSpPr/>
            <p:nvPr/>
          </p:nvSpPr>
          <p:spPr>
            <a:xfrm>
              <a:off x="7420210" y="155325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7" name="pg7777"/>
            <p:cNvSpPr/>
            <p:nvPr/>
          </p:nvSpPr>
          <p:spPr>
            <a:xfrm>
              <a:off x="7412370" y="15474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8" name="pg7778"/>
            <p:cNvSpPr/>
            <p:nvPr/>
          </p:nvSpPr>
          <p:spPr>
            <a:xfrm>
              <a:off x="7404505" y="15416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79" name="pg7779"/>
            <p:cNvSpPr/>
            <p:nvPr/>
          </p:nvSpPr>
          <p:spPr>
            <a:xfrm>
              <a:off x="7396615" y="15359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0" name="pg7780"/>
            <p:cNvSpPr/>
            <p:nvPr/>
          </p:nvSpPr>
          <p:spPr>
            <a:xfrm>
              <a:off x="7388701" y="15301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1" name="pg7781"/>
            <p:cNvSpPr/>
            <p:nvPr/>
          </p:nvSpPr>
          <p:spPr>
            <a:xfrm>
              <a:off x="7380762" y="152451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2" name="pg7782"/>
            <p:cNvSpPr/>
            <p:nvPr/>
          </p:nvSpPr>
          <p:spPr>
            <a:xfrm>
              <a:off x="7372799" y="151887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3" name="pg7783"/>
            <p:cNvSpPr/>
            <p:nvPr/>
          </p:nvSpPr>
          <p:spPr>
            <a:xfrm>
              <a:off x="7364813" y="15132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4" name="pg7784"/>
            <p:cNvSpPr/>
            <p:nvPr/>
          </p:nvSpPr>
          <p:spPr>
            <a:xfrm>
              <a:off x="7356802" y="15076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5" name="pg7785"/>
            <p:cNvSpPr/>
            <p:nvPr/>
          </p:nvSpPr>
          <p:spPr>
            <a:xfrm>
              <a:off x="7348768" y="150213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6" name="pg7786"/>
            <p:cNvSpPr/>
            <p:nvPr/>
          </p:nvSpPr>
          <p:spPr>
            <a:xfrm>
              <a:off x="7340710" y="14966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7" name="pg7787"/>
            <p:cNvSpPr/>
            <p:nvPr/>
          </p:nvSpPr>
          <p:spPr>
            <a:xfrm>
              <a:off x="7332628" y="14911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8" name="pg7788"/>
            <p:cNvSpPr/>
            <p:nvPr/>
          </p:nvSpPr>
          <p:spPr>
            <a:xfrm>
              <a:off x="7324524" y="14857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89" name="pg7789"/>
            <p:cNvSpPr/>
            <p:nvPr/>
          </p:nvSpPr>
          <p:spPr>
            <a:xfrm>
              <a:off x="7316396" y="14803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0" name="pg7790"/>
            <p:cNvSpPr/>
            <p:nvPr/>
          </p:nvSpPr>
          <p:spPr>
            <a:xfrm>
              <a:off x="7308245" y="147493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1" name="pg7791"/>
            <p:cNvSpPr/>
            <p:nvPr/>
          </p:nvSpPr>
          <p:spPr>
            <a:xfrm>
              <a:off x="7300071" y="14696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2" name="pg7792"/>
            <p:cNvSpPr/>
            <p:nvPr/>
          </p:nvSpPr>
          <p:spPr>
            <a:xfrm>
              <a:off x="7291875" y="14642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3" name="pg7793"/>
            <p:cNvSpPr/>
            <p:nvPr/>
          </p:nvSpPr>
          <p:spPr>
            <a:xfrm>
              <a:off x="7250558" y="14383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4" name="pg7794"/>
            <p:cNvSpPr/>
            <p:nvPr/>
          </p:nvSpPr>
          <p:spPr>
            <a:xfrm>
              <a:off x="7242228" y="14332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5" name="pg7795"/>
            <p:cNvSpPr/>
            <p:nvPr/>
          </p:nvSpPr>
          <p:spPr>
            <a:xfrm>
              <a:off x="7283656" y="14590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6" name="pg7796"/>
            <p:cNvSpPr/>
            <p:nvPr/>
          </p:nvSpPr>
          <p:spPr>
            <a:xfrm>
              <a:off x="7275415" y="145380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7" name="pg7797"/>
            <p:cNvSpPr/>
            <p:nvPr/>
          </p:nvSpPr>
          <p:spPr>
            <a:xfrm>
              <a:off x="7267151" y="14486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8" name="pg7798"/>
            <p:cNvSpPr/>
            <p:nvPr/>
          </p:nvSpPr>
          <p:spPr>
            <a:xfrm>
              <a:off x="7258865" y="14434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799" name="pg7799"/>
            <p:cNvSpPr/>
            <p:nvPr/>
          </p:nvSpPr>
          <p:spPr>
            <a:xfrm>
              <a:off x="7233877" y="14281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0" name="pg7800"/>
            <p:cNvSpPr/>
            <p:nvPr/>
          </p:nvSpPr>
          <p:spPr>
            <a:xfrm>
              <a:off x="7225504" y="14231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1" name="pg7801"/>
            <p:cNvSpPr/>
            <p:nvPr/>
          </p:nvSpPr>
          <p:spPr>
            <a:xfrm>
              <a:off x="7217110" y="14181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2" name="pg7802"/>
            <p:cNvSpPr/>
            <p:nvPr/>
          </p:nvSpPr>
          <p:spPr>
            <a:xfrm>
              <a:off x="7208695" y="14132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3" name="pg7803"/>
            <p:cNvSpPr/>
            <p:nvPr/>
          </p:nvSpPr>
          <p:spPr>
            <a:xfrm>
              <a:off x="7200259" y="14083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4" name="pg7804"/>
            <p:cNvSpPr/>
            <p:nvPr/>
          </p:nvSpPr>
          <p:spPr>
            <a:xfrm>
              <a:off x="7191802" y="14034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5" name="pg7805"/>
            <p:cNvSpPr/>
            <p:nvPr/>
          </p:nvSpPr>
          <p:spPr>
            <a:xfrm>
              <a:off x="7183324" y="13986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6" name="pg7806"/>
            <p:cNvSpPr/>
            <p:nvPr/>
          </p:nvSpPr>
          <p:spPr>
            <a:xfrm>
              <a:off x="7174826" y="13938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7" name="pg7807"/>
            <p:cNvSpPr/>
            <p:nvPr/>
          </p:nvSpPr>
          <p:spPr>
            <a:xfrm>
              <a:off x="7166307" y="138903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8" name="pg7808"/>
            <p:cNvSpPr/>
            <p:nvPr/>
          </p:nvSpPr>
          <p:spPr>
            <a:xfrm>
              <a:off x="7157768" y="13843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09" name="pg7809"/>
            <p:cNvSpPr/>
            <p:nvPr/>
          </p:nvSpPr>
          <p:spPr>
            <a:xfrm>
              <a:off x="7149209" y="13796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0" name="pg7810"/>
            <p:cNvSpPr/>
            <p:nvPr/>
          </p:nvSpPr>
          <p:spPr>
            <a:xfrm>
              <a:off x="7140630" y="13749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1" name="pg7811"/>
            <p:cNvSpPr/>
            <p:nvPr/>
          </p:nvSpPr>
          <p:spPr>
            <a:xfrm>
              <a:off x="7132031" y="13703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2" name="pg7812"/>
            <p:cNvSpPr/>
            <p:nvPr/>
          </p:nvSpPr>
          <p:spPr>
            <a:xfrm>
              <a:off x="7123412" y="13657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3" name="pg7813"/>
            <p:cNvSpPr/>
            <p:nvPr/>
          </p:nvSpPr>
          <p:spPr>
            <a:xfrm>
              <a:off x="7114774" y="13612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4" name="pg7814"/>
            <p:cNvSpPr/>
            <p:nvPr/>
          </p:nvSpPr>
          <p:spPr>
            <a:xfrm>
              <a:off x="7106117" y="13566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5" name="pg7815"/>
            <p:cNvSpPr/>
            <p:nvPr/>
          </p:nvSpPr>
          <p:spPr>
            <a:xfrm>
              <a:off x="7097440" y="13522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6" name="pg7816"/>
            <p:cNvSpPr/>
            <p:nvPr/>
          </p:nvSpPr>
          <p:spPr>
            <a:xfrm>
              <a:off x="7088745" y="13477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7" name="pg7817"/>
            <p:cNvSpPr/>
            <p:nvPr/>
          </p:nvSpPr>
          <p:spPr>
            <a:xfrm>
              <a:off x="7080030" y="13433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8" name="pg7818"/>
            <p:cNvSpPr/>
            <p:nvPr/>
          </p:nvSpPr>
          <p:spPr>
            <a:xfrm>
              <a:off x="7071297" y="13390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19" name="pg7819"/>
            <p:cNvSpPr/>
            <p:nvPr/>
          </p:nvSpPr>
          <p:spPr>
            <a:xfrm>
              <a:off x="7009655" y="13095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0" name="pg7820"/>
            <p:cNvSpPr/>
            <p:nvPr/>
          </p:nvSpPr>
          <p:spPr>
            <a:xfrm>
              <a:off x="7000779" y="13054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1" name="pg7821"/>
            <p:cNvSpPr/>
            <p:nvPr/>
          </p:nvSpPr>
          <p:spPr>
            <a:xfrm>
              <a:off x="6991884" y="13014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2" name="pg7822"/>
            <p:cNvSpPr/>
            <p:nvPr/>
          </p:nvSpPr>
          <p:spPr>
            <a:xfrm>
              <a:off x="6982973" y="12974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3" name="pg7823"/>
            <p:cNvSpPr/>
            <p:nvPr/>
          </p:nvSpPr>
          <p:spPr>
            <a:xfrm>
              <a:off x="6974045" y="12935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4" name="pg7824"/>
            <p:cNvSpPr/>
            <p:nvPr/>
          </p:nvSpPr>
          <p:spPr>
            <a:xfrm>
              <a:off x="7044987" y="132617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5" name="pg7825"/>
            <p:cNvSpPr/>
            <p:nvPr/>
          </p:nvSpPr>
          <p:spPr>
            <a:xfrm>
              <a:off x="7062546" y="13347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6" name="pg7826"/>
            <p:cNvSpPr/>
            <p:nvPr/>
          </p:nvSpPr>
          <p:spPr>
            <a:xfrm>
              <a:off x="7053776" y="13304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7" name="pg7827"/>
            <p:cNvSpPr/>
            <p:nvPr/>
          </p:nvSpPr>
          <p:spPr>
            <a:xfrm>
              <a:off x="7036181" y="132196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8" name="pg7828"/>
            <p:cNvSpPr/>
            <p:nvPr/>
          </p:nvSpPr>
          <p:spPr>
            <a:xfrm>
              <a:off x="7027357" y="13177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29" name="pg7829"/>
            <p:cNvSpPr/>
            <p:nvPr/>
          </p:nvSpPr>
          <p:spPr>
            <a:xfrm>
              <a:off x="7018515" y="13136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0" name="pg7830"/>
            <p:cNvSpPr/>
            <p:nvPr/>
          </p:nvSpPr>
          <p:spPr>
            <a:xfrm>
              <a:off x="6965100" y="12896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1" name="pg7831"/>
            <p:cNvSpPr/>
            <p:nvPr/>
          </p:nvSpPr>
          <p:spPr>
            <a:xfrm>
              <a:off x="6956139" y="12857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2" name="pg7832"/>
            <p:cNvSpPr/>
            <p:nvPr/>
          </p:nvSpPr>
          <p:spPr>
            <a:xfrm>
              <a:off x="6947161" y="12819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3" name="pg7833"/>
            <p:cNvSpPr/>
            <p:nvPr/>
          </p:nvSpPr>
          <p:spPr>
            <a:xfrm>
              <a:off x="6938166" y="12781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4" name="pg7834"/>
            <p:cNvSpPr/>
            <p:nvPr/>
          </p:nvSpPr>
          <p:spPr>
            <a:xfrm>
              <a:off x="6929156" y="127438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5" name="pg7835"/>
            <p:cNvSpPr/>
            <p:nvPr/>
          </p:nvSpPr>
          <p:spPr>
            <a:xfrm>
              <a:off x="6920130" y="12706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6" name="pg7836"/>
            <p:cNvSpPr/>
            <p:nvPr/>
          </p:nvSpPr>
          <p:spPr>
            <a:xfrm>
              <a:off x="6911088" y="12669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7" name="pg7837"/>
            <p:cNvSpPr/>
            <p:nvPr/>
          </p:nvSpPr>
          <p:spPr>
            <a:xfrm>
              <a:off x="6736511" y="12045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8" name="pg7838"/>
            <p:cNvSpPr/>
            <p:nvPr/>
          </p:nvSpPr>
          <p:spPr>
            <a:xfrm>
              <a:off x="6727188" y="12016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39" name="pg7839"/>
            <p:cNvSpPr/>
            <p:nvPr/>
          </p:nvSpPr>
          <p:spPr>
            <a:xfrm>
              <a:off x="6717853" y="11987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0" name="pg7840"/>
            <p:cNvSpPr/>
            <p:nvPr/>
          </p:nvSpPr>
          <p:spPr>
            <a:xfrm>
              <a:off x="6708506" y="11959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1" name="pg7841"/>
            <p:cNvSpPr/>
            <p:nvPr/>
          </p:nvSpPr>
          <p:spPr>
            <a:xfrm>
              <a:off x="6699147" y="11931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2" name="pg7842"/>
            <p:cNvSpPr/>
            <p:nvPr/>
          </p:nvSpPr>
          <p:spPr>
            <a:xfrm>
              <a:off x="6689776" y="11904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3" name="pg7843"/>
            <p:cNvSpPr/>
            <p:nvPr/>
          </p:nvSpPr>
          <p:spPr>
            <a:xfrm>
              <a:off x="6680394" y="11877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4" name="pg7844"/>
            <p:cNvSpPr/>
            <p:nvPr/>
          </p:nvSpPr>
          <p:spPr>
            <a:xfrm>
              <a:off x="6671000" y="11851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5" name="pg7845"/>
            <p:cNvSpPr/>
            <p:nvPr/>
          </p:nvSpPr>
          <p:spPr>
            <a:xfrm>
              <a:off x="6661595" y="11824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6" name="pg7846"/>
            <p:cNvSpPr/>
            <p:nvPr/>
          </p:nvSpPr>
          <p:spPr>
            <a:xfrm>
              <a:off x="6652179" y="11799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7" name="pg7847"/>
            <p:cNvSpPr/>
            <p:nvPr/>
          </p:nvSpPr>
          <p:spPr>
            <a:xfrm>
              <a:off x="6642752" y="11773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8" name="pg7848"/>
            <p:cNvSpPr/>
            <p:nvPr/>
          </p:nvSpPr>
          <p:spPr>
            <a:xfrm>
              <a:off x="6633315" y="11748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49" name="pg7849"/>
            <p:cNvSpPr/>
            <p:nvPr/>
          </p:nvSpPr>
          <p:spPr>
            <a:xfrm>
              <a:off x="6623866" y="11724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0" name="pg7850"/>
            <p:cNvSpPr/>
            <p:nvPr/>
          </p:nvSpPr>
          <p:spPr>
            <a:xfrm>
              <a:off x="6614408" y="11700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1" name="pg7851"/>
            <p:cNvSpPr/>
            <p:nvPr/>
          </p:nvSpPr>
          <p:spPr>
            <a:xfrm>
              <a:off x="6604939" y="116766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2" name="pg7852"/>
            <p:cNvSpPr/>
            <p:nvPr/>
          </p:nvSpPr>
          <p:spPr>
            <a:xfrm>
              <a:off x="6595460" y="11653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3" name="pg7853"/>
            <p:cNvSpPr/>
            <p:nvPr/>
          </p:nvSpPr>
          <p:spPr>
            <a:xfrm>
              <a:off x="6745821" y="12074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4" name="pg7854"/>
            <p:cNvSpPr/>
            <p:nvPr/>
          </p:nvSpPr>
          <p:spPr>
            <a:xfrm>
              <a:off x="6902030" y="12633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5" name="pg7855"/>
            <p:cNvSpPr/>
            <p:nvPr/>
          </p:nvSpPr>
          <p:spPr>
            <a:xfrm>
              <a:off x="6892957" y="12597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6" name="pg7856"/>
            <p:cNvSpPr/>
            <p:nvPr/>
          </p:nvSpPr>
          <p:spPr>
            <a:xfrm>
              <a:off x="6883868" y="12561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7" name="pg7857"/>
            <p:cNvSpPr/>
            <p:nvPr/>
          </p:nvSpPr>
          <p:spPr>
            <a:xfrm>
              <a:off x="6874765" y="12526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8" name="pg7858"/>
            <p:cNvSpPr/>
            <p:nvPr/>
          </p:nvSpPr>
          <p:spPr>
            <a:xfrm>
              <a:off x="6865646" y="12491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59" name="pg7859"/>
            <p:cNvSpPr/>
            <p:nvPr/>
          </p:nvSpPr>
          <p:spPr>
            <a:xfrm>
              <a:off x="6856513" y="124573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0" name="pg7860"/>
            <p:cNvSpPr/>
            <p:nvPr/>
          </p:nvSpPr>
          <p:spPr>
            <a:xfrm>
              <a:off x="6847365" y="12423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1" name="pg7861"/>
            <p:cNvSpPr/>
            <p:nvPr/>
          </p:nvSpPr>
          <p:spPr>
            <a:xfrm>
              <a:off x="6838203" y="12389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2" name="pg7862"/>
            <p:cNvSpPr/>
            <p:nvPr/>
          </p:nvSpPr>
          <p:spPr>
            <a:xfrm>
              <a:off x="6829026" y="12356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3" name="pg7863"/>
            <p:cNvSpPr/>
            <p:nvPr/>
          </p:nvSpPr>
          <p:spPr>
            <a:xfrm>
              <a:off x="6819835" y="12323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4" name="pg7864"/>
            <p:cNvSpPr/>
            <p:nvPr/>
          </p:nvSpPr>
          <p:spPr>
            <a:xfrm>
              <a:off x="6810631" y="12290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5" name="pg7865"/>
            <p:cNvSpPr/>
            <p:nvPr/>
          </p:nvSpPr>
          <p:spPr>
            <a:xfrm>
              <a:off x="6801412" y="12258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6" name="pg7866"/>
            <p:cNvSpPr/>
            <p:nvPr/>
          </p:nvSpPr>
          <p:spPr>
            <a:xfrm>
              <a:off x="6792180" y="12227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7" name="pg7867"/>
            <p:cNvSpPr/>
            <p:nvPr/>
          </p:nvSpPr>
          <p:spPr>
            <a:xfrm>
              <a:off x="6782935" y="12195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8" name="pg7868"/>
            <p:cNvSpPr/>
            <p:nvPr/>
          </p:nvSpPr>
          <p:spPr>
            <a:xfrm>
              <a:off x="6773676" y="121649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69" name="pg7869"/>
            <p:cNvSpPr/>
            <p:nvPr/>
          </p:nvSpPr>
          <p:spPr>
            <a:xfrm>
              <a:off x="6764404" y="12134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0" name="pg7870"/>
            <p:cNvSpPr/>
            <p:nvPr/>
          </p:nvSpPr>
          <p:spPr>
            <a:xfrm>
              <a:off x="6755119" y="12104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1" name="pg7871"/>
            <p:cNvSpPr/>
            <p:nvPr/>
          </p:nvSpPr>
          <p:spPr>
            <a:xfrm>
              <a:off x="6490579" y="11423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2" name="pg7872"/>
            <p:cNvSpPr/>
            <p:nvPr/>
          </p:nvSpPr>
          <p:spPr>
            <a:xfrm>
              <a:off x="6480994" y="11405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3" name="pg7873"/>
            <p:cNvSpPr/>
            <p:nvPr/>
          </p:nvSpPr>
          <p:spPr>
            <a:xfrm>
              <a:off x="6509727" y="11461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4" name="pg7874"/>
            <p:cNvSpPr/>
            <p:nvPr/>
          </p:nvSpPr>
          <p:spPr>
            <a:xfrm>
              <a:off x="6500157" y="11442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5" name="pg7875"/>
            <p:cNvSpPr/>
            <p:nvPr/>
          </p:nvSpPr>
          <p:spPr>
            <a:xfrm>
              <a:off x="6566965" y="11585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6" name="pg7876"/>
            <p:cNvSpPr/>
            <p:nvPr/>
          </p:nvSpPr>
          <p:spPr>
            <a:xfrm>
              <a:off x="6585971" y="11630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7" name="pg7877"/>
            <p:cNvSpPr/>
            <p:nvPr/>
          </p:nvSpPr>
          <p:spPr>
            <a:xfrm>
              <a:off x="6576473" y="11607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8" name="pg7878"/>
            <p:cNvSpPr/>
            <p:nvPr/>
          </p:nvSpPr>
          <p:spPr>
            <a:xfrm>
              <a:off x="6557448" y="11564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79" name="pg7879"/>
            <p:cNvSpPr/>
            <p:nvPr/>
          </p:nvSpPr>
          <p:spPr>
            <a:xfrm>
              <a:off x="6547921" y="11542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0" name="pg7880"/>
            <p:cNvSpPr/>
            <p:nvPr/>
          </p:nvSpPr>
          <p:spPr>
            <a:xfrm>
              <a:off x="6538386" y="11521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1" name="pg7881"/>
            <p:cNvSpPr/>
            <p:nvPr/>
          </p:nvSpPr>
          <p:spPr>
            <a:xfrm>
              <a:off x="6528841" y="115014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2" name="pg7882"/>
            <p:cNvSpPr/>
            <p:nvPr/>
          </p:nvSpPr>
          <p:spPr>
            <a:xfrm>
              <a:off x="6519288" y="11481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3" name="pg7883"/>
            <p:cNvSpPr/>
            <p:nvPr/>
          </p:nvSpPr>
          <p:spPr>
            <a:xfrm>
              <a:off x="6326682" y="111662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4" name="pg7884"/>
            <p:cNvSpPr/>
            <p:nvPr/>
          </p:nvSpPr>
          <p:spPr>
            <a:xfrm>
              <a:off x="6423321" y="11303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5" name="pg7885"/>
            <p:cNvSpPr/>
            <p:nvPr/>
          </p:nvSpPr>
          <p:spPr>
            <a:xfrm>
              <a:off x="6413685" y="11287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6" name="pg7886"/>
            <p:cNvSpPr/>
            <p:nvPr/>
          </p:nvSpPr>
          <p:spPr>
            <a:xfrm>
              <a:off x="6471400" y="11387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7" name="pg7887"/>
            <p:cNvSpPr/>
            <p:nvPr/>
          </p:nvSpPr>
          <p:spPr>
            <a:xfrm>
              <a:off x="6461799" y="11369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8" name="pg7888"/>
            <p:cNvSpPr/>
            <p:nvPr/>
          </p:nvSpPr>
          <p:spPr>
            <a:xfrm>
              <a:off x="6452190" y="11352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89" name="pg7889"/>
            <p:cNvSpPr/>
            <p:nvPr/>
          </p:nvSpPr>
          <p:spPr>
            <a:xfrm>
              <a:off x="6442574" y="11335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0" name="pg7890"/>
            <p:cNvSpPr/>
            <p:nvPr/>
          </p:nvSpPr>
          <p:spPr>
            <a:xfrm>
              <a:off x="6432951" y="11319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1" name="pg7891"/>
            <p:cNvSpPr/>
            <p:nvPr/>
          </p:nvSpPr>
          <p:spPr>
            <a:xfrm>
              <a:off x="6404042" y="11272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2" name="pg7892"/>
            <p:cNvSpPr/>
            <p:nvPr/>
          </p:nvSpPr>
          <p:spPr>
            <a:xfrm>
              <a:off x="6394392" y="11257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3" name="pg7893"/>
            <p:cNvSpPr/>
            <p:nvPr/>
          </p:nvSpPr>
          <p:spPr>
            <a:xfrm>
              <a:off x="6384736" y="11243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4" name="pg7894"/>
            <p:cNvSpPr/>
            <p:nvPr/>
          </p:nvSpPr>
          <p:spPr>
            <a:xfrm>
              <a:off x="6375075" y="11229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5" name="pg7895"/>
            <p:cNvSpPr/>
            <p:nvPr/>
          </p:nvSpPr>
          <p:spPr>
            <a:xfrm>
              <a:off x="6336371" y="11178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6" name="pg7896"/>
            <p:cNvSpPr/>
            <p:nvPr/>
          </p:nvSpPr>
          <p:spPr>
            <a:xfrm>
              <a:off x="6365407" y="11216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7" name="pg7897"/>
            <p:cNvSpPr/>
            <p:nvPr/>
          </p:nvSpPr>
          <p:spPr>
            <a:xfrm>
              <a:off x="6355734" y="11202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8" name="pg7898"/>
            <p:cNvSpPr/>
            <p:nvPr/>
          </p:nvSpPr>
          <p:spPr>
            <a:xfrm>
              <a:off x="6346055" y="11190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899" name="pg7899"/>
            <p:cNvSpPr/>
            <p:nvPr/>
          </p:nvSpPr>
          <p:spPr>
            <a:xfrm>
              <a:off x="6316988" y="11154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0" name="pg7900"/>
            <p:cNvSpPr/>
            <p:nvPr/>
          </p:nvSpPr>
          <p:spPr>
            <a:xfrm>
              <a:off x="6307289" y="11143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1" name="pg7901"/>
            <p:cNvSpPr/>
            <p:nvPr/>
          </p:nvSpPr>
          <p:spPr>
            <a:xfrm>
              <a:off x="6297585" y="111331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2" name="pg7902"/>
            <p:cNvSpPr/>
            <p:nvPr/>
          </p:nvSpPr>
          <p:spPr>
            <a:xfrm>
              <a:off x="6287877" y="11122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3" name="pg7903"/>
            <p:cNvSpPr/>
            <p:nvPr/>
          </p:nvSpPr>
          <p:spPr>
            <a:xfrm>
              <a:off x="6278165" y="11113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4" name="pg7904"/>
            <p:cNvSpPr/>
            <p:nvPr/>
          </p:nvSpPr>
          <p:spPr>
            <a:xfrm>
              <a:off x="6268448" y="11103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5" name="pg7905"/>
            <p:cNvSpPr/>
            <p:nvPr/>
          </p:nvSpPr>
          <p:spPr>
            <a:xfrm>
              <a:off x="6258728" y="11094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6" name="pg7906"/>
            <p:cNvSpPr/>
            <p:nvPr/>
          </p:nvSpPr>
          <p:spPr>
            <a:xfrm>
              <a:off x="6249004" y="110863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7" name="pg7907"/>
            <p:cNvSpPr/>
            <p:nvPr/>
          </p:nvSpPr>
          <p:spPr>
            <a:xfrm>
              <a:off x="6239276" y="11078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8" name="pg7908"/>
            <p:cNvSpPr/>
            <p:nvPr/>
          </p:nvSpPr>
          <p:spPr>
            <a:xfrm>
              <a:off x="6229545" y="11070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09" name="pg7909"/>
            <p:cNvSpPr/>
            <p:nvPr/>
          </p:nvSpPr>
          <p:spPr>
            <a:xfrm>
              <a:off x="6219811" y="11063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0" name="pg7910"/>
            <p:cNvSpPr/>
            <p:nvPr/>
          </p:nvSpPr>
          <p:spPr>
            <a:xfrm>
              <a:off x="6171099" y="11033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1" name="pg7911"/>
            <p:cNvSpPr/>
            <p:nvPr/>
          </p:nvSpPr>
          <p:spPr>
            <a:xfrm>
              <a:off x="6161349" y="11028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2" name="pg7912"/>
            <p:cNvSpPr/>
            <p:nvPr/>
          </p:nvSpPr>
          <p:spPr>
            <a:xfrm>
              <a:off x="6151597" y="11023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3" name="pg7913"/>
            <p:cNvSpPr/>
            <p:nvPr/>
          </p:nvSpPr>
          <p:spPr>
            <a:xfrm>
              <a:off x="6210074" y="11056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4" name="pg7914"/>
            <p:cNvSpPr/>
            <p:nvPr/>
          </p:nvSpPr>
          <p:spPr>
            <a:xfrm>
              <a:off x="6200334" y="11049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5" name="pg7915"/>
            <p:cNvSpPr/>
            <p:nvPr/>
          </p:nvSpPr>
          <p:spPr>
            <a:xfrm>
              <a:off x="6190591" y="11043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6" name="pg7916"/>
            <p:cNvSpPr/>
            <p:nvPr/>
          </p:nvSpPr>
          <p:spPr>
            <a:xfrm>
              <a:off x="6180846" y="11038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7" name="pg7917"/>
            <p:cNvSpPr/>
            <p:nvPr/>
          </p:nvSpPr>
          <p:spPr>
            <a:xfrm>
              <a:off x="6141844" y="110199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8" name="pg7918"/>
            <p:cNvSpPr/>
            <p:nvPr/>
          </p:nvSpPr>
          <p:spPr>
            <a:xfrm>
              <a:off x="6102817" y="11008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19" name="pg7919"/>
            <p:cNvSpPr/>
            <p:nvPr/>
          </p:nvSpPr>
          <p:spPr>
            <a:xfrm>
              <a:off x="6132089" y="11016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0" name="pg7920"/>
            <p:cNvSpPr/>
            <p:nvPr/>
          </p:nvSpPr>
          <p:spPr>
            <a:xfrm>
              <a:off x="6122333" y="11013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1" name="pg7921"/>
            <p:cNvSpPr/>
            <p:nvPr/>
          </p:nvSpPr>
          <p:spPr>
            <a:xfrm>
              <a:off x="6112575" y="11010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2" name="pg7922"/>
            <p:cNvSpPr/>
            <p:nvPr/>
          </p:nvSpPr>
          <p:spPr>
            <a:xfrm>
              <a:off x="6093057" y="11006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3" name="pg7923"/>
            <p:cNvSpPr/>
            <p:nvPr/>
          </p:nvSpPr>
          <p:spPr>
            <a:xfrm>
              <a:off x="6083297" y="110049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4" name="pg7924"/>
            <p:cNvSpPr/>
            <p:nvPr/>
          </p:nvSpPr>
          <p:spPr>
            <a:xfrm>
              <a:off x="6073536" y="11003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5" name="pg7925"/>
            <p:cNvSpPr/>
            <p:nvPr/>
          </p:nvSpPr>
          <p:spPr>
            <a:xfrm>
              <a:off x="6063775" y="11003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6" name="pg7926"/>
            <p:cNvSpPr/>
            <p:nvPr/>
          </p:nvSpPr>
          <p:spPr>
            <a:xfrm>
              <a:off x="6054013" y="11003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7" name="pg7927"/>
            <p:cNvSpPr/>
            <p:nvPr/>
          </p:nvSpPr>
          <p:spPr>
            <a:xfrm>
              <a:off x="3767343" y="34164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8" name="pg7928"/>
            <p:cNvSpPr/>
            <p:nvPr/>
          </p:nvSpPr>
          <p:spPr>
            <a:xfrm>
              <a:off x="3767489" y="34262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29" name="pg7929"/>
            <p:cNvSpPr/>
            <p:nvPr/>
          </p:nvSpPr>
          <p:spPr>
            <a:xfrm>
              <a:off x="3767155" y="33871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0" name="pg7930"/>
            <p:cNvSpPr/>
            <p:nvPr/>
          </p:nvSpPr>
          <p:spPr>
            <a:xfrm>
              <a:off x="3767176" y="33969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1" name="pg7931"/>
            <p:cNvSpPr/>
            <p:nvPr/>
          </p:nvSpPr>
          <p:spPr>
            <a:xfrm>
              <a:off x="3767239" y="34066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2" name="pg7932"/>
            <p:cNvSpPr/>
            <p:nvPr/>
          </p:nvSpPr>
          <p:spPr>
            <a:xfrm>
              <a:off x="3767676" y="34359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3" name="pg7933"/>
            <p:cNvSpPr/>
            <p:nvPr/>
          </p:nvSpPr>
          <p:spPr>
            <a:xfrm>
              <a:off x="3767905" y="34457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4" name="pg7934"/>
            <p:cNvSpPr/>
            <p:nvPr/>
          </p:nvSpPr>
          <p:spPr>
            <a:xfrm>
              <a:off x="3768176" y="345548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5" name="pg7935"/>
            <p:cNvSpPr/>
            <p:nvPr/>
          </p:nvSpPr>
          <p:spPr>
            <a:xfrm>
              <a:off x="3768488" y="34652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6" name="pg7936"/>
            <p:cNvSpPr/>
            <p:nvPr/>
          </p:nvSpPr>
          <p:spPr>
            <a:xfrm>
              <a:off x="3768842" y="34749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7" name="pg7937"/>
            <p:cNvSpPr/>
            <p:nvPr/>
          </p:nvSpPr>
          <p:spPr>
            <a:xfrm>
              <a:off x="3769238" y="348475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8" name="pg7938"/>
            <p:cNvSpPr/>
            <p:nvPr/>
          </p:nvSpPr>
          <p:spPr>
            <a:xfrm>
              <a:off x="3769676" y="349450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39" name="pg7939"/>
            <p:cNvSpPr/>
            <p:nvPr/>
          </p:nvSpPr>
          <p:spPr>
            <a:xfrm>
              <a:off x="3770154" y="35042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0" name="pg7940"/>
            <p:cNvSpPr/>
            <p:nvPr/>
          </p:nvSpPr>
          <p:spPr>
            <a:xfrm>
              <a:off x="3770675" y="35139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1" name="pg7941"/>
            <p:cNvSpPr/>
            <p:nvPr/>
          </p:nvSpPr>
          <p:spPr>
            <a:xfrm>
              <a:off x="3771237" y="35237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2" name="pg7942"/>
            <p:cNvSpPr/>
            <p:nvPr/>
          </p:nvSpPr>
          <p:spPr>
            <a:xfrm>
              <a:off x="3771841" y="353348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3" name="pg7943"/>
            <p:cNvSpPr/>
            <p:nvPr/>
          </p:nvSpPr>
          <p:spPr>
            <a:xfrm>
              <a:off x="3772486" y="35432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4" name="pg7944"/>
            <p:cNvSpPr/>
            <p:nvPr/>
          </p:nvSpPr>
          <p:spPr>
            <a:xfrm>
              <a:off x="3773173" y="35529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5" name="pg7945"/>
            <p:cNvSpPr/>
            <p:nvPr/>
          </p:nvSpPr>
          <p:spPr>
            <a:xfrm>
              <a:off x="3773902" y="35626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6" name="pg7946"/>
            <p:cNvSpPr/>
            <p:nvPr/>
          </p:nvSpPr>
          <p:spPr>
            <a:xfrm>
              <a:off x="3774672" y="35724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7" name="pg7947"/>
            <p:cNvSpPr/>
            <p:nvPr/>
          </p:nvSpPr>
          <p:spPr>
            <a:xfrm>
              <a:off x="3775483" y="358215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8" name="pg7948"/>
            <p:cNvSpPr/>
            <p:nvPr/>
          </p:nvSpPr>
          <p:spPr>
            <a:xfrm>
              <a:off x="3776336" y="35918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49" name="pg7949"/>
            <p:cNvSpPr/>
            <p:nvPr/>
          </p:nvSpPr>
          <p:spPr>
            <a:xfrm>
              <a:off x="3777231" y="360160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0" name="pg7950"/>
            <p:cNvSpPr/>
            <p:nvPr/>
          </p:nvSpPr>
          <p:spPr>
            <a:xfrm>
              <a:off x="3778167" y="36113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1" name="pg7951"/>
            <p:cNvSpPr/>
            <p:nvPr/>
          </p:nvSpPr>
          <p:spPr>
            <a:xfrm>
              <a:off x="3779145" y="36210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2" name="pg7952"/>
            <p:cNvSpPr/>
            <p:nvPr/>
          </p:nvSpPr>
          <p:spPr>
            <a:xfrm>
              <a:off x="3780164" y="36307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3" name="pg7953"/>
            <p:cNvSpPr/>
            <p:nvPr/>
          </p:nvSpPr>
          <p:spPr>
            <a:xfrm>
              <a:off x="3781224" y="36404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4" name="pg7954"/>
            <p:cNvSpPr/>
            <p:nvPr/>
          </p:nvSpPr>
          <p:spPr>
            <a:xfrm>
              <a:off x="3782326" y="36501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5" name="pg7955"/>
            <p:cNvSpPr/>
            <p:nvPr/>
          </p:nvSpPr>
          <p:spPr>
            <a:xfrm>
              <a:off x="3783469" y="36598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6" name="pg7956"/>
            <p:cNvSpPr/>
            <p:nvPr/>
          </p:nvSpPr>
          <p:spPr>
            <a:xfrm>
              <a:off x="3784653" y="366952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7" name="pg7957"/>
            <p:cNvSpPr/>
            <p:nvPr/>
          </p:nvSpPr>
          <p:spPr>
            <a:xfrm>
              <a:off x="3785879" y="36792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8" name="pg7958"/>
            <p:cNvSpPr/>
            <p:nvPr/>
          </p:nvSpPr>
          <p:spPr>
            <a:xfrm>
              <a:off x="3787147" y="368888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9" name="pg7959"/>
            <p:cNvSpPr/>
            <p:nvPr/>
          </p:nvSpPr>
          <p:spPr>
            <a:xfrm>
              <a:off x="3788455" y="36985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0" name="pg7960"/>
            <p:cNvSpPr/>
            <p:nvPr/>
          </p:nvSpPr>
          <p:spPr>
            <a:xfrm>
              <a:off x="3789805" y="37082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1" name="pg7961"/>
            <p:cNvSpPr/>
            <p:nvPr/>
          </p:nvSpPr>
          <p:spPr>
            <a:xfrm>
              <a:off x="3791196" y="37178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2" name="pg7962"/>
            <p:cNvSpPr/>
            <p:nvPr/>
          </p:nvSpPr>
          <p:spPr>
            <a:xfrm>
              <a:off x="3792628" y="37275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3" name="pg7963"/>
            <p:cNvSpPr/>
            <p:nvPr/>
          </p:nvSpPr>
          <p:spPr>
            <a:xfrm>
              <a:off x="3794102" y="37371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4" name="pg7964"/>
            <p:cNvSpPr/>
            <p:nvPr/>
          </p:nvSpPr>
          <p:spPr>
            <a:xfrm>
              <a:off x="3795616" y="37468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5" name="pg7965"/>
            <p:cNvSpPr/>
            <p:nvPr/>
          </p:nvSpPr>
          <p:spPr>
            <a:xfrm>
              <a:off x="3797172" y="37564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6" name="pg7966"/>
            <p:cNvSpPr/>
            <p:nvPr/>
          </p:nvSpPr>
          <p:spPr>
            <a:xfrm>
              <a:off x="3798769" y="37661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7" name="pg7967"/>
            <p:cNvSpPr/>
            <p:nvPr/>
          </p:nvSpPr>
          <p:spPr>
            <a:xfrm>
              <a:off x="3800407" y="37757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8" name="pg7968"/>
            <p:cNvSpPr/>
            <p:nvPr/>
          </p:nvSpPr>
          <p:spPr>
            <a:xfrm>
              <a:off x="3802086" y="37853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69" name="pg7969"/>
            <p:cNvSpPr/>
            <p:nvPr/>
          </p:nvSpPr>
          <p:spPr>
            <a:xfrm>
              <a:off x="3807370" y="381414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0" name="pg7970"/>
            <p:cNvSpPr/>
            <p:nvPr/>
          </p:nvSpPr>
          <p:spPr>
            <a:xfrm>
              <a:off x="3803806" y="37949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1" name="pg7971"/>
            <p:cNvSpPr/>
            <p:nvPr/>
          </p:nvSpPr>
          <p:spPr>
            <a:xfrm>
              <a:off x="3805568" y="38045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2" name="pg7972"/>
            <p:cNvSpPr/>
            <p:nvPr/>
          </p:nvSpPr>
          <p:spPr>
            <a:xfrm>
              <a:off x="3809213" y="38237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3" name="pg7973"/>
            <p:cNvSpPr/>
            <p:nvPr/>
          </p:nvSpPr>
          <p:spPr>
            <a:xfrm>
              <a:off x="3816993" y="38619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4" name="pg7974"/>
            <p:cNvSpPr/>
            <p:nvPr/>
          </p:nvSpPr>
          <p:spPr>
            <a:xfrm>
              <a:off x="3811097" y="38333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5" name="pg7975"/>
            <p:cNvSpPr/>
            <p:nvPr/>
          </p:nvSpPr>
          <p:spPr>
            <a:xfrm>
              <a:off x="3813021" y="38428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6" name="pg7976"/>
            <p:cNvSpPr/>
            <p:nvPr/>
          </p:nvSpPr>
          <p:spPr>
            <a:xfrm>
              <a:off x="3814987" y="38524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7" name="pg7977"/>
            <p:cNvSpPr/>
            <p:nvPr/>
          </p:nvSpPr>
          <p:spPr>
            <a:xfrm>
              <a:off x="3819040" y="387153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8" name="pg7978"/>
            <p:cNvSpPr/>
            <p:nvPr/>
          </p:nvSpPr>
          <p:spPr>
            <a:xfrm>
              <a:off x="3825426" y="39001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79" name="pg7979"/>
            <p:cNvSpPr/>
            <p:nvPr/>
          </p:nvSpPr>
          <p:spPr>
            <a:xfrm>
              <a:off x="3821128" y="388107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0" name="pg7980"/>
            <p:cNvSpPr/>
            <p:nvPr/>
          </p:nvSpPr>
          <p:spPr>
            <a:xfrm>
              <a:off x="3823257" y="38906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1" name="pg7981"/>
            <p:cNvSpPr/>
            <p:nvPr/>
          </p:nvSpPr>
          <p:spPr>
            <a:xfrm>
              <a:off x="3827636" y="39096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2" name="pg7982"/>
            <p:cNvSpPr/>
            <p:nvPr/>
          </p:nvSpPr>
          <p:spPr>
            <a:xfrm>
              <a:off x="3829886" y="39191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3" name="pg7983"/>
            <p:cNvSpPr/>
            <p:nvPr/>
          </p:nvSpPr>
          <p:spPr>
            <a:xfrm>
              <a:off x="3832177" y="39286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4" name="pg7984"/>
            <p:cNvSpPr/>
            <p:nvPr/>
          </p:nvSpPr>
          <p:spPr>
            <a:xfrm>
              <a:off x="3834509" y="39380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5" name="pg7985"/>
            <p:cNvSpPr/>
            <p:nvPr/>
          </p:nvSpPr>
          <p:spPr>
            <a:xfrm>
              <a:off x="3836880" y="39475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6" name="pg7986"/>
            <p:cNvSpPr/>
            <p:nvPr/>
          </p:nvSpPr>
          <p:spPr>
            <a:xfrm>
              <a:off x="3839293" y="39570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7" name="pg7987"/>
            <p:cNvSpPr/>
            <p:nvPr/>
          </p:nvSpPr>
          <p:spPr>
            <a:xfrm>
              <a:off x="3841745" y="39664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8" name="pg7988"/>
            <p:cNvSpPr/>
            <p:nvPr/>
          </p:nvSpPr>
          <p:spPr>
            <a:xfrm>
              <a:off x="3844238" y="39759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89" name="pg7989"/>
            <p:cNvSpPr/>
            <p:nvPr/>
          </p:nvSpPr>
          <p:spPr>
            <a:xfrm>
              <a:off x="3846771" y="39853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0" name="pg7990"/>
            <p:cNvSpPr/>
            <p:nvPr/>
          </p:nvSpPr>
          <p:spPr>
            <a:xfrm>
              <a:off x="3849345" y="39947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1" name="pg7991"/>
            <p:cNvSpPr/>
            <p:nvPr/>
          </p:nvSpPr>
          <p:spPr>
            <a:xfrm>
              <a:off x="3851958" y="40041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2" name="pg7992"/>
            <p:cNvSpPr/>
            <p:nvPr/>
          </p:nvSpPr>
          <p:spPr>
            <a:xfrm>
              <a:off x="3854612" y="401354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3" name="pg7993"/>
            <p:cNvSpPr/>
            <p:nvPr/>
          </p:nvSpPr>
          <p:spPr>
            <a:xfrm>
              <a:off x="3857305" y="40229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4" name="pg7994"/>
            <p:cNvSpPr/>
            <p:nvPr/>
          </p:nvSpPr>
          <p:spPr>
            <a:xfrm>
              <a:off x="3860039" y="40322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5" name="pg7995"/>
            <p:cNvSpPr/>
            <p:nvPr/>
          </p:nvSpPr>
          <p:spPr>
            <a:xfrm>
              <a:off x="3877279" y="408827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6" name="pg7996"/>
            <p:cNvSpPr/>
            <p:nvPr/>
          </p:nvSpPr>
          <p:spPr>
            <a:xfrm>
              <a:off x="3862813" y="40416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7" name="pg7997"/>
            <p:cNvSpPr/>
            <p:nvPr/>
          </p:nvSpPr>
          <p:spPr>
            <a:xfrm>
              <a:off x="3865627" y="40510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8" name="pg7998"/>
            <p:cNvSpPr/>
            <p:nvPr/>
          </p:nvSpPr>
          <p:spPr>
            <a:xfrm>
              <a:off x="3868480" y="40603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99" name="pg7999"/>
            <p:cNvSpPr/>
            <p:nvPr/>
          </p:nvSpPr>
          <p:spPr>
            <a:xfrm>
              <a:off x="3871373" y="40696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0" name="pg8000"/>
            <p:cNvSpPr/>
            <p:nvPr/>
          </p:nvSpPr>
          <p:spPr>
            <a:xfrm>
              <a:off x="3874306" y="40789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1" name="pg8001"/>
            <p:cNvSpPr/>
            <p:nvPr/>
          </p:nvSpPr>
          <p:spPr>
            <a:xfrm>
              <a:off x="3880292" y="409755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2" name="pg8002"/>
            <p:cNvSpPr/>
            <p:nvPr/>
          </p:nvSpPr>
          <p:spPr>
            <a:xfrm>
              <a:off x="3883344" y="41068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3" name="pg8003"/>
            <p:cNvSpPr/>
            <p:nvPr/>
          </p:nvSpPr>
          <p:spPr>
            <a:xfrm>
              <a:off x="3886435" y="411608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4" name="pg8004"/>
            <p:cNvSpPr/>
            <p:nvPr/>
          </p:nvSpPr>
          <p:spPr>
            <a:xfrm>
              <a:off x="3889567" y="41253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5" name="pg8005"/>
            <p:cNvSpPr/>
            <p:nvPr/>
          </p:nvSpPr>
          <p:spPr>
            <a:xfrm>
              <a:off x="3892737" y="41345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6" name="pg8006"/>
            <p:cNvSpPr/>
            <p:nvPr/>
          </p:nvSpPr>
          <p:spPr>
            <a:xfrm>
              <a:off x="3930199" y="42351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7" name="pg8007"/>
            <p:cNvSpPr/>
            <p:nvPr/>
          </p:nvSpPr>
          <p:spPr>
            <a:xfrm>
              <a:off x="3923037" y="421702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8" name="pg8008"/>
            <p:cNvSpPr/>
            <p:nvPr/>
          </p:nvSpPr>
          <p:spPr>
            <a:xfrm>
              <a:off x="3926598" y="42261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09" name="pg8009"/>
            <p:cNvSpPr/>
            <p:nvPr/>
          </p:nvSpPr>
          <p:spPr>
            <a:xfrm>
              <a:off x="3895947" y="41437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0" name="pg8010"/>
            <p:cNvSpPr/>
            <p:nvPr/>
          </p:nvSpPr>
          <p:spPr>
            <a:xfrm>
              <a:off x="3899196" y="41529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1" name="pg8011"/>
            <p:cNvSpPr/>
            <p:nvPr/>
          </p:nvSpPr>
          <p:spPr>
            <a:xfrm>
              <a:off x="3902485" y="41621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2" name="pg8012"/>
            <p:cNvSpPr/>
            <p:nvPr/>
          </p:nvSpPr>
          <p:spPr>
            <a:xfrm>
              <a:off x="3905812" y="41713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3" name="pg8013"/>
            <p:cNvSpPr/>
            <p:nvPr/>
          </p:nvSpPr>
          <p:spPr>
            <a:xfrm>
              <a:off x="3909179" y="418051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4" name="pg8014"/>
            <p:cNvSpPr/>
            <p:nvPr/>
          </p:nvSpPr>
          <p:spPr>
            <a:xfrm>
              <a:off x="3912585" y="41896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5" name="pg8015"/>
            <p:cNvSpPr/>
            <p:nvPr/>
          </p:nvSpPr>
          <p:spPr>
            <a:xfrm>
              <a:off x="3916030" y="41987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6" name="pg8016"/>
            <p:cNvSpPr/>
            <p:nvPr/>
          </p:nvSpPr>
          <p:spPr>
            <a:xfrm>
              <a:off x="3919514" y="42079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7" name="pg8017"/>
            <p:cNvSpPr/>
            <p:nvPr/>
          </p:nvSpPr>
          <p:spPr>
            <a:xfrm>
              <a:off x="3952611" y="42892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8" name="pg8018"/>
            <p:cNvSpPr/>
            <p:nvPr/>
          </p:nvSpPr>
          <p:spPr>
            <a:xfrm>
              <a:off x="3956481" y="42982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19" name="pg8019"/>
            <p:cNvSpPr/>
            <p:nvPr/>
          </p:nvSpPr>
          <p:spPr>
            <a:xfrm>
              <a:off x="3960389" y="43071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0" name="pg8020"/>
            <p:cNvSpPr/>
            <p:nvPr/>
          </p:nvSpPr>
          <p:spPr>
            <a:xfrm>
              <a:off x="3933838" y="42442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1" name="pg8021"/>
            <p:cNvSpPr/>
            <p:nvPr/>
          </p:nvSpPr>
          <p:spPr>
            <a:xfrm>
              <a:off x="3937516" y="42532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2" name="pg8022"/>
            <p:cNvSpPr/>
            <p:nvPr/>
          </p:nvSpPr>
          <p:spPr>
            <a:xfrm>
              <a:off x="3941232" y="42623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3" name="pg8023"/>
            <p:cNvSpPr/>
            <p:nvPr/>
          </p:nvSpPr>
          <p:spPr>
            <a:xfrm>
              <a:off x="3944987" y="42713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4" name="pg8024"/>
            <p:cNvSpPr/>
            <p:nvPr/>
          </p:nvSpPr>
          <p:spPr>
            <a:xfrm>
              <a:off x="3948780" y="42803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5" name="pg8025"/>
            <p:cNvSpPr/>
            <p:nvPr/>
          </p:nvSpPr>
          <p:spPr>
            <a:xfrm>
              <a:off x="3964335" y="43161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6" name="pg8026"/>
            <p:cNvSpPr/>
            <p:nvPr/>
          </p:nvSpPr>
          <p:spPr>
            <a:xfrm>
              <a:off x="3968320" y="43250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9E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7" name="pg8027"/>
            <p:cNvSpPr/>
            <p:nvPr/>
          </p:nvSpPr>
          <p:spPr>
            <a:xfrm>
              <a:off x="4005879" y="440445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8" name="pg8028"/>
            <p:cNvSpPr/>
            <p:nvPr/>
          </p:nvSpPr>
          <p:spPr>
            <a:xfrm>
              <a:off x="3972342" y="43339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29" name="pg8029"/>
            <p:cNvSpPr/>
            <p:nvPr/>
          </p:nvSpPr>
          <p:spPr>
            <a:xfrm>
              <a:off x="3976402" y="43428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0" name="pg8030"/>
            <p:cNvSpPr/>
            <p:nvPr/>
          </p:nvSpPr>
          <p:spPr>
            <a:xfrm>
              <a:off x="3980500" y="43516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1" name="pg8031"/>
            <p:cNvSpPr/>
            <p:nvPr/>
          </p:nvSpPr>
          <p:spPr>
            <a:xfrm>
              <a:off x="3984636" y="43605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2" name="pg8032"/>
            <p:cNvSpPr/>
            <p:nvPr/>
          </p:nvSpPr>
          <p:spPr>
            <a:xfrm>
              <a:off x="3988810" y="43693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3" name="pg8033"/>
            <p:cNvSpPr/>
            <p:nvPr/>
          </p:nvSpPr>
          <p:spPr>
            <a:xfrm>
              <a:off x="3993021" y="43781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4" name="pg8034"/>
            <p:cNvSpPr/>
            <p:nvPr/>
          </p:nvSpPr>
          <p:spPr>
            <a:xfrm>
              <a:off x="3997269" y="43869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5" name="pg8035"/>
            <p:cNvSpPr/>
            <p:nvPr/>
          </p:nvSpPr>
          <p:spPr>
            <a:xfrm>
              <a:off x="4001556" y="43956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6" name="pg8036"/>
            <p:cNvSpPr/>
            <p:nvPr/>
          </p:nvSpPr>
          <p:spPr>
            <a:xfrm>
              <a:off x="4010240" y="44131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6A6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7" name="pg8037"/>
            <p:cNvSpPr/>
            <p:nvPr/>
          </p:nvSpPr>
          <p:spPr>
            <a:xfrm>
              <a:off x="4014638" y="44218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8" name="pg8038"/>
            <p:cNvSpPr/>
            <p:nvPr/>
          </p:nvSpPr>
          <p:spPr>
            <a:xfrm>
              <a:off x="4019073" y="44305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39" name="pg8039"/>
            <p:cNvSpPr/>
            <p:nvPr/>
          </p:nvSpPr>
          <p:spPr>
            <a:xfrm>
              <a:off x="4023546" y="44392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0" name="pg8040"/>
            <p:cNvSpPr/>
            <p:nvPr/>
          </p:nvSpPr>
          <p:spPr>
            <a:xfrm>
              <a:off x="4028055" y="44479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1" name="pg8041"/>
            <p:cNvSpPr/>
            <p:nvPr/>
          </p:nvSpPr>
          <p:spPr>
            <a:xfrm>
              <a:off x="4041804" y="44737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2" name="pg8042"/>
            <p:cNvSpPr/>
            <p:nvPr/>
          </p:nvSpPr>
          <p:spPr>
            <a:xfrm>
              <a:off x="4032601" y="44565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3" name="pg8043"/>
            <p:cNvSpPr/>
            <p:nvPr/>
          </p:nvSpPr>
          <p:spPr>
            <a:xfrm>
              <a:off x="4037185" y="44651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4" name="pg8044"/>
            <p:cNvSpPr/>
            <p:nvPr/>
          </p:nvSpPr>
          <p:spPr>
            <a:xfrm>
              <a:off x="4046461" y="448236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5" name="pg8045"/>
            <p:cNvSpPr/>
            <p:nvPr/>
          </p:nvSpPr>
          <p:spPr>
            <a:xfrm>
              <a:off x="4051154" y="44909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6" name="pg8046"/>
            <p:cNvSpPr/>
            <p:nvPr/>
          </p:nvSpPr>
          <p:spPr>
            <a:xfrm>
              <a:off x="4055884" y="44994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7" name="pg8047"/>
            <p:cNvSpPr/>
            <p:nvPr/>
          </p:nvSpPr>
          <p:spPr>
            <a:xfrm>
              <a:off x="4060649" y="45079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8" name="pg8048"/>
            <p:cNvSpPr/>
            <p:nvPr/>
          </p:nvSpPr>
          <p:spPr>
            <a:xfrm>
              <a:off x="4065452" y="45164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49" name="pg8049"/>
            <p:cNvSpPr/>
            <p:nvPr/>
          </p:nvSpPr>
          <p:spPr>
            <a:xfrm>
              <a:off x="4070290" y="45249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0" name="pg8050"/>
            <p:cNvSpPr/>
            <p:nvPr/>
          </p:nvSpPr>
          <p:spPr>
            <a:xfrm>
              <a:off x="4075165" y="453341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1" name="pg8051"/>
            <p:cNvSpPr/>
            <p:nvPr/>
          </p:nvSpPr>
          <p:spPr>
            <a:xfrm>
              <a:off x="4080076" y="45418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2" name="pg8052"/>
            <p:cNvSpPr/>
            <p:nvPr/>
          </p:nvSpPr>
          <p:spPr>
            <a:xfrm>
              <a:off x="4085022" y="45502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3" name="pg8053"/>
            <p:cNvSpPr/>
            <p:nvPr/>
          </p:nvSpPr>
          <p:spPr>
            <a:xfrm>
              <a:off x="4090005" y="45586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4" name="pg8054"/>
            <p:cNvSpPr/>
            <p:nvPr/>
          </p:nvSpPr>
          <p:spPr>
            <a:xfrm>
              <a:off x="4095023" y="45670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5" name="pg8055"/>
            <p:cNvSpPr/>
            <p:nvPr/>
          </p:nvSpPr>
          <p:spPr>
            <a:xfrm>
              <a:off x="4100077" y="45753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6" name="pg8056"/>
            <p:cNvSpPr/>
            <p:nvPr/>
          </p:nvSpPr>
          <p:spPr>
            <a:xfrm>
              <a:off x="4105167" y="45837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7" name="pg8057"/>
            <p:cNvSpPr/>
            <p:nvPr/>
          </p:nvSpPr>
          <p:spPr>
            <a:xfrm>
              <a:off x="4125880" y="46168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8" name="pg8058"/>
            <p:cNvSpPr/>
            <p:nvPr/>
          </p:nvSpPr>
          <p:spPr>
            <a:xfrm>
              <a:off x="4131146" y="46250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59" name="pg8059"/>
            <p:cNvSpPr/>
            <p:nvPr/>
          </p:nvSpPr>
          <p:spPr>
            <a:xfrm>
              <a:off x="4120649" y="46085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0" name="pg8060"/>
            <p:cNvSpPr/>
            <p:nvPr/>
          </p:nvSpPr>
          <p:spPr>
            <a:xfrm>
              <a:off x="4110292" y="459201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1" name="pg8061"/>
            <p:cNvSpPr/>
            <p:nvPr/>
          </p:nvSpPr>
          <p:spPr>
            <a:xfrm>
              <a:off x="4115453" y="46003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2" name="pg8062"/>
            <p:cNvSpPr/>
            <p:nvPr/>
          </p:nvSpPr>
          <p:spPr>
            <a:xfrm>
              <a:off x="4136447" y="46332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3" name="pg8063"/>
            <p:cNvSpPr/>
            <p:nvPr/>
          </p:nvSpPr>
          <p:spPr>
            <a:xfrm>
              <a:off x="4141783" y="46413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4" name="pg8064"/>
            <p:cNvSpPr/>
            <p:nvPr/>
          </p:nvSpPr>
          <p:spPr>
            <a:xfrm>
              <a:off x="4147154" y="46495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5" name="pg8065"/>
            <p:cNvSpPr/>
            <p:nvPr/>
          </p:nvSpPr>
          <p:spPr>
            <a:xfrm>
              <a:off x="4152560" y="46576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6" name="pg8066"/>
            <p:cNvSpPr/>
            <p:nvPr/>
          </p:nvSpPr>
          <p:spPr>
            <a:xfrm>
              <a:off x="4158001" y="46657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7" name="pg8067"/>
            <p:cNvSpPr/>
            <p:nvPr/>
          </p:nvSpPr>
          <p:spPr>
            <a:xfrm>
              <a:off x="4163476" y="467386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8" name="pg8068"/>
            <p:cNvSpPr/>
            <p:nvPr/>
          </p:nvSpPr>
          <p:spPr>
            <a:xfrm>
              <a:off x="4168985" y="46819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69" name="pg8069"/>
            <p:cNvSpPr/>
            <p:nvPr/>
          </p:nvSpPr>
          <p:spPr>
            <a:xfrm>
              <a:off x="4174529" y="46899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0" name="pg8070"/>
            <p:cNvSpPr/>
            <p:nvPr/>
          </p:nvSpPr>
          <p:spPr>
            <a:xfrm>
              <a:off x="4180107" y="46979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1" name="pg8071"/>
            <p:cNvSpPr/>
            <p:nvPr/>
          </p:nvSpPr>
          <p:spPr>
            <a:xfrm>
              <a:off x="4185719" y="47059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2" name="pg8072"/>
            <p:cNvSpPr/>
            <p:nvPr/>
          </p:nvSpPr>
          <p:spPr>
            <a:xfrm>
              <a:off x="4191365" y="47139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3" name="pg8073"/>
            <p:cNvSpPr/>
            <p:nvPr/>
          </p:nvSpPr>
          <p:spPr>
            <a:xfrm>
              <a:off x="4197045" y="47218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4" name="pg8074"/>
            <p:cNvSpPr/>
            <p:nvPr/>
          </p:nvSpPr>
          <p:spPr>
            <a:xfrm>
              <a:off x="4202759" y="47297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5" name="pg8075"/>
            <p:cNvSpPr/>
            <p:nvPr/>
          </p:nvSpPr>
          <p:spPr>
            <a:xfrm>
              <a:off x="4208507" y="47376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6" name="pg8076"/>
            <p:cNvSpPr/>
            <p:nvPr/>
          </p:nvSpPr>
          <p:spPr>
            <a:xfrm>
              <a:off x="4214288" y="47455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7" name="pg8077"/>
            <p:cNvSpPr/>
            <p:nvPr/>
          </p:nvSpPr>
          <p:spPr>
            <a:xfrm>
              <a:off x="4220103" y="47533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8" name="pg8078"/>
            <p:cNvSpPr/>
            <p:nvPr/>
          </p:nvSpPr>
          <p:spPr>
            <a:xfrm>
              <a:off x="4225952" y="47611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79" name="pg8079"/>
            <p:cNvSpPr/>
            <p:nvPr/>
          </p:nvSpPr>
          <p:spPr>
            <a:xfrm>
              <a:off x="4231833" y="47689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0" name="pg8080"/>
            <p:cNvSpPr/>
            <p:nvPr/>
          </p:nvSpPr>
          <p:spPr>
            <a:xfrm>
              <a:off x="4237748" y="47767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1" name="pg8081"/>
            <p:cNvSpPr/>
            <p:nvPr/>
          </p:nvSpPr>
          <p:spPr>
            <a:xfrm>
              <a:off x="4243696" y="47844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2" name="pg8082"/>
            <p:cNvSpPr/>
            <p:nvPr/>
          </p:nvSpPr>
          <p:spPr>
            <a:xfrm>
              <a:off x="4249677" y="47921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3" name="pg8083"/>
            <p:cNvSpPr/>
            <p:nvPr/>
          </p:nvSpPr>
          <p:spPr>
            <a:xfrm>
              <a:off x="4255690" y="47998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4" name="pg8084"/>
            <p:cNvSpPr/>
            <p:nvPr/>
          </p:nvSpPr>
          <p:spPr>
            <a:xfrm>
              <a:off x="4261737" y="48075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5" name="pg8085"/>
            <p:cNvSpPr/>
            <p:nvPr/>
          </p:nvSpPr>
          <p:spPr>
            <a:xfrm>
              <a:off x="4267816" y="48151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6" name="pg8086"/>
            <p:cNvSpPr/>
            <p:nvPr/>
          </p:nvSpPr>
          <p:spPr>
            <a:xfrm>
              <a:off x="4273928" y="48227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7" name="pg8087"/>
            <p:cNvSpPr/>
            <p:nvPr/>
          </p:nvSpPr>
          <p:spPr>
            <a:xfrm>
              <a:off x="4317611" y="48753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8" name="pg8088"/>
            <p:cNvSpPr/>
            <p:nvPr/>
          </p:nvSpPr>
          <p:spPr>
            <a:xfrm>
              <a:off x="4323979" y="48827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89" name="pg8089"/>
            <p:cNvSpPr/>
            <p:nvPr/>
          </p:nvSpPr>
          <p:spPr>
            <a:xfrm>
              <a:off x="4280072" y="48303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0" name="pg8090"/>
            <p:cNvSpPr/>
            <p:nvPr/>
          </p:nvSpPr>
          <p:spPr>
            <a:xfrm>
              <a:off x="4286248" y="48379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1" name="pg8091"/>
            <p:cNvSpPr/>
            <p:nvPr/>
          </p:nvSpPr>
          <p:spPr>
            <a:xfrm>
              <a:off x="4292457" y="48454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2" name="pg8092"/>
            <p:cNvSpPr/>
            <p:nvPr/>
          </p:nvSpPr>
          <p:spPr>
            <a:xfrm>
              <a:off x="4298697" y="485297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3" name="pg8093"/>
            <p:cNvSpPr/>
            <p:nvPr/>
          </p:nvSpPr>
          <p:spPr>
            <a:xfrm>
              <a:off x="4304970" y="48604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4" name="pg8094"/>
            <p:cNvSpPr/>
            <p:nvPr/>
          </p:nvSpPr>
          <p:spPr>
            <a:xfrm>
              <a:off x="4311275" y="48679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5" name="pg8095"/>
            <p:cNvSpPr/>
            <p:nvPr/>
          </p:nvSpPr>
          <p:spPr>
            <a:xfrm>
              <a:off x="4330379" y="48900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6" name="pg8096"/>
            <p:cNvSpPr/>
            <p:nvPr/>
          </p:nvSpPr>
          <p:spPr>
            <a:xfrm>
              <a:off x="4336809" y="48974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7" name="pg8097"/>
            <p:cNvSpPr/>
            <p:nvPr/>
          </p:nvSpPr>
          <p:spPr>
            <a:xfrm>
              <a:off x="4343272" y="49047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8" name="pg8098"/>
            <p:cNvSpPr/>
            <p:nvPr/>
          </p:nvSpPr>
          <p:spPr>
            <a:xfrm>
              <a:off x="4349765" y="49120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099" name="pg8099"/>
            <p:cNvSpPr/>
            <p:nvPr/>
          </p:nvSpPr>
          <p:spPr>
            <a:xfrm>
              <a:off x="4356289" y="49193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0" name="pg8100"/>
            <p:cNvSpPr/>
            <p:nvPr/>
          </p:nvSpPr>
          <p:spPr>
            <a:xfrm>
              <a:off x="4362845" y="49265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1" name="pg8101"/>
            <p:cNvSpPr/>
            <p:nvPr/>
          </p:nvSpPr>
          <p:spPr>
            <a:xfrm>
              <a:off x="4369431" y="49337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1A1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2" name="pg8102"/>
            <p:cNvSpPr/>
            <p:nvPr/>
          </p:nvSpPr>
          <p:spPr>
            <a:xfrm>
              <a:off x="4376048" y="49409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3" name="pg8103"/>
            <p:cNvSpPr/>
            <p:nvPr/>
          </p:nvSpPr>
          <p:spPr>
            <a:xfrm>
              <a:off x="4521873" y="50848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4" name="pg8104"/>
            <p:cNvSpPr/>
            <p:nvPr/>
          </p:nvSpPr>
          <p:spPr>
            <a:xfrm>
              <a:off x="4507436" y="50717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5" name="pg8105"/>
            <p:cNvSpPr/>
            <p:nvPr/>
          </p:nvSpPr>
          <p:spPr>
            <a:xfrm>
              <a:off x="4514640" y="50783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6" name="pg8106"/>
            <p:cNvSpPr/>
            <p:nvPr/>
          </p:nvSpPr>
          <p:spPr>
            <a:xfrm>
              <a:off x="4529134" y="50914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7" name="pg8107"/>
            <p:cNvSpPr/>
            <p:nvPr/>
          </p:nvSpPr>
          <p:spPr>
            <a:xfrm>
              <a:off x="4536422" y="50979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8" name="pg8108"/>
            <p:cNvSpPr/>
            <p:nvPr/>
          </p:nvSpPr>
          <p:spPr>
            <a:xfrm>
              <a:off x="4543738" y="510437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09" name="pg8109"/>
            <p:cNvSpPr/>
            <p:nvPr/>
          </p:nvSpPr>
          <p:spPr>
            <a:xfrm>
              <a:off x="4551082" y="51108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0" name="pg8110"/>
            <p:cNvSpPr/>
            <p:nvPr/>
          </p:nvSpPr>
          <p:spPr>
            <a:xfrm>
              <a:off x="4558453" y="51172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1" name="pg8111"/>
            <p:cNvSpPr/>
            <p:nvPr/>
          </p:nvSpPr>
          <p:spPr>
            <a:xfrm>
              <a:off x="4500259" y="50651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2" name="pg8112"/>
            <p:cNvSpPr/>
            <p:nvPr/>
          </p:nvSpPr>
          <p:spPr>
            <a:xfrm>
              <a:off x="4485991" y="50518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3" name="pg8113"/>
            <p:cNvSpPr/>
            <p:nvPr/>
          </p:nvSpPr>
          <p:spPr>
            <a:xfrm>
              <a:off x="4493111" y="505848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4" name="pg8114"/>
            <p:cNvSpPr/>
            <p:nvPr/>
          </p:nvSpPr>
          <p:spPr>
            <a:xfrm>
              <a:off x="4457799" y="50247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5" name="pg8115"/>
            <p:cNvSpPr/>
            <p:nvPr/>
          </p:nvSpPr>
          <p:spPr>
            <a:xfrm>
              <a:off x="4464804" y="50315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6" name="pg8116"/>
            <p:cNvSpPr/>
            <p:nvPr/>
          </p:nvSpPr>
          <p:spPr>
            <a:xfrm>
              <a:off x="4471838" y="50383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7" name="pg8117"/>
            <p:cNvSpPr/>
            <p:nvPr/>
          </p:nvSpPr>
          <p:spPr>
            <a:xfrm>
              <a:off x="4478900" y="50450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8" name="pg8118"/>
            <p:cNvSpPr/>
            <p:nvPr/>
          </p:nvSpPr>
          <p:spPr>
            <a:xfrm>
              <a:off x="4416387" y="49833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19" name="pg8119"/>
            <p:cNvSpPr/>
            <p:nvPr/>
          </p:nvSpPr>
          <p:spPr>
            <a:xfrm>
              <a:off x="4423215" y="49903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0" name="pg8120"/>
            <p:cNvSpPr/>
            <p:nvPr/>
          </p:nvSpPr>
          <p:spPr>
            <a:xfrm>
              <a:off x="4430073" y="49973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1" name="pg8121"/>
            <p:cNvSpPr/>
            <p:nvPr/>
          </p:nvSpPr>
          <p:spPr>
            <a:xfrm>
              <a:off x="4436960" y="50042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2" name="pg8122"/>
            <p:cNvSpPr/>
            <p:nvPr/>
          </p:nvSpPr>
          <p:spPr>
            <a:xfrm>
              <a:off x="4382695" y="49480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3" name="pg8123"/>
            <p:cNvSpPr/>
            <p:nvPr/>
          </p:nvSpPr>
          <p:spPr>
            <a:xfrm>
              <a:off x="4389373" y="49551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4" name="pg8124"/>
            <p:cNvSpPr/>
            <p:nvPr/>
          </p:nvSpPr>
          <p:spPr>
            <a:xfrm>
              <a:off x="4396081" y="49622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5" name="pg8125"/>
            <p:cNvSpPr/>
            <p:nvPr/>
          </p:nvSpPr>
          <p:spPr>
            <a:xfrm>
              <a:off x="4402820" y="49693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6" name="pg8126"/>
            <p:cNvSpPr/>
            <p:nvPr/>
          </p:nvSpPr>
          <p:spPr>
            <a:xfrm>
              <a:off x="4409588" y="49763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7" name="pg8127"/>
            <p:cNvSpPr/>
            <p:nvPr/>
          </p:nvSpPr>
          <p:spPr>
            <a:xfrm>
              <a:off x="4443877" y="50111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8" name="pg8128"/>
            <p:cNvSpPr/>
            <p:nvPr/>
          </p:nvSpPr>
          <p:spPr>
            <a:xfrm>
              <a:off x="4450824" y="50179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9" name="pg8129"/>
            <p:cNvSpPr/>
            <p:nvPr/>
          </p:nvSpPr>
          <p:spPr>
            <a:xfrm>
              <a:off x="4565851" y="51235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0" name="pg8130"/>
            <p:cNvSpPr/>
            <p:nvPr/>
          </p:nvSpPr>
          <p:spPr>
            <a:xfrm>
              <a:off x="4573276" y="51299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1" name="pg8131"/>
            <p:cNvSpPr/>
            <p:nvPr/>
          </p:nvSpPr>
          <p:spPr>
            <a:xfrm>
              <a:off x="4751225" y="526665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2" name="pg8132"/>
            <p:cNvSpPr/>
            <p:nvPr/>
          </p:nvSpPr>
          <p:spPr>
            <a:xfrm>
              <a:off x="4759259" y="52721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3" name="pg8133"/>
            <p:cNvSpPr/>
            <p:nvPr/>
          </p:nvSpPr>
          <p:spPr>
            <a:xfrm>
              <a:off x="4695657" y="52268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4" name="pg8134"/>
            <p:cNvSpPr/>
            <p:nvPr/>
          </p:nvSpPr>
          <p:spPr>
            <a:xfrm>
              <a:off x="4703522" y="52326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5" name="pg8135"/>
            <p:cNvSpPr/>
            <p:nvPr/>
          </p:nvSpPr>
          <p:spPr>
            <a:xfrm>
              <a:off x="4711412" y="52384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6" name="pg8136"/>
            <p:cNvSpPr/>
            <p:nvPr/>
          </p:nvSpPr>
          <p:spPr>
            <a:xfrm>
              <a:off x="4719326" y="52441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7" name="pg8137"/>
            <p:cNvSpPr/>
            <p:nvPr/>
          </p:nvSpPr>
          <p:spPr>
            <a:xfrm>
              <a:off x="4727265" y="52498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8" name="pg8138"/>
            <p:cNvSpPr/>
            <p:nvPr/>
          </p:nvSpPr>
          <p:spPr>
            <a:xfrm>
              <a:off x="4735227" y="52554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39" name="pg8139"/>
            <p:cNvSpPr/>
            <p:nvPr/>
          </p:nvSpPr>
          <p:spPr>
            <a:xfrm>
              <a:off x="4743214" y="52610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0" name="pg8140"/>
            <p:cNvSpPr/>
            <p:nvPr/>
          </p:nvSpPr>
          <p:spPr>
            <a:xfrm>
              <a:off x="4767317" y="52777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1" name="pg8141"/>
            <p:cNvSpPr/>
            <p:nvPr/>
          </p:nvSpPr>
          <p:spPr>
            <a:xfrm>
              <a:off x="4775398" y="52831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2" name="pg8142"/>
            <p:cNvSpPr/>
            <p:nvPr/>
          </p:nvSpPr>
          <p:spPr>
            <a:xfrm>
              <a:off x="4783503" y="52886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3" name="pg8143"/>
            <p:cNvSpPr/>
            <p:nvPr/>
          </p:nvSpPr>
          <p:spPr>
            <a:xfrm>
              <a:off x="4791631" y="52940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4" name="pg8144"/>
            <p:cNvSpPr/>
            <p:nvPr/>
          </p:nvSpPr>
          <p:spPr>
            <a:xfrm>
              <a:off x="4626001" y="51733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5" name="pg8145"/>
            <p:cNvSpPr/>
            <p:nvPr/>
          </p:nvSpPr>
          <p:spPr>
            <a:xfrm>
              <a:off x="4610805" y="51611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6" name="pg8146"/>
            <p:cNvSpPr/>
            <p:nvPr/>
          </p:nvSpPr>
          <p:spPr>
            <a:xfrm>
              <a:off x="4580728" y="51362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7" name="pg8147"/>
            <p:cNvSpPr/>
            <p:nvPr/>
          </p:nvSpPr>
          <p:spPr>
            <a:xfrm>
              <a:off x="4588208" y="51424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8" name="pg8148"/>
            <p:cNvSpPr/>
            <p:nvPr/>
          </p:nvSpPr>
          <p:spPr>
            <a:xfrm>
              <a:off x="4595713" y="51487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49" name="pg8149"/>
            <p:cNvSpPr/>
            <p:nvPr/>
          </p:nvSpPr>
          <p:spPr>
            <a:xfrm>
              <a:off x="4603246" y="51549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0" name="pg8150"/>
            <p:cNvSpPr/>
            <p:nvPr/>
          </p:nvSpPr>
          <p:spPr>
            <a:xfrm>
              <a:off x="4618390" y="51672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1" name="pg8151"/>
            <p:cNvSpPr/>
            <p:nvPr/>
          </p:nvSpPr>
          <p:spPr>
            <a:xfrm>
              <a:off x="4633638" y="51794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2" name="pg8152"/>
            <p:cNvSpPr/>
            <p:nvPr/>
          </p:nvSpPr>
          <p:spPr>
            <a:xfrm>
              <a:off x="4641302" y="51854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3" name="pg8153"/>
            <p:cNvSpPr/>
            <p:nvPr/>
          </p:nvSpPr>
          <p:spPr>
            <a:xfrm>
              <a:off x="4648991" y="51915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4" name="pg8154"/>
            <p:cNvSpPr/>
            <p:nvPr/>
          </p:nvSpPr>
          <p:spPr>
            <a:xfrm>
              <a:off x="4656705" y="51974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5" name="pg8155"/>
            <p:cNvSpPr/>
            <p:nvPr/>
          </p:nvSpPr>
          <p:spPr>
            <a:xfrm>
              <a:off x="4664445" y="52034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6" name="pg8156"/>
            <p:cNvSpPr/>
            <p:nvPr/>
          </p:nvSpPr>
          <p:spPr>
            <a:xfrm>
              <a:off x="4672210" y="520934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7" name="pg8157"/>
            <p:cNvSpPr/>
            <p:nvPr/>
          </p:nvSpPr>
          <p:spPr>
            <a:xfrm>
              <a:off x="4680001" y="52152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8" name="pg8158"/>
            <p:cNvSpPr/>
            <p:nvPr/>
          </p:nvSpPr>
          <p:spPr>
            <a:xfrm>
              <a:off x="4687816" y="52210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59" name="pg8159"/>
            <p:cNvSpPr/>
            <p:nvPr/>
          </p:nvSpPr>
          <p:spPr>
            <a:xfrm>
              <a:off x="4799782" y="529939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0" name="pg8160"/>
            <p:cNvSpPr/>
            <p:nvPr/>
          </p:nvSpPr>
          <p:spPr>
            <a:xfrm>
              <a:off x="4807955" y="53047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1" name="pg8161"/>
            <p:cNvSpPr/>
            <p:nvPr/>
          </p:nvSpPr>
          <p:spPr>
            <a:xfrm>
              <a:off x="4816152" y="53100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2" name="pg8162"/>
            <p:cNvSpPr/>
            <p:nvPr/>
          </p:nvSpPr>
          <p:spPr>
            <a:xfrm>
              <a:off x="4824371" y="53152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3" name="pg8163"/>
            <p:cNvSpPr/>
            <p:nvPr/>
          </p:nvSpPr>
          <p:spPr>
            <a:xfrm>
              <a:off x="4849161" y="533088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4" name="pg8164"/>
            <p:cNvSpPr/>
            <p:nvPr/>
          </p:nvSpPr>
          <p:spPr>
            <a:xfrm>
              <a:off x="4832612" y="53205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5" name="pg8165"/>
            <p:cNvSpPr/>
            <p:nvPr/>
          </p:nvSpPr>
          <p:spPr>
            <a:xfrm>
              <a:off x="4840876" y="53257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6" name="pg8166"/>
            <p:cNvSpPr/>
            <p:nvPr/>
          </p:nvSpPr>
          <p:spPr>
            <a:xfrm>
              <a:off x="4857469" y="53360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7" name="pg8167"/>
            <p:cNvSpPr/>
            <p:nvPr/>
          </p:nvSpPr>
          <p:spPr>
            <a:xfrm>
              <a:off x="4865799" y="53411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8" name="pg8168"/>
            <p:cNvSpPr/>
            <p:nvPr/>
          </p:nvSpPr>
          <p:spPr>
            <a:xfrm>
              <a:off x="4874150" y="534615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69" name="pg8169"/>
            <p:cNvSpPr/>
            <p:nvPr/>
          </p:nvSpPr>
          <p:spPr>
            <a:xfrm>
              <a:off x="4882522" y="53511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9D6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0" name="pg8170"/>
            <p:cNvSpPr/>
            <p:nvPr/>
          </p:nvSpPr>
          <p:spPr>
            <a:xfrm>
              <a:off x="4890916" y="53561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1" name="pg8171"/>
            <p:cNvSpPr/>
            <p:nvPr/>
          </p:nvSpPr>
          <p:spPr>
            <a:xfrm>
              <a:off x="4899331" y="53611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2" name="pg8172"/>
            <p:cNvSpPr/>
            <p:nvPr/>
          </p:nvSpPr>
          <p:spPr>
            <a:xfrm>
              <a:off x="5045481" y="543962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3" name="pg8173"/>
            <p:cNvSpPr/>
            <p:nvPr/>
          </p:nvSpPr>
          <p:spPr>
            <a:xfrm>
              <a:off x="5010586" y="54221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4" name="pg8174"/>
            <p:cNvSpPr/>
            <p:nvPr/>
          </p:nvSpPr>
          <p:spPr>
            <a:xfrm>
              <a:off x="5019282" y="54265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5" name="pg8175"/>
            <p:cNvSpPr/>
            <p:nvPr/>
          </p:nvSpPr>
          <p:spPr>
            <a:xfrm>
              <a:off x="5027996" y="54309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6" name="pg8176"/>
            <p:cNvSpPr/>
            <p:nvPr/>
          </p:nvSpPr>
          <p:spPr>
            <a:xfrm>
              <a:off x="5036729" y="54353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7" name="pg8177"/>
            <p:cNvSpPr/>
            <p:nvPr/>
          </p:nvSpPr>
          <p:spPr>
            <a:xfrm>
              <a:off x="5054251" y="54439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8" name="pg8178"/>
            <p:cNvSpPr/>
            <p:nvPr/>
          </p:nvSpPr>
          <p:spPr>
            <a:xfrm>
              <a:off x="5063039" y="54481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79" name="pg8179"/>
            <p:cNvSpPr/>
            <p:nvPr/>
          </p:nvSpPr>
          <p:spPr>
            <a:xfrm>
              <a:off x="5098371" y="54647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0" name="pg8180"/>
            <p:cNvSpPr/>
            <p:nvPr/>
          </p:nvSpPr>
          <p:spPr>
            <a:xfrm>
              <a:off x="5089512" y="54606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1" name="pg8181"/>
            <p:cNvSpPr/>
            <p:nvPr/>
          </p:nvSpPr>
          <p:spPr>
            <a:xfrm>
              <a:off x="5071846" y="54523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2" name="pg8182"/>
            <p:cNvSpPr/>
            <p:nvPr/>
          </p:nvSpPr>
          <p:spPr>
            <a:xfrm>
              <a:off x="5080670" y="54565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3" name="pg8183"/>
            <p:cNvSpPr/>
            <p:nvPr/>
          </p:nvSpPr>
          <p:spPr>
            <a:xfrm>
              <a:off x="4907768" y="53660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4" name="pg8184"/>
            <p:cNvSpPr/>
            <p:nvPr/>
          </p:nvSpPr>
          <p:spPr>
            <a:xfrm>
              <a:off x="4916225" y="53708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5" name="pg8185"/>
            <p:cNvSpPr/>
            <p:nvPr/>
          </p:nvSpPr>
          <p:spPr>
            <a:xfrm>
              <a:off x="4924702" y="53757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6" name="pg8186"/>
            <p:cNvSpPr/>
            <p:nvPr/>
          </p:nvSpPr>
          <p:spPr>
            <a:xfrm>
              <a:off x="4933201" y="53805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7" name="pg8187"/>
            <p:cNvSpPr/>
            <p:nvPr/>
          </p:nvSpPr>
          <p:spPr>
            <a:xfrm>
              <a:off x="4941720" y="538529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8" name="pg8188"/>
            <p:cNvSpPr/>
            <p:nvPr/>
          </p:nvSpPr>
          <p:spPr>
            <a:xfrm>
              <a:off x="4950259" y="53900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89" name="pg8189"/>
            <p:cNvSpPr/>
            <p:nvPr/>
          </p:nvSpPr>
          <p:spPr>
            <a:xfrm>
              <a:off x="4958818" y="539471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0" name="pg8190"/>
            <p:cNvSpPr/>
            <p:nvPr/>
          </p:nvSpPr>
          <p:spPr>
            <a:xfrm>
              <a:off x="4967397" y="53993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1" name="pg8191"/>
            <p:cNvSpPr/>
            <p:nvPr/>
          </p:nvSpPr>
          <p:spPr>
            <a:xfrm>
              <a:off x="4975996" y="54039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2" name="pg8192"/>
            <p:cNvSpPr/>
            <p:nvPr/>
          </p:nvSpPr>
          <p:spPr>
            <a:xfrm>
              <a:off x="4984614" y="54085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F5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3" name="pg8193"/>
            <p:cNvSpPr/>
            <p:nvPr/>
          </p:nvSpPr>
          <p:spPr>
            <a:xfrm>
              <a:off x="4993252" y="54131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4" name="pg8194"/>
            <p:cNvSpPr/>
            <p:nvPr/>
          </p:nvSpPr>
          <p:spPr>
            <a:xfrm>
              <a:off x="5001910" y="54176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5" name="pg8195"/>
            <p:cNvSpPr/>
            <p:nvPr/>
          </p:nvSpPr>
          <p:spPr>
            <a:xfrm>
              <a:off x="5107248" y="54688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6" name="pg8196"/>
            <p:cNvSpPr/>
            <p:nvPr/>
          </p:nvSpPr>
          <p:spPr>
            <a:xfrm>
              <a:off x="5116142" y="54728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7" name="pg8197"/>
            <p:cNvSpPr/>
            <p:nvPr/>
          </p:nvSpPr>
          <p:spPr>
            <a:xfrm>
              <a:off x="5125053" y="54768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8" name="pg8198"/>
            <p:cNvSpPr/>
            <p:nvPr/>
          </p:nvSpPr>
          <p:spPr>
            <a:xfrm>
              <a:off x="5133982" y="54807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99" name="pg8199"/>
            <p:cNvSpPr/>
            <p:nvPr/>
          </p:nvSpPr>
          <p:spPr>
            <a:xfrm>
              <a:off x="5142927" y="54846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0" name="pg8200"/>
            <p:cNvSpPr/>
            <p:nvPr/>
          </p:nvSpPr>
          <p:spPr>
            <a:xfrm>
              <a:off x="5151888" y="54885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1" name="pg8201"/>
            <p:cNvSpPr/>
            <p:nvPr/>
          </p:nvSpPr>
          <p:spPr>
            <a:xfrm>
              <a:off x="5160866" y="54923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2" name="pg8202"/>
            <p:cNvSpPr/>
            <p:nvPr/>
          </p:nvSpPr>
          <p:spPr>
            <a:xfrm>
              <a:off x="5169860" y="54961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04E9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3" name="pg8203"/>
            <p:cNvSpPr/>
            <p:nvPr/>
          </p:nvSpPr>
          <p:spPr>
            <a:xfrm>
              <a:off x="5178871" y="549994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4" name="pg8204"/>
            <p:cNvSpPr/>
            <p:nvPr/>
          </p:nvSpPr>
          <p:spPr>
            <a:xfrm>
              <a:off x="7542176" y="51235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5" name="pg8205"/>
            <p:cNvSpPr/>
            <p:nvPr/>
          </p:nvSpPr>
          <p:spPr>
            <a:xfrm>
              <a:off x="7549574" y="51172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6" name="pg8206"/>
            <p:cNvSpPr/>
            <p:nvPr/>
          </p:nvSpPr>
          <p:spPr>
            <a:xfrm>
              <a:off x="7512313" y="51487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7" name="pg8207"/>
            <p:cNvSpPr/>
            <p:nvPr/>
          </p:nvSpPr>
          <p:spPr>
            <a:xfrm>
              <a:off x="7519819" y="51424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8" name="pg8208"/>
            <p:cNvSpPr/>
            <p:nvPr/>
          </p:nvSpPr>
          <p:spPr>
            <a:xfrm>
              <a:off x="7482025" y="51733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09" name="pg8209"/>
            <p:cNvSpPr/>
            <p:nvPr/>
          </p:nvSpPr>
          <p:spPr>
            <a:xfrm>
              <a:off x="7489637" y="51672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0" name="pg8210"/>
            <p:cNvSpPr/>
            <p:nvPr/>
          </p:nvSpPr>
          <p:spPr>
            <a:xfrm>
              <a:off x="7497222" y="51611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1" name="pg8211"/>
            <p:cNvSpPr/>
            <p:nvPr/>
          </p:nvSpPr>
          <p:spPr>
            <a:xfrm>
              <a:off x="7504781" y="51549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2" name="pg8212"/>
            <p:cNvSpPr/>
            <p:nvPr/>
          </p:nvSpPr>
          <p:spPr>
            <a:xfrm>
              <a:off x="7527298" y="51362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3" name="pg8213"/>
            <p:cNvSpPr/>
            <p:nvPr/>
          </p:nvSpPr>
          <p:spPr>
            <a:xfrm>
              <a:off x="7534750" y="51299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4" name="pg8214"/>
            <p:cNvSpPr/>
            <p:nvPr/>
          </p:nvSpPr>
          <p:spPr>
            <a:xfrm>
              <a:off x="7556945" y="51108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5" name="pg8215"/>
            <p:cNvSpPr/>
            <p:nvPr/>
          </p:nvSpPr>
          <p:spPr>
            <a:xfrm>
              <a:off x="7564288" y="510437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6" name="pg8216"/>
            <p:cNvSpPr/>
            <p:nvPr/>
          </p:nvSpPr>
          <p:spPr>
            <a:xfrm>
              <a:off x="7571604" y="50979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7" name="pg8217"/>
            <p:cNvSpPr/>
            <p:nvPr/>
          </p:nvSpPr>
          <p:spPr>
            <a:xfrm>
              <a:off x="7578893" y="50914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8" name="pg8218"/>
            <p:cNvSpPr/>
            <p:nvPr/>
          </p:nvSpPr>
          <p:spPr>
            <a:xfrm>
              <a:off x="7586153" y="50848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19" name="pg8219"/>
            <p:cNvSpPr/>
            <p:nvPr/>
          </p:nvSpPr>
          <p:spPr>
            <a:xfrm>
              <a:off x="7593386" y="50783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0" name="pg8220"/>
            <p:cNvSpPr/>
            <p:nvPr/>
          </p:nvSpPr>
          <p:spPr>
            <a:xfrm>
              <a:off x="7600591" y="50717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1" name="pg8221"/>
            <p:cNvSpPr/>
            <p:nvPr/>
          </p:nvSpPr>
          <p:spPr>
            <a:xfrm>
              <a:off x="7607767" y="50651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2" name="pg8222"/>
            <p:cNvSpPr/>
            <p:nvPr/>
          </p:nvSpPr>
          <p:spPr>
            <a:xfrm>
              <a:off x="7614915" y="505848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3" name="pg8223"/>
            <p:cNvSpPr/>
            <p:nvPr/>
          </p:nvSpPr>
          <p:spPr>
            <a:xfrm>
              <a:off x="7622035" y="50518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7CD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4" name="pg8224"/>
            <p:cNvSpPr/>
            <p:nvPr/>
          </p:nvSpPr>
          <p:spPr>
            <a:xfrm>
              <a:off x="7629126" y="50450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5" name="pg8225"/>
            <p:cNvSpPr/>
            <p:nvPr/>
          </p:nvSpPr>
          <p:spPr>
            <a:xfrm>
              <a:off x="7636189" y="50383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6" name="pg8226"/>
            <p:cNvSpPr/>
            <p:nvPr/>
          </p:nvSpPr>
          <p:spPr>
            <a:xfrm>
              <a:off x="7308245" y="529939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7" name="pg8227"/>
            <p:cNvSpPr/>
            <p:nvPr/>
          </p:nvSpPr>
          <p:spPr>
            <a:xfrm>
              <a:off x="7316396" y="52940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8" name="pg8228"/>
            <p:cNvSpPr/>
            <p:nvPr/>
          </p:nvSpPr>
          <p:spPr>
            <a:xfrm>
              <a:off x="7275415" y="53205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29" name="pg8229"/>
            <p:cNvSpPr/>
            <p:nvPr/>
          </p:nvSpPr>
          <p:spPr>
            <a:xfrm>
              <a:off x="7283656" y="53152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0" name="pg8230"/>
            <p:cNvSpPr/>
            <p:nvPr/>
          </p:nvSpPr>
          <p:spPr>
            <a:xfrm>
              <a:off x="7291875" y="53100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1" name="pg8231"/>
            <p:cNvSpPr/>
            <p:nvPr/>
          </p:nvSpPr>
          <p:spPr>
            <a:xfrm>
              <a:off x="7300071" y="53047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2" name="pg8232"/>
            <p:cNvSpPr/>
            <p:nvPr/>
          </p:nvSpPr>
          <p:spPr>
            <a:xfrm>
              <a:off x="7324524" y="52886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3" name="pg8233"/>
            <p:cNvSpPr/>
            <p:nvPr/>
          </p:nvSpPr>
          <p:spPr>
            <a:xfrm>
              <a:off x="7332628" y="52831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4" name="pg8234"/>
            <p:cNvSpPr/>
            <p:nvPr/>
          </p:nvSpPr>
          <p:spPr>
            <a:xfrm>
              <a:off x="7340710" y="52777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5" name="pg8235"/>
            <p:cNvSpPr/>
            <p:nvPr/>
          </p:nvSpPr>
          <p:spPr>
            <a:xfrm>
              <a:off x="7348768" y="52721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6" name="pg8236"/>
            <p:cNvSpPr/>
            <p:nvPr/>
          </p:nvSpPr>
          <p:spPr>
            <a:xfrm>
              <a:off x="7356802" y="526665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7" name="pg8237"/>
            <p:cNvSpPr/>
            <p:nvPr/>
          </p:nvSpPr>
          <p:spPr>
            <a:xfrm>
              <a:off x="7364813" y="52610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8" name="pg8238"/>
            <p:cNvSpPr/>
            <p:nvPr/>
          </p:nvSpPr>
          <p:spPr>
            <a:xfrm>
              <a:off x="7372799" y="52554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39" name="pg8239"/>
            <p:cNvSpPr/>
            <p:nvPr/>
          </p:nvSpPr>
          <p:spPr>
            <a:xfrm>
              <a:off x="7380762" y="52498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0" name="pg8240"/>
            <p:cNvSpPr/>
            <p:nvPr/>
          </p:nvSpPr>
          <p:spPr>
            <a:xfrm>
              <a:off x="7388701" y="52441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1" name="pg8241"/>
            <p:cNvSpPr/>
            <p:nvPr/>
          </p:nvSpPr>
          <p:spPr>
            <a:xfrm>
              <a:off x="7396615" y="52384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2" name="pg8242"/>
            <p:cNvSpPr/>
            <p:nvPr/>
          </p:nvSpPr>
          <p:spPr>
            <a:xfrm>
              <a:off x="7420210" y="52210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3" name="pg8243"/>
            <p:cNvSpPr/>
            <p:nvPr/>
          </p:nvSpPr>
          <p:spPr>
            <a:xfrm>
              <a:off x="7404505" y="52326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CC7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4" name="pg8244"/>
            <p:cNvSpPr/>
            <p:nvPr/>
          </p:nvSpPr>
          <p:spPr>
            <a:xfrm>
              <a:off x="7412370" y="52268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5" name="pg8245"/>
            <p:cNvSpPr/>
            <p:nvPr/>
          </p:nvSpPr>
          <p:spPr>
            <a:xfrm>
              <a:off x="6810631" y="55452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6" name="pg8246"/>
            <p:cNvSpPr/>
            <p:nvPr/>
          </p:nvSpPr>
          <p:spPr>
            <a:xfrm>
              <a:off x="6819835" y="55419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7" name="pg8247"/>
            <p:cNvSpPr/>
            <p:nvPr/>
          </p:nvSpPr>
          <p:spPr>
            <a:xfrm>
              <a:off x="6829026" y="55386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8" name="pg8248"/>
            <p:cNvSpPr/>
            <p:nvPr/>
          </p:nvSpPr>
          <p:spPr>
            <a:xfrm>
              <a:off x="6838203" y="55353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49" name="pg8249"/>
            <p:cNvSpPr/>
            <p:nvPr/>
          </p:nvSpPr>
          <p:spPr>
            <a:xfrm>
              <a:off x="6847365" y="55320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0" name="pg8250"/>
            <p:cNvSpPr/>
            <p:nvPr/>
          </p:nvSpPr>
          <p:spPr>
            <a:xfrm>
              <a:off x="6856513" y="55285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1" name="pg8251"/>
            <p:cNvSpPr/>
            <p:nvPr/>
          </p:nvSpPr>
          <p:spPr>
            <a:xfrm>
              <a:off x="6865646" y="55251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2" name="pg8252"/>
            <p:cNvSpPr/>
            <p:nvPr/>
          </p:nvSpPr>
          <p:spPr>
            <a:xfrm>
              <a:off x="6874765" y="55216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3" name="pg8253"/>
            <p:cNvSpPr/>
            <p:nvPr/>
          </p:nvSpPr>
          <p:spPr>
            <a:xfrm>
              <a:off x="6883868" y="55181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4" name="pg8254"/>
            <p:cNvSpPr/>
            <p:nvPr/>
          </p:nvSpPr>
          <p:spPr>
            <a:xfrm>
              <a:off x="6892957" y="55145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5" name="pg8255"/>
            <p:cNvSpPr/>
            <p:nvPr/>
          </p:nvSpPr>
          <p:spPr>
            <a:xfrm>
              <a:off x="6902030" y="55109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6" name="pg8256"/>
            <p:cNvSpPr/>
            <p:nvPr/>
          </p:nvSpPr>
          <p:spPr>
            <a:xfrm>
              <a:off x="6911088" y="55073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7" name="pg8257"/>
            <p:cNvSpPr/>
            <p:nvPr/>
          </p:nvSpPr>
          <p:spPr>
            <a:xfrm>
              <a:off x="6920130" y="55036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8" name="pg8258"/>
            <p:cNvSpPr/>
            <p:nvPr/>
          </p:nvSpPr>
          <p:spPr>
            <a:xfrm>
              <a:off x="6929156" y="549994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59" name="pg8259"/>
            <p:cNvSpPr/>
            <p:nvPr/>
          </p:nvSpPr>
          <p:spPr>
            <a:xfrm>
              <a:off x="6938166" y="54961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0" name="pg8260"/>
            <p:cNvSpPr/>
            <p:nvPr/>
          </p:nvSpPr>
          <p:spPr>
            <a:xfrm>
              <a:off x="6947161" y="54923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1" name="pg8261"/>
            <p:cNvSpPr/>
            <p:nvPr/>
          </p:nvSpPr>
          <p:spPr>
            <a:xfrm>
              <a:off x="6956139" y="54885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2" name="pg8262"/>
            <p:cNvSpPr/>
            <p:nvPr/>
          </p:nvSpPr>
          <p:spPr>
            <a:xfrm>
              <a:off x="6965100" y="54846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3" name="pg8263"/>
            <p:cNvSpPr/>
            <p:nvPr/>
          </p:nvSpPr>
          <p:spPr>
            <a:xfrm>
              <a:off x="6974045" y="54807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4" name="pg8264"/>
            <p:cNvSpPr/>
            <p:nvPr/>
          </p:nvSpPr>
          <p:spPr>
            <a:xfrm>
              <a:off x="6982973" y="54768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5" name="pg8265"/>
            <p:cNvSpPr/>
            <p:nvPr/>
          </p:nvSpPr>
          <p:spPr>
            <a:xfrm>
              <a:off x="7036181" y="54523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6" name="pg8266"/>
            <p:cNvSpPr/>
            <p:nvPr/>
          </p:nvSpPr>
          <p:spPr>
            <a:xfrm>
              <a:off x="7018515" y="54606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7" name="pg8267"/>
            <p:cNvSpPr/>
            <p:nvPr/>
          </p:nvSpPr>
          <p:spPr>
            <a:xfrm>
              <a:off x="7027357" y="54565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8" name="pg8268"/>
            <p:cNvSpPr/>
            <p:nvPr/>
          </p:nvSpPr>
          <p:spPr>
            <a:xfrm>
              <a:off x="6991884" y="54728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69" name="pg8269"/>
            <p:cNvSpPr/>
            <p:nvPr/>
          </p:nvSpPr>
          <p:spPr>
            <a:xfrm>
              <a:off x="7000779" y="54688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0" name="pg8270"/>
            <p:cNvSpPr/>
            <p:nvPr/>
          </p:nvSpPr>
          <p:spPr>
            <a:xfrm>
              <a:off x="7009655" y="54647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1" name="pg8271"/>
            <p:cNvSpPr/>
            <p:nvPr/>
          </p:nvSpPr>
          <p:spPr>
            <a:xfrm>
              <a:off x="7044987" y="54481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2" name="pg8272"/>
            <p:cNvSpPr/>
            <p:nvPr/>
          </p:nvSpPr>
          <p:spPr>
            <a:xfrm>
              <a:off x="7053776" y="54439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3" name="pg8273"/>
            <p:cNvSpPr/>
            <p:nvPr/>
          </p:nvSpPr>
          <p:spPr>
            <a:xfrm>
              <a:off x="7062546" y="543962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4" name="pg8274"/>
            <p:cNvSpPr/>
            <p:nvPr/>
          </p:nvSpPr>
          <p:spPr>
            <a:xfrm>
              <a:off x="7114774" y="54131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5" name="pg8275"/>
            <p:cNvSpPr/>
            <p:nvPr/>
          </p:nvSpPr>
          <p:spPr>
            <a:xfrm>
              <a:off x="7071297" y="54353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6" name="pg8276"/>
            <p:cNvSpPr/>
            <p:nvPr/>
          </p:nvSpPr>
          <p:spPr>
            <a:xfrm>
              <a:off x="7080030" y="54309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7" name="pg8277"/>
            <p:cNvSpPr/>
            <p:nvPr/>
          </p:nvSpPr>
          <p:spPr>
            <a:xfrm>
              <a:off x="7088745" y="54265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8" name="pg8278"/>
            <p:cNvSpPr/>
            <p:nvPr/>
          </p:nvSpPr>
          <p:spPr>
            <a:xfrm>
              <a:off x="7097440" y="54221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79" name="pg8279"/>
            <p:cNvSpPr/>
            <p:nvPr/>
          </p:nvSpPr>
          <p:spPr>
            <a:xfrm>
              <a:off x="7106117" y="54176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0" name="pg8280"/>
            <p:cNvSpPr/>
            <p:nvPr/>
          </p:nvSpPr>
          <p:spPr>
            <a:xfrm>
              <a:off x="7123412" y="54085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1" name="pg8281"/>
            <p:cNvSpPr/>
            <p:nvPr/>
          </p:nvSpPr>
          <p:spPr>
            <a:xfrm>
              <a:off x="7132031" y="54039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2" name="pg8282"/>
            <p:cNvSpPr/>
            <p:nvPr/>
          </p:nvSpPr>
          <p:spPr>
            <a:xfrm>
              <a:off x="7140630" y="53993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3" name="pg8283"/>
            <p:cNvSpPr/>
            <p:nvPr/>
          </p:nvSpPr>
          <p:spPr>
            <a:xfrm>
              <a:off x="7149209" y="539471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4" name="pg8284"/>
            <p:cNvSpPr/>
            <p:nvPr/>
          </p:nvSpPr>
          <p:spPr>
            <a:xfrm>
              <a:off x="7157768" y="53900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5" name="pg8285"/>
            <p:cNvSpPr/>
            <p:nvPr/>
          </p:nvSpPr>
          <p:spPr>
            <a:xfrm>
              <a:off x="7166307" y="538529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2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6" name="pg8286"/>
            <p:cNvSpPr/>
            <p:nvPr/>
          </p:nvSpPr>
          <p:spPr>
            <a:xfrm>
              <a:off x="7174826" y="538053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7" name="pg8287"/>
            <p:cNvSpPr/>
            <p:nvPr/>
          </p:nvSpPr>
          <p:spPr>
            <a:xfrm>
              <a:off x="7183324" y="53757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8" name="pg8288"/>
            <p:cNvSpPr/>
            <p:nvPr/>
          </p:nvSpPr>
          <p:spPr>
            <a:xfrm>
              <a:off x="7191802" y="53708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89" name="pg8289"/>
            <p:cNvSpPr/>
            <p:nvPr/>
          </p:nvSpPr>
          <p:spPr>
            <a:xfrm>
              <a:off x="7200259" y="53660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0" name="pg8290"/>
            <p:cNvSpPr/>
            <p:nvPr/>
          </p:nvSpPr>
          <p:spPr>
            <a:xfrm>
              <a:off x="7208695" y="53611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6A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1" name="pg8291"/>
            <p:cNvSpPr/>
            <p:nvPr/>
          </p:nvSpPr>
          <p:spPr>
            <a:xfrm>
              <a:off x="7250558" y="53360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2" name="pg8292"/>
            <p:cNvSpPr/>
            <p:nvPr/>
          </p:nvSpPr>
          <p:spPr>
            <a:xfrm>
              <a:off x="7258865" y="533088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ED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3" name="pg8293"/>
            <p:cNvSpPr/>
            <p:nvPr/>
          </p:nvSpPr>
          <p:spPr>
            <a:xfrm>
              <a:off x="7267151" y="53257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4" name="pg8294"/>
            <p:cNvSpPr/>
            <p:nvPr/>
          </p:nvSpPr>
          <p:spPr>
            <a:xfrm>
              <a:off x="7217110" y="53561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5" name="pg8295"/>
            <p:cNvSpPr/>
            <p:nvPr/>
          </p:nvSpPr>
          <p:spPr>
            <a:xfrm>
              <a:off x="7225504" y="53511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6" name="pg8296"/>
            <p:cNvSpPr/>
            <p:nvPr/>
          </p:nvSpPr>
          <p:spPr>
            <a:xfrm>
              <a:off x="7233877" y="534615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7" name="pg8297"/>
            <p:cNvSpPr/>
            <p:nvPr/>
          </p:nvSpPr>
          <p:spPr>
            <a:xfrm>
              <a:off x="7242228" y="53411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8D8F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8" name="pg8298"/>
            <p:cNvSpPr/>
            <p:nvPr/>
          </p:nvSpPr>
          <p:spPr>
            <a:xfrm>
              <a:off x="7443581" y="52034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299" name="pg8299"/>
            <p:cNvSpPr/>
            <p:nvPr/>
          </p:nvSpPr>
          <p:spPr>
            <a:xfrm>
              <a:off x="7428026" y="52152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0" name="pg8300"/>
            <p:cNvSpPr/>
            <p:nvPr/>
          </p:nvSpPr>
          <p:spPr>
            <a:xfrm>
              <a:off x="7435816" y="520934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1" name="pg8301"/>
            <p:cNvSpPr/>
            <p:nvPr/>
          </p:nvSpPr>
          <p:spPr>
            <a:xfrm>
              <a:off x="7451321" y="51974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B2D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2" name="pg8302"/>
            <p:cNvSpPr/>
            <p:nvPr/>
          </p:nvSpPr>
          <p:spPr>
            <a:xfrm>
              <a:off x="7459036" y="51915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3" name="pg8303"/>
            <p:cNvSpPr/>
            <p:nvPr/>
          </p:nvSpPr>
          <p:spPr>
            <a:xfrm>
              <a:off x="7466725" y="51854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4" name="pg8304"/>
            <p:cNvSpPr/>
            <p:nvPr/>
          </p:nvSpPr>
          <p:spPr>
            <a:xfrm>
              <a:off x="7474388" y="51794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5" name="pg8305"/>
            <p:cNvSpPr/>
            <p:nvPr/>
          </p:nvSpPr>
          <p:spPr>
            <a:xfrm>
              <a:off x="5187897" y="55036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6" name="pg8306"/>
            <p:cNvSpPr/>
            <p:nvPr/>
          </p:nvSpPr>
          <p:spPr>
            <a:xfrm>
              <a:off x="5196939" y="55073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7" name="pg8307"/>
            <p:cNvSpPr/>
            <p:nvPr/>
          </p:nvSpPr>
          <p:spPr>
            <a:xfrm>
              <a:off x="5205997" y="55109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8" name="pg8308"/>
            <p:cNvSpPr/>
            <p:nvPr/>
          </p:nvSpPr>
          <p:spPr>
            <a:xfrm>
              <a:off x="5215070" y="55145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09" name="pg8309"/>
            <p:cNvSpPr/>
            <p:nvPr/>
          </p:nvSpPr>
          <p:spPr>
            <a:xfrm>
              <a:off x="5224158" y="55181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0" name="pg8310"/>
            <p:cNvSpPr/>
            <p:nvPr/>
          </p:nvSpPr>
          <p:spPr>
            <a:xfrm>
              <a:off x="5233262" y="55216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1" name="pg8311"/>
            <p:cNvSpPr/>
            <p:nvPr/>
          </p:nvSpPr>
          <p:spPr>
            <a:xfrm>
              <a:off x="5242380" y="55251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2" name="pg8312"/>
            <p:cNvSpPr/>
            <p:nvPr/>
          </p:nvSpPr>
          <p:spPr>
            <a:xfrm>
              <a:off x="5251513" y="55285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3" name="pg8313"/>
            <p:cNvSpPr/>
            <p:nvPr/>
          </p:nvSpPr>
          <p:spPr>
            <a:xfrm>
              <a:off x="5260661" y="55320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4" name="pg8314"/>
            <p:cNvSpPr/>
            <p:nvPr/>
          </p:nvSpPr>
          <p:spPr>
            <a:xfrm>
              <a:off x="5269824" y="55353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5" name="pg8315"/>
            <p:cNvSpPr/>
            <p:nvPr/>
          </p:nvSpPr>
          <p:spPr>
            <a:xfrm>
              <a:off x="5279000" y="55386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6" name="pg8316"/>
            <p:cNvSpPr/>
            <p:nvPr/>
          </p:nvSpPr>
          <p:spPr>
            <a:xfrm>
              <a:off x="5288191" y="55419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7" name="pg8317"/>
            <p:cNvSpPr/>
            <p:nvPr/>
          </p:nvSpPr>
          <p:spPr>
            <a:xfrm>
              <a:off x="5297396" y="55452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8" name="pg8318"/>
            <p:cNvSpPr/>
            <p:nvPr/>
          </p:nvSpPr>
          <p:spPr>
            <a:xfrm>
              <a:off x="5306614" y="55484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19" name="pg8319"/>
            <p:cNvSpPr/>
            <p:nvPr/>
          </p:nvSpPr>
          <p:spPr>
            <a:xfrm>
              <a:off x="5315846" y="55516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0" name="pg8320"/>
            <p:cNvSpPr/>
            <p:nvPr/>
          </p:nvSpPr>
          <p:spPr>
            <a:xfrm>
              <a:off x="5325092" y="55547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1" name="pg8321"/>
            <p:cNvSpPr/>
            <p:nvPr/>
          </p:nvSpPr>
          <p:spPr>
            <a:xfrm>
              <a:off x="5334351" y="555783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2" name="pg8322"/>
            <p:cNvSpPr/>
            <p:nvPr/>
          </p:nvSpPr>
          <p:spPr>
            <a:xfrm>
              <a:off x="5343623" y="556088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3" name="pg8323"/>
            <p:cNvSpPr/>
            <p:nvPr/>
          </p:nvSpPr>
          <p:spPr>
            <a:xfrm>
              <a:off x="5352908" y="55639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4" name="pg8324"/>
            <p:cNvSpPr/>
            <p:nvPr/>
          </p:nvSpPr>
          <p:spPr>
            <a:xfrm>
              <a:off x="5362205" y="556687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5" name="pg8325"/>
            <p:cNvSpPr/>
            <p:nvPr/>
          </p:nvSpPr>
          <p:spPr>
            <a:xfrm>
              <a:off x="5371516" y="55698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6" name="pg8326"/>
            <p:cNvSpPr/>
            <p:nvPr/>
          </p:nvSpPr>
          <p:spPr>
            <a:xfrm>
              <a:off x="5380838" y="55726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7" name="pg8327"/>
            <p:cNvSpPr/>
            <p:nvPr/>
          </p:nvSpPr>
          <p:spPr>
            <a:xfrm>
              <a:off x="5408880" y="55811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8" name="pg8328"/>
            <p:cNvSpPr/>
            <p:nvPr/>
          </p:nvSpPr>
          <p:spPr>
            <a:xfrm>
              <a:off x="5390173" y="55755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29" name="pg8329"/>
            <p:cNvSpPr/>
            <p:nvPr/>
          </p:nvSpPr>
          <p:spPr>
            <a:xfrm>
              <a:off x="5399521" y="55783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0" name="pg8330"/>
            <p:cNvSpPr/>
            <p:nvPr/>
          </p:nvSpPr>
          <p:spPr>
            <a:xfrm>
              <a:off x="5418250" y="55838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1" name="pg8331"/>
            <p:cNvSpPr/>
            <p:nvPr/>
          </p:nvSpPr>
          <p:spPr>
            <a:xfrm>
              <a:off x="5427633" y="55865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2" name="pg8332"/>
            <p:cNvSpPr/>
            <p:nvPr/>
          </p:nvSpPr>
          <p:spPr>
            <a:xfrm>
              <a:off x="5437026" y="558922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3" name="pg8333"/>
            <p:cNvSpPr/>
            <p:nvPr/>
          </p:nvSpPr>
          <p:spPr>
            <a:xfrm>
              <a:off x="5446431" y="55918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4" name="pg8334"/>
            <p:cNvSpPr/>
            <p:nvPr/>
          </p:nvSpPr>
          <p:spPr>
            <a:xfrm>
              <a:off x="5455847" y="55944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5" name="pg8335"/>
            <p:cNvSpPr/>
            <p:nvPr/>
          </p:nvSpPr>
          <p:spPr>
            <a:xfrm>
              <a:off x="5465274" y="55969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6" name="pg8336"/>
            <p:cNvSpPr/>
            <p:nvPr/>
          </p:nvSpPr>
          <p:spPr>
            <a:xfrm>
              <a:off x="5474712" y="55994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7" name="pg8337"/>
            <p:cNvSpPr/>
            <p:nvPr/>
          </p:nvSpPr>
          <p:spPr>
            <a:xfrm>
              <a:off x="5484160" y="560188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8" name="pg8338"/>
            <p:cNvSpPr/>
            <p:nvPr/>
          </p:nvSpPr>
          <p:spPr>
            <a:xfrm>
              <a:off x="5493619" y="56042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39" name="pg8339"/>
            <p:cNvSpPr/>
            <p:nvPr/>
          </p:nvSpPr>
          <p:spPr>
            <a:xfrm>
              <a:off x="5503088" y="560667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0" name="pg8340"/>
            <p:cNvSpPr/>
            <p:nvPr/>
          </p:nvSpPr>
          <p:spPr>
            <a:xfrm>
              <a:off x="5512567" y="56090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1" name="pg8341"/>
            <p:cNvSpPr/>
            <p:nvPr/>
          </p:nvSpPr>
          <p:spPr>
            <a:xfrm>
              <a:off x="5522055" y="56112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2" name="pg8342"/>
            <p:cNvSpPr/>
            <p:nvPr/>
          </p:nvSpPr>
          <p:spPr>
            <a:xfrm>
              <a:off x="5531554" y="56135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3" name="pg8343"/>
            <p:cNvSpPr/>
            <p:nvPr/>
          </p:nvSpPr>
          <p:spPr>
            <a:xfrm>
              <a:off x="5541062" y="56157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4" name="pg8344"/>
            <p:cNvSpPr/>
            <p:nvPr/>
          </p:nvSpPr>
          <p:spPr>
            <a:xfrm>
              <a:off x="5550579" y="56179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5" name="pg8345"/>
            <p:cNvSpPr/>
            <p:nvPr/>
          </p:nvSpPr>
          <p:spPr>
            <a:xfrm>
              <a:off x="5560106" y="56200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6" name="pg8346"/>
            <p:cNvSpPr/>
            <p:nvPr/>
          </p:nvSpPr>
          <p:spPr>
            <a:xfrm>
              <a:off x="5569641" y="56221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7" name="pg8347"/>
            <p:cNvSpPr/>
            <p:nvPr/>
          </p:nvSpPr>
          <p:spPr>
            <a:xfrm>
              <a:off x="5579185" y="562418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8" name="pg8348"/>
            <p:cNvSpPr/>
            <p:nvPr/>
          </p:nvSpPr>
          <p:spPr>
            <a:xfrm>
              <a:off x="5588738" y="56261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49" name="pg8349"/>
            <p:cNvSpPr/>
            <p:nvPr/>
          </p:nvSpPr>
          <p:spPr>
            <a:xfrm>
              <a:off x="5598300" y="56281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0" name="pg8350"/>
            <p:cNvSpPr/>
            <p:nvPr/>
          </p:nvSpPr>
          <p:spPr>
            <a:xfrm>
              <a:off x="5607869" y="56300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1" name="pg8351"/>
            <p:cNvSpPr/>
            <p:nvPr/>
          </p:nvSpPr>
          <p:spPr>
            <a:xfrm>
              <a:off x="5617447" y="56319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2" name="pg8352"/>
            <p:cNvSpPr/>
            <p:nvPr/>
          </p:nvSpPr>
          <p:spPr>
            <a:xfrm>
              <a:off x="5627033" y="56338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3" name="pg8353"/>
            <p:cNvSpPr/>
            <p:nvPr/>
          </p:nvSpPr>
          <p:spPr>
            <a:xfrm>
              <a:off x="5636627" y="563561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4" name="pg8354"/>
            <p:cNvSpPr/>
            <p:nvPr/>
          </p:nvSpPr>
          <p:spPr>
            <a:xfrm>
              <a:off x="5646228" y="563737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5" name="pg8355"/>
            <p:cNvSpPr/>
            <p:nvPr/>
          </p:nvSpPr>
          <p:spPr>
            <a:xfrm>
              <a:off x="5655836" y="56390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6" name="pg8356"/>
            <p:cNvSpPr/>
            <p:nvPr/>
          </p:nvSpPr>
          <p:spPr>
            <a:xfrm>
              <a:off x="5665452" y="56407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7" name="pg8357"/>
            <p:cNvSpPr/>
            <p:nvPr/>
          </p:nvSpPr>
          <p:spPr>
            <a:xfrm>
              <a:off x="5675075" y="56424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8" name="pg8358"/>
            <p:cNvSpPr/>
            <p:nvPr/>
          </p:nvSpPr>
          <p:spPr>
            <a:xfrm>
              <a:off x="5684705" y="56440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59" name="pg8359"/>
            <p:cNvSpPr/>
            <p:nvPr/>
          </p:nvSpPr>
          <p:spPr>
            <a:xfrm>
              <a:off x="5694342" y="56455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0" name="pg8360"/>
            <p:cNvSpPr/>
            <p:nvPr/>
          </p:nvSpPr>
          <p:spPr>
            <a:xfrm>
              <a:off x="5703985" y="56470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1" name="pg8361"/>
            <p:cNvSpPr/>
            <p:nvPr/>
          </p:nvSpPr>
          <p:spPr>
            <a:xfrm>
              <a:off x="5713634" y="56485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2" name="pg8362"/>
            <p:cNvSpPr/>
            <p:nvPr/>
          </p:nvSpPr>
          <p:spPr>
            <a:xfrm>
              <a:off x="5742619" y="56527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3" name="pg8363"/>
            <p:cNvSpPr/>
            <p:nvPr/>
          </p:nvSpPr>
          <p:spPr>
            <a:xfrm>
              <a:off x="5723290" y="56499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4" name="pg8364"/>
            <p:cNvSpPr/>
            <p:nvPr/>
          </p:nvSpPr>
          <p:spPr>
            <a:xfrm>
              <a:off x="5732952" y="56513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5" name="pg8365"/>
            <p:cNvSpPr/>
            <p:nvPr/>
          </p:nvSpPr>
          <p:spPr>
            <a:xfrm>
              <a:off x="5752293" y="56540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6" name="pg8366"/>
            <p:cNvSpPr/>
            <p:nvPr/>
          </p:nvSpPr>
          <p:spPr>
            <a:xfrm>
              <a:off x="5761972" y="56553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7" name="pg8367"/>
            <p:cNvSpPr/>
            <p:nvPr/>
          </p:nvSpPr>
          <p:spPr>
            <a:xfrm>
              <a:off x="5771656" y="56565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8" name="pg8368"/>
            <p:cNvSpPr/>
            <p:nvPr/>
          </p:nvSpPr>
          <p:spPr>
            <a:xfrm>
              <a:off x="5781345" y="56577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69" name="pg8369"/>
            <p:cNvSpPr/>
            <p:nvPr/>
          </p:nvSpPr>
          <p:spPr>
            <a:xfrm>
              <a:off x="5791039" y="56588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0" name="pg8370"/>
            <p:cNvSpPr/>
            <p:nvPr/>
          </p:nvSpPr>
          <p:spPr>
            <a:xfrm>
              <a:off x="5800738" y="56599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1" name="pg8371"/>
            <p:cNvSpPr/>
            <p:nvPr/>
          </p:nvSpPr>
          <p:spPr>
            <a:xfrm>
              <a:off x="5810442" y="566101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2" name="pg8372"/>
            <p:cNvSpPr/>
            <p:nvPr/>
          </p:nvSpPr>
          <p:spPr>
            <a:xfrm>
              <a:off x="5820150" y="56620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3" name="pg8373"/>
            <p:cNvSpPr/>
            <p:nvPr/>
          </p:nvSpPr>
          <p:spPr>
            <a:xfrm>
              <a:off x="5829862" y="56630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4" name="pg8374"/>
            <p:cNvSpPr/>
            <p:nvPr/>
          </p:nvSpPr>
          <p:spPr>
            <a:xfrm>
              <a:off x="5839578" y="56639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5" name="pg8375"/>
            <p:cNvSpPr/>
            <p:nvPr/>
          </p:nvSpPr>
          <p:spPr>
            <a:xfrm>
              <a:off x="5849299" y="56648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6" name="pg8376"/>
            <p:cNvSpPr/>
            <p:nvPr/>
          </p:nvSpPr>
          <p:spPr>
            <a:xfrm>
              <a:off x="5859023" y="566569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7" name="pg8377"/>
            <p:cNvSpPr/>
            <p:nvPr/>
          </p:nvSpPr>
          <p:spPr>
            <a:xfrm>
              <a:off x="5868750" y="56665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8" name="pg8378"/>
            <p:cNvSpPr/>
            <p:nvPr/>
          </p:nvSpPr>
          <p:spPr>
            <a:xfrm>
              <a:off x="5878481" y="56672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79" name="pg8379"/>
            <p:cNvSpPr/>
            <p:nvPr/>
          </p:nvSpPr>
          <p:spPr>
            <a:xfrm>
              <a:off x="5888215" y="56680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0" name="pg8380"/>
            <p:cNvSpPr/>
            <p:nvPr/>
          </p:nvSpPr>
          <p:spPr>
            <a:xfrm>
              <a:off x="5897953" y="56686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1" name="pg8381"/>
            <p:cNvSpPr/>
            <p:nvPr/>
          </p:nvSpPr>
          <p:spPr>
            <a:xfrm>
              <a:off x="5907693" y="566933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2" name="pg8382"/>
            <p:cNvSpPr/>
            <p:nvPr/>
          </p:nvSpPr>
          <p:spPr>
            <a:xfrm>
              <a:off x="5917435" y="56699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3" name="pg8383"/>
            <p:cNvSpPr/>
            <p:nvPr/>
          </p:nvSpPr>
          <p:spPr>
            <a:xfrm>
              <a:off x="5927180" y="56705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4" name="pg8384"/>
            <p:cNvSpPr/>
            <p:nvPr/>
          </p:nvSpPr>
          <p:spPr>
            <a:xfrm>
              <a:off x="5936928" y="56710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5" name="pg8385"/>
            <p:cNvSpPr/>
            <p:nvPr/>
          </p:nvSpPr>
          <p:spPr>
            <a:xfrm>
              <a:off x="5946678" y="56715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6" name="pg8386"/>
            <p:cNvSpPr/>
            <p:nvPr/>
          </p:nvSpPr>
          <p:spPr>
            <a:xfrm>
              <a:off x="5956429" y="56719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7" name="pg8387"/>
            <p:cNvSpPr/>
            <p:nvPr/>
          </p:nvSpPr>
          <p:spPr>
            <a:xfrm>
              <a:off x="5966182" y="56723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8" name="pg8388"/>
            <p:cNvSpPr/>
            <p:nvPr/>
          </p:nvSpPr>
          <p:spPr>
            <a:xfrm>
              <a:off x="5975937" y="56726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89" name="pg8389"/>
            <p:cNvSpPr/>
            <p:nvPr/>
          </p:nvSpPr>
          <p:spPr>
            <a:xfrm>
              <a:off x="5985694" y="56730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0" name="pg8390"/>
            <p:cNvSpPr/>
            <p:nvPr/>
          </p:nvSpPr>
          <p:spPr>
            <a:xfrm>
              <a:off x="5995451" y="56732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1" name="pg8391"/>
            <p:cNvSpPr/>
            <p:nvPr/>
          </p:nvSpPr>
          <p:spPr>
            <a:xfrm>
              <a:off x="6005210" y="56735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2" name="pg8392"/>
            <p:cNvSpPr/>
            <p:nvPr/>
          </p:nvSpPr>
          <p:spPr>
            <a:xfrm>
              <a:off x="6014970" y="56736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3" name="pg8393"/>
            <p:cNvSpPr/>
            <p:nvPr/>
          </p:nvSpPr>
          <p:spPr>
            <a:xfrm>
              <a:off x="6024730" y="567383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4" name="pg8394"/>
            <p:cNvSpPr/>
            <p:nvPr/>
          </p:nvSpPr>
          <p:spPr>
            <a:xfrm>
              <a:off x="6034491" y="56739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5" name="pg8395"/>
            <p:cNvSpPr/>
            <p:nvPr/>
          </p:nvSpPr>
          <p:spPr>
            <a:xfrm>
              <a:off x="6044252" y="56740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6" name="pg8396"/>
            <p:cNvSpPr/>
            <p:nvPr/>
          </p:nvSpPr>
          <p:spPr>
            <a:xfrm>
              <a:off x="6054013" y="56740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7" name="pg8397"/>
            <p:cNvSpPr/>
            <p:nvPr/>
          </p:nvSpPr>
          <p:spPr>
            <a:xfrm>
              <a:off x="6063775" y="56740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8" name="pg8398"/>
            <p:cNvSpPr/>
            <p:nvPr/>
          </p:nvSpPr>
          <p:spPr>
            <a:xfrm>
              <a:off x="6073536" y="56739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99" name="pg8399"/>
            <p:cNvSpPr/>
            <p:nvPr/>
          </p:nvSpPr>
          <p:spPr>
            <a:xfrm>
              <a:off x="6083297" y="567383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0" name="pg8400"/>
            <p:cNvSpPr/>
            <p:nvPr/>
          </p:nvSpPr>
          <p:spPr>
            <a:xfrm>
              <a:off x="6141844" y="56723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1" name="pg8401"/>
            <p:cNvSpPr/>
            <p:nvPr/>
          </p:nvSpPr>
          <p:spPr>
            <a:xfrm>
              <a:off x="6122333" y="56730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2" name="pg8402"/>
            <p:cNvSpPr/>
            <p:nvPr/>
          </p:nvSpPr>
          <p:spPr>
            <a:xfrm>
              <a:off x="6132089" y="56726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3" name="pg8403"/>
            <p:cNvSpPr/>
            <p:nvPr/>
          </p:nvSpPr>
          <p:spPr>
            <a:xfrm>
              <a:off x="6093057" y="567369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4" name="pg8404"/>
            <p:cNvSpPr/>
            <p:nvPr/>
          </p:nvSpPr>
          <p:spPr>
            <a:xfrm>
              <a:off x="6102817" y="56735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5" name="pg8405"/>
            <p:cNvSpPr/>
            <p:nvPr/>
          </p:nvSpPr>
          <p:spPr>
            <a:xfrm>
              <a:off x="6112575" y="56732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6" name="pg8406"/>
            <p:cNvSpPr/>
            <p:nvPr/>
          </p:nvSpPr>
          <p:spPr>
            <a:xfrm>
              <a:off x="6151597" y="56719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7" name="pg8407"/>
            <p:cNvSpPr/>
            <p:nvPr/>
          </p:nvSpPr>
          <p:spPr>
            <a:xfrm>
              <a:off x="6161349" y="56715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8" name="pg8408"/>
            <p:cNvSpPr/>
            <p:nvPr/>
          </p:nvSpPr>
          <p:spPr>
            <a:xfrm>
              <a:off x="6171099" y="56710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09" name="pg8409"/>
            <p:cNvSpPr/>
            <p:nvPr/>
          </p:nvSpPr>
          <p:spPr>
            <a:xfrm>
              <a:off x="6180846" y="56705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0" name="pg8410"/>
            <p:cNvSpPr/>
            <p:nvPr/>
          </p:nvSpPr>
          <p:spPr>
            <a:xfrm>
              <a:off x="6190591" y="56699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1" name="pg8411"/>
            <p:cNvSpPr/>
            <p:nvPr/>
          </p:nvSpPr>
          <p:spPr>
            <a:xfrm>
              <a:off x="6200334" y="566933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2" name="pg8412"/>
            <p:cNvSpPr/>
            <p:nvPr/>
          </p:nvSpPr>
          <p:spPr>
            <a:xfrm>
              <a:off x="6210074" y="56686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3" name="pg8413"/>
            <p:cNvSpPr/>
            <p:nvPr/>
          </p:nvSpPr>
          <p:spPr>
            <a:xfrm>
              <a:off x="6219811" y="56680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4" name="pg8414"/>
            <p:cNvSpPr/>
            <p:nvPr/>
          </p:nvSpPr>
          <p:spPr>
            <a:xfrm>
              <a:off x="6229545" y="56672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5" name="pg8415"/>
            <p:cNvSpPr/>
            <p:nvPr/>
          </p:nvSpPr>
          <p:spPr>
            <a:xfrm>
              <a:off x="6239276" y="56665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6" name="pg8416"/>
            <p:cNvSpPr/>
            <p:nvPr/>
          </p:nvSpPr>
          <p:spPr>
            <a:xfrm>
              <a:off x="6249004" y="566569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7" name="pg8417"/>
            <p:cNvSpPr/>
            <p:nvPr/>
          </p:nvSpPr>
          <p:spPr>
            <a:xfrm>
              <a:off x="6258728" y="56648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8" name="pg8418"/>
            <p:cNvSpPr/>
            <p:nvPr/>
          </p:nvSpPr>
          <p:spPr>
            <a:xfrm>
              <a:off x="6268448" y="56639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19" name="pg8419"/>
            <p:cNvSpPr/>
            <p:nvPr/>
          </p:nvSpPr>
          <p:spPr>
            <a:xfrm>
              <a:off x="6326682" y="56577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0" name="pg8420"/>
            <p:cNvSpPr/>
            <p:nvPr/>
          </p:nvSpPr>
          <p:spPr>
            <a:xfrm>
              <a:off x="6336371" y="56565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1" name="pg8421"/>
            <p:cNvSpPr/>
            <p:nvPr/>
          </p:nvSpPr>
          <p:spPr>
            <a:xfrm>
              <a:off x="6278165" y="56630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2" name="pg8422"/>
            <p:cNvSpPr/>
            <p:nvPr/>
          </p:nvSpPr>
          <p:spPr>
            <a:xfrm>
              <a:off x="6287877" y="56620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3" name="pg8423"/>
            <p:cNvSpPr/>
            <p:nvPr/>
          </p:nvSpPr>
          <p:spPr>
            <a:xfrm>
              <a:off x="6297585" y="566101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4" name="pg8424"/>
            <p:cNvSpPr/>
            <p:nvPr/>
          </p:nvSpPr>
          <p:spPr>
            <a:xfrm>
              <a:off x="6307289" y="56599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5" name="pg8425"/>
            <p:cNvSpPr/>
            <p:nvPr/>
          </p:nvSpPr>
          <p:spPr>
            <a:xfrm>
              <a:off x="6316988" y="56588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6" name="pg8426"/>
            <p:cNvSpPr/>
            <p:nvPr/>
          </p:nvSpPr>
          <p:spPr>
            <a:xfrm>
              <a:off x="6346055" y="56553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7" name="pg8427"/>
            <p:cNvSpPr/>
            <p:nvPr/>
          </p:nvSpPr>
          <p:spPr>
            <a:xfrm>
              <a:off x="6355734" y="56540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8" name="pg8428"/>
            <p:cNvSpPr/>
            <p:nvPr/>
          </p:nvSpPr>
          <p:spPr>
            <a:xfrm>
              <a:off x="6365407" y="56527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29" name="pg8429"/>
            <p:cNvSpPr/>
            <p:nvPr/>
          </p:nvSpPr>
          <p:spPr>
            <a:xfrm>
              <a:off x="6375075" y="56513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0" name="pg8430"/>
            <p:cNvSpPr/>
            <p:nvPr/>
          </p:nvSpPr>
          <p:spPr>
            <a:xfrm>
              <a:off x="6384736" y="56499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1" name="pg8431"/>
            <p:cNvSpPr/>
            <p:nvPr/>
          </p:nvSpPr>
          <p:spPr>
            <a:xfrm>
              <a:off x="6394392" y="56485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2" name="pg8432"/>
            <p:cNvSpPr/>
            <p:nvPr/>
          </p:nvSpPr>
          <p:spPr>
            <a:xfrm>
              <a:off x="6404042" y="56470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3" name="pg8433"/>
            <p:cNvSpPr/>
            <p:nvPr/>
          </p:nvSpPr>
          <p:spPr>
            <a:xfrm>
              <a:off x="6413685" y="56455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4" name="pg8434"/>
            <p:cNvSpPr/>
            <p:nvPr/>
          </p:nvSpPr>
          <p:spPr>
            <a:xfrm>
              <a:off x="6423321" y="56440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5" name="pg8435"/>
            <p:cNvSpPr/>
            <p:nvPr/>
          </p:nvSpPr>
          <p:spPr>
            <a:xfrm>
              <a:off x="6432951" y="56424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6" name="pg8436"/>
            <p:cNvSpPr/>
            <p:nvPr/>
          </p:nvSpPr>
          <p:spPr>
            <a:xfrm>
              <a:off x="6442574" y="564077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7" name="pg8437"/>
            <p:cNvSpPr/>
            <p:nvPr/>
          </p:nvSpPr>
          <p:spPr>
            <a:xfrm>
              <a:off x="6452190" y="56390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8" name="pg8438"/>
            <p:cNvSpPr/>
            <p:nvPr/>
          </p:nvSpPr>
          <p:spPr>
            <a:xfrm>
              <a:off x="6461799" y="563737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39" name="pg8439"/>
            <p:cNvSpPr/>
            <p:nvPr/>
          </p:nvSpPr>
          <p:spPr>
            <a:xfrm>
              <a:off x="6471400" y="563561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0" name="pg8440"/>
            <p:cNvSpPr/>
            <p:nvPr/>
          </p:nvSpPr>
          <p:spPr>
            <a:xfrm>
              <a:off x="6480994" y="56338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1" name="pg8441"/>
            <p:cNvSpPr/>
            <p:nvPr/>
          </p:nvSpPr>
          <p:spPr>
            <a:xfrm>
              <a:off x="6490579" y="56319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2" name="pg8442"/>
            <p:cNvSpPr/>
            <p:nvPr/>
          </p:nvSpPr>
          <p:spPr>
            <a:xfrm>
              <a:off x="6500157" y="56300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3" name="pg8443"/>
            <p:cNvSpPr/>
            <p:nvPr/>
          </p:nvSpPr>
          <p:spPr>
            <a:xfrm>
              <a:off x="6509727" y="56281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4" name="pg8444"/>
            <p:cNvSpPr/>
            <p:nvPr/>
          </p:nvSpPr>
          <p:spPr>
            <a:xfrm>
              <a:off x="6519288" y="56261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5" name="pg8445"/>
            <p:cNvSpPr/>
            <p:nvPr/>
          </p:nvSpPr>
          <p:spPr>
            <a:xfrm>
              <a:off x="6528841" y="562418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6" name="pg8446"/>
            <p:cNvSpPr/>
            <p:nvPr/>
          </p:nvSpPr>
          <p:spPr>
            <a:xfrm>
              <a:off x="6680394" y="55865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7" name="pg8447"/>
            <p:cNvSpPr/>
            <p:nvPr/>
          </p:nvSpPr>
          <p:spPr>
            <a:xfrm>
              <a:off x="6689776" y="55838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8" name="pg8448"/>
            <p:cNvSpPr/>
            <p:nvPr/>
          </p:nvSpPr>
          <p:spPr>
            <a:xfrm>
              <a:off x="6699147" y="55811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49" name="pg8449"/>
            <p:cNvSpPr/>
            <p:nvPr/>
          </p:nvSpPr>
          <p:spPr>
            <a:xfrm>
              <a:off x="6708506" y="55783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0" name="pg8450"/>
            <p:cNvSpPr/>
            <p:nvPr/>
          </p:nvSpPr>
          <p:spPr>
            <a:xfrm>
              <a:off x="6642752" y="55969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1" name="pg8451"/>
            <p:cNvSpPr/>
            <p:nvPr/>
          </p:nvSpPr>
          <p:spPr>
            <a:xfrm>
              <a:off x="6652179" y="55944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2" name="pg8452"/>
            <p:cNvSpPr/>
            <p:nvPr/>
          </p:nvSpPr>
          <p:spPr>
            <a:xfrm>
              <a:off x="6661595" y="55918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3" name="pg8453"/>
            <p:cNvSpPr/>
            <p:nvPr/>
          </p:nvSpPr>
          <p:spPr>
            <a:xfrm>
              <a:off x="6671000" y="558922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4" name="pg8454"/>
            <p:cNvSpPr/>
            <p:nvPr/>
          </p:nvSpPr>
          <p:spPr>
            <a:xfrm>
              <a:off x="6633315" y="55994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5" name="pg8455"/>
            <p:cNvSpPr/>
            <p:nvPr/>
          </p:nvSpPr>
          <p:spPr>
            <a:xfrm>
              <a:off x="6614408" y="56042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6" name="pg8456"/>
            <p:cNvSpPr/>
            <p:nvPr/>
          </p:nvSpPr>
          <p:spPr>
            <a:xfrm>
              <a:off x="6623866" y="560188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7" name="pg8457"/>
            <p:cNvSpPr/>
            <p:nvPr/>
          </p:nvSpPr>
          <p:spPr>
            <a:xfrm>
              <a:off x="6585971" y="56112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8" name="pg8458"/>
            <p:cNvSpPr/>
            <p:nvPr/>
          </p:nvSpPr>
          <p:spPr>
            <a:xfrm>
              <a:off x="6595460" y="56090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59" name="pg8459"/>
            <p:cNvSpPr/>
            <p:nvPr/>
          </p:nvSpPr>
          <p:spPr>
            <a:xfrm>
              <a:off x="6604939" y="560667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0" name="pg8460"/>
            <p:cNvSpPr/>
            <p:nvPr/>
          </p:nvSpPr>
          <p:spPr>
            <a:xfrm>
              <a:off x="6566965" y="56157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1" name="pg8461"/>
            <p:cNvSpPr/>
            <p:nvPr/>
          </p:nvSpPr>
          <p:spPr>
            <a:xfrm>
              <a:off x="6576473" y="56135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2" name="pg8462"/>
            <p:cNvSpPr/>
            <p:nvPr/>
          </p:nvSpPr>
          <p:spPr>
            <a:xfrm>
              <a:off x="6538386" y="56221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3" name="pg8463"/>
            <p:cNvSpPr/>
            <p:nvPr/>
          </p:nvSpPr>
          <p:spPr>
            <a:xfrm>
              <a:off x="6547921" y="56200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4" name="pg8464"/>
            <p:cNvSpPr/>
            <p:nvPr/>
          </p:nvSpPr>
          <p:spPr>
            <a:xfrm>
              <a:off x="6557448" y="56179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5" name="pg8465"/>
            <p:cNvSpPr/>
            <p:nvPr/>
          </p:nvSpPr>
          <p:spPr>
            <a:xfrm>
              <a:off x="6717853" y="55755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6" name="pg8466"/>
            <p:cNvSpPr/>
            <p:nvPr/>
          </p:nvSpPr>
          <p:spPr>
            <a:xfrm>
              <a:off x="6727188" y="55726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7" name="pg8467"/>
            <p:cNvSpPr/>
            <p:nvPr/>
          </p:nvSpPr>
          <p:spPr>
            <a:xfrm>
              <a:off x="6736511" y="55698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8" name="pg8468"/>
            <p:cNvSpPr/>
            <p:nvPr/>
          </p:nvSpPr>
          <p:spPr>
            <a:xfrm>
              <a:off x="6745821" y="556687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69" name="pg8469"/>
            <p:cNvSpPr/>
            <p:nvPr/>
          </p:nvSpPr>
          <p:spPr>
            <a:xfrm>
              <a:off x="6755119" y="55639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0" name="pg8470"/>
            <p:cNvSpPr/>
            <p:nvPr/>
          </p:nvSpPr>
          <p:spPr>
            <a:xfrm>
              <a:off x="6764404" y="556088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1" name="pg8471"/>
            <p:cNvSpPr/>
            <p:nvPr/>
          </p:nvSpPr>
          <p:spPr>
            <a:xfrm>
              <a:off x="6773676" y="555783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2" name="pg8472"/>
            <p:cNvSpPr/>
            <p:nvPr/>
          </p:nvSpPr>
          <p:spPr>
            <a:xfrm>
              <a:off x="6782935" y="55547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3" name="pg8473"/>
            <p:cNvSpPr/>
            <p:nvPr/>
          </p:nvSpPr>
          <p:spPr>
            <a:xfrm>
              <a:off x="6792180" y="55516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4" name="pg8474"/>
            <p:cNvSpPr/>
            <p:nvPr/>
          </p:nvSpPr>
          <p:spPr>
            <a:xfrm>
              <a:off x="6801412" y="55484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D7E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5" name="pg8475"/>
            <p:cNvSpPr/>
            <p:nvPr/>
          </p:nvSpPr>
          <p:spPr>
            <a:xfrm>
              <a:off x="7846290" y="48075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6" name="pg8476"/>
            <p:cNvSpPr/>
            <p:nvPr/>
          </p:nvSpPr>
          <p:spPr>
            <a:xfrm>
              <a:off x="7834099" y="48227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7" name="pg8477"/>
            <p:cNvSpPr/>
            <p:nvPr/>
          </p:nvSpPr>
          <p:spPr>
            <a:xfrm>
              <a:off x="7840211" y="48151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8" name="pg8478"/>
            <p:cNvSpPr/>
            <p:nvPr/>
          </p:nvSpPr>
          <p:spPr>
            <a:xfrm>
              <a:off x="7790416" y="48753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79" name="pg8479"/>
            <p:cNvSpPr/>
            <p:nvPr/>
          </p:nvSpPr>
          <p:spPr>
            <a:xfrm>
              <a:off x="7777648" y="48900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0" name="pg8480"/>
            <p:cNvSpPr/>
            <p:nvPr/>
          </p:nvSpPr>
          <p:spPr>
            <a:xfrm>
              <a:off x="7784048" y="48827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1" name="pg8481"/>
            <p:cNvSpPr/>
            <p:nvPr/>
          </p:nvSpPr>
          <p:spPr>
            <a:xfrm>
              <a:off x="7796752" y="48679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2" name="pg8482"/>
            <p:cNvSpPr/>
            <p:nvPr/>
          </p:nvSpPr>
          <p:spPr>
            <a:xfrm>
              <a:off x="7803056" y="48604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3" name="pg8483"/>
            <p:cNvSpPr/>
            <p:nvPr/>
          </p:nvSpPr>
          <p:spPr>
            <a:xfrm>
              <a:off x="7821779" y="48379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4" name="pg8484"/>
            <p:cNvSpPr/>
            <p:nvPr/>
          </p:nvSpPr>
          <p:spPr>
            <a:xfrm>
              <a:off x="7809329" y="485297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5" name="pg8485"/>
            <p:cNvSpPr/>
            <p:nvPr/>
          </p:nvSpPr>
          <p:spPr>
            <a:xfrm>
              <a:off x="7815570" y="48454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6" name="pg8486"/>
            <p:cNvSpPr/>
            <p:nvPr/>
          </p:nvSpPr>
          <p:spPr>
            <a:xfrm>
              <a:off x="7827955" y="48303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7" name="pg8487"/>
            <p:cNvSpPr/>
            <p:nvPr/>
          </p:nvSpPr>
          <p:spPr>
            <a:xfrm>
              <a:off x="7852336" y="47998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8" name="pg8488"/>
            <p:cNvSpPr/>
            <p:nvPr/>
          </p:nvSpPr>
          <p:spPr>
            <a:xfrm>
              <a:off x="7858350" y="47921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89" name="pg8489"/>
            <p:cNvSpPr/>
            <p:nvPr/>
          </p:nvSpPr>
          <p:spPr>
            <a:xfrm>
              <a:off x="7684812" y="49903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0" name="pg8490"/>
            <p:cNvSpPr/>
            <p:nvPr/>
          </p:nvSpPr>
          <p:spPr>
            <a:xfrm>
              <a:off x="7691640" y="49833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1" name="pg8491"/>
            <p:cNvSpPr/>
            <p:nvPr/>
          </p:nvSpPr>
          <p:spPr>
            <a:xfrm>
              <a:off x="7698438" y="497637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2" name="pg8492"/>
            <p:cNvSpPr/>
            <p:nvPr/>
          </p:nvSpPr>
          <p:spPr>
            <a:xfrm>
              <a:off x="7705207" y="49693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3" name="pg8493"/>
            <p:cNvSpPr/>
            <p:nvPr/>
          </p:nvSpPr>
          <p:spPr>
            <a:xfrm>
              <a:off x="7711945" y="49622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4" name="pg8494"/>
            <p:cNvSpPr/>
            <p:nvPr/>
          </p:nvSpPr>
          <p:spPr>
            <a:xfrm>
              <a:off x="7643222" y="50315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5" name="pg8495"/>
            <p:cNvSpPr/>
            <p:nvPr/>
          </p:nvSpPr>
          <p:spPr>
            <a:xfrm>
              <a:off x="7650227" y="502479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6" name="pg8496"/>
            <p:cNvSpPr/>
            <p:nvPr/>
          </p:nvSpPr>
          <p:spPr>
            <a:xfrm>
              <a:off x="7657203" y="50179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7" name="pg8497"/>
            <p:cNvSpPr/>
            <p:nvPr/>
          </p:nvSpPr>
          <p:spPr>
            <a:xfrm>
              <a:off x="7664149" y="50111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8" name="pg8498"/>
            <p:cNvSpPr/>
            <p:nvPr/>
          </p:nvSpPr>
          <p:spPr>
            <a:xfrm>
              <a:off x="7671066" y="50042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499" name="pg8499"/>
            <p:cNvSpPr/>
            <p:nvPr/>
          </p:nvSpPr>
          <p:spPr>
            <a:xfrm>
              <a:off x="7677954" y="499730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0" name="pg8500"/>
            <p:cNvSpPr/>
            <p:nvPr/>
          </p:nvSpPr>
          <p:spPr>
            <a:xfrm>
              <a:off x="7718654" y="49551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1" name="pg8501"/>
            <p:cNvSpPr/>
            <p:nvPr/>
          </p:nvSpPr>
          <p:spPr>
            <a:xfrm>
              <a:off x="7725331" y="494806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2" name="pg8502"/>
            <p:cNvSpPr/>
            <p:nvPr/>
          </p:nvSpPr>
          <p:spPr>
            <a:xfrm>
              <a:off x="7751737" y="49193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3" name="pg8503"/>
            <p:cNvSpPr/>
            <p:nvPr/>
          </p:nvSpPr>
          <p:spPr>
            <a:xfrm>
              <a:off x="7731979" y="49409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4" name="pg8504"/>
            <p:cNvSpPr/>
            <p:nvPr/>
          </p:nvSpPr>
          <p:spPr>
            <a:xfrm>
              <a:off x="7738596" y="49337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5" name="pg8505"/>
            <p:cNvSpPr/>
            <p:nvPr/>
          </p:nvSpPr>
          <p:spPr>
            <a:xfrm>
              <a:off x="7745182" y="492653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6" name="pg8506"/>
            <p:cNvSpPr/>
            <p:nvPr/>
          </p:nvSpPr>
          <p:spPr>
            <a:xfrm>
              <a:off x="7771217" y="48974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7" name="pg8507"/>
            <p:cNvSpPr/>
            <p:nvPr/>
          </p:nvSpPr>
          <p:spPr>
            <a:xfrm>
              <a:off x="7758262" y="49120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8" name="pg8508"/>
            <p:cNvSpPr/>
            <p:nvPr/>
          </p:nvSpPr>
          <p:spPr>
            <a:xfrm>
              <a:off x="7764755" y="49047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CCA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09" name="pg8509"/>
            <p:cNvSpPr/>
            <p:nvPr/>
          </p:nvSpPr>
          <p:spPr>
            <a:xfrm>
              <a:off x="7876194" y="47689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0" name="pg8510"/>
            <p:cNvSpPr/>
            <p:nvPr/>
          </p:nvSpPr>
          <p:spPr>
            <a:xfrm>
              <a:off x="7864331" y="47844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5CB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1" name="pg8511"/>
            <p:cNvSpPr/>
            <p:nvPr/>
          </p:nvSpPr>
          <p:spPr>
            <a:xfrm>
              <a:off x="7870279" y="47767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2" name="pg8512"/>
            <p:cNvSpPr/>
            <p:nvPr/>
          </p:nvSpPr>
          <p:spPr>
            <a:xfrm>
              <a:off x="7882075" y="47611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3" name="pg8513"/>
            <p:cNvSpPr/>
            <p:nvPr/>
          </p:nvSpPr>
          <p:spPr>
            <a:xfrm>
              <a:off x="7887923" y="47533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4" name="pg8514"/>
            <p:cNvSpPr/>
            <p:nvPr/>
          </p:nvSpPr>
          <p:spPr>
            <a:xfrm>
              <a:off x="7893738" y="474552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5" name="pg8515"/>
            <p:cNvSpPr/>
            <p:nvPr/>
          </p:nvSpPr>
          <p:spPr>
            <a:xfrm>
              <a:off x="7899520" y="47376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6" name="pg8516"/>
            <p:cNvSpPr/>
            <p:nvPr/>
          </p:nvSpPr>
          <p:spPr>
            <a:xfrm>
              <a:off x="7905267" y="47297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7" name="pg8517"/>
            <p:cNvSpPr/>
            <p:nvPr/>
          </p:nvSpPr>
          <p:spPr>
            <a:xfrm>
              <a:off x="7910981" y="47218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8" name="pg8518"/>
            <p:cNvSpPr/>
            <p:nvPr/>
          </p:nvSpPr>
          <p:spPr>
            <a:xfrm>
              <a:off x="7916661" y="471391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19" name="pg8519"/>
            <p:cNvSpPr/>
            <p:nvPr/>
          </p:nvSpPr>
          <p:spPr>
            <a:xfrm>
              <a:off x="7922308" y="47059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0" name="pg8520"/>
            <p:cNvSpPr/>
            <p:nvPr/>
          </p:nvSpPr>
          <p:spPr>
            <a:xfrm>
              <a:off x="7927920" y="46979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1" name="pg8521"/>
            <p:cNvSpPr/>
            <p:nvPr/>
          </p:nvSpPr>
          <p:spPr>
            <a:xfrm>
              <a:off x="7933498" y="46899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2" name="pg8522"/>
            <p:cNvSpPr/>
            <p:nvPr/>
          </p:nvSpPr>
          <p:spPr>
            <a:xfrm>
              <a:off x="7939041" y="46819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3" name="pg8523"/>
            <p:cNvSpPr/>
            <p:nvPr/>
          </p:nvSpPr>
          <p:spPr>
            <a:xfrm>
              <a:off x="7944551" y="467386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4" name="pg8524"/>
            <p:cNvSpPr/>
            <p:nvPr/>
          </p:nvSpPr>
          <p:spPr>
            <a:xfrm>
              <a:off x="7950026" y="466578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5" name="pg8525"/>
            <p:cNvSpPr/>
            <p:nvPr/>
          </p:nvSpPr>
          <p:spPr>
            <a:xfrm>
              <a:off x="7955466" y="465767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6" name="pg8526"/>
            <p:cNvSpPr/>
            <p:nvPr/>
          </p:nvSpPr>
          <p:spPr>
            <a:xfrm>
              <a:off x="7960872" y="46495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7" name="pg8527"/>
            <p:cNvSpPr/>
            <p:nvPr/>
          </p:nvSpPr>
          <p:spPr>
            <a:xfrm>
              <a:off x="7976881" y="46250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8" name="pg8528"/>
            <p:cNvSpPr/>
            <p:nvPr/>
          </p:nvSpPr>
          <p:spPr>
            <a:xfrm>
              <a:off x="7966243" y="46413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29" name="pg8529"/>
            <p:cNvSpPr/>
            <p:nvPr/>
          </p:nvSpPr>
          <p:spPr>
            <a:xfrm>
              <a:off x="7971579" y="46332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1B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0" name="pg8530"/>
            <p:cNvSpPr/>
            <p:nvPr/>
          </p:nvSpPr>
          <p:spPr>
            <a:xfrm>
              <a:off x="7982147" y="46168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1" name="pg8531"/>
            <p:cNvSpPr/>
            <p:nvPr/>
          </p:nvSpPr>
          <p:spPr>
            <a:xfrm>
              <a:off x="7987378" y="46085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2" name="pg8532"/>
            <p:cNvSpPr/>
            <p:nvPr/>
          </p:nvSpPr>
          <p:spPr>
            <a:xfrm>
              <a:off x="7992574" y="460030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3" name="pg8533"/>
            <p:cNvSpPr/>
            <p:nvPr/>
          </p:nvSpPr>
          <p:spPr>
            <a:xfrm>
              <a:off x="7997734" y="459201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4" name="pg8534"/>
            <p:cNvSpPr/>
            <p:nvPr/>
          </p:nvSpPr>
          <p:spPr>
            <a:xfrm>
              <a:off x="8002860" y="45837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1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5" name="pg8535"/>
            <p:cNvSpPr/>
            <p:nvPr/>
          </p:nvSpPr>
          <p:spPr>
            <a:xfrm>
              <a:off x="8023004" y="45502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6" name="pg8536"/>
            <p:cNvSpPr/>
            <p:nvPr/>
          </p:nvSpPr>
          <p:spPr>
            <a:xfrm>
              <a:off x="8007949" y="45753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7" name="pg8537"/>
            <p:cNvSpPr/>
            <p:nvPr/>
          </p:nvSpPr>
          <p:spPr>
            <a:xfrm>
              <a:off x="8013003" y="45670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E57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8" name="pg8538"/>
            <p:cNvSpPr/>
            <p:nvPr/>
          </p:nvSpPr>
          <p:spPr>
            <a:xfrm>
              <a:off x="8018022" y="455865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39" name="pg8539"/>
            <p:cNvSpPr/>
            <p:nvPr/>
          </p:nvSpPr>
          <p:spPr>
            <a:xfrm>
              <a:off x="8027951" y="45418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0" name="pg8540"/>
            <p:cNvSpPr/>
            <p:nvPr/>
          </p:nvSpPr>
          <p:spPr>
            <a:xfrm>
              <a:off x="8032862" y="453341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B5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1" name="pg8541"/>
            <p:cNvSpPr/>
            <p:nvPr/>
          </p:nvSpPr>
          <p:spPr>
            <a:xfrm>
              <a:off x="8271146" y="39475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2" name="pg8542"/>
            <p:cNvSpPr/>
            <p:nvPr/>
          </p:nvSpPr>
          <p:spPr>
            <a:xfrm>
              <a:off x="8273518" y="39380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3" name="pg8543"/>
            <p:cNvSpPr/>
            <p:nvPr/>
          </p:nvSpPr>
          <p:spPr>
            <a:xfrm>
              <a:off x="8275849" y="392861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4" name="pg8544"/>
            <p:cNvSpPr/>
            <p:nvPr/>
          </p:nvSpPr>
          <p:spPr>
            <a:xfrm>
              <a:off x="8278140" y="391912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5" name="pg8545"/>
            <p:cNvSpPr/>
            <p:nvPr/>
          </p:nvSpPr>
          <p:spPr>
            <a:xfrm>
              <a:off x="8280391" y="390962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6" name="pg8546"/>
            <p:cNvSpPr/>
            <p:nvPr/>
          </p:nvSpPr>
          <p:spPr>
            <a:xfrm>
              <a:off x="8282600" y="39001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7" name="pg8547"/>
            <p:cNvSpPr/>
            <p:nvPr/>
          </p:nvSpPr>
          <p:spPr>
            <a:xfrm>
              <a:off x="8284770" y="389060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8" name="pg8548"/>
            <p:cNvSpPr/>
            <p:nvPr/>
          </p:nvSpPr>
          <p:spPr>
            <a:xfrm>
              <a:off x="8286898" y="388107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49" name="pg8549"/>
            <p:cNvSpPr/>
            <p:nvPr/>
          </p:nvSpPr>
          <p:spPr>
            <a:xfrm>
              <a:off x="8288986" y="387153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0" name="pg8550"/>
            <p:cNvSpPr/>
            <p:nvPr/>
          </p:nvSpPr>
          <p:spPr>
            <a:xfrm>
              <a:off x="8291033" y="38619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1" name="pg8551"/>
            <p:cNvSpPr/>
            <p:nvPr/>
          </p:nvSpPr>
          <p:spPr>
            <a:xfrm>
              <a:off x="8293040" y="38524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2" name="pg8552"/>
            <p:cNvSpPr/>
            <p:nvPr/>
          </p:nvSpPr>
          <p:spPr>
            <a:xfrm>
              <a:off x="8295005" y="38428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3" name="pg8553"/>
            <p:cNvSpPr/>
            <p:nvPr/>
          </p:nvSpPr>
          <p:spPr>
            <a:xfrm>
              <a:off x="8296930" y="383331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4" name="pg8554"/>
            <p:cNvSpPr/>
            <p:nvPr/>
          </p:nvSpPr>
          <p:spPr>
            <a:xfrm>
              <a:off x="8298814" y="38237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5" name="pg8555"/>
            <p:cNvSpPr/>
            <p:nvPr/>
          </p:nvSpPr>
          <p:spPr>
            <a:xfrm>
              <a:off x="8304220" y="37949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6" name="pg8556"/>
            <p:cNvSpPr/>
            <p:nvPr/>
          </p:nvSpPr>
          <p:spPr>
            <a:xfrm>
              <a:off x="8300657" y="381414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7" name="pg8557"/>
            <p:cNvSpPr/>
            <p:nvPr/>
          </p:nvSpPr>
          <p:spPr>
            <a:xfrm>
              <a:off x="8302459" y="38045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8" name="pg8558"/>
            <p:cNvSpPr/>
            <p:nvPr/>
          </p:nvSpPr>
          <p:spPr>
            <a:xfrm>
              <a:off x="8305940" y="378534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59" name="pg8559"/>
            <p:cNvSpPr/>
            <p:nvPr/>
          </p:nvSpPr>
          <p:spPr>
            <a:xfrm>
              <a:off x="8307619" y="37757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0" name="pg8560"/>
            <p:cNvSpPr/>
            <p:nvPr/>
          </p:nvSpPr>
          <p:spPr>
            <a:xfrm>
              <a:off x="8309257" y="376610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1" name="pg8561"/>
            <p:cNvSpPr/>
            <p:nvPr/>
          </p:nvSpPr>
          <p:spPr>
            <a:xfrm>
              <a:off x="8310854" y="37564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2" name="pg8562"/>
            <p:cNvSpPr/>
            <p:nvPr/>
          </p:nvSpPr>
          <p:spPr>
            <a:xfrm>
              <a:off x="8312410" y="37468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3" name="pg8563"/>
            <p:cNvSpPr/>
            <p:nvPr/>
          </p:nvSpPr>
          <p:spPr>
            <a:xfrm>
              <a:off x="8313925" y="373719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4" name="pg8564"/>
            <p:cNvSpPr/>
            <p:nvPr/>
          </p:nvSpPr>
          <p:spPr>
            <a:xfrm>
              <a:off x="8315398" y="372754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5" name="pg8565"/>
            <p:cNvSpPr/>
            <p:nvPr/>
          </p:nvSpPr>
          <p:spPr>
            <a:xfrm>
              <a:off x="8316831" y="371788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6" name="pg8566"/>
            <p:cNvSpPr/>
            <p:nvPr/>
          </p:nvSpPr>
          <p:spPr>
            <a:xfrm>
              <a:off x="8318222" y="37082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7" name="pg8567"/>
            <p:cNvSpPr/>
            <p:nvPr/>
          </p:nvSpPr>
          <p:spPr>
            <a:xfrm>
              <a:off x="8319571" y="369856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8" name="pg8568"/>
            <p:cNvSpPr/>
            <p:nvPr/>
          </p:nvSpPr>
          <p:spPr>
            <a:xfrm>
              <a:off x="8320880" y="368888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69" name="pg8569"/>
            <p:cNvSpPr/>
            <p:nvPr/>
          </p:nvSpPr>
          <p:spPr>
            <a:xfrm>
              <a:off x="8322147" y="367920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0" name="pg8570"/>
            <p:cNvSpPr/>
            <p:nvPr/>
          </p:nvSpPr>
          <p:spPr>
            <a:xfrm>
              <a:off x="8323373" y="366952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1" name="pg8571"/>
            <p:cNvSpPr/>
            <p:nvPr/>
          </p:nvSpPr>
          <p:spPr>
            <a:xfrm>
              <a:off x="8324558" y="365983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2" name="pg8572"/>
            <p:cNvSpPr/>
            <p:nvPr/>
          </p:nvSpPr>
          <p:spPr>
            <a:xfrm>
              <a:off x="8325701" y="36501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3" name="pg8573"/>
            <p:cNvSpPr/>
            <p:nvPr/>
          </p:nvSpPr>
          <p:spPr>
            <a:xfrm>
              <a:off x="8326803" y="36404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4" name="pg8574"/>
            <p:cNvSpPr/>
            <p:nvPr/>
          </p:nvSpPr>
          <p:spPr>
            <a:xfrm>
              <a:off x="8327863" y="36307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5" name="pg8575"/>
            <p:cNvSpPr/>
            <p:nvPr/>
          </p:nvSpPr>
          <p:spPr>
            <a:xfrm>
              <a:off x="8328882" y="36210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6" name="pg8576"/>
            <p:cNvSpPr/>
            <p:nvPr/>
          </p:nvSpPr>
          <p:spPr>
            <a:xfrm>
              <a:off x="8329860" y="36113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7" name="pg8577"/>
            <p:cNvSpPr/>
            <p:nvPr/>
          </p:nvSpPr>
          <p:spPr>
            <a:xfrm>
              <a:off x="8330796" y="360160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8" name="pg8578"/>
            <p:cNvSpPr/>
            <p:nvPr/>
          </p:nvSpPr>
          <p:spPr>
            <a:xfrm>
              <a:off x="8331690" y="359188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79" name="pg8579"/>
            <p:cNvSpPr/>
            <p:nvPr/>
          </p:nvSpPr>
          <p:spPr>
            <a:xfrm>
              <a:off x="8332543" y="358215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0" name="pg8580"/>
            <p:cNvSpPr/>
            <p:nvPr/>
          </p:nvSpPr>
          <p:spPr>
            <a:xfrm>
              <a:off x="8333355" y="35724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1" name="pg8581"/>
            <p:cNvSpPr/>
            <p:nvPr/>
          </p:nvSpPr>
          <p:spPr>
            <a:xfrm>
              <a:off x="8334125" y="35626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2" name="pg8582"/>
            <p:cNvSpPr/>
            <p:nvPr/>
          </p:nvSpPr>
          <p:spPr>
            <a:xfrm>
              <a:off x="8334853" y="355296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3" name="pg8583"/>
            <p:cNvSpPr/>
            <p:nvPr/>
          </p:nvSpPr>
          <p:spPr>
            <a:xfrm>
              <a:off x="8335540" y="35432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4" name="pg8584"/>
            <p:cNvSpPr/>
            <p:nvPr/>
          </p:nvSpPr>
          <p:spPr>
            <a:xfrm>
              <a:off x="8336186" y="353348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5" name="pg8585"/>
            <p:cNvSpPr/>
            <p:nvPr/>
          </p:nvSpPr>
          <p:spPr>
            <a:xfrm>
              <a:off x="8336789" y="352374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6" name="pg8586"/>
            <p:cNvSpPr/>
            <p:nvPr/>
          </p:nvSpPr>
          <p:spPr>
            <a:xfrm>
              <a:off x="8337352" y="35139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7" name="pg8587"/>
            <p:cNvSpPr/>
            <p:nvPr/>
          </p:nvSpPr>
          <p:spPr>
            <a:xfrm>
              <a:off x="8337872" y="350425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8" name="pg8588"/>
            <p:cNvSpPr/>
            <p:nvPr/>
          </p:nvSpPr>
          <p:spPr>
            <a:xfrm>
              <a:off x="8338351" y="349450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89" name="pg8589"/>
            <p:cNvSpPr/>
            <p:nvPr/>
          </p:nvSpPr>
          <p:spPr>
            <a:xfrm>
              <a:off x="8338788" y="348475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0" name="pg8590"/>
            <p:cNvSpPr/>
            <p:nvPr/>
          </p:nvSpPr>
          <p:spPr>
            <a:xfrm>
              <a:off x="8339184" y="34749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1" name="pg8591"/>
            <p:cNvSpPr/>
            <p:nvPr/>
          </p:nvSpPr>
          <p:spPr>
            <a:xfrm>
              <a:off x="8339538" y="346524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2" name="pg8592"/>
            <p:cNvSpPr/>
            <p:nvPr/>
          </p:nvSpPr>
          <p:spPr>
            <a:xfrm>
              <a:off x="8339851" y="345548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3" name="pg8593"/>
            <p:cNvSpPr/>
            <p:nvPr/>
          </p:nvSpPr>
          <p:spPr>
            <a:xfrm>
              <a:off x="8340121" y="34457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4" name="pg8594"/>
            <p:cNvSpPr/>
            <p:nvPr/>
          </p:nvSpPr>
          <p:spPr>
            <a:xfrm>
              <a:off x="8340351" y="34359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5" name="pg8595"/>
            <p:cNvSpPr/>
            <p:nvPr/>
          </p:nvSpPr>
          <p:spPr>
            <a:xfrm>
              <a:off x="8340538" y="34262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6" name="pg8596"/>
            <p:cNvSpPr/>
            <p:nvPr/>
          </p:nvSpPr>
          <p:spPr>
            <a:xfrm>
              <a:off x="8340684" y="341644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7" name="pg8597"/>
            <p:cNvSpPr/>
            <p:nvPr/>
          </p:nvSpPr>
          <p:spPr>
            <a:xfrm>
              <a:off x="8340788" y="34066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8" name="pg8598"/>
            <p:cNvSpPr/>
            <p:nvPr/>
          </p:nvSpPr>
          <p:spPr>
            <a:xfrm>
              <a:off x="8340851" y="33969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E8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599" name="pg8599"/>
            <p:cNvSpPr/>
            <p:nvPr/>
          </p:nvSpPr>
          <p:spPr>
            <a:xfrm>
              <a:off x="8056873" y="449092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0" name="pg8600"/>
            <p:cNvSpPr/>
            <p:nvPr/>
          </p:nvSpPr>
          <p:spPr>
            <a:xfrm>
              <a:off x="8061566" y="448236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1" name="pg8601"/>
            <p:cNvSpPr/>
            <p:nvPr/>
          </p:nvSpPr>
          <p:spPr>
            <a:xfrm>
              <a:off x="8066222" y="44737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2" name="pg8602"/>
            <p:cNvSpPr/>
            <p:nvPr/>
          </p:nvSpPr>
          <p:spPr>
            <a:xfrm>
              <a:off x="8037736" y="452495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3" name="pg8603"/>
            <p:cNvSpPr/>
            <p:nvPr/>
          </p:nvSpPr>
          <p:spPr>
            <a:xfrm>
              <a:off x="8042575" y="451647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4" name="pg8604"/>
            <p:cNvSpPr/>
            <p:nvPr/>
          </p:nvSpPr>
          <p:spPr>
            <a:xfrm>
              <a:off x="8047377" y="450797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5" name="pg8605"/>
            <p:cNvSpPr/>
            <p:nvPr/>
          </p:nvSpPr>
          <p:spPr>
            <a:xfrm>
              <a:off x="8052143" y="449945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6" name="pg8606"/>
            <p:cNvSpPr/>
            <p:nvPr/>
          </p:nvSpPr>
          <p:spPr>
            <a:xfrm>
              <a:off x="8070842" y="44651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7" name="pg8607"/>
            <p:cNvSpPr/>
            <p:nvPr/>
          </p:nvSpPr>
          <p:spPr>
            <a:xfrm>
              <a:off x="8075425" y="44565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8" name="pg8608"/>
            <p:cNvSpPr/>
            <p:nvPr/>
          </p:nvSpPr>
          <p:spPr>
            <a:xfrm>
              <a:off x="8079971" y="444792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09" name="pg8609"/>
            <p:cNvSpPr/>
            <p:nvPr/>
          </p:nvSpPr>
          <p:spPr>
            <a:xfrm>
              <a:off x="8084481" y="443926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0" name="pg8610"/>
            <p:cNvSpPr/>
            <p:nvPr/>
          </p:nvSpPr>
          <p:spPr>
            <a:xfrm>
              <a:off x="8088953" y="443059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1" name="pg8611"/>
            <p:cNvSpPr/>
            <p:nvPr/>
          </p:nvSpPr>
          <p:spPr>
            <a:xfrm>
              <a:off x="8093388" y="44218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2" name="pg8612"/>
            <p:cNvSpPr/>
            <p:nvPr/>
          </p:nvSpPr>
          <p:spPr>
            <a:xfrm>
              <a:off x="8097787" y="44131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3" name="pg8613"/>
            <p:cNvSpPr/>
            <p:nvPr/>
          </p:nvSpPr>
          <p:spPr>
            <a:xfrm>
              <a:off x="8102147" y="440445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4" name="pg8614"/>
            <p:cNvSpPr/>
            <p:nvPr/>
          </p:nvSpPr>
          <p:spPr>
            <a:xfrm>
              <a:off x="8106471" y="439569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5" name="pg8615"/>
            <p:cNvSpPr/>
            <p:nvPr/>
          </p:nvSpPr>
          <p:spPr>
            <a:xfrm>
              <a:off x="8110757" y="43869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6" name="pg8616"/>
            <p:cNvSpPr/>
            <p:nvPr/>
          </p:nvSpPr>
          <p:spPr>
            <a:xfrm>
              <a:off x="8123391" y="43605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7" name="pg8617"/>
            <p:cNvSpPr/>
            <p:nvPr/>
          </p:nvSpPr>
          <p:spPr>
            <a:xfrm>
              <a:off x="8115006" y="43781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8" name="pg8618"/>
            <p:cNvSpPr/>
            <p:nvPr/>
          </p:nvSpPr>
          <p:spPr>
            <a:xfrm>
              <a:off x="8119217" y="43693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19" name="pg8619"/>
            <p:cNvSpPr/>
            <p:nvPr/>
          </p:nvSpPr>
          <p:spPr>
            <a:xfrm>
              <a:off x="8127526" y="43516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0" name="pg8620"/>
            <p:cNvSpPr/>
            <p:nvPr/>
          </p:nvSpPr>
          <p:spPr>
            <a:xfrm>
              <a:off x="8131624" y="43428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1" name="pg8621"/>
            <p:cNvSpPr/>
            <p:nvPr/>
          </p:nvSpPr>
          <p:spPr>
            <a:xfrm>
              <a:off x="8135685" y="433393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2" name="pg8622"/>
            <p:cNvSpPr/>
            <p:nvPr/>
          </p:nvSpPr>
          <p:spPr>
            <a:xfrm>
              <a:off x="8139707" y="432503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3" name="pg8623"/>
            <p:cNvSpPr/>
            <p:nvPr/>
          </p:nvSpPr>
          <p:spPr>
            <a:xfrm>
              <a:off x="8143691" y="431612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4" name="pg8624"/>
            <p:cNvSpPr/>
            <p:nvPr/>
          </p:nvSpPr>
          <p:spPr>
            <a:xfrm>
              <a:off x="8147637" y="430719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5" name="pg8625"/>
            <p:cNvSpPr/>
            <p:nvPr/>
          </p:nvSpPr>
          <p:spPr>
            <a:xfrm>
              <a:off x="8151545" y="429825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6" name="pg8626"/>
            <p:cNvSpPr/>
            <p:nvPr/>
          </p:nvSpPr>
          <p:spPr>
            <a:xfrm>
              <a:off x="8155415" y="428929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7" name="pg8627"/>
            <p:cNvSpPr/>
            <p:nvPr/>
          </p:nvSpPr>
          <p:spPr>
            <a:xfrm>
              <a:off x="8159247" y="428031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8" name="pg8628"/>
            <p:cNvSpPr/>
            <p:nvPr/>
          </p:nvSpPr>
          <p:spPr>
            <a:xfrm>
              <a:off x="8163040" y="42713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29" name="pg8629"/>
            <p:cNvSpPr/>
            <p:nvPr/>
          </p:nvSpPr>
          <p:spPr>
            <a:xfrm>
              <a:off x="8166795" y="426230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0" name="pg8630"/>
            <p:cNvSpPr/>
            <p:nvPr/>
          </p:nvSpPr>
          <p:spPr>
            <a:xfrm>
              <a:off x="8170511" y="42532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1" name="pg8631"/>
            <p:cNvSpPr/>
            <p:nvPr/>
          </p:nvSpPr>
          <p:spPr>
            <a:xfrm>
              <a:off x="8174189" y="4244240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2E8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2" name="pg8632"/>
            <p:cNvSpPr/>
            <p:nvPr/>
          </p:nvSpPr>
          <p:spPr>
            <a:xfrm>
              <a:off x="8177828" y="423518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3" name="pg8633"/>
            <p:cNvSpPr/>
            <p:nvPr/>
          </p:nvSpPr>
          <p:spPr>
            <a:xfrm>
              <a:off x="8181428" y="422610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4" name="pg8634"/>
            <p:cNvSpPr/>
            <p:nvPr/>
          </p:nvSpPr>
          <p:spPr>
            <a:xfrm>
              <a:off x="8184990" y="421702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5" name="pg8635"/>
            <p:cNvSpPr/>
            <p:nvPr/>
          </p:nvSpPr>
          <p:spPr>
            <a:xfrm>
              <a:off x="8188513" y="420791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6" name="pg8636"/>
            <p:cNvSpPr/>
            <p:nvPr/>
          </p:nvSpPr>
          <p:spPr>
            <a:xfrm>
              <a:off x="8191996" y="41987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7" name="pg8637"/>
            <p:cNvSpPr/>
            <p:nvPr/>
          </p:nvSpPr>
          <p:spPr>
            <a:xfrm>
              <a:off x="8205542" y="416217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8" name="pg8638"/>
            <p:cNvSpPr/>
            <p:nvPr/>
          </p:nvSpPr>
          <p:spPr>
            <a:xfrm>
              <a:off x="8208830" y="415298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39" name="pg8639"/>
            <p:cNvSpPr/>
            <p:nvPr/>
          </p:nvSpPr>
          <p:spPr>
            <a:xfrm>
              <a:off x="8195441" y="418966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0" name="pg8640"/>
            <p:cNvSpPr/>
            <p:nvPr/>
          </p:nvSpPr>
          <p:spPr>
            <a:xfrm>
              <a:off x="8198847" y="418051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1" name="pg8641"/>
            <p:cNvSpPr/>
            <p:nvPr/>
          </p:nvSpPr>
          <p:spPr>
            <a:xfrm>
              <a:off x="8202214" y="417135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2" name="pg8642"/>
            <p:cNvSpPr/>
            <p:nvPr/>
          </p:nvSpPr>
          <p:spPr>
            <a:xfrm>
              <a:off x="8212080" y="414378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3" name="pg8643"/>
            <p:cNvSpPr/>
            <p:nvPr/>
          </p:nvSpPr>
          <p:spPr>
            <a:xfrm>
              <a:off x="8215290" y="413456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4" name="pg8644"/>
            <p:cNvSpPr/>
            <p:nvPr/>
          </p:nvSpPr>
          <p:spPr>
            <a:xfrm>
              <a:off x="8218460" y="412533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5" name="pg8645"/>
            <p:cNvSpPr/>
            <p:nvPr/>
          </p:nvSpPr>
          <p:spPr>
            <a:xfrm>
              <a:off x="8233720" y="4078974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6" name="pg8646"/>
            <p:cNvSpPr/>
            <p:nvPr/>
          </p:nvSpPr>
          <p:spPr>
            <a:xfrm>
              <a:off x="8230747" y="408827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7" name="pg8647"/>
            <p:cNvSpPr/>
            <p:nvPr/>
          </p:nvSpPr>
          <p:spPr>
            <a:xfrm>
              <a:off x="8221591" y="411608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8" name="pg8648"/>
            <p:cNvSpPr/>
            <p:nvPr/>
          </p:nvSpPr>
          <p:spPr>
            <a:xfrm>
              <a:off x="8224683" y="410682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49" name="pg8649"/>
            <p:cNvSpPr/>
            <p:nvPr/>
          </p:nvSpPr>
          <p:spPr>
            <a:xfrm>
              <a:off x="8227735" y="409755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0" name="pg8650"/>
            <p:cNvSpPr/>
            <p:nvPr/>
          </p:nvSpPr>
          <p:spPr>
            <a:xfrm>
              <a:off x="8236653" y="406966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1" name="pg8651"/>
            <p:cNvSpPr/>
            <p:nvPr/>
          </p:nvSpPr>
          <p:spPr>
            <a:xfrm>
              <a:off x="8239547" y="4060341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2" name="pg8652"/>
            <p:cNvSpPr/>
            <p:nvPr/>
          </p:nvSpPr>
          <p:spPr>
            <a:xfrm>
              <a:off x="8242400" y="405100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3" name="pg8653"/>
            <p:cNvSpPr/>
            <p:nvPr/>
          </p:nvSpPr>
          <p:spPr>
            <a:xfrm>
              <a:off x="8245214" y="404165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4" name="pg8654"/>
            <p:cNvSpPr/>
            <p:nvPr/>
          </p:nvSpPr>
          <p:spPr>
            <a:xfrm>
              <a:off x="8253415" y="4013546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5" name="pg8655"/>
            <p:cNvSpPr/>
            <p:nvPr/>
          </p:nvSpPr>
          <p:spPr>
            <a:xfrm>
              <a:off x="8247987" y="403229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6" name="pg8656"/>
            <p:cNvSpPr/>
            <p:nvPr/>
          </p:nvSpPr>
          <p:spPr>
            <a:xfrm>
              <a:off x="8250721" y="402292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7" name="pg8657"/>
            <p:cNvSpPr/>
            <p:nvPr/>
          </p:nvSpPr>
          <p:spPr>
            <a:xfrm>
              <a:off x="8256069" y="4004153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8" name="pg8658"/>
            <p:cNvSpPr/>
            <p:nvPr/>
          </p:nvSpPr>
          <p:spPr>
            <a:xfrm>
              <a:off x="8258682" y="3994748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59" name="pg8659"/>
            <p:cNvSpPr/>
            <p:nvPr/>
          </p:nvSpPr>
          <p:spPr>
            <a:xfrm>
              <a:off x="8261255" y="3985332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0" name="pg8660"/>
            <p:cNvSpPr/>
            <p:nvPr/>
          </p:nvSpPr>
          <p:spPr>
            <a:xfrm>
              <a:off x="8263789" y="3975905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1" name="pg8661"/>
            <p:cNvSpPr/>
            <p:nvPr/>
          </p:nvSpPr>
          <p:spPr>
            <a:xfrm>
              <a:off x="8266281" y="3966467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2" name="pg8662"/>
            <p:cNvSpPr/>
            <p:nvPr/>
          </p:nvSpPr>
          <p:spPr>
            <a:xfrm>
              <a:off x="8268734" y="3957019"/>
              <a:ext cx="83667" cy="83667"/>
            </a:xfrm>
            <a:custGeom>
              <a:avLst/>
              <a:pathLst>
                <a:path w="83667" h="83667">
                  <a:moveTo>
                    <a:pt x="0" y="83667"/>
                  </a:moveTo>
                  <a:lnTo>
                    <a:pt x="83667" y="83667"/>
                  </a:lnTo>
                  <a:lnTo>
                    <a:pt x="836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8E8E8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663" name="pt8663"/>
            <p:cNvSpPr/>
            <p:nvPr/>
          </p:nvSpPr>
          <p:spPr>
            <a:xfrm>
              <a:off x="5576169" y="3547618"/>
              <a:ext cx="205945" cy="205945"/>
            </a:xfrm>
            <a:prstGeom prst="ellipse">
              <a:avLst/>
            </a:prstGeom>
            <a:solidFill>
              <a:srgbClr val="F06A6A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4" name="tx8664"/>
            <p:cNvSpPr/>
            <p:nvPr/>
          </p:nvSpPr>
          <p:spPr>
            <a:xfrm>
              <a:off x="5604459" y="3625648"/>
              <a:ext cx="149366" cy="472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8.3%</a:t>
              </a:r>
            </a:p>
          </p:txBody>
        </p:sp>
        <p:sp>
          <p:nvSpPr>
            <p:cNvPr id="8665" name="pt8665"/>
            <p:cNvSpPr/>
            <p:nvPr/>
          </p:nvSpPr>
          <p:spPr>
            <a:xfrm>
              <a:off x="5327995" y="3828014"/>
              <a:ext cx="257432" cy="257432"/>
            </a:xfrm>
            <a:prstGeom prst="ellipse">
              <a:avLst/>
            </a:prstGeom>
            <a:solidFill>
              <a:srgbClr val="FF1A1A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6" name="tx8666"/>
            <p:cNvSpPr/>
            <p:nvPr/>
          </p:nvSpPr>
          <p:spPr>
            <a:xfrm>
              <a:off x="5344359" y="3926664"/>
              <a:ext cx="224703" cy="57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50.9%</a:t>
              </a:r>
            </a:p>
          </p:txBody>
        </p:sp>
        <p:sp>
          <p:nvSpPr>
            <p:cNvPr id="8667" name="pt8667"/>
            <p:cNvSpPr/>
            <p:nvPr/>
          </p:nvSpPr>
          <p:spPr>
            <a:xfrm>
              <a:off x="5175548" y="4208601"/>
              <a:ext cx="231689" cy="231689"/>
            </a:xfrm>
            <a:prstGeom prst="ellipse">
              <a:avLst/>
            </a:prstGeom>
            <a:solidFill>
              <a:srgbClr val="FF8C25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68" name="tx8668"/>
            <p:cNvSpPr/>
            <p:nvPr/>
          </p:nvSpPr>
          <p:spPr>
            <a:xfrm>
              <a:off x="5187683" y="4296710"/>
              <a:ext cx="207418" cy="526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34.4%</a:t>
              </a:r>
            </a:p>
          </p:txBody>
        </p:sp>
        <p:sp>
          <p:nvSpPr>
            <p:cNvPr id="8669" name="pt8669"/>
            <p:cNvSpPr/>
            <p:nvPr/>
          </p:nvSpPr>
          <p:spPr>
            <a:xfrm>
              <a:off x="5645173" y="3905814"/>
              <a:ext cx="205945" cy="205945"/>
            </a:xfrm>
            <a:prstGeom prst="ellipse">
              <a:avLst/>
            </a:prstGeom>
            <a:solidFill>
              <a:srgbClr val="39D6D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0" name="tx8670"/>
            <p:cNvSpPr/>
            <p:nvPr/>
          </p:nvSpPr>
          <p:spPr>
            <a:xfrm>
              <a:off x="5655239" y="3983813"/>
              <a:ext cx="185812" cy="473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18.6%</a:t>
              </a:r>
            </a:p>
          </p:txBody>
        </p:sp>
        <p:sp>
          <p:nvSpPr>
            <p:cNvPr id="8671" name="pt8671"/>
            <p:cNvSpPr/>
            <p:nvPr/>
          </p:nvSpPr>
          <p:spPr>
            <a:xfrm>
              <a:off x="5456535" y="4134105"/>
              <a:ext cx="231689" cy="231689"/>
            </a:xfrm>
            <a:prstGeom prst="ellipse">
              <a:avLst/>
            </a:prstGeom>
            <a:solidFill>
              <a:srgbClr val="FFBF5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2" name="tx8672"/>
            <p:cNvSpPr/>
            <p:nvPr/>
          </p:nvSpPr>
          <p:spPr>
            <a:xfrm>
              <a:off x="5468670" y="4222107"/>
              <a:ext cx="207418" cy="52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34.8%</a:t>
              </a:r>
            </a:p>
          </p:txBody>
        </p:sp>
        <p:sp>
          <p:nvSpPr>
            <p:cNvPr id="8673" name="pt8673"/>
            <p:cNvSpPr/>
            <p:nvPr/>
          </p:nvSpPr>
          <p:spPr>
            <a:xfrm>
              <a:off x="5645639" y="4489357"/>
              <a:ext cx="231689" cy="231689"/>
            </a:xfrm>
            <a:prstGeom prst="ellipse">
              <a:avLst/>
            </a:prstGeom>
            <a:solidFill>
              <a:srgbClr val="F04E9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4" name="tx8674"/>
            <p:cNvSpPr/>
            <p:nvPr/>
          </p:nvSpPr>
          <p:spPr>
            <a:xfrm>
              <a:off x="5657774" y="4577501"/>
              <a:ext cx="207418" cy="52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33.3%</a:t>
              </a:r>
            </a:p>
          </p:txBody>
        </p:sp>
        <p:sp>
          <p:nvSpPr>
            <p:cNvPr id="8675" name="pt8675"/>
            <p:cNvSpPr/>
            <p:nvPr/>
          </p:nvSpPr>
          <p:spPr>
            <a:xfrm>
              <a:off x="5904350" y="3815577"/>
              <a:ext cx="257432" cy="257432"/>
            </a:xfrm>
            <a:prstGeom prst="ellipse">
              <a:avLst/>
            </a:prstGeom>
            <a:solidFill>
              <a:srgbClr val="FFF00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6" name="tx8676"/>
            <p:cNvSpPr/>
            <p:nvPr/>
          </p:nvSpPr>
          <p:spPr>
            <a:xfrm>
              <a:off x="5920714" y="3914226"/>
              <a:ext cx="224703" cy="57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42.3%</a:t>
              </a:r>
            </a:p>
          </p:txBody>
        </p:sp>
        <p:sp>
          <p:nvSpPr>
            <p:cNvPr id="8677" name="pt8677"/>
            <p:cNvSpPr/>
            <p:nvPr/>
          </p:nvSpPr>
          <p:spPr>
            <a:xfrm>
              <a:off x="6286329" y="4048610"/>
              <a:ext cx="257432" cy="257432"/>
            </a:xfrm>
            <a:prstGeom prst="ellipse">
              <a:avLst/>
            </a:prstGeom>
            <a:solidFill>
              <a:srgbClr val="13D7E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78" name="tx8678"/>
            <p:cNvSpPr/>
            <p:nvPr/>
          </p:nvSpPr>
          <p:spPr>
            <a:xfrm>
              <a:off x="6302693" y="4147531"/>
              <a:ext cx="224703" cy="566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51.7%</a:t>
              </a:r>
            </a:p>
          </p:txBody>
        </p:sp>
        <p:sp>
          <p:nvSpPr>
            <p:cNvPr id="8679" name="pt8679"/>
            <p:cNvSpPr/>
            <p:nvPr/>
          </p:nvSpPr>
          <p:spPr>
            <a:xfrm>
              <a:off x="6551652" y="4542616"/>
              <a:ext cx="257432" cy="257432"/>
            </a:xfrm>
            <a:prstGeom prst="ellipse">
              <a:avLst/>
            </a:prstGeom>
            <a:solidFill>
              <a:srgbClr val="FF8ED1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80" name="tx8680"/>
            <p:cNvSpPr/>
            <p:nvPr/>
          </p:nvSpPr>
          <p:spPr>
            <a:xfrm>
              <a:off x="6568017" y="4641343"/>
              <a:ext cx="224703" cy="570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51.4%</a:t>
              </a:r>
            </a:p>
          </p:txBody>
        </p:sp>
        <p:sp>
          <p:nvSpPr>
            <p:cNvPr id="8681" name="pt8681"/>
            <p:cNvSpPr/>
            <p:nvPr/>
          </p:nvSpPr>
          <p:spPr>
            <a:xfrm>
              <a:off x="6730972" y="4427418"/>
              <a:ext cx="257432" cy="257432"/>
            </a:xfrm>
            <a:prstGeom prst="ellipse">
              <a:avLst/>
            </a:prstGeom>
            <a:solidFill>
              <a:srgbClr val="8E6AE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82" name="tx8682"/>
            <p:cNvSpPr/>
            <p:nvPr/>
          </p:nvSpPr>
          <p:spPr>
            <a:xfrm>
              <a:off x="6747336" y="4526106"/>
              <a:ext cx="224703" cy="5711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46.2%</a:t>
              </a:r>
            </a:p>
          </p:txBody>
        </p:sp>
        <p:sp>
          <p:nvSpPr>
            <p:cNvPr id="8683" name="pt8683"/>
            <p:cNvSpPr/>
            <p:nvPr/>
          </p:nvSpPr>
          <p:spPr>
            <a:xfrm>
              <a:off x="6419082" y="4273106"/>
              <a:ext cx="257432" cy="257432"/>
            </a:xfrm>
            <a:prstGeom prst="ellipse">
              <a:avLst/>
            </a:prstGeom>
            <a:solidFill>
              <a:srgbClr val="A8D8F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84" name="tx8684"/>
            <p:cNvSpPr/>
            <p:nvPr/>
          </p:nvSpPr>
          <p:spPr>
            <a:xfrm>
              <a:off x="6435446" y="4372027"/>
              <a:ext cx="224703" cy="566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57.1%</a:t>
              </a:r>
            </a:p>
          </p:txBody>
        </p:sp>
        <p:sp>
          <p:nvSpPr>
            <p:cNvPr id="8685" name="pt8685"/>
            <p:cNvSpPr/>
            <p:nvPr/>
          </p:nvSpPr>
          <p:spPr>
            <a:xfrm>
              <a:off x="6966685" y="4267887"/>
              <a:ext cx="231689" cy="231689"/>
            </a:xfrm>
            <a:prstGeom prst="ellipse">
              <a:avLst/>
            </a:prstGeom>
            <a:solidFill>
              <a:srgbClr val="7CC7F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86" name="tx8686"/>
            <p:cNvSpPr/>
            <p:nvPr/>
          </p:nvSpPr>
          <p:spPr>
            <a:xfrm>
              <a:off x="6978820" y="4355960"/>
              <a:ext cx="207418" cy="52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26.3%</a:t>
              </a:r>
            </a:p>
          </p:txBody>
        </p:sp>
        <p:sp>
          <p:nvSpPr>
            <p:cNvPr id="8687" name="pt8687"/>
            <p:cNvSpPr/>
            <p:nvPr/>
          </p:nvSpPr>
          <p:spPr>
            <a:xfrm>
              <a:off x="6162943" y="3612314"/>
              <a:ext cx="283175" cy="283175"/>
            </a:xfrm>
            <a:prstGeom prst="ellipse">
              <a:avLst/>
            </a:prstGeom>
            <a:solidFill>
              <a:srgbClr val="1EB2D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88" name="tx8688"/>
            <p:cNvSpPr/>
            <p:nvPr/>
          </p:nvSpPr>
          <p:spPr>
            <a:xfrm>
              <a:off x="6179216" y="3720475"/>
              <a:ext cx="250631" cy="63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75.0%</a:t>
              </a:r>
            </a:p>
          </p:txBody>
        </p:sp>
        <p:sp>
          <p:nvSpPr>
            <p:cNvPr id="8689" name="pt8689"/>
            <p:cNvSpPr/>
            <p:nvPr/>
          </p:nvSpPr>
          <p:spPr>
            <a:xfrm>
              <a:off x="6757966" y="4206660"/>
              <a:ext cx="205945" cy="205945"/>
            </a:xfrm>
            <a:prstGeom prst="ellipse">
              <a:avLst/>
            </a:prstGeom>
            <a:solidFill>
              <a:srgbClr val="8E7CD7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90" name="tx8690"/>
            <p:cNvSpPr/>
            <p:nvPr/>
          </p:nvSpPr>
          <p:spPr>
            <a:xfrm>
              <a:off x="6768032" y="4284675"/>
              <a:ext cx="185812" cy="4729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18.2%</a:t>
              </a:r>
            </a:p>
          </p:txBody>
        </p:sp>
        <p:sp>
          <p:nvSpPr>
            <p:cNvPr id="8691" name="pt8691"/>
            <p:cNvSpPr/>
            <p:nvPr/>
          </p:nvSpPr>
          <p:spPr>
            <a:xfrm>
              <a:off x="6455474" y="3857892"/>
              <a:ext cx="231689" cy="231689"/>
            </a:xfrm>
            <a:prstGeom prst="ellipse">
              <a:avLst/>
            </a:prstGeom>
            <a:solidFill>
              <a:srgbClr val="9CCAE1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92" name="tx8692"/>
            <p:cNvSpPr/>
            <p:nvPr/>
          </p:nvSpPr>
          <p:spPr>
            <a:xfrm>
              <a:off x="6467610" y="3945983"/>
              <a:ext cx="207418" cy="52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32.4%</a:t>
              </a:r>
            </a:p>
          </p:txBody>
        </p:sp>
        <p:sp>
          <p:nvSpPr>
            <p:cNvPr id="8693" name="pt8693"/>
            <p:cNvSpPr/>
            <p:nvPr/>
          </p:nvSpPr>
          <p:spPr>
            <a:xfrm>
              <a:off x="7077943" y="3967322"/>
              <a:ext cx="231689" cy="231689"/>
            </a:xfrm>
            <a:prstGeom prst="ellipse">
              <a:avLst/>
            </a:prstGeom>
            <a:solidFill>
              <a:srgbClr val="FF5CB8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94" name="tx8694"/>
            <p:cNvSpPr/>
            <p:nvPr/>
          </p:nvSpPr>
          <p:spPr>
            <a:xfrm>
              <a:off x="7090078" y="4055466"/>
              <a:ext cx="207418" cy="52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33.3%</a:t>
              </a:r>
            </a:p>
          </p:txBody>
        </p:sp>
        <p:sp>
          <p:nvSpPr>
            <p:cNvPr id="8695" name="pt8695"/>
            <p:cNvSpPr/>
            <p:nvPr/>
          </p:nvSpPr>
          <p:spPr>
            <a:xfrm>
              <a:off x="6773013" y="3970067"/>
              <a:ext cx="231689" cy="231689"/>
            </a:xfrm>
            <a:prstGeom prst="ellipse">
              <a:avLst/>
            </a:prstGeom>
            <a:solidFill>
              <a:srgbClr val="71BF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96" name="tx8696"/>
            <p:cNvSpPr/>
            <p:nvPr/>
          </p:nvSpPr>
          <p:spPr>
            <a:xfrm>
              <a:off x="6785148" y="4058158"/>
              <a:ext cx="207418" cy="527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20.0%</a:t>
              </a:r>
            </a:p>
          </p:txBody>
        </p:sp>
        <p:sp>
          <p:nvSpPr>
            <p:cNvPr id="8697" name="pt8697"/>
            <p:cNvSpPr/>
            <p:nvPr/>
          </p:nvSpPr>
          <p:spPr>
            <a:xfrm>
              <a:off x="7267413" y="3790259"/>
              <a:ext cx="231689" cy="231689"/>
            </a:xfrm>
            <a:prstGeom prst="ellipse">
              <a:avLst/>
            </a:prstGeom>
            <a:solidFill>
              <a:srgbClr val="F4A100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698" name="tx8698"/>
            <p:cNvSpPr/>
            <p:nvPr/>
          </p:nvSpPr>
          <p:spPr>
            <a:xfrm>
              <a:off x="7279548" y="3878404"/>
              <a:ext cx="207418" cy="5261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33.3%</a:t>
              </a:r>
            </a:p>
          </p:txBody>
        </p:sp>
        <p:sp>
          <p:nvSpPr>
            <p:cNvPr id="8699" name="pt8699"/>
            <p:cNvSpPr/>
            <p:nvPr/>
          </p:nvSpPr>
          <p:spPr>
            <a:xfrm>
              <a:off x="6330070" y="3554476"/>
              <a:ext cx="283175" cy="283175"/>
            </a:xfrm>
            <a:prstGeom prst="ellipse">
              <a:avLst/>
            </a:prstGeom>
            <a:solidFill>
              <a:srgbClr val="7E57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00" name="tx8700"/>
            <p:cNvSpPr/>
            <p:nvPr/>
          </p:nvSpPr>
          <p:spPr>
            <a:xfrm>
              <a:off x="6346343" y="3662506"/>
              <a:ext cx="250631" cy="63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60.0%</a:t>
              </a:r>
            </a:p>
          </p:txBody>
        </p:sp>
        <p:sp>
          <p:nvSpPr>
            <p:cNvPr id="8701" name="pt8701"/>
            <p:cNvSpPr/>
            <p:nvPr/>
          </p:nvSpPr>
          <p:spPr>
            <a:xfrm>
              <a:off x="6640617" y="3669695"/>
              <a:ext cx="283175" cy="283175"/>
            </a:xfrm>
            <a:prstGeom prst="ellipse">
              <a:avLst/>
            </a:prstGeom>
            <a:solidFill>
              <a:srgbClr val="F4B5FF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02" name="tx8702"/>
            <p:cNvSpPr/>
            <p:nvPr/>
          </p:nvSpPr>
          <p:spPr>
            <a:xfrm>
              <a:off x="6632310" y="3777855"/>
              <a:ext cx="299790" cy="634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5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100.0%</a:t>
              </a:r>
            </a:p>
          </p:txBody>
        </p:sp>
        <p:sp>
          <p:nvSpPr>
            <p:cNvPr id="8703" name="pt8703"/>
            <p:cNvSpPr/>
            <p:nvPr/>
          </p:nvSpPr>
          <p:spPr>
            <a:xfrm>
              <a:off x="6992386" y="3744149"/>
              <a:ext cx="205945" cy="205945"/>
            </a:xfrm>
            <a:prstGeom prst="ellipse">
              <a:avLst/>
            </a:prstGeom>
            <a:solidFill>
              <a:srgbClr val="B2E84D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04" name="tx8704"/>
            <p:cNvSpPr/>
            <p:nvPr/>
          </p:nvSpPr>
          <p:spPr>
            <a:xfrm>
              <a:off x="7002453" y="3822324"/>
              <a:ext cx="185812" cy="47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1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14.1%</a:t>
              </a:r>
            </a:p>
          </p:txBody>
        </p:sp>
        <p:sp>
          <p:nvSpPr>
            <p:cNvPr id="8705" name="pt8705"/>
            <p:cNvSpPr/>
            <p:nvPr/>
          </p:nvSpPr>
          <p:spPr>
            <a:xfrm>
              <a:off x="6735304" y="3335044"/>
              <a:ext cx="257432" cy="257432"/>
            </a:xfrm>
            <a:prstGeom prst="ellipse">
              <a:avLst/>
            </a:prstGeom>
            <a:solidFill>
              <a:srgbClr val="00E8F2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06" name="tx8706"/>
            <p:cNvSpPr/>
            <p:nvPr/>
          </p:nvSpPr>
          <p:spPr>
            <a:xfrm>
              <a:off x="6751668" y="3433791"/>
              <a:ext cx="224703" cy="569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624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24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50.0%</a:t>
              </a:r>
            </a:p>
          </p:txBody>
        </p:sp>
        <p:sp>
          <p:nvSpPr>
            <p:cNvPr id="8707" name="pt8707"/>
            <p:cNvSpPr/>
            <p:nvPr/>
          </p:nvSpPr>
          <p:spPr>
            <a:xfrm>
              <a:off x="7054070" y="3393671"/>
              <a:ext cx="231689" cy="231689"/>
            </a:xfrm>
            <a:prstGeom prst="ellipse">
              <a:avLst/>
            </a:prstGeom>
            <a:solidFill>
              <a:srgbClr val="19E51E">
                <a:alpha val="94117"/>
              </a:srgbClr>
            </a:solidFill>
          </p:spPr>
          <p:txBody>
            <a:bodyPr/>
            <a:lstStyle/>
            <a:p/>
          </p:txBody>
        </p:sp>
        <p:sp>
          <p:nvSpPr>
            <p:cNvPr id="8708" name="tx8708"/>
            <p:cNvSpPr/>
            <p:nvPr/>
          </p:nvSpPr>
          <p:spPr>
            <a:xfrm>
              <a:off x="7066205" y="3481744"/>
              <a:ext cx="207418" cy="527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33.6%</a:t>
              </a:r>
            </a:p>
          </p:txBody>
        </p:sp>
        <p:sp>
          <p:nvSpPr>
            <p:cNvPr id="8709" name="pl8709"/>
            <p:cNvSpPr/>
            <p:nvPr/>
          </p:nvSpPr>
          <p:spPr>
            <a:xfrm>
              <a:off x="3135374" y="1957957"/>
              <a:ext cx="922406" cy="2554825"/>
            </a:xfrm>
            <a:custGeom>
              <a:avLst/>
              <a:pathLst>
                <a:path w="922406" h="2554825">
                  <a:moveTo>
                    <a:pt x="922406" y="2554825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0" name="pl8710"/>
            <p:cNvSpPr/>
            <p:nvPr/>
          </p:nvSpPr>
          <p:spPr>
            <a:xfrm>
              <a:off x="2706320" y="1957957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1" name="tx8711"/>
            <p:cNvSpPr/>
            <p:nvPr/>
          </p:nvSpPr>
          <p:spPr>
            <a:xfrm>
              <a:off x="1590780" y="1892759"/>
              <a:ext cx="1052743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Falconiformes</a:t>
              </a:r>
            </a:p>
          </p:txBody>
        </p:sp>
        <p:pic>
          <p:nvPicPr>
            <p:cNvPr id="8712" name="pic87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8888" y="1842112"/>
              <a:ext cx="343243" cy="231689"/>
            </a:xfrm>
            <a:prstGeom prst="rect">
              <a:avLst/>
            </a:prstGeom>
          </p:spPr>
        </p:pic>
        <p:sp>
          <p:nvSpPr>
            <p:cNvPr id="8713" name="pl8713"/>
            <p:cNvSpPr/>
            <p:nvPr/>
          </p:nvSpPr>
          <p:spPr>
            <a:xfrm>
              <a:off x="3135374" y="2546374"/>
              <a:ext cx="1097654" cy="2245785"/>
            </a:xfrm>
            <a:custGeom>
              <a:avLst/>
              <a:pathLst>
                <a:path w="1097654" h="2245785">
                  <a:moveTo>
                    <a:pt x="1097654" y="2245785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4" name="pl8714"/>
            <p:cNvSpPr/>
            <p:nvPr/>
          </p:nvSpPr>
          <p:spPr>
            <a:xfrm>
              <a:off x="2706320" y="2546374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5" name="tx8715"/>
            <p:cNvSpPr/>
            <p:nvPr/>
          </p:nvSpPr>
          <p:spPr>
            <a:xfrm>
              <a:off x="1590780" y="2455740"/>
              <a:ext cx="1029208" cy="1469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pic>
          <p:nvPicPr>
            <p:cNvPr id="8716" name="pic87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48888" y="2430529"/>
              <a:ext cx="343243" cy="231689"/>
            </a:xfrm>
            <a:prstGeom prst="rect">
              <a:avLst/>
            </a:prstGeom>
          </p:spPr>
        </p:pic>
        <p:sp>
          <p:nvSpPr>
            <p:cNvPr id="8717" name="pl8717"/>
            <p:cNvSpPr/>
            <p:nvPr/>
          </p:nvSpPr>
          <p:spPr>
            <a:xfrm>
              <a:off x="3135374" y="3134791"/>
              <a:ext cx="1367015" cy="1964296"/>
            </a:xfrm>
            <a:custGeom>
              <a:avLst/>
              <a:pathLst>
                <a:path w="1367015" h="1964296">
                  <a:moveTo>
                    <a:pt x="1367015" y="1964296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8" name="pl8718"/>
            <p:cNvSpPr/>
            <p:nvPr/>
          </p:nvSpPr>
          <p:spPr>
            <a:xfrm>
              <a:off x="2706320" y="3134791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9" name="tx8719"/>
            <p:cNvSpPr/>
            <p:nvPr/>
          </p:nvSpPr>
          <p:spPr>
            <a:xfrm>
              <a:off x="1590780" y="3034313"/>
              <a:ext cx="894270" cy="1606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pic>
          <p:nvPicPr>
            <p:cNvPr id="8720" name="pic87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48888" y="3018946"/>
              <a:ext cx="343243" cy="231689"/>
            </a:xfrm>
            <a:prstGeom prst="rect">
              <a:avLst/>
            </a:prstGeom>
          </p:spPr>
        </p:pic>
        <p:sp>
          <p:nvSpPr>
            <p:cNvPr id="8721" name="pl8721"/>
            <p:cNvSpPr/>
            <p:nvPr/>
          </p:nvSpPr>
          <p:spPr>
            <a:xfrm>
              <a:off x="3135374" y="3723208"/>
              <a:ext cx="1629315" cy="1591611"/>
            </a:xfrm>
            <a:custGeom>
              <a:avLst/>
              <a:pathLst>
                <a:path w="1629315" h="1591611">
                  <a:moveTo>
                    <a:pt x="1629315" y="1591611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2" name="pl8722"/>
            <p:cNvSpPr/>
            <p:nvPr/>
          </p:nvSpPr>
          <p:spPr>
            <a:xfrm>
              <a:off x="2706320" y="3723208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3" name="tx8723"/>
            <p:cNvSpPr/>
            <p:nvPr/>
          </p:nvSpPr>
          <p:spPr>
            <a:xfrm>
              <a:off x="1590780" y="3658010"/>
              <a:ext cx="782456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pic>
          <p:nvPicPr>
            <p:cNvPr id="8724" name="pic87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48888" y="3607363"/>
              <a:ext cx="343243" cy="231689"/>
            </a:xfrm>
            <a:prstGeom prst="rect">
              <a:avLst/>
            </a:prstGeom>
          </p:spPr>
        </p:pic>
        <p:sp>
          <p:nvSpPr>
            <p:cNvPr id="8725" name="pl8725"/>
            <p:cNvSpPr/>
            <p:nvPr/>
          </p:nvSpPr>
          <p:spPr>
            <a:xfrm>
              <a:off x="3135374" y="4311625"/>
              <a:ext cx="1898499" cy="1166889"/>
            </a:xfrm>
            <a:custGeom>
              <a:avLst/>
              <a:pathLst>
                <a:path w="1898499" h="1166889">
                  <a:moveTo>
                    <a:pt x="1898499" y="1166889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6" name="pl8726"/>
            <p:cNvSpPr/>
            <p:nvPr/>
          </p:nvSpPr>
          <p:spPr>
            <a:xfrm>
              <a:off x="2706320" y="4311625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7" name="tx8727"/>
            <p:cNvSpPr/>
            <p:nvPr/>
          </p:nvSpPr>
          <p:spPr>
            <a:xfrm>
              <a:off x="1590780" y="4244872"/>
              <a:ext cx="1033998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pic>
          <p:nvPicPr>
            <p:cNvPr id="8728" name="pic87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48888" y="4195780"/>
              <a:ext cx="343243" cy="231689"/>
            </a:xfrm>
            <a:prstGeom prst="rect">
              <a:avLst/>
            </a:prstGeom>
          </p:spPr>
        </p:pic>
        <p:sp>
          <p:nvSpPr>
            <p:cNvPr id="8729" name="pl8729"/>
            <p:cNvSpPr/>
            <p:nvPr/>
          </p:nvSpPr>
          <p:spPr>
            <a:xfrm>
              <a:off x="3135374" y="4900042"/>
              <a:ext cx="2068025" cy="657768"/>
            </a:xfrm>
            <a:custGeom>
              <a:avLst/>
              <a:pathLst>
                <a:path w="2068025" h="657768">
                  <a:moveTo>
                    <a:pt x="2068025" y="657768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0" name="pl8730"/>
            <p:cNvSpPr/>
            <p:nvPr/>
          </p:nvSpPr>
          <p:spPr>
            <a:xfrm>
              <a:off x="2706320" y="4900042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1" name="tx8731"/>
            <p:cNvSpPr/>
            <p:nvPr/>
          </p:nvSpPr>
          <p:spPr>
            <a:xfrm>
              <a:off x="1590780" y="4801120"/>
              <a:ext cx="1080737" cy="1590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Trogoniformes</a:t>
              </a:r>
            </a:p>
          </p:txBody>
        </p:sp>
        <p:pic>
          <p:nvPicPr>
            <p:cNvPr id="8732" name="pic87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48888" y="4784197"/>
              <a:ext cx="343243" cy="231689"/>
            </a:xfrm>
            <a:prstGeom prst="rect">
              <a:avLst/>
            </a:prstGeom>
          </p:spPr>
        </p:pic>
        <p:sp>
          <p:nvSpPr>
            <p:cNvPr id="8733" name="pl8733"/>
            <p:cNvSpPr/>
            <p:nvPr/>
          </p:nvSpPr>
          <p:spPr>
            <a:xfrm>
              <a:off x="3135374" y="5488459"/>
              <a:ext cx="2753837" cy="239583"/>
            </a:xfrm>
            <a:custGeom>
              <a:avLst/>
              <a:pathLst>
                <a:path w="2753837" h="239583">
                  <a:moveTo>
                    <a:pt x="2753837" y="239583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4" name="pl8734"/>
            <p:cNvSpPr/>
            <p:nvPr/>
          </p:nvSpPr>
          <p:spPr>
            <a:xfrm>
              <a:off x="2706320" y="5488459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5" name="tx8735"/>
            <p:cNvSpPr/>
            <p:nvPr/>
          </p:nvSpPr>
          <p:spPr>
            <a:xfrm>
              <a:off x="1590780" y="5425954"/>
              <a:ext cx="1116585" cy="11880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pic>
          <p:nvPicPr>
            <p:cNvPr id="8736" name="pic87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48888" y="5372614"/>
              <a:ext cx="343243" cy="231689"/>
            </a:xfrm>
            <a:prstGeom prst="rect">
              <a:avLst/>
            </a:prstGeom>
          </p:spPr>
        </p:pic>
        <p:sp>
          <p:nvSpPr>
            <p:cNvPr id="8737" name="pl8737"/>
            <p:cNvSpPr/>
            <p:nvPr/>
          </p:nvSpPr>
          <p:spPr>
            <a:xfrm>
              <a:off x="6718622" y="5488459"/>
              <a:ext cx="2337698" cy="163252"/>
            </a:xfrm>
            <a:custGeom>
              <a:avLst/>
              <a:pathLst>
                <a:path w="2337698" h="163252">
                  <a:moveTo>
                    <a:pt x="0" y="163252"/>
                  </a:moveTo>
                  <a:lnTo>
                    <a:pt x="233769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8" name="pl8738"/>
            <p:cNvSpPr/>
            <p:nvPr/>
          </p:nvSpPr>
          <p:spPr>
            <a:xfrm>
              <a:off x="9056320" y="5488459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9" name="tx8739"/>
            <p:cNvSpPr/>
            <p:nvPr/>
          </p:nvSpPr>
          <p:spPr>
            <a:xfrm>
              <a:off x="9614090" y="5421706"/>
              <a:ext cx="829032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pic>
          <p:nvPicPr>
            <p:cNvPr id="8740" name="pic87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206489" y="5372614"/>
              <a:ext cx="343243" cy="231689"/>
            </a:xfrm>
            <a:prstGeom prst="rect">
              <a:avLst/>
            </a:prstGeom>
          </p:spPr>
        </p:pic>
        <p:sp>
          <p:nvSpPr>
            <p:cNvPr id="8741" name="pl8741"/>
            <p:cNvSpPr/>
            <p:nvPr/>
          </p:nvSpPr>
          <p:spPr>
            <a:xfrm>
              <a:off x="7015481" y="5194250"/>
              <a:ext cx="2040839" cy="351957"/>
            </a:xfrm>
            <a:custGeom>
              <a:avLst/>
              <a:pathLst>
                <a:path w="2040839" h="351957">
                  <a:moveTo>
                    <a:pt x="0" y="351957"/>
                  </a:moveTo>
                  <a:lnTo>
                    <a:pt x="204083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2" name="pl8742"/>
            <p:cNvSpPr/>
            <p:nvPr/>
          </p:nvSpPr>
          <p:spPr>
            <a:xfrm>
              <a:off x="9056320" y="5194250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3" name="tx8743"/>
            <p:cNvSpPr/>
            <p:nvPr/>
          </p:nvSpPr>
          <p:spPr>
            <a:xfrm>
              <a:off x="9614090" y="5133202"/>
              <a:ext cx="1081865" cy="117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pic>
          <p:nvPicPr>
            <p:cNvPr id="8744" name="pic87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206489" y="5078406"/>
              <a:ext cx="343243" cy="231689"/>
            </a:xfrm>
            <a:prstGeom prst="rect">
              <a:avLst/>
            </a:prstGeom>
          </p:spPr>
        </p:pic>
        <p:sp>
          <p:nvSpPr>
            <p:cNvPr id="8745" name="pl8745"/>
            <p:cNvSpPr/>
            <p:nvPr/>
          </p:nvSpPr>
          <p:spPr>
            <a:xfrm>
              <a:off x="7192657" y="4900042"/>
              <a:ext cx="1863663" cy="560042"/>
            </a:xfrm>
            <a:custGeom>
              <a:avLst/>
              <a:pathLst>
                <a:path w="1863663" h="560042">
                  <a:moveTo>
                    <a:pt x="0" y="560042"/>
                  </a:moveTo>
                  <a:lnTo>
                    <a:pt x="1863663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6" name="pl8746"/>
            <p:cNvSpPr/>
            <p:nvPr/>
          </p:nvSpPr>
          <p:spPr>
            <a:xfrm>
              <a:off x="9056320" y="4900042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7" name="tx8747"/>
            <p:cNvSpPr/>
            <p:nvPr/>
          </p:nvSpPr>
          <p:spPr>
            <a:xfrm>
              <a:off x="9614090" y="4833125"/>
              <a:ext cx="791869" cy="1270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pic>
          <p:nvPicPr>
            <p:cNvPr id="8748" name="pic87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06489" y="4784197"/>
              <a:ext cx="343243" cy="231689"/>
            </a:xfrm>
            <a:prstGeom prst="rect">
              <a:avLst/>
            </a:prstGeom>
          </p:spPr>
        </p:pic>
        <p:sp>
          <p:nvSpPr>
            <p:cNvPr id="8749" name="pl8749"/>
            <p:cNvSpPr/>
            <p:nvPr/>
          </p:nvSpPr>
          <p:spPr>
            <a:xfrm>
              <a:off x="7295208" y="4605833"/>
              <a:ext cx="1761111" cy="795431"/>
            </a:xfrm>
            <a:custGeom>
              <a:avLst/>
              <a:pathLst>
                <a:path w="1761111" h="795431">
                  <a:moveTo>
                    <a:pt x="0" y="795431"/>
                  </a:moveTo>
                  <a:lnTo>
                    <a:pt x="1761111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0" name="pl8750"/>
            <p:cNvSpPr/>
            <p:nvPr/>
          </p:nvSpPr>
          <p:spPr>
            <a:xfrm>
              <a:off x="9056320" y="4605833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1" name="tx8751"/>
            <p:cNvSpPr/>
            <p:nvPr/>
          </p:nvSpPr>
          <p:spPr>
            <a:xfrm>
              <a:off x="9614090" y="4539080"/>
              <a:ext cx="1015417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pic>
          <p:nvPicPr>
            <p:cNvPr id="8752" name="pic875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206489" y="4489989"/>
              <a:ext cx="343243" cy="231689"/>
            </a:xfrm>
            <a:prstGeom prst="rect">
              <a:avLst/>
            </a:prstGeom>
          </p:spPr>
        </p:pic>
        <p:sp>
          <p:nvSpPr>
            <p:cNvPr id="8753" name="pl8753"/>
            <p:cNvSpPr/>
            <p:nvPr/>
          </p:nvSpPr>
          <p:spPr>
            <a:xfrm>
              <a:off x="7402747" y="4311625"/>
              <a:ext cx="1653572" cy="1020085"/>
            </a:xfrm>
            <a:custGeom>
              <a:avLst/>
              <a:pathLst>
                <a:path w="1653572" h="1020085">
                  <a:moveTo>
                    <a:pt x="0" y="1020085"/>
                  </a:moveTo>
                  <a:lnTo>
                    <a:pt x="1653572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4" name="pl8754"/>
            <p:cNvSpPr/>
            <p:nvPr/>
          </p:nvSpPr>
          <p:spPr>
            <a:xfrm>
              <a:off x="9056320" y="4311625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5" name="tx8755"/>
            <p:cNvSpPr/>
            <p:nvPr/>
          </p:nvSpPr>
          <p:spPr>
            <a:xfrm>
              <a:off x="9614090" y="4250576"/>
              <a:ext cx="1168858" cy="117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pic>
          <p:nvPicPr>
            <p:cNvPr id="8756" name="pic875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206489" y="4195780"/>
              <a:ext cx="343243" cy="231689"/>
            </a:xfrm>
            <a:prstGeom prst="rect">
              <a:avLst/>
            </a:prstGeom>
          </p:spPr>
        </p:pic>
        <p:sp>
          <p:nvSpPr>
            <p:cNvPr id="8757" name="pl8757"/>
            <p:cNvSpPr/>
            <p:nvPr/>
          </p:nvSpPr>
          <p:spPr>
            <a:xfrm>
              <a:off x="7494535" y="4017416"/>
              <a:ext cx="1561785" cy="1247875"/>
            </a:xfrm>
            <a:custGeom>
              <a:avLst/>
              <a:pathLst>
                <a:path w="1561785" h="1247875">
                  <a:moveTo>
                    <a:pt x="0" y="1247875"/>
                  </a:moveTo>
                  <a:lnTo>
                    <a:pt x="1561785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8" name="pl8758"/>
            <p:cNvSpPr/>
            <p:nvPr/>
          </p:nvSpPr>
          <p:spPr>
            <a:xfrm>
              <a:off x="9056320" y="4017416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9" name="tx8759"/>
            <p:cNvSpPr/>
            <p:nvPr/>
          </p:nvSpPr>
          <p:spPr>
            <a:xfrm>
              <a:off x="9614090" y="3950663"/>
              <a:ext cx="894270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pic>
          <p:nvPicPr>
            <p:cNvPr id="8760" name="pic87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206489" y="3901572"/>
              <a:ext cx="343243" cy="231689"/>
            </a:xfrm>
            <a:prstGeom prst="rect">
              <a:avLst/>
            </a:prstGeom>
          </p:spPr>
        </p:pic>
        <p:sp>
          <p:nvSpPr>
            <p:cNvPr id="8761" name="pl8761"/>
            <p:cNvSpPr/>
            <p:nvPr/>
          </p:nvSpPr>
          <p:spPr>
            <a:xfrm>
              <a:off x="7616587" y="3723208"/>
              <a:ext cx="1439732" cy="1442353"/>
            </a:xfrm>
            <a:custGeom>
              <a:avLst/>
              <a:pathLst>
                <a:path w="1439732" h="1442353">
                  <a:moveTo>
                    <a:pt x="0" y="1442353"/>
                  </a:moveTo>
                  <a:lnTo>
                    <a:pt x="1439732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2" name="pl8762"/>
            <p:cNvSpPr/>
            <p:nvPr/>
          </p:nvSpPr>
          <p:spPr>
            <a:xfrm>
              <a:off x="9056320" y="3723208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3" name="tx8763"/>
            <p:cNvSpPr/>
            <p:nvPr/>
          </p:nvSpPr>
          <p:spPr>
            <a:xfrm>
              <a:off x="9614090" y="3629124"/>
              <a:ext cx="1229946" cy="15038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Caprimulgiformes</a:t>
              </a:r>
            </a:p>
          </p:txBody>
        </p:sp>
        <p:pic>
          <p:nvPicPr>
            <p:cNvPr id="8764" name="pic876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206489" y="3607363"/>
              <a:ext cx="343243" cy="231689"/>
            </a:xfrm>
            <a:prstGeom prst="rect">
              <a:avLst/>
            </a:prstGeom>
          </p:spPr>
        </p:pic>
        <p:sp>
          <p:nvSpPr>
            <p:cNvPr id="8765" name="pl8765"/>
            <p:cNvSpPr/>
            <p:nvPr/>
          </p:nvSpPr>
          <p:spPr>
            <a:xfrm>
              <a:off x="7812794" y="3429000"/>
              <a:ext cx="1243526" cy="1542852"/>
            </a:xfrm>
            <a:custGeom>
              <a:avLst/>
              <a:pathLst>
                <a:path w="1243526" h="1542852">
                  <a:moveTo>
                    <a:pt x="0" y="1542852"/>
                  </a:moveTo>
                  <a:lnTo>
                    <a:pt x="1243526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6" name="pl8766"/>
            <p:cNvSpPr/>
            <p:nvPr/>
          </p:nvSpPr>
          <p:spPr>
            <a:xfrm>
              <a:off x="9056320" y="3429000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7" name="tx8767"/>
            <p:cNvSpPr/>
            <p:nvPr/>
          </p:nvSpPr>
          <p:spPr>
            <a:xfrm>
              <a:off x="9614090" y="3362246"/>
              <a:ext cx="1127231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pic>
          <p:nvPicPr>
            <p:cNvPr id="8768" name="pic876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206489" y="3313155"/>
              <a:ext cx="343243" cy="231689"/>
            </a:xfrm>
            <a:prstGeom prst="rect">
              <a:avLst/>
            </a:prstGeom>
          </p:spPr>
        </p:pic>
        <p:sp>
          <p:nvSpPr>
            <p:cNvPr id="8769" name="pl8769"/>
            <p:cNvSpPr/>
            <p:nvPr/>
          </p:nvSpPr>
          <p:spPr>
            <a:xfrm>
              <a:off x="7929151" y="3134791"/>
              <a:ext cx="1127169" cy="1696812"/>
            </a:xfrm>
            <a:custGeom>
              <a:avLst/>
              <a:pathLst>
                <a:path w="1127169" h="1696812">
                  <a:moveTo>
                    <a:pt x="0" y="1696812"/>
                  </a:moveTo>
                  <a:lnTo>
                    <a:pt x="112716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0" name="pl8770"/>
            <p:cNvSpPr/>
            <p:nvPr/>
          </p:nvSpPr>
          <p:spPr>
            <a:xfrm>
              <a:off x="9056320" y="3134791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1" name="tx8771"/>
            <p:cNvSpPr/>
            <p:nvPr/>
          </p:nvSpPr>
          <p:spPr>
            <a:xfrm>
              <a:off x="9614090" y="3073742"/>
              <a:ext cx="1003149" cy="117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Pterocliformes</a:t>
              </a:r>
            </a:p>
          </p:txBody>
        </p:sp>
        <p:pic>
          <p:nvPicPr>
            <p:cNvPr id="8772" name="pic877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206489" y="3018946"/>
              <a:ext cx="343243" cy="231689"/>
            </a:xfrm>
            <a:prstGeom prst="rect">
              <a:avLst/>
            </a:prstGeom>
          </p:spPr>
        </p:pic>
        <p:sp>
          <p:nvSpPr>
            <p:cNvPr id="8773" name="pl8773"/>
            <p:cNvSpPr/>
            <p:nvPr/>
          </p:nvSpPr>
          <p:spPr>
            <a:xfrm>
              <a:off x="7995765" y="2840583"/>
              <a:ext cx="1060555" cy="1899375"/>
            </a:xfrm>
            <a:custGeom>
              <a:avLst/>
              <a:pathLst>
                <a:path w="1060555" h="1899375">
                  <a:moveTo>
                    <a:pt x="0" y="1899375"/>
                  </a:moveTo>
                  <a:lnTo>
                    <a:pt x="1060555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4" name="pl8774"/>
            <p:cNvSpPr/>
            <p:nvPr/>
          </p:nvSpPr>
          <p:spPr>
            <a:xfrm>
              <a:off x="9056320" y="2840583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5" name="tx8775"/>
            <p:cNvSpPr/>
            <p:nvPr/>
          </p:nvSpPr>
          <p:spPr>
            <a:xfrm>
              <a:off x="9614090" y="2773829"/>
              <a:ext cx="978172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pic>
          <p:nvPicPr>
            <p:cNvPr id="8776" name="pic877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06489" y="2724738"/>
              <a:ext cx="343243" cy="231689"/>
            </a:xfrm>
            <a:prstGeom prst="rect">
              <a:avLst/>
            </a:prstGeom>
          </p:spPr>
        </p:pic>
        <p:sp>
          <p:nvSpPr>
            <p:cNvPr id="8777" name="pl8777"/>
            <p:cNvSpPr/>
            <p:nvPr/>
          </p:nvSpPr>
          <p:spPr>
            <a:xfrm>
              <a:off x="8057802" y="2546374"/>
              <a:ext cx="998518" cy="2098779"/>
            </a:xfrm>
            <a:custGeom>
              <a:avLst/>
              <a:pathLst>
                <a:path w="998518" h="2098779">
                  <a:moveTo>
                    <a:pt x="0" y="2098779"/>
                  </a:moveTo>
                  <a:lnTo>
                    <a:pt x="99851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8" name="pl8778"/>
            <p:cNvSpPr/>
            <p:nvPr/>
          </p:nvSpPr>
          <p:spPr>
            <a:xfrm>
              <a:off x="9056320" y="2546374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9" name="tx8779"/>
            <p:cNvSpPr/>
            <p:nvPr/>
          </p:nvSpPr>
          <p:spPr>
            <a:xfrm>
              <a:off x="9614090" y="2479457"/>
              <a:ext cx="857026" cy="1270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Otidiformes</a:t>
              </a:r>
            </a:p>
          </p:txBody>
        </p:sp>
        <p:pic>
          <p:nvPicPr>
            <p:cNvPr id="8780" name="pic878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06489" y="2430529"/>
              <a:ext cx="343243" cy="231689"/>
            </a:xfrm>
            <a:prstGeom prst="rect">
              <a:avLst/>
            </a:prstGeom>
          </p:spPr>
        </p:pic>
        <p:sp>
          <p:nvSpPr>
            <p:cNvPr id="8781" name="pl8781"/>
            <p:cNvSpPr/>
            <p:nvPr/>
          </p:nvSpPr>
          <p:spPr>
            <a:xfrm>
              <a:off x="8078280" y="2252166"/>
              <a:ext cx="978040" cy="2359314"/>
            </a:xfrm>
            <a:custGeom>
              <a:avLst/>
              <a:pathLst>
                <a:path w="978040" h="2359314">
                  <a:moveTo>
                    <a:pt x="0" y="2359314"/>
                  </a:moveTo>
                  <a:lnTo>
                    <a:pt x="97804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2" name="pl8782"/>
            <p:cNvSpPr/>
            <p:nvPr/>
          </p:nvSpPr>
          <p:spPr>
            <a:xfrm>
              <a:off x="9056320" y="2252166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3" name="tx8783"/>
            <p:cNvSpPr/>
            <p:nvPr/>
          </p:nvSpPr>
          <p:spPr>
            <a:xfrm>
              <a:off x="9614090" y="2161531"/>
              <a:ext cx="1204039" cy="1469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3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36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Podicipediformes</a:t>
              </a:r>
            </a:p>
          </p:txBody>
        </p:sp>
        <p:pic>
          <p:nvPicPr>
            <p:cNvPr id="8784" name="pic878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06489" y="2136321"/>
              <a:ext cx="343243" cy="231689"/>
            </a:xfrm>
            <a:prstGeom prst="rect">
              <a:avLst/>
            </a:prstGeom>
          </p:spPr>
        </p:pic>
        <p:sp>
          <p:nvSpPr>
            <p:cNvPr id="8785" name="pl8785"/>
            <p:cNvSpPr/>
            <p:nvPr/>
          </p:nvSpPr>
          <p:spPr>
            <a:xfrm>
              <a:off x="8093259" y="1957957"/>
              <a:ext cx="963061" cy="2628041"/>
            </a:xfrm>
            <a:custGeom>
              <a:avLst/>
              <a:pathLst>
                <a:path w="963061" h="2628041">
                  <a:moveTo>
                    <a:pt x="0" y="2628041"/>
                  </a:moveTo>
                  <a:lnTo>
                    <a:pt x="963061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6" name="pl8786"/>
            <p:cNvSpPr/>
            <p:nvPr/>
          </p:nvSpPr>
          <p:spPr>
            <a:xfrm>
              <a:off x="9056320" y="1957957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7" name="tx8787"/>
            <p:cNvSpPr/>
            <p:nvPr/>
          </p:nvSpPr>
          <p:spPr>
            <a:xfrm>
              <a:off x="9614090" y="1873482"/>
              <a:ext cx="1341810" cy="1369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5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52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Phoenicopteriformes</a:t>
              </a:r>
            </a:p>
          </p:txBody>
        </p:sp>
        <p:pic>
          <p:nvPicPr>
            <p:cNvPr id="8788" name="pic878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206489" y="1842112"/>
              <a:ext cx="343243" cy="231689"/>
            </a:xfrm>
            <a:prstGeom prst="rect">
              <a:avLst/>
            </a:prstGeom>
          </p:spPr>
        </p:pic>
        <p:sp>
          <p:nvSpPr>
            <p:cNvPr id="8789" name="pl8789"/>
            <p:cNvSpPr/>
            <p:nvPr/>
          </p:nvSpPr>
          <p:spPr>
            <a:xfrm>
              <a:off x="8234060" y="1663749"/>
              <a:ext cx="822259" cy="2634930"/>
            </a:xfrm>
            <a:custGeom>
              <a:avLst/>
              <a:pathLst>
                <a:path w="822259" h="2634930">
                  <a:moveTo>
                    <a:pt x="0" y="2634930"/>
                  </a:moveTo>
                  <a:lnTo>
                    <a:pt x="82225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0" name="pl8790"/>
            <p:cNvSpPr/>
            <p:nvPr/>
          </p:nvSpPr>
          <p:spPr>
            <a:xfrm>
              <a:off x="9056320" y="1663749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1" name="tx8791"/>
            <p:cNvSpPr/>
            <p:nvPr/>
          </p:nvSpPr>
          <p:spPr>
            <a:xfrm>
              <a:off x="9614090" y="1596995"/>
              <a:ext cx="847695" cy="12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pic>
          <p:nvPicPr>
            <p:cNvPr id="8792" name="pic879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206489" y="1547904"/>
              <a:ext cx="343243" cy="231689"/>
            </a:xfrm>
            <a:prstGeom prst="rect">
              <a:avLst/>
            </a:prstGeom>
          </p:spPr>
        </p:pic>
        <p:sp>
          <p:nvSpPr>
            <p:cNvPr id="8793" name="pl8793"/>
            <p:cNvSpPr/>
            <p:nvPr/>
          </p:nvSpPr>
          <p:spPr>
            <a:xfrm>
              <a:off x="8385882" y="1369540"/>
              <a:ext cx="670438" cy="2349354"/>
            </a:xfrm>
            <a:custGeom>
              <a:avLst/>
              <a:pathLst>
                <a:path w="670438" h="2349354">
                  <a:moveTo>
                    <a:pt x="0" y="2349354"/>
                  </a:moveTo>
                  <a:lnTo>
                    <a:pt x="670438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4" name="pl8794"/>
            <p:cNvSpPr/>
            <p:nvPr/>
          </p:nvSpPr>
          <p:spPr>
            <a:xfrm>
              <a:off x="9056320" y="1369540"/>
              <a:ext cx="235979" cy="0"/>
            </a:xfrm>
            <a:custGeom>
              <a:avLst/>
              <a:pathLst>
                <a:path w="235979" h="0">
                  <a:moveTo>
                    <a:pt x="0" y="0"/>
                  </a:moveTo>
                  <a:lnTo>
                    <a:pt x="235979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5" name="tx8795"/>
            <p:cNvSpPr/>
            <p:nvPr/>
          </p:nvSpPr>
          <p:spPr>
            <a:xfrm>
              <a:off x="9614090" y="1304342"/>
              <a:ext cx="987504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pic>
          <p:nvPicPr>
            <p:cNvPr id="8796" name="pic879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206489" y="1253695"/>
              <a:ext cx="343243" cy="231689"/>
            </a:xfrm>
            <a:prstGeom prst="rect">
              <a:avLst/>
            </a:prstGeom>
          </p:spPr>
        </p:pic>
        <p:sp>
          <p:nvSpPr>
            <p:cNvPr id="8797" name="pl8797"/>
            <p:cNvSpPr/>
            <p:nvPr/>
          </p:nvSpPr>
          <p:spPr>
            <a:xfrm>
              <a:off x="3135374" y="1369540"/>
              <a:ext cx="5268778" cy="2064385"/>
            </a:xfrm>
            <a:custGeom>
              <a:avLst/>
              <a:pathLst>
                <a:path w="5268778" h="2064385">
                  <a:moveTo>
                    <a:pt x="5268778" y="2064385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8" name="pl8798"/>
            <p:cNvSpPr/>
            <p:nvPr/>
          </p:nvSpPr>
          <p:spPr>
            <a:xfrm>
              <a:off x="2706320" y="1369540"/>
              <a:ext cx="429054" cy="0"/>
            </a:xfrm>
            <a:custGeom>
              <a:avLst/>
              <a:pathLst>
                <a:path w="429054" h="0">
                  <a:moveTo>
                    <a:pt x="429054" y="0"/>
                  </a:moveTo>
                  <a:lnTo>
                    <a:pt x="0" y="0"/>
                  </a:lnTo>
                </a:path>
              </a:pathLst>
            </a:custGeom>
            <a:ln w="10953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9" name="tx8799"/>
            <p:cNvSpPr/>
            <p:nvPr/>
          </p:nvSpPr>
          <p:spPr>
            <a:xfrm>
              <a:off x="1590780" y="1304342"/>
              <a:ext cx="1071324" cy="1253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111111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pic>
          <p:nvPicPr>
            <p:cNvPr id="8800" name="pic880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2448888" y="1253695"/>
              <a:ext cx="343243" cy="23168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2026-04-20T09:54:25Z</dcterms:modified>
  <cp:category/>
</cp:coreProperties>
</file>