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1756b11d2c2b08ff2c6455ba91983e50a392fa82.png"/>
<Relationship Id="rId5" Type="http://schemas.openxmlformats.org/officeDocument/2006/relationships/image" Target="../media/f6e8d9cbe909b71d6d7bc31db15659bca1a7afb4.png"/>
<Relationship Id="rId6" Type="http://schemas.openxmlformats.org/officeDocument/2006/relationships/image" Target="../media/de7e174a25296aa7d5f78405092530e6e891a926.png"/>
<Relationship Id="rId7" Type="http://schemas.openxmlformats.org/officeDocument/2006/relationships/image" Target="../media/4b2023e4ae9dd99cbfcd530fd63f70ccc8d736b9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611732a38956872aa25221e9e1157ece57f76bbe.png"/>
<Relationship Id="rId10" Type="http://schemas.openxmlformats.org/officeDocument/2006/relationships/image" Target="../media/b4e19efb8409260df25701b79bb4a9727ca1e25e.png"/>
<Relationship Id="rId11" Type="http://schemas.openxmlformats.org/officeDocument/2006/relationships/image" Target="../media/8e504936a0d060f4ffcc8d8be7209b9008b55cb5.png"/>
<Relationship Id="rId12" Type="http://schemas.openxmlformats.org/officeDocument/2006/relationships/image" Target="../media/704065eeff6371c2ac8b0df42ba692d6314ca5ed.png"/>
<Relationship Id="rId13" Type="http://schemas.openxmlformats.org/officeDocument/2006/relationships/image" Target="../media/4c087c90bdd26394dabddcc29277bb527b86c2b4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83820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83820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83820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83820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83820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83820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83820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83820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83820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7441095" y="3980677"/>
              <a:ext cx="798834" cy="1206658"/>
            </a:xfrm>
            <a:custGeom>
              <a:avLst/>
              <a:pathLst>
                <a:path w="798834" h="1206658">
                  <a:moveTo>
                    <a:pt x="0" y="1206658"/>
                  </a:moveTo>
                  <a:lnTo>
                    <a:pt x="4697" y="1203054"/>
                  </a:lnTo>
                  <a:lnTo>
                    <a:pt x="9385" y="1199438"/>
                  </a:lnTo>
                  <a:lnTo>
                    <a:pt x="14063" y="1195809"/>
                  </a:lnTo>
                  <a:lnTo>
                    <a:pt x="18731" y="1192167"/>
                  </a:lnTo>
                  <a:lnTo>
                    <a:pt x="23389" y="1188514"/>
                  </a:lnTo>
                  <a:lnTo>
                    <a:pt x="28038" y="1184847"/>
                  </a:lnTo>
                  <a:lnTo>
                    <a:pt x="32677" y="1181169"/>
                  </a:lnTo>
                  <a:lnTo>
                    <a:pt x="37306" y="1177478"/>
                  </a:lnTo>
                  <a:lnTo>
                    <a:pt x="41925" y="1173774"/>
                  </a:lnTo>
                  <a:lnTo>
                    <a:pt x="46535" y="1170058"/>
                  </a:lnTo>
                  <a:lnTo>
                    <a:pt x="51134" y="1166330"/>
                  </a:lnTo>
                  <a:lnTo>
                    <a:pt x="55723" y="1162590"/>
                  </a:lnTo>
                  <a:lnTo>
                    <a:pt x="60303" y="1158837"/>
                  </a:lnTo>
                  <a:lnTo>
                    <a:pt x="64872" y="1155072"/>
                  </a:lnTo>
                  <a:lnTo>
                    <a:pt x="69431" y="1151295"/>
                  </a:lnTo>
                  <a:lnTo>
                    <a:pt x="73980" y="1147506"/>
                  </a:lnTo>
                  <a:lnTo>
                    <a:pt x="78519" y="1143705"/>
                  </a:lnTo>
                  <a:lnTo>
                    <a:pt x="83048" y="1139891"/>
                  </a:lnTo>
                  <a:lnTo>
                    <a:pt x="87566" y="1136066"/>
                  </a:lnTo>
                  <a:lnTo>
                    <a:pt x="92075" y="1132228"/>
                  </a:lnTo>
                  <a:lnTo>
                    <a:pt x="96573" y="1128378"/>
                  </a:lnTo>
                  <a:lnTo>
                    <a:pt x="101060" y="1124516"/>
                  </a:lnTo>
                  <a:lnTo>
                    <a:pt x="105538" y="1120643"/>
                  </a:lnTo>
                  <a:lnTo>
                    <a:pt x="110005" y="1116757"/>
                  </a:lnTo>
                  <a:lnTo>
                    <a:pt x="114461" y="1112859"/>
                  </a:lnTo>
                  <a:lnTo>
                    <a:pt x="118907" y="1108950"/>
                  </a:lnTo>
                  <a:lnTo>
                    <a:pt x="123343" y="1105028"/>
                  </a:lnTo>
                  <a:lnTo>
                    <a:pt x="127768" y="1101095"/>
                  </a:lnTo>
                  <a:lnTo>
                    <a:pt x="132183" y="1097150"/>
                  </a:lnTo>
                  <a:lnTo>
                    <a:pt x="136587" y="1093193"/>
                  </a:lnTo>
                  <a:lnTo>
                    <a:pt x="140980" y="1089225"/>
                  </a:lnTo>
                  <a:lnTo>
                    <a:pt x="145363" y="1085244"/>
                  </a:lnTo>
                  <a:lnTo>
                    <a:pt x="149735" y="1081252"/>
                  </a:lnTo>
                  <a:lnTo>
                    <a:pt x="154097" y="1077248"/>
                  </a:lnTo>
                  <a:lnTo>
                    <a:pt x="158447" y="1073233"/>
                  </a:lnTo>
                  <a:lnTo>
                    <a:pt x="162787" y="1069206"/>
                  </a:lnTo>
                  <a:lnTo>
                    <a:pt x="167117" y="1065167"/>
                  </a:lnTo>
                  <a:lnTo>
                    <a:pt x="171435" y="1061117"/>
                  </a:lnTo>
                  <a:lnTo>
                    <a:pt x="175742" y="1057055"/>
                  </a:lnTo>
                  <a:lnTo>
                    <a:pt x="180039" y="1052982"/>
                  </a:lnTo>
                  <a:lnTo>
                    <a:pt x="184325" y="1048898"/>
                  </a:lnTo>
                  <a:lnTo>
                    <a:pt x="188600" y="1044801"/>
                  </a:lnTo>
                  <a:lnTo>
                    <a:pt x="192864" y="1040694"/>
                  </a:lnTo>
                  <a:lnTo>
                    <a:pt x="197116" y="1036575"/>
                  </a:lnTo>
                  <a:lnTo>
                    <a:pt x="201358" y="1032445"/>
                  </a:lnTo>
                  <a:lnTo>
                    <a:pt x="205589" y="1028303"/>
                  </a:lnTo>
                  <a:lnTo>
                    <a:pt x="209809" y="1024150"/>
                  </a:lnTo>
                  <a:lnTo>
                    <a:pt x="214017" y="1019986"/>
                  </a:lnTo>
                  <a:lnTo>
                    <a:pt x="218215" y="1015810"/>
                  </a:lnTo>
                  <a:lnTo>
                    <a:pt x="222401" y="1011624"/>
                  </a:lnTo>
                  <a:lnTo>
                    <a:pt x="226576" y="1007426"/>
                  </a:lnTo>
                  <a:lnTo>
                    <a:pt x="230740" y="1003217"/>
                  </a:lnTo>
                  <a:lnTo>
                    <a:pt x="234892" y="998997"/>
                  </a:lnTo>
                  <a:lnTo>
                    <a:pt x="239033" y="994766"/>
                  </a:lnTo>
                  <a:lnTo>
                    <a:pt x="243163" y="990523"/>
                  </a:lnTo>
                  <a:lnTo>
                    <a:pt x="247282" y="986270"/>
                  </a:lnTo>
                  <a:lnTo>
                    <a:pt x="251389" y="982006"/>
                  </a:lnTo>
                  <a:lnTo>
                    <a:pt x="255484" y="977731"/>
                  </a:lnTo>
                  <a:lnTo>
                    <a:pt x="259569" y="973445"/>
                  </a:lnTo>
                  <a:lnTo>
                    <a:pt x="263641" y="969147"/>
                  </a:lnTo>
                  <a:lnTo>
                    <a:pt x="267703" y="964839"/>
                  </a:lnTo>
                  <a:lnTo>
                    <a:pt x="271752" y="960521"/>
                  </a:lnTo>
                  <a:lnTo>
                    <a:pt x="275791" y="956191"/>
                  </a:lnTo>
                  <a:lnTo>
                    <a:pt x="279817" y="951851"/>
                  </a:lnTo>
                  <a:lnTo>
                    <a:pt x="283832" y="947499"/>
                  </a:lnTo>
                  <a:lnTo>
                    <a:pt x="287835" y="943138"/>
                  </a:lnTo>
                  <a:lnTo>
                    <a:pt x="291827" y="938765"/>
                  </a:lnTo>
                  <a:lnTo>
                    <a:pt x="295807" y="934382"/>
                  </a:lnTo>
                  <a:lnTo>
                    <a:pt x="299775" y="929988"/>
                  </a:lnTo>
                  <a:lnTo>
                    <a:pt x="303732" y="925584"/>
                  </a:lnTo>
                  <a:lnTo>
                    <a:pt x="307676" y="921168"/>
                  </a:lnTo>
                  <a:lnTo>
                    <a:pt x="311609" y="916743"/>
                  </a:lnTo>
                  <a:lnTo>
                    <a:pt x="315530" y="912307"/>
                  </a:lnTo>
                  <a:lnTo>
                    <a:pt x="319439" y="907860"/>
                  </a:lnTo>
                  <a:lnTo>
                    <a:pt x="323336" y="903403"/>
                  </a:lnTo>
                  <a:lnTo>
                    <a:pt x="327221" y="898936"/>
                  </a:lnTo>
                  <a:lnTo>
                    <a:pt x="331095" y="894458"/>
                  </a:lnTo>
                  <a:lnTo>
                    <a:pt x="334956" y="889970"/>
                  </a:lnTo>
                  <a:lnTo>
                    <a:pt x="338805" y="885472"/>
                  </a:lnTo>
                  <a:lnTo>
                    <a:pt x="342643" y="880963"/>
                  </a:lnTo>
                  <a:lnTo>
                    <a:pt x="346468" y="876444"/>
                  </a:lnTo>
                  <a:lnTo>
                    <a:pt x="350281" y="871915"/>
                  </a:lnTo>
                  <a:lnTo>
                    <a:pt x="354082" y="867376"/>
                  </a:lnTo>
                  <a:lnTo>
                    <a:pt x="357870" y="862826"/>
                  </a:lnTo>
                  <a:lnTo>
                    <a:pt x="361647" y="858267"/>
                  </a:lnTo>
                  <a:lnTo>
                    <a:pt x="365411" y="853697"/>
                  </a:lnTo>
                  <a:lnTo>
                    <a:pt x="369164" y="849117"/>
                  </a:lnTo>
                  <a:lnTo>
                    <a:pt x="372904" y="844528"/>
                  </a:lnTo>
                  <a:lnTo>
                    <a:pt x="376631" y="839928"/>
                  </a:lnTo>
                  <a:lnTo>
                    <a:pt x="380346" y="835318"/>
                  </a:lnTo>
                  <a:lnTo>
                    <a:pt x="384049" y="830699"/>
                  </a:lnTo>
                  <a:lnTo>
                    <a:pt x="387740" y="826069"/>
                  </a:lnTo>
                  <a:lnTo>
                    <a:pt x="391418" y="821430"/>
                  </a:lnTo>
                  <a:lnTo>
                    <a:pt x="395084" y="816781"/>
                  </a:lnTo>
                  <a:lnTo>
                    <a:pt x="398737" y="812122"/>
                  </a:lnTo>
                  <a:lnTo>
                    <a:pt x="402378" y="807453"/>
                  </a:lnTo>
                  <a:lnTo>
                    <a:pt x="406007" y="802775"/>
                  </a:lnTo>
                  <a:lnTo>
                    <a:pt x="409622" y="798087"/>
                  </a:lnTo>
                  <a:lnTo>
                    <a:pt x="413226" y="793389"/>
                  </a:lnTo>
                  <a:lnTo>
                    <a:pt x="416816" y="788682"/>
                  </a:lnTo>
                  <a:lnTo>
                    <a:pt x="420394" y="783965"/>
                  </a:lnTo>
                  <a:lnTo>
                    <a:pt x="423960" y="779238"/>
                  </a:lnTo>
                  <a:lnTo>
                    <a:pt x="427513" y="774502"/>
                  </a:lnTo>
                  <a:lnTo>
                    <a:pt x="431053" y="769757"/>
                  </a:lnTo>
                  <a:lnTo>
                    <a:pt x="434580" y="765002"/>
                  </a:lnTo>
                  <a:lnTo>
                    <a:pt x="438095" y="760238"/>
                  </a:lnTo>
                  <a:lnTo>
                    <a:pt x="441597" y="755464"/>
                  </a:lnTo>
                  <a:lnTo>
                    <a:pt x="445086" y="750681"/>
                  </a:lnTo>
                  <a:lnTo>
                    <a:pt x="448563" y="745888"/>
                  </a:lnTo>
                  <a:lnTo>
                    <a:pt x="452026" y="741087"/>
                  </a:lnTo>
                  <a:lnTo>
                    <a:pt x="455477" y="736276"/>
                  </a:lnTo>
                  <a:lnTo>
                    <a:pt x="458915" y="731456"/>
                  </a:lnTo>
                  <a:lnTo>
                    <a:pt x="462340" y="726626"/>
                  </a:lnTo>
                  <a:lnTo>
                    <a:pt x="465752" y="721788"/>
                  </a:lnTo>
                  <a:lnTo>
                    <a:pt x="469151" y="716940"/>
                  </a:lnTo>
                  <a:lnTo>
                    <a:pt x="472537" y="712084"/>
                  </a:lnTo>
                  <a:lnTo>
                    <a:pt x="475910" y="707218"/>
                  </a:lnTo>
                  <a:lnTo>
                    <a:pt x="479270" y="702343"/>
                  </a:lnTo>
                  <a:lnTo>
                    <a:pt x="482617" y="697460"/>
                  </a:lnTo>
                  <a:lnTo>
                    <a:pt x="485951" y="692567"/>
                  </a:lnTo>
                  <a:lnTo>
                    <a:pt x="489272" y="687666"/>
                  </a:lnTo>
                  <a:lnTo>
                    <a:pt x="492579" y="682755"/>
                  </a:lnTo>
                  <a:lnTo>
                    <a:pt x="495874" y="677836"/>
                  </a:lnTo>
                  <a:lnTo>
                    <a:pt x="499155" y="672908"/>
                  </a:lnTo>
                  <a:lnTo>
                    <a:pt x="502424" y="667971"/>
                  </a:lnTo>
                  <a:lnTo>
                    <a:pt x="505679" y="663026"/>
                  </a:lnTo>
                  <a:lnTo>
                    <a:pt x="508920" y="658072"/>
                  </a:lnTo>
                  <a:lnTo>
                    <a:pt x="512149" y="653109"/>
                  </a:lnTo>
                  <a:lnTo>
                    <a:pt x="515364" y="648138"/>
                  </a:lnTo>
                  <a:lnTo>
                    <a:pt x="518566" y="643158"/>
                  </a:lnTo>
                  <a:lnTo>
                    <a:pt x="521755" y="638169"/>
                  </a:lnTo>
                  <a:lnTo>
                    <a:pt x="524930" y="633172"/>
                  </a:lnTo>
                  <a:lnTo>
                    <a:pt x="528092" y="628167"/>
                  </a:lnTo>
                  <a:lnTo>
                    <a:pt x="531240" y="623153"/>
                  </a:lnTo>
                  <a:lnTo>
                    <a:pt x="534375" y="618130"/>
                  </a:lnTo>
                  <a:lnTo>
                    <a:pt x="537497" y="613100"/>
                  </a:lnTo>
                  <a:lnTo>
                    <a:pt x="540605" y="608061"/>
                  </a:lnTo>
                  <a:lnTo>
                    <a:pt x="543700" y="603013"/>
                  </a:lnTo>
                  <a:lnTo>
                    <a:pt x="546781" y="597958"/>
                  </a:lnTo>
                  <a:lnTo>
                    <a:pt x="549848" y="592894"/>
                  </a:lnTo>
                  <a:lnTo>
                    <a:pt x="552902" y="587822"/>
                  </a:lnTo>
                  <a:lnTo>
                    <a:pt x="555943" y="582742"/>
                  </a:lnTo>
                  <a:lnTo>
                    <a:pt x="558970" y="577653"/>
                  </a:lnTo>
                  <a:lnTo>
                    <a:pt x="561983" y="572557"/>
                  </a:lnTo>
                  <a:lnTo>
                    <a:pt x="564983" y="567453"/>
                  </a:lnTo>
                  <a:lnTo>
                    <a:pt x="567969" y="562340"/>
                  </a:lnTo>
                  <a:lnTo>
                    <a:pt x="570941" y="557220"/>
                  </a:lnTo>
                  <a:lnTo>
                    <a:pt x="573900" y="552092"/>
                  </a:lnTo>
                  <a:lnTo>
                    <a:pt x="576844" y="546956"/>
                  </a:lnTo>
                  <a:lnTo>
                    <a:pt x="579776" y="541812"/>
                  </a:lnTo>
                  <a:lnTo>
                    <a:pt x="582693" y="536660"/>
                  </a:lnTo>
                  <a:lnTo>
                    <a:pt x="585596" y="531500"/>
                  </a:lnTo>
                  <a:lnTo>
                    <a:pt x="588486" y="526333"/>
                  </a:lnTo>
                  <a:lnTo>
                    <a:pt x="591362" y="521158"/>
                  </a:lnTo>
                  <a:lnTo>
                    <a:pt x="594224" y="515975"/>
                  </a:lnTo>
                  <a:lnTo>
                    <a:pt x="597072" y="510784"/>
                  </a:lnTo>
                  <a:lnTo>
                    <a:pt x="599907" y="505586"/>
                  </a:lnTo>
                  <a:lnTo>
                    <a:pt x="602727" y="500381"/>
                  </a:lnTo>
                  <a:lnTo>
                    <a:pt x="605534" y="495168"/>
                  </a:lnTo>
                  <a:lnTo>
                    <a:pt x="608326" y="489947"/>
                  </a:lnTo>
                  <a:lnTo>
                    <a:pt x="611105" y="484719"/>
                  </a:lnTo>
                  <a:lnTo>
                    <a:pt x="613869" y="479484"/>
                  </a:lnTo>
                  <a:lnTo>
                    <a:pt x="616620" y="474241"/>
                  </a:lnTo>
                  <a:lnTo>
                    <a:pt x="619356" y="468991"/>
                  </a:lnTo>
                  <a:lnTo>
                    <a:pt x="622079" y="463734"/>
                  </a:lnTo>
                  <a:lnTo>
                    <a:pt x="624787" y="458469"/>
                  </a:lnTo>
                  <a:lnTo>
                    <a:pt x="627481" y="453197"/>
                  </a:lnTo>
                  <a:lnTo>
                    <a:pt x="630162" y="447918"/>
                  </a:lnTo>
                  <a:lnTo>
                    <a:pt x="632828" y="442632"/>
                  </a:lnTo>
                  <a:lnTo>
                    <a:pt x="635480" y="437338"/>
                  </a:lnTo>
                  <a:lnTo>
                    <a:pt x="638117" y="432038"/>
                  </a:lnTo>
                  <a:lnTo>
                    <a:pt x="640741" y="426730"/>
                  </a:lnTo>
                  <a:lnTo>
                    <a:pt x="643350" y="421416"/>
                  </a:lnTo>
                  <a:lnTo>
                    <a:pt x="645945" y="416094"/>
                  </a:lnTo>
                  <a:lnTo>
                    <a:pt x="648526" y="410766"/>
                  </a:lnTo>
                  <a:lnTo>
                    <a:pt x="651093" y="405431"/>
                  </a:lnTo>
                  <a:lnTo>
                    <a:pt x="653645" y="400089"/>
                  </a:lnTo>
                  <a:lnTo>
                    <a:pt x="656184" y="394740"/>
                  </a:lnTo>
                  <a:lnTo>
                    <a:pt x="658707" y="389384"/>
                  </a:lnTo>
                  <a:lnTo>
                    <a:pt x="661217" y="384022"/>
                  </a:lnTo>
                  <a:lnTo>
                    <a:pt x="663712" y="378653"/>
                  </a:lnTo>
                  <a:lnTo>
                    <a:pt x="666193" y="373277"/>
                  </a:lnTo>
                  <a:lnTo>
                    <a:pt x="668659" y="367895"/>
                  </a:lnTo>
                  <a:lnTo>
                    <a:pt x="671111" y="362506"/>
                  </a:lnTo>
                  <a:lnTo>
                    <a:pt x="673548" y="357110"/>
                  </a:lnTo>
                  <a:lnTo>
                    <a:pt x="675971" y="351708"/>
                  </a:lnTo>
                  <a:lnTo>
                    <a:pt x="678380" y="346300"/>
                  </a:lnTo>
                  <a:lnTo>
                    <a:pt x="680774" y="340885"/>
                  </a:lnTo>
                  <a:lnTo>
                    <a:pt x="683154" y="335464"/>
                  </a:lnTo>
                  <a:lnTo>
                    <a:pt x="685519" y="330036"/>
                  </a:lnTo>
                  <a:lnTo>
                    <a:pt x="687870" y="324602"/>
                  </a:lnTo>
                  <a:lnTo>
                    <a:pt x="690206" y="319162"/>
                  </a:lnTo>
                  <a:lnTo>
                    <a:pt x="692527" y="313716"/>
                  </a:lnTo>
                  <a:lnTo>
                    <a:pt x="694834" y="308263"/>
                  </a:lnTo>
                  <a:lnTo>
                    <a:pt x="697127" y="302805"/>
                  </a:lnTo>
                  <a:lnTo>
                    <a:pt x="699404" y="297340"/>
                  </a:lnTo>
                  <a:lnTo>
                    <a:pt x="701668" y="291869"/>
                  </a:lnTo>
                  <a:lnTo>
                    <a:pt x="703916" y="286392"/>
                  </a:lnTo>
                  <a:lnTo>
                    <a:pt x="706150" y="280909"/>
                  </a:lnTo>
                  <a:lnTo>
                    <a:pt x="708369" y="275420"/>
                  </a:lnTo>
                  <a:lnTo>
                    <a:pt x="710574" y="269926"/>
                  </a:lnTo>
                  <a:lnTo>
                    <a:pt x="712763" y="264425"/>
                  </a:lnTo>
                  <a:lnTo>
                    <a:pt x="714938" y="258918"/>
                  </a:lnTo>
                  <a:lnTo>
                    <a:pt x="717099" y="253406"/>
                  </a:lnTo>
                  <a:lnTo>
                    <a:pt x="719244" y="247888"/>
                  </a:lnTo>
                  <a:lnTo>
                    <a:pt x="721375" y="242364"/>
                  </a:lnTo>
                  <a:lnTo>
                    <a:pt x="723491" y="236835"/>
                  </a:lnTo>
                  <a:lnTo>
                    <a:pt x="725593" y="231300"/>
                  </a:lnTo>
                  <a:lnTo>
                    <a:pt x="727679" y="225759"/>
                  </a:lnTo>
                  <a:lnTo>
                    <a:pt x="729751" y="220213"/>
                  </a:lnTo>
                  <a:lnTo>
                    <a:pt x="731807" y="214661"/>
                  </a:lnTo>
                  <a:lnTo>
                    <a:pt x="733849" y="209104"/>
                  </a:lnTo>
                  <a:lnTo>
                    <a:pt x="735876" y="203541"/>
                  </a:lnTo>
                  <a:lnTo>
                    <a:pt x="737889" y="197973"/>
                  </a:lnTo>
                  <a:lnTo>
                    <a:pt x="739886" y="192400"/>
                  </a:lnTo>
                  <a:lnTo>
                    <a:pt x="741868" y="186821"/>
                  </a:lnTo>
                  <a:lnTo>
                    <a:pt x="743836" y="181237"/>
                  </a:lnTo>
                  <a:lnTo>
                    <a:pt x="745788" y="175648"/>
                  </a:lnTo>
                  <a:lnTo>
                    <a:pt x="747726" y="170053"/>
                  </a:lnTo>
                  <a:lnTo>
                    <a:pt x="749648" y="164453"/>
                  </a:lnTo>
                  <a:lnTo>
                    <a:pt x="751556" y="158849"/>
                  </a:lnTo>
                  <a:lnTo>
                    <a:pt x="753449" y="153239"/>
                  </a:lnTo>
                  <a:lnTo>
                    <a:pt x="755326" y="147624"/>
                  </a:lnTo>
                  <a:lnTo>
                    <a:pt x="757189" y="142004"/>
                  </a:lnTo>
                  <a:lnTo>
                    <a:pt x="759036" y="136379"/>
                  </a:lnTo>
                  <a:lnTo>
                    <a:pt x="760869" y="130749"/>
                  </a:lnTo>
                  <a:lnTo>
                    <a:pt x="762686" y="125115"/>
                  </a:lnTo>
                  <a:lnTo>
                    <a:pt x="764488" y="119475"/>
                  </a:lnTo>
                  <a:lnTo>
                    <a:pt x="766276" y="113831"/>
                  </a:lnTo>
                  <a:lnTo>
                    <a:pt x="768048" y="108182"/>
                  </a:lnTo>
                  <a:lnTo>
                    <a:pt x="769805" y="102528"/>
                  </a:lnTo>
                  <a:lnTo>
                    <a:pt x="771547" y="96870"/>
                  </a:lnTo>
                  <a:lnTo>
                    <a:pt x="773274" y="91207"/>
                  </a:lnTo>
                  <a:lnTo>
                    <a:pt x="774985" y="85539"/>
                  </a:lnTo>
                  <a:lnTo>
                    <a:pt x="776682" y="79867"/>
                  </a:lnTo>
                  <a:lnTo>
                    <a:pt x="778363" y="74190"/>
                  </a:lnTo>
                  <a:lnTo>
                    <a:pt x="780029" y="68509"/>
                  </a:lnTo>
                  <a:lnTo>
                    <a:pt x="781680" y="62823"/>
                  </a:lnTo>
                  <a:lnTo>
                    <a:pt x="783316" y="57133"/>
                  </a:lnTo>
                  <a:lnTo>
                    <a:pt x="784936" y="51438"/>
                  </a:lnTo>
                  <a:lnTo>
                    <a:pt x="786542" y="45740"/>
                  </a:lnTo>
                  <a:lnTo>
                    <a:pt x="788132" y="40037"/>
                  </a:lnTo>
                  <a:lnTo>
                    <a:pt x="789706" y="34330"/>
                  </a:lnTo>
                  <a:lnTo>
                    <a:pt x="791266" y="28618"/>
                  </a:lnTo>
                  <a:lnTo>
                    <a:pt x="792810" y="22903"/>
                  </a:lnTo>
                  <a:lnTo>
                    <a:pt x="794339" y="17183"/>
                  </a:lnTo>
                  <a:lnTo>
                    <a:pt x="795853" y="11459"/>
                  </a:lnTo>
                  <a:lnTo>
                    <a:pt x="797351" y="5731"/>
                  </a:lnTo>
                  <a:lnTo>
                    <a:pt x="798834" y="0"/>
                  </a:lnTo>
                </a:path>
              </a:pathLst>
            </a:custGeom>
            <a:ln w="83820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7464559" y="3990299"/>
              <a:ext cx="812767" cy="1227704"/>
            </a:xfrm>
            <a:custGeom>
              <a:avLst/>
              <a:pathLst>
                <a:path w="812767" h="1227704">
                  <a:moveTo>
                    <a:pt x="0" y="1227704"/>
                  </a:moveTo>
                  <a:lnTo>
                    <a:pt x="4779" y="1224037"/>
                  </a:lnTo>
                  <a:lnTo>
                    <a:pt x="9548" y="1220358"/>
                  </a:lnTo>
                  <a:lnTo>
                    <a:pt x="14308" y="1216666"/>
                  </a:lnTo>
                  <a:lnTo>
                    <a:pt x="19058" y="1212961"/>
                  </a:lnTo>
                  <a:lnTo>
                    <a:pt x="23797" y="1209244"/>
                  </a:lnTo>
                  <a:lnTo>
                    <a:pt x="28527" y="1205513"/>
                  </a:lnTo>
                  <a:lnTo>
                    <a:pt x="33247" y="1201771"/>
                  </a:lnTo>
                  <a:lnTo>
                    <a:pt x="37957" y="1198015"/>
                  </a:lnTo>
                  <a:lnTo>
                    <a:pt x="42657" y="1194247"/>
                  </a:lnTo>
                  <a:lnTo>
                    <a:pt x="47346" y="1190466"/>
                  </a:lnTo>
                  <a:lnTo>
                    <a:pt x="52026" y="1186673"/>
                  </a:lnTo>
                  <a:lnTo>
                    <a:pt x="56695" y="1182868"/>
                  </a:lnTo>
                  <a:lnTo>
                    <a:pt x="61354" y="1179050"/>
                  </a:lnTo>
                  <a:lnTo>
                    <a:pt x="66003" y="1175219"/>
                  </a:lnTo>
                  <a:lnTo>
                    <a:pt x="70642" y="1171376"/>
                  </a:lnTo>
                  <a:lnTo>
                    <a:pt x="75271" y="1167521"/>
                  </a:lnTo>
                  <a:lnTo>
                    <a:pt x="79889" y="1163653"/>
                  </a:lnTo>
                  <a:lnTo>
                    <a:pt x="84496" y="1159773"/>
                  </a:lnTo>
                  <a:lnTo>
                    <a:pt x="89094" y="1155881"/>
                  </a:lnTo>
                  <a:lnTo>
                    <a:pt x="93681" y="1151976"/>
                  </a:lnTo>
                  <a:lnTo>
                    <a:pt x="98257" y="1148059"/>
                  </a:lnTo>
                  <a:lnTo>
                    <a:pt x="102823" y="1144130"/>
                  </a:lnTo>
                  <a:lnTo>
                    <a:pt x="107378" y="1140189"/>
                  </a:lnTo>
                  <a:lnTo>
                    <a:pt x="111923" y="1136235"/>
                  </a:lnTo>
                  <a:lnTo>
                    <a:pt x="116458" y="1132270"/>
                  </a:lnTo>
                  <a:lnTo>
                    <a:pt x="120981" y="1128292"/>
                  </a:lnTo>
                  <a:lnTo>
                    <a:pt x="125494" y="1124302"/>
                  </a:lnTo>
                  <a:lnTo>
                    <a:pt x="129997" y="1120300"/>
                  </a:lnTo>
                  <a:lnTo>
                    <a:pt x="134488" y="1116286"/>
                  </a:lnTo>
                  <a:lnTo>
                    <a:pt x="138969" y="1112261"/>
                  </a:lnTo>
                  <a:lnTo>
                    <a:pt x="143439" y="1108223"/>
                  </a:lnTo>
                  <a:lnTo>
                    <a:pt x="147898" y="1104173"/>
                  </a:lnTo>
                  <a:lnTo>
                    <a:pt x="152347" y="1100111"/>
                  </a:lnTo>
                  <a:lnTo>
                    <a:pt x="156784" y="1096038"/>
                  </a:lnTo>
                  <a:lnTo>
                    <a:pt x="161211" y="1091952"/>
                  </a:lnTo>
                  <a:lnTo>
                    <a:pt x="165627" y="1087855"/>
                  </a:lnTo>
                  <a:lnTo>
                    <a:pt x="170031" y="1083746"/>
                  </a:lnTo>
                  <a:lnTo>
                    <a:pt x="174425" y="1079625"/>
                  </a:lnTo>
                  <a:lnTo>
                    <a:pt x="178808" y="1075492"/>
                  </a:lnTo>
                  <a:lnTo>
                    <a:pt x="183179" y="1071348"/>
                  </a:lnTo>
                  <a:lnTo>
                    <a:pt x="187540" y="1067192"/>
                  </a:lnTo>
                  <a:lnTo>
                    <a:pt x="191889" y="1063025"/>
                  </a:lnTo>
                  <a:lnTo>
                    <a:pt x="196227" y="1058846"/>
                  </a:lnTo>
                  <a:lnTo>
                    <a:pt x="200554" y="1054655"/>
                  </a:lnTo>
                  <a:lnTo>
                    <a:pt x="204870" y="1050452"/>
                  </a:lnTo>
                  <a:lnTo>
                    <a:pt x="209175" y="1046239"/>
                  </a:lnTo>
                  <a:lnTo>
                    <a:pt x="213468" y="1042013"/>
                  </a:lnTo>
                  <a:lnTo>
                    <a:pt x="217750" y="1037776"/>
                  </a:lnTo>
                  <a:lnTo>
                    <a:pt x="222021" y="1033528"/>
                  </a:lnTo>
                  <a:lnTo>
                    <a:pt x="226280" y="1029268"/>
                  </a:lnTo>
                  <a:lnTo>
                    <a:pt x="230528" y="1024997"/>
                  </a:lnTo>
                  <a:lnTo>
                    <a:pt x="234764" y="1020715"/>
                  </a:lnTo>
                  <a:lnTo>
                    <a:pt x="238989" y="1016421"/>
                  </a:lnTo>
                  <a:lnTo>
                    <a:pt x="243202" y="1012116"/>
                  </a:lnTo>
                  <a:lnTo>
                    <a:pt x="247404" y="1007800"/>
                  </a:lnTo>
                  <a:lnTo>
                    <a:pt x="251595" y="1003473"/>
                  </a:lnTo>
                  <a:lnTo>
                    <a:pt x="255773" y="999134"/>
                  </a:lnTo>
                  <a:lnTo>
                    <a:pt x="259941" y="994784"/>
                  </a:lnTo>
                  <a:lnTo>
                    <a:pt x="264096" y="990423"/>
                  </a:lnTo>
                  <a:lnTo>
                    <a:pt x="268240" y="986051"/>
                  </a:lnTo>
                  <a:lnTo>
                    <a:pt x="272372" y="981668"/>
                  </a:lnTo>
                  <a:lnTo>
                    <a:pt x="276492" y="977274"/>
                  </a:lnTo>
                  <a:lnTo>
                    <a:pt x="280601" y="972869"/>
                  </a:lnTo>
                  <a:lnTo>
                    <a:pt x="284698" y="968453"/>
                  </a:lnTo>
                  <a:lnTo>
                    <a:pt x="288783" y="964026"/>
                  </a:lnTo>
                  <a:lnTo>
                    <a:pt x="292856" y="959588"/>
                  </a:lnTo>
                  <a:lnTo>
                    <a:pt x="296917" y="955139"/>
                  </a:lnTo>
                  <a:lnTo>
                    <a:pt x="300966" y="950679"/>
                  </a:lnTo>
                  <a:lnTo>
                    <a:pt x="305004" y="946209"/>
                  </a:lnTo>
                  <a:lnTo>
                    <a:pt x="309029" y="941727"/>
                  </a:lnTo>
                  <a:lnTo>
                    <a:pt x="313043" y="937235"/>
                  </a:lnTo>
                  <a:lnTo>
                    <a:pt x="317044" y="932733"/>
                  </a:lnTo>
                  <a:lnTo>
                    <a:pt x="321033" y="928219"/>
                  </a:lnTo>
                  <a:lnTo>
                    <a:pt x="325011" y="923695"/>
                  </a:lnTo>
                  <a:lnTo>
                    <a:pt x="328976" y="919160"/>
                  </a:lnTo>
                  <a:lnTo>
                    <a:pt x="332929" y="914615"/>
                  </a:lnTo>
                  <a:lnTo>
                    <a:pt x="336870" y="910059"/>
                  </a:lnTo>
                  <a:lnTo>
                    <a:pt x="340798" y="905493"/>
                  </a:lnTo>
                  <a:lnTo>
                    <a:pt x="344715" y="900916"/>
                  </a:lnTo>
                  <a:lnTo>
                    <a:pt x="348619" y="896329"/>
                  </a:lnTo>
                  <a:lnTo>
                    <a:pt x="352511" y="891731"/>
                  </a:lnTo>
                  <a:lnTo>
                    <a:pt x="356390" y="887123"/>
                  </a:lnTo>
                  <a:lnTo>
                    <a:pt x="360258" y="882505"/>
                  </a:lnTo>
                  <a:lnTo>
                    <a:pt x="364112" y="877876"/>
                  </a:lnTo>
                  <a:lnTo>
                    <a:pt x="367955" y="873237"/>
                  </a:lnTo>
                  <a:lnTo>
                    <a:pt x="371785" y="868587"/>
                  </a:lnTo>
                  <a:lnTo>
                    <a:pt x="375603" y="863928"/>
                  </a:lnTo>
                  <a:lnTo>
                    <a:pt x="379408" y="859258"/>
                  </a:lnTo>
                  <a:lnTo>
                    <a:pt x="383200" y="854578"/>
                  </a:lnTo>
                  <a:lnTo>
                    <a:pt x="386980" y="849888"/>
                  </a:lnTo>
                  <a:lnTo>
                    <a:pt x="390748" y="845188"/>
                  </a:lnTo>
                  <a:lnTo>
                    <a:pt x="394503" y="840478"/>
                  </a:lnTo>
                  <a:lnTo>
                    <a:pt x="398245" y="835757"/>
                  </a:lnTo>
                  <a:lnTo>
                    <a:pt x="401975" y="831027"/>
                  </a:lnTo>
                  <a:lnTo>
                    <a:pt x="405692" y="826287"/>
                  </a:lnTo>
                  <a:lnTo>
                    <a:pt x="409396" y="821537"/>
                  </a:lnTo>
                  <a:lnTo>
                    <a:pt x="413088" y="816777"/>
                  </a:lnTo>
                  <a:lnTo>
                    <a:pt x="416767" y="812007"/>
                  </a:lnTo>
                  <a:lnTo>
                    <a:pt x="420433" y="807227"/>
                  </a:lnTo>
                  <a:lnTo>
                    <a:pt x="424086" y="802438"/>
                  </a:lnTo>
                  <a:lnTo>
                    <a:pt x="427727" y="797639"/>
                  </a:lnTo>
                  <a:lnTo>
                    <a:pt x="431355" y="792830"/>
                  </a:lnTo>
                  <a:lnTo>
                    <a:pt x="434969" y="788011"/>
                  </a:lnTo>
                  <a:lnTo>
                    <a:pt x="438571" y="783183"/>
                  </a:lnTo>
                  <a:lnTo>
                    <a:pt x="442160" y="778345"/>
                  </a:lnTo>
                  <a:lnTo>
                    <a:pt x="445736" y="773497"/>
                  </a:lnTo>
                  <a:lnTo>
                    <a:pt x="449299" y="768640"/>
                  </a:lnTo>
                  <a:lnTo>
                    <a:pt x="452849" y="763774"/>
                  </a:lnTo>
                  <a:lnTo>
                    <a:pt x="456386" y="758898"/>
                  </a:lnTo>
                  <a:lnTo>
                    <a:pt x="459910" y="754013"/>
                  </a:lnTo>
                  <a:lnTo>
                    <a:pt x="463421" y="749118"/>
                  </a:lnTo>
                  <a:lnTo>
                    <a:pt x="466919" y="744213"/>
                  </a:lnTo>
                  <a:lnTo>
                    <a:pt x="470404" y="739300"/>
                  </a:lnTo>
                  <a:lnTo>
                    <a:pt x="473875" y="734377"/>
                  </a:lnTo>
                  <a:lnTo>
                    <a:pt x="477334" y="729445"/>
                  </a:lnTo>
                  <a:lnTo>
                    <a:pt x="480779" y="724504"/>
                  </a:lnTo>
                  <a:lnTo>
                    <a:pt x="484211" y="719553"/>
                  </a:lnTo>
                  <a:lnTo>
                    <a:pt x="487629" y="714593"/>
                  </a:lnTo>
                  <a:lnTo>
                    <a:pt x="491035" y="709625"/>
                  </a:lnTo>
                  <a:lnTo>
                    <a:pt x="494427" y="704647"/>
                  </a:lnTo>
                  <a:lnTo>
                    <a:pt x="497806" y="699660"/>
                  </a:lnTo>
                  <a:lnTo>
                    <a:pt x="501171" y="694664"/>
                  </a:lnTo>
                  <a:lnTo>
                    <a:pt x="504523" y="689659"/>
                  </a:lnTo>
                  <a:lnTo>
                    <a:pt x="507862" y="684645"/>
                  </a:lnTo>
                  <a:lnTo>
                    <a:pt x="511187" y="679622"/>
                  </a:lnTo>
                  <a:lnTo>
                    <a:pt x="514499" y="674590"/>
                  </a:lnTo>
                  <a:lnTo>
                    <a:pt x="517797" y="669550"/>
                  </a:lnTo>
                  <a:lnTo>
                    <a:pt x="521082" y="664500"/>
                  </a:lnTo>
                  <a:lnTo>
                    <a:pt x="524353" y="659442"/>
                  </a:lnTo>
                  <a:lnTo>
                    <a:pt x="527611" y="654376"/>
                  </a:lnTo>
                  <a:lnTo>
                    <a:pt x="530855" y="649300"/>
                  </a:lnTo>
                  <a:lnTo>
                    <a:pt x="534086" y="644216"/>
                  </a:lnTo>
                  <a:lnTo>
                    <a:pt x="537303" y="639123"/>
                  </a:lnTo>
                  <a:lnTo>
                    <a:pt x="540506" y="634022"/>
                  </a:lnTo>
                  <a:lnTo>
                    <a:pt x="543696" y="628912"/>
                  </a:lnTo>
                  <a:lnTo>
                    <a:pt x="546872" y="623793"/>
                  </a:lnTo>
                  <a:lnTo>
                    <a:pt x="550034" y="618666"/>
                  </a:lnTo>
                  <a:lnTo>
                    <a:pt x="553183" y="613531"/>
                  </a:lnTo>
                  <a:lnTo>
                    <a:pt x="556318" y="608387"/>
                  </a:lnTo>
                  <a:lnTo>
                    <a:pt x="559439" y="603235"/>
                  </a:lnTo>
                  <a:lnTo>
                    <a:pt x="562546" y="598075"/>
                  </a:lnTo>
                  <a:lnTo>
                    <a:pt x="565640" y="592906"/>
                  </a:lnTo>
                  <a:lnTo>
                    <a:pt x="568719" y="587729"/>
                  </a:lnTo>
                  <a:lnTo>
                    <a:pt x="571785" y="582544"/>
                  </a:lnTo>
                  <a:lnTo>
                    <a:pt x="574837" y="577350"/>
                  </a:lnTo>
                  <a:lnTo>
                    <a:pt x="577875" y="572149"/>
                  </a:lnTo>
                  <a:lnTo>
                    <a:pt x="580899" y="566939"/>
                  </a:lnTo>
                  <a:lnTo>
                    <a:pt x="583909" y="561721"/>
                  </a:lnTo>
                  <a:lnTo>
                    <a:pt x="586906" y="556496"/>
                  </a:lnTo>
                  <a:lnTo>
                    <a:pt x="589888" y="551262"/>
                  </a:lnTo>
                  <a:lnTo>
                    <a:pt x="592856" y="546020"/>
                  </a:lnTo>
                  <a:lnTo>
                    <a:pt x="595810" y="540770"/>
                  </a:lnTo>
                  <a:lnTo>
                    <a:pt x="598750" y="535513"/>
                  </a:lnTo>
                  <a:lnTo>
                    <a:pt x="601677" y="530248"/>
                  </a:lnTo>
                  <a:lnTo>
                    <a:pt x="604589" y="524974"/>
                  </a:lnTo>
                  <a:lnTo>
                    <a:pt x="607486" y="519694"/>
                  </a:lnTo>
                  <a:lnTo>
                    <a:pt x="610370" y="514405"/>
                  </a:lnTo>
                  <a:lnTo>
                    <a:pt x="613240" y="509109"/>
                  </a:lnTo>
                  <a:lnTo>
                    <a:pt x="616095" y="503805"/>
                  </a:lnTo>
                  <a:lnTo>
                    <a:pt x="618936" y="498493"/>
                  </a:lnTo>
                  <a:lnTo>
                    <a:pt x="621763" y="493174"/>
                  </a:lnTo>
                  <a:lnTo>
                    <a:pt x="624576" y="487847"/>
                  </a:lnTo>
                  <a:lnTo>
                    <a:pt x="627375" y="482513"/>
                  </a:lnTo>
                  <a:lnTo>
                    <a:pt x="630159" y="477171"/>
                  </a:lnTo>
                  <a:lnTo>
                    <a:pt x="632929" y="471822"/>
                  </a:lnTo>
                  <a:lnTo>
                    <a:pt x="635685" y="466465"/>
                  </a:lnTo>
                  <a:lnTo>
                    <a:pt x="638426" y="461102"/>
                  </a:lnTo>
                  <a:lnTo>
                    <a:pt x="641153" y="455730"/>
                  </a:lnTo>
                  <a:lnTo>
                    <a:pt x="643865" y="450352"/>
                  </a:lnTo>
                  <a:lnTo>
                    <a:pt x="646564" y="444966"/>
                  </a:lnTo>
                  <a:lnTo>
                    <a:pt x="649247" y="439573"/>
                  </a:lnTo>
                  <a:lnTo>
                    <a:pt x="651917" y="434173"/>
                  </a:lnTo>
                  <a:lnTo>
                    <a:pt x="654572" y="428766"/>
                  </a:lnTo>
                  <a:lnTo>
                    <a:pt x="657212" y="423352"/>
                  </a:lnTo>
                  <a:lnTo>
                    <a:pt x="659838" y="417931"/>
                  </a:lnTo>
                  <a:lnTo>
                    <a:pt x="662449" y="412502"/>
                  </a:lnTo>
                  <a:lnTo>
                    <a:pt x="665046" y="407067"/>
                  </a:lnTo>
                  <a:lnTo>
                    <a:pt x="667629" y="401625"/>
                  </a:lnTo>
                  <a:lnTo>
                    <a:pt x="670196" y="396176"/>
                  </a:lnTo>
                  <a:lnTo>
                    <a:pt x="672750" y="390720"/>
                  </a:lnTo>
                  <a:lnTo>
                    <a:pt x="675288" y="385257"/>
                  </a:lnTo>
                  <a:lnTo>
                    <a:pt x="677812" y="379788"/>
                  </a:lnTo>
                  <a:lnTo>
                    <a:pt x="680322" y="374311"/>
                  </a:lnTo>
                  <a:lnTo>
                    <a:pt x="682816" y="368829"/>
                  </a:lnTo>
                  <a:lnTo>
                    <a:pt x="685296" y="363339"/>
                  </a:lnTo>
                  <a:lnTo>
                    <a:pt x="687762" y="357843"/>
                  </a:lnTo>
                  <a:lnTo>
                    <a:pt x="690212" y="352340"/>
                  </a:lnTo>
                  <a:lnTo>
                    <a:pt x="692648" y="346831"/>
                  </a:lnTo>
                  <a:lnTo>
                    <a:pt x="695069" y="341315"/>
                  </a:lnTo>
                  <a:lnTo>
                    <a:pt x="697476" y="335793"/>
                  </a:lnTo>
                  <a:lnTo>
                    <a:pt x="699867" y="330264"/>
                  </a:lnTo>
                  <a:lnTo>
                    <a:pt x="702244" y="324729"/>
                  </a:lnTo>
                  <a:lnTo>
                    <a:pt x="704606" y="319188"/>
                  </a:lnTo>
                  <a:lnTo>
                    <a:pt x="706953" y="313640"/>
                  </a:lnTo>
                  <a:lnTo>
                    <a:pt x="709286" y="308086"/>
                  </a:lnTo>
                  <a:lnTo>
                    <a:pt x="711603" y="302526"/>
                  </a:lnTo>
                  <a:lnTo>
                    <a:pt x="713906" y="296960"/>
                  </a:lnTo>
                  <a:lnTo>
                    <a:pt x="716194" y="291387"/>
                  </a:lnTo>
                  <a:lnTo>
                    <a:pt x="718466" y="285809"/>
                  </a:lnTo>
                  <a:lnTo>
                    <a:pt x="720724" y="280224"/>
                  </a:lnTo>
                  <a:lnTo>
                    <a:pt x="722967" y="274634"/>
                  </a:lnTo>
                  <a:lnTo>
                    <a:pt x="725195" y="269037"/>
                  </a:lnTo>
                  <a:lnTo>
                    <a:pt x="727408" y="263434"/>
                  </a:lnTo>
                  <a:lnTo>
                    <a:pt x="729606" y="257826"/>
                  </a:lnTo>
                  <a:lnTo>
                    <a:pt x="731789" y="252212"/>
                  </a:lnTo>
                  <a:lnTo>
                    <a:pt x="733957" y="246592"/>
                  </a:lnTo>
                  <a:lnTo>
                    <a:pt x="736110" y="240966"/>
                  </a:lnTo>
                  <a:lnTo>
                    <a:pt x="738248" y="235334"/>
                  </a:lnTo>
                  <a:lnTo>
                    <a:pt x="740371" y="229697"/>
                  </a:lnTo>
                  <a:lnTo>
                    <a:pt x="742479" y="224054"/>
                  </a:lnTo>
                  <a:lnTo>
                    <a:pt x="744571" y="218405"/>
                  </a:lnTo>
                  <a:lnTo>
                    <a:pt x="746649" y="212751"/>
                  </a:lnTo>
                  <a:lnTo>
                    <a:pt x="748711" y="207091"/>
                  </a:lnTo>
                  <a:lnTo>
                    <a:pt x="750759" y="201426"/>
                  </a:lnTo>
                  <a:lnTo>
                    <a:pt x="752791" y="195756"/>
                  </a:lnTo>
                  <a:lnTo>
                    <a:pt x="754808" y="190079"/>
                  </a:lnTo>
                  <a:lnTo>
                    <a:pt x="756810" y="184398"/>
                  </a:lnTo>
                  <a:lnTo>
                    <a:pt x="758796" y="178711"/>
                  </a:lnTo>
                  <a:lnTo>
                    <a:pt x="760767" y="173019"/>
                  </a:lnTo>
                  <a:lnTo>
                    <a:pt x="762724" y="167322"/>
                  </a:lnTo>
                  <a:lnTo>
                    <a:pt x="764664" y="161619"/>
                  </a:lnTo>
                  <a:lnTo>
                    <a:pt x="766590" y="155912"/>
                  </a:lnTo>
                  <a:lnTo>
                    <a:pt x="768500" y="150199"/>
                  </a:lnTo>
                  <a:lnTo>
                    <a:pt x="770395" y="144481"/>
                  </a:lnTo>
                  <a:lnTo>
                    <a:pt x="772275" y="138758"/>
                  </a:lnTo>
                  <a:lnTo>
                    <a:pt x="774140" y="133030"/>
                  </a:lnTo>
                  <a:lnTo>
                    <a:pt x="775989" y="127297"/>
                  </a:lnTo>
                  <a:lnTo>
                    <a:pt x="777823" y="121559"/>
                  </a:lnTo>
                  <a:lnTo>
                    <a:pt x="779641" y="115816"/>
                  </a:lnTo>
                  <a:lnTo>
                    <a:pt x="781444" y="110069"/>
                  </a:lnTo>
                  <a:lnTo>
                    <a:pt x="783232" y="104316"/>
                  </a:lnTo>
                  <a:lnTo>
                    <a:pt x="785004" y="98559"/>
                  </a:lnTo>
                  <a:lnTo>
                    <a:pt x="786761" y="92797"/>
                  </a:lnTo>
                  <a:lnTo>
                    <a:pt x="788503" y="87031"/>
                  </a:lnTo>
                  <a:lnTo>
                    <a:pt x="790229" y="81260"/>
                  </a:lnTo>
                  <a:lnTo>
                    <a:pt x="791939" y="75484"/>
                  </a:lnTo>
                  <a:lnTo>
                    <a:pt x="793634" y="69704"/>
                  </a:lnTo>
                  <a:lnTo>
                    <a:pt x="795314" y="63919"/>
                  </a:lnTo>
                  <a:lnTo>
                    <a:pt x="796978" y="58129"/>
                  </a:lnTo>
                  <a:lnTo>
                    <a:pt x="798627" y="52336"/>
                  </a:lnTo>
                  <a:lnTo>
                    <a:pt x="800260" y="46538"/>
                  </a:lnTo>
                  <a:lnTo>
                    <a:pt x="801878" y="40735"/>
                  </a:lnTo>
                  <a:lnTo>
                    <a:pt x="803480" y="34928"/>
                  </a:lnTo>
                  <a:lnTo>
                    <a:pt x="805067" y="29117"/>
                  </a:lnTo>
                  <a:lnTo>
                    <a:pt x="806638" y="23302"/>
                  </a:lnTo>
                  <a:lnTo>
                    <a:pt x="808194" y="17483"/>
                  </a:lnTo>
                  <a:lnTo>
                    <a:pt x="809734" y="11659"/>
                  </a:lnTo>
                  <a:lnTo>
                    <a:pt x="811258" y="5831"/>
                  </a:lnTo>
                  <a:lnTo>
                    <a:pt x="812767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83820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83820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83820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83820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6828332" y="5310726"/>
              <a:ext cx="433938" cy="207508"/>
            </a:xfrm>
            <a:custGeom>
              <a:avLst/>
              <a:pathLst>
                <a:path w="433938" h="207508">
                  <a:moveTo>
                    <a:pt x="0" y="207508"/>
                  </a:moveTo>
                  <a:lnTo>
                    <a:pt x="1826" y="206867"/>
                  </a:lnTo>
                  <a:lnTo>
                    <a:pt x="3651" y="206224"/>
                  </a:lnTo>
                  <a:lnTo>
                    <a:pt x="5477" y="205580"/>
                  </a:lnTo>
                  <a:lnTo>
                    <a:pt x="7301" y="204934"/>
                  </a:lnTo>
                  <a:lnTo>
                    <a:pt x="9125" y="204286"/>
                  </a:lnTo>
                  <a:lnTo>
                    <a:pt x="10949" y="203637"/>
                  </a:lnTo>
                  <a:lnTo>
                    <a:pt x="12772" y="202986"/>
                  </a:lnTo>
                  <a:lnTo>
                    <a:pt x="14594" y="202334"/>
                  </a:lnTo>
                  <a:lnTo>
                    <a:pt x="16416" y="201680"/>
                  </a:lnTo>
                  <a:lnTo>
                    <a:pt x="18237" y="201024"/>
                  </a:lnTo>
                  <a:lnTo>
                    <a:pt x="20057" y="200367"/>
                  </a:lnTo>
                  <a:lnTo>
                    <a:pt x="21877" y="199709"/>
                  </a:lnTo>
                  <a:lnTo>
                    <a:pt x="23697" y="199048"/>
                  </a:lnTo>
                  <a:lnTo>
                    <a:pt x="25516" y="198386"/>
                  </a:lnTo>
                  <a:lnTo>
                    <a:pt x="27334" y="197723"/>
                  </a:lnTo>
                  <a:lnTo>
                    <a:pt x="29152" y="197058"/>
                  </a:lnTo>
                  <a:lnTo>
                    <a:pt x="30969" y="196391"/>
                  </a:lnTo>
                  <a:lnTo>
                    <a:pt x="32785" y="195723"/>
                  </a:lnTo>
                  <a:lnTo>
                    <a:pt x="34601" y="195053"/>
                  </a:lnTo>
                  <a:lnTo>
                    <a:pt x="36417" y="194382"/>
                  </a:lnTo>
                  <a:lnTo>
                    <a:pt x="38231" y="193709"/>
                  </a:lnTo>
                  <a:lnTo>
                    <a:pt x="40046" y="193034"/>
                  </a:lnTo>
                  <a:lnTo>
                    <a:pt x="41859" y="192358"/>
                  </a:lnTo>
                  <a:lnTo>
                    <a:pt x="43672" y="191680"/>
                  </a:lnTo>
                  <a:lnTo>
                    <a:pt x="45485" y="191001"/>
                  </a:lnTo>
                  <a:lnTo>
                    <a:pt x="47296" y="190320"/>
                  </a:lnTo>
                  <a:lnTo>
                    <a:pt x="49108" y="189637"/>
                  </a:lnTo>
                  <a:lnTo>
                    <a:pt x="50918" y="188953"/>
                  </a:lnTo>
                  <a:lnTo>
                    <a:pt x="52728" y="188267"/>
                  </a:lnTo>
                  <a:lnTo>
                    <a:pt x="54538" y="187580"/>
                  </a:lnTo>
                  <a:lnTo>
                    <a:pt x="56346" y="186891"/>
                  </a:lnTo>
                  <a:lnTo>
                    <a:pt x="58155" y="186201"/>
                  </a:lnTo>
                  <a:lnTo>
                    <a:pt x="59962" y="185509"/>
                  </a:lnTo>
                  <a:lnTo>
                    <a:pt x="61769" y="184815"/>
                  </a:lnTo>
                  <a:lnTo>
                    <a:pt x="63576" y="184120"/>
                  </a:lnTo>
                  <a:lnTo>
                    <a:pt x="65381" y="183423"/>
                  </a:lnTo>
                  <a:lnTo>
                    <a:pt x="67187" y="182725"/>
                  </a:lnTo>
                  <a:lnTo>
                    <a:pt x="68991" y="182025"/>
                  </a:lnTo>
                  <a:lnTo>
                    <a:pt x="70795" y="181324"/>
                  </a:lnTo>
                  <a:lnTo>
                    <a:pt x="72599" y="180621"/>
                  </a:lnTo>
                  <a:lnTo>
                    <a:pt x="74401" y="179916"/>
                  </a:lnTo>
                  <a:lnTo>
                    <a:pt x="76203" y="179210"/>
                  </a:lnTo>
                  <a:lnTo>
                    <a:pt x="78005" y="178502"/>
                  </a:lnTo>
                  <a:lnTo>
                    <a:pt x="79806" y="177792"/>
                  </a:lnTo>
                  <a:lnTo>
                    <a:pt x="81606" y="177082"/>
                  </a:lnTo>
                  <a:lnTo>
                    <a:pt x="83406" y="176369"/>
                  </a:lnTo>
                  <a:lnTo>
                    <a:pt x="85205" y="175655"/>
                  </a:lnTo>
                  <a:lnTo>
                    <a:pt x="87003" y="174939"/>
                  </a:lnTo>
                  <a:lnTo>
                    <a:pt x="88801" y="174222"/>
                  </a:lnTo>
                  <a:lnTo>
                    <a:pt x="90598" y="173503"/>
                  </a:lnTo>
                  <a:lnTo>
                    <a:pt x="92394" y="172783"/>
                  </a:lnTo>
                  <a:lnTo>
                    <a:pt x="94190" y="172061"/>
                  </a:lnTo>
                  <a:lnTo>
                    <a:pt x="95986" y="171337"/>
                  </a:lnTo>
                  <a:lnTo>
                    <a:pt x="97780" y="170612"/>
                  </a:lnTo>
                  <a:lnTo>
                    <a:pt x="99574" y="169886"/>
                  </a:lnTo>
                  <a:lnTo>
                    <a:pt x="101367" y="169157"/>
                  </a:lnTo>
                  <a:lnTo>
                    <a:pt x="103160" y="168428"/>
                  </a:lnTo>
                  <a:lnTo>
                    <a:pt x="104952" y="167696"/>
                  </a:lnTo>
                  <a:lnTo>
                    <a:pt x="106744" y="166963"/>
                  </a:lnTo>
                  <a:lnTo>
                    <a:pt x="108534" y="166229"/>
                  </a:lnTo>
                  <a:lnTo>
                    <a:pt x="110324" y="165493"/>
                  </a:lnTo>
                  <a:lnTo>
                    <a:pt x="112114" y="164755"/>
                  </a:lnTo>
                  <a:lnTo>
                    <a:pt x="113903" y="164016"/>
                  </a:lnTo>
                  <a:lnTo>
                    <a:pt x="115691" y="163275"/>
                  </a:lnTo>
                  <a:lnTo>
                    <a:pt x="117479" y="162533"/>
                  </a:lnTo>
                  <a:lnTo>
                    <a:pt x="119265" y="161789"/>
                  </a:lnTo>
                  <a:lnTo>
                    <a:pt x="121052" y="161044"/>
                  </a:lnTo>
                  <a:lnTo>
                    <a:pt x="122837" y="160297"/>
                  </a:lnTo>
                  <a:lnTo>
                    <a:pt x="124622" y="159548"/>
                  </a:lnTo>
                  <a:lnTo>
                    <a:pt x="126407" y="158798"/>
                  </a:lnTo>
                  <a:lnTo>
                    <a:pt x="128190" y="158046"/>
                  </a:lnTo>
                  <a:lnTo>
                    <a:pt x="129973" y="157293"/>
                  </a:lnTo>
                  <a:lnTo>
                    <a:pt x="131755" y="156538"/>
                  </a:lnTo>
                  <a:lnTo>
                    <a:pt x="133537" y="155782"/>
                  </a:lnTo>
                  <a:lnTo>
                    <a:pt x="135318" y="155024"/>
                  </a:lnTo>
                  <a:lnTo>
                    <a:pt x="137098" y="154264"/>
                  </a:lnTo>
                  <a:lnTo>
                    <a:pt x="138878" y="153503"/>
                  </a:lnTo>
                  <a:lnTo>
                    <a:pt x="140657" y="152741"/>
                  </a:lnTo>
                  <a:lnTo>
                    <a:pt x="142435" y="151977"/>
                  </a:lnTo>
                  <a:lnTo>
                    <a:pt x="144213" y="151211"/>
                  </a:lnTo>
                  <a:lnTo>
                    <a:pt x="145990" y="150444"/>
                  </a:lnTo>
                  <a:lnTo>
                    <a:pt x="147766" y="149675"/>
                  </a:lnTo>
                  <a:lnTo>
                    <a:pt x="149542" y="148905"/>
                  </a:lnTo>
                  <a:lnTo>
                    <a:pt x="151317" y="148133"/>
                  </a:lnTo>
                  <a:lnTo>
                    <a:pt x="153091" y="147359"/>
                  </a:lnTo>
                  <a:lnTo>
                    <a:pt x="154865" y="146584"/>
                  </a:lnTo>
                  <a:lnTo>
                    <a:pt x="156638" y="145808"/>
                  </a:lnTo>
                  <a:lnTo>
                    <a:pt x="158410" y="145030"/>
                  </a:lnTo>
                  <a:lnTo>
                    <a:pt x="160182" y="144250"/>
                  </a:lnTo>
                  <a:lnTo>
                    <a:pt x="161953" y="143469"/>
                  </a:lnTo>
                  <a:lnTo>
                    <a:pt x="163723" y="142686"/>
                  </a:lnTo>
                  <a:lnTo>
                    <a:pt x="165492" y="141902"/>
                  </a:lnTo>
                  <a:lnTo>
                    <a:pt x="167261" y="141116"/>
                  </a:lnTo>
                  <a:lnTo>
                    <a:pt x="169029" y="140329"/>
                  </a:lnTo>
                  <a:lnTo>
                    <a:pt x="170797" y="139540"/>
                  </a:lnTo>
                  <a:lnTo>
                    <a:pt x="172564" y="138749"/>
                  </a:lnTo>
                  <a:lnTo>
                    <a:pt x="174330" y="137957"/>
                  </a:lnTo>
                  <a:lnTo>
                    <a:pt x="176095" y="137163"/>
                  </a:lnTo>
                  <a:lnTo>
                    <a:pt x="177860" y="136368"/>
                  </a:lnTo>
                  <a:lnTo>
                    <a:pt x="179624" y="135572"/>
                  </a:lnTo>
                  <a:lnTo>
                    <a:pt x="181387" y="134774"/>
                  </a:lnTo>
                  <a:lnTo>
                    <a:pt x="183150" y="133974"/>
                  </a:lnTo>
                  <a:lnTo>
                    <a:pt x="184912" y="133173"/>
                  </a:lnTo>
                  <a:lnTo>
                    <a:pt x="186673" y="132370"/>
                  </a:lnTo>
                  <a:lnTo>
                    <a:pt x="188433" y="131565"/>
                  </a:lnTo>
                  <a:lnTo>
                    <a:pt x="190193" y="130759"/>
                  </a:lnTo>
                  <a:lnTo>
                    <a:pt x="191952" y="129952"/>
                  </a:lnTo>
                  <a:lnTo>
                    <a:pt x="193711" y="129143"/>
                  </a:lnTo>
                  <a:lnTo>
                    <a:pt x="195468" y="128333"/>
                  </a:lnTo>
                  <a:lnTo>
                    <a:pt x="197225" y="127520"/>
                  </a:lnTo>
                  <a:lnTo>
                    <a:pt x="198981" y="126707"/>
                  </a:lnTo>
                  <a:lnTo>
                    <a:pt x="200737" y="125892"/>
                  </a:lnTo>
                  <a:lnTo>
                    <a:pt x="202492" y="125075"/>
                  </a:lnTo>
                  <a:lnTo>
                    <a:pt x="204246" y="124257"/>
                  </a:lnTo>
                  <a:lnTo>
                    <a:pt x="205999" y="123437"/>
                  </a:lnTo>
                  <a:lnTo>
                    <a:pt x="207752" y="122616"/>
                  </a:lnTo>
                  <a:lnTo>
                    <a:pt x="209504" y="121793"/>
                  </a:lnTo>
                  <a:lnTo>
                    <a:pt x="211255" y="120969"/>
                  </a:lnTo>
                  <a:lnTo>
                    <a:pt x="213006" y="120143"/>
                  </a:lnTo>
                  <a:lnTo>
                    <a:pt x="214756" y="119316"/>
                  </a:lnTo>
                  <a:lnTo>
                    <a:pt x="216505" y="118487"/>
                  </a:lnTo>
                  <a:lnTo>
                    <a:pt x="218253" y="117656"/>
                  </a:lnTo>
                  <a:lnTo>
                    <a:pt x="220001" y="116824"/>
                  </a:lnTo>
                  <a:lnTo>
                    <a:pt x="221748" y="115991"/>
                  </a:lnTo>
                  <a:lnTo>
                    <a:pt x="223494" y="115156"/>
                  </a:lnTo>
                  <a:lnTo>
                    <a:pt x="225239" y="114319"/>
                  </a:lnTo>
                  <a:lnTo>
                    <a:pt x="226984" y="113481"/>
                  </a:lnTo>
                  <a:lnTo>
                    <a:pt x="228728" y="112642"/>
                  </a:lnTo>
                  <a:lnTo>
                    <a:pt x="230471" y="111801"/>
                  </a:lnTo>
                  <a:lnTo>
                    <a:pt x="232214" y="110958"/>
                  </a:lnTo>
                  <a:lnTo>
                    <a:pt x="233955" y="110114"/>
                  </a:lnTo>
                  <a:lnTo>
                    <a:pt x="235696" y="109268"/>
                  </a:lnTo>
                  <a:lnTo>
                    <a:pt x="237437" y="108421"/>
                  </a:lnTo>
                  <a:lnTo>
                    <a:pt x="239176" y="107572"/>
                  </a:lnTo>
                  <a:lnTo>
                    <a:pt x="240915" y="106722"/>
                  </a:lnTo>
                  <a:lnTo>
                    <a:pt x="242653" y="105870"/>
                  </a:lnTo>
                  <a:lnTo>
                    <a:pt x="244390" y="105017"/>
                  </a:lnTo>
                  <a:lnTo>
                    <a:pt x="246127" y="104162"/>
                  </a:lnTo>
                  <a:lnTo>
                    <a:pt x="247863" y="103306"/>
                  </a:lnTo>
                  <a:lnTo>
                    <a:pt x="249598" y="102448"/>
                  </a:lnTo>
                  <a:lnTo>
                    <a:pt x="251332" y="101588"/>
                  </a:lnTo>
                  <a:lnTo>
                    <a:pt x="253066" y="100728"/>
                  </a:lnTo>
                  <a:lnTo>
                    <a:pt x="254799" y="99865"/>
                  </a:lnTo>
                  <a:lnTo>
                    <a:pt x="256531" y="99001"/>
                  </a:lnTo>
                  <a:lnTo>
                    <a:pt x="258262" y="98136"/>
                  </a:lnTo>
                  <a:lnTo>
                    <a:pt x="259992" y="97269"/>
                  </a:lnTo>
                  <a:lnTo>
                    <a:pt x="261722" y="96401"/>
                  </a:lnTo>
                  <a:lnTo>
                    <a:pt x="263451" y="95531"/>
                  </a:lnTo>
                  <a:lnTo>
                    <a:pt x="265180" y="94659"/>
                  </a:lnTo>
                  <a:lnTo>
                    <a:pt x="266907" y="93786"/>
                  </a:lnTo>
                  <a:lnTo>
                    <a:pt x="268634" y="92912"/>
                  </a:lnTo>
                  <a:lnTo>
                    <a:pt x="270360" y="92036"/>
                  </a:lnTo>
                  <a:lnTo>
                    <a:pt x="272085" y="91158"/>
                  </a:lnTo>
                  <a:lnTo>
                    <a:pt x="273809" y="90279"/>
                  </a:lnTo>
                  <a:lnTo>
                    <a:pt x="275533" y="89399"/>
                  </a:lnTo>
                  <a:lnTo>
                    <a:pt x="277256" y="88517"/>
                  </a:lnTo>
                  <a:lnTo>
                    <a:pt x="278978" y="87633"/>
                  </a:lnTo>
                  <a:lnTo>
                    <a:pt x="280699" y="86748"/>
                  </a:lnTo>
                  <a:lnTo>
                    <a:pt x="282420" y="85861"/>
                  </a:lnTo>
                  <a:lnTo>
                    <a:pt x="284140" y="84973"/>
                  </a:lnTo>
                  <a:lnTo>
                    <a:pt x="285859" y="84084"/>
                  </a:lnTo>
                  <a:lnTo>
                    <a:pt x="287577" y="83193"/>
                  </a:lnTo>
                  <a:lnTo>
                    <a:pt x="289295" y="82300"/>
                  </a:lnTo>
                  <a:lnTo>
                    <a:pt x="291011" y="81406"/>
                  </a:lnTo>
                  <a:lnTo>
                    <a:pt x="292727" y="80511"/>
                  </a:lnTo>
                  <a:lnTo>
                    <a:pt x="294442" y="79614"/>
                  </a:lnTo>
                  <a:lnTo>
                    <a:pt x="296157" y="78715"/>
                  </a:lnTo>
                  <a:lnTo>
                    <a:pt x="297870" y="77815"/>
                  </a:lnTo>
                  <a:lnTo>
                    <a:pt x="299583" y="76913"/>
                  </a:lnTo>
                  <a:lnTo>
                    <a:pt x="301295" y="76010"/>
                  </a:lnTo>
                  <a:lnTo>
                    <a:pt x="303006" y="75106"/>
                  </a:lnTo>
                  <a:lnTo>
                    <a:pt x="304716" y="74200"/>
                  </a:lnTo>
                  <a:lnTo>
                    <a:pt x="306426" y="73292"/>
                  </a:lnTo>
                  <a:lnTo>
                    <a:pt x="308135" y="72383"/>
                  </a:lnTo>
                  <a:lnTo>
                    <a:pt x="309843" y="71473"/>
                  </a:lnTo>
                  <a:lnTo>
                    <a:pt x="311550" y="70561"/>
                  </a:lnTo>
                  <a:lnTo>
                    <a:pt x="313257" y="69647"/>
                  </a:lnTo>
                  <a:lnTo>
                    <a:pt x="314962" y="68732"/>
                  </a:lnTo>
                  <a:lnTo>
                    <a:pt x="316667" y="67816"/>
                  </a:lnTo>
                  <a:lnTo>
                    <a:pt x="318371" y="66898"/>
                  </a:lnTo>
                  <a:lnTo>
                    <a:pt x="320074" y="65978"/>
                  </a:lnTo>
                  <a:lnTo>
                    <a:pt x="321777" y="65057"/>
                  </a:lnTo>
                  <a:lnTo>
                    <a:pt x="323478" y="64135"/>
                  </a:lnTo>
                  <a:lnTo>
                    <a:pt x="325179" y="63211"/>
                  </a:lnTo>
                  <a:lnTo>
                    <a:pt x="326879" y="62285"/>
                  </a:lnTo>
                  <a:lnTo>
                    <a:pt x="328578" y="61359"/>
                  </a:lnTo>
                  <a:lnTo>
                    <a:pt x="330277" y="60430"/>
                  </a:lnTo>
                  <a:lnTo>
                    <a:pt x="331974" y="59500"/>
                  </a:lnTo>
                  <a:lnTo>
                    <a:pt x="333671" y="58569"/>
                  </a:lnTo>
                  <a:lnTo>
                    <a:pt x="335367" y="57636"/>
                  </a:lnTo>
                  <a:lnTo>
                    <a:pt x="337062" y="56702"/>
                  </a:lnTo>
                  <a:lnTo>
                    <a:pt x="338756" y="55766"/>
                  </a:lnTo>
                  <a:lnTo>
                    <a:pt x="340450" y="54829"/>
                  </a:lnTo>
                  <a:lnTo>
                    <a:pt x="342142" y="53890"/>
                  </a:lnTo>
                  <a:lnTo>
                    <a:pt x="343834" y="52950"/>
                  </a:lnTo>
                  <a:lnTo>
                    <a:pt x="345525" y="52008"/>
                  </a:lnTo>
                  <a:lnTo>
                    <a:pt x="347215" y="51065"/>
                  </a:lnTo>
                  <a:lnTo>
                    <a:pt x="348905" y="50120"/>
                  </a:lnTo>
                  <a:lnTo>
                    <a:pt x="350593" y="49174"/>
                  </a:lnTo>
                  <a:lnTo>
                    <a:pt x="352281" y="48226"/>
                  </a:lnTo>
                  <a:lnTo>
                    <a:pt x="353968" y="47277"/>
                  </a:lnTo>
                  <a:lnTo>
                    <a:pt x="355654" y="46326"/>
                  </a:lnTo>
                  <a:lnTo>
                    <a:pt x="357339" y="45374"/>
                  </a:lnTo>
                  <a:lnTo>
                    <a:pt x="359023" y="44421"/>
                  </a:lnTo>
                  <a:lnTo>
                    <a:pt x="360707" y="43466"/>
                  </a:lnTo>
                  <a:lnTo>
                    <a:pt x="362390" y="42509"/>
                  </a:lnTo>
                  <a:lnTo>
                    <a:pt x="364072" y="41551"/>
                  </a:lnTo>
                  <a:lnTo>
                    <a:pt x="365753" y="40592"/>
                  </a:lnTo>
                  <a:lnTo>
                    <a:pt x="367433" y="39631"/>
                  </a:lnTo>
                  <a:lnTo>
                    <a:pt x="369112" y="38669"/>
                  </a:lnTo>
                  <a:lnTo>
                    <a:pt x="370791" y="37705"/>
                  </a:lnTo>
                  <a:lnTo>
                    <a:pt x="372468" y="36740"/>
                  </a:lnTo>
                  <a:lnTo>
                    <a:pt x="374145" y="35773"/>
                  </a:lnTo>
                  <a:lnTo>
                    <a:pt x="375821" y="34805"/>
                  </a:lnTo>
                  <a:lnTo>
                    <a:pt x="377496" y="33835"/>
                  </a:lnTo>
                  <a:lnTo>
                    <a:pt x="379170" y="32864"/>
                  </a:lnTo>
                  <a:lnTo>
                    <a:pt x="380844" y="31891"/>
                  </a:lnTo>
                  <a:lnTo>
                    <a:pt x="382517" y="30917"/>
                  </a:lnTo>
                  <a:lnTo>
                    <a:pt x="384188" y="29942"/>
                  </a:lnTo>
                  <a:lnTo>
                    <a:pt x="385859" y="28965"/>
                  </a:lnTo>
                  <a:lnTo>
                    <a:pt x="387529" y="27986"/>
                  </a:lnTo>
                  <a:lnTo>
                    <a:pt x="389198" y="27006"/>
                  </a:lnTo>
                  <a:lnTo>
                    <a:pt x="390867" y="26025"/>
                  </a:lnTo>
                  <a:lnTo>
                    <a:pt x="392534" y="25042"/>
                  </a:lnTo>
                  <a:lnTo>
                    <a:pt x="394201" y="24058"/>
                  </a:lnTo>
                  <a:lnTo>
                    <a:pt x="395866" y="23072"/>
                  </a:lnTo>
                  <a:lnTo>
                    <a:pt x="397531" y="22085"/>
                  </a:lnTo>
                  <a:lnTo>
                    <a:pt x="399195" y="21096"/>
                  </a:lnTo>
                  <a:lnTo>
                    <a:pt x="400858" y="20106"/>
                  </a:lnTo>
                  <a:lnTo>
                    <a:pt x="402521" y="19114"/>
                  </a:lnTo>
                  <a:lnTo>
                    <a:pt x="404182" y="18121"/>
                  </a:lnTo>
                  <a:lnTo>
                    <a:pt x="405843" y="17127"/>
                  </a:lnTo>
                  <a:lnTo>
                    <a:pt x="407502" y="16131"/>
                  </a:lnTo>
                  <a:lnTo>
                    <a:pt x="409161" y="15134"/>
                  </a:lnTo>
                  <a:lnTo>
                    <a:pt x="410819" y="14135"/>
                  </a:lnTo>
                  <a:lnTo>
                    <a:pt x="412476" y="13135"/>
                  </a:lnTo>
                  <a:lnTo>
                    <a:pt x="414132" y="12133"/>
                  </a:lnTo>
                  <a:lnTo>
                    <a:pt x="415787" y="11130"/>
                  </a:lnTo>
                  <a:lnTo>
                    <a:pt x="417442" y="10125"/>
                  </a:lnTo>
                  <a:lnTo>
                    <a:pt x="419095" y="9119"/>
                  </a:lnTo>
                  <a:lnTo>
                    <a:pt x="420748" y="8112"/>
                  </a:lnTo>
                  <a:lnTo>
                    <a:pt x="422400" y="7103"/>
                  </a:lnTo>
                  <a:lnTo>
                    <a:pt x="424051" y="6092"/>
                  </a:lnTo>
                  <a:lnTo>
                    <a:pt x="425701" y="5080"/>
                  </a:lnTo>
                  <a:lnTo>
                    <a:pt x="427350" y="4067"/>
                  </a:lnTo>
                  <a:lnTo>
                    <a:pt x="428998" y="3052"/>
                  </a:lnTo>
                  <a:lnTo>
                    <a:pt x="430646" y="2036"/>
                  </a:lnTo>
                  <a:lnTo>
                    <a:pt x="432292" y="1019"/>
                  </a:lnTo>
                  <a:lnTo>
                    <a:pt x="433938" y="0"/>
                  </a:lnTo>
                </a:path>
              </a:pathLst>
            </a:custGeom>
            <a:ln w="83820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6841108" y="5343547"/>
              <a:ext cx="441506" cy="211127"/>
            </a:xfrm>
            <a:custGeom>
              <a:avLst/>
              <a:pathLst>
                <a:path w="441506" h="211127">
                  <a:moveTo>
                    <a:pt x="0" y="211127"/>
                  </a:moveTo>
                  <a:lnTo>
                    <a:pt x="1858" y="210475"/>
                  </a:lnTo>
                  <a:lnTo>
                    <a:pt x="3715" y="209821"/>
                  </a:lnTo>
                  <a:lnTo>
                    <a:pt x="5572" y="209165"/>
                  </a:lnTo>
                  <a:lnTo>
                    <a:pt x="7429" y="208508"/>
                  </a:lnTo>
                  <a:lnTo>
                    <a:pt x="9284" y="207849"/>
                  </a:lnTo>
                  <a:lnTo>
                    <a:pt x="11140" y="207189"/>
                  </a:lnTo>
                  <a:lnTo>
                    <a:pt x="12994" y="206527"/>
                  </a:lnTo>
                  <a:lnTo>
                    <a:pt x="14848" y="205863"/>
                  </a:lnTo>
                  <a:lnTo>
                    <a:pt x="16702" y="205198"/>
                  </a:lnTo>
                  <a:lnTo>
                    <a:pt x="18555" y="204531"/>
                  </a:lnTo>
                  <a:lnTo>
                    <a:pt x="20407" y="203862"/>
                  </a:lnTo>
                  <a:lnTo>
                    <a:pt x="22259" y="203192"/>
                  </a:lnTo>
                  <a:lnTo>
                    <a:pt x="24110" y="202520"/>
                  </a:lnTo>
                  <a:lnTo>
                    <a:pt x="25961" y="201847"/>
                  </a:lnTo>
                  <a:lnTo>
                    <a:pt x="27811" y="201172"/>
                  </a:lnTo>
                  <a:lnTo>
                    <a:pt x="29660" y="200495"/>
                  </a:lnTo>
                  <a:lnTo>
                    <a:pt x="31509" y="199817"/>
                  </a:lnTo>
                  <a:lnTo>
                    <a:pt x="33357" y="199137"/>
                  </a:lnTo>
                  <a:lnTo>
                    <a:pt x="35205" y="198455"/>
                  </a:lnTo>
                  <a:lnTo>
                    <a:pt x="37052" y="197772"/>
                  </a:lnTo>
                  <a:lnTo>
                    <a:pt x="38898" y="197087"/>
                  </a:lnTo>
                  <a:lnTo>
                    <a:pt x="40744" y="196401"/>
                  </a:lnTo>
                  <a:lnTo>
                    <a:pt x="42589" y="195713"/>
                  </a:lnTo>
                  <a:lnTo>
                    <a:pt x="44434" y="195023"/>
                  </a:lnTo>
                  <a:lnTo>
                    <a:pt x="46278" y="194332"/>
                  </a:lnTo>
                  <a:lnTo>
                    <a:pt x="48121" y="193639"/>
                  </a:lnTo>
                  <a:lnTo>
                    <a:pt x="49964" y="192945"/>
                  </a:lnTo>
                  <a:lnTo>
                    <a:pt x="51806" y="192249"/>
                  </a:lnTo>
                  <a:lnTo>
                    <a:pt x="53648" y="191551"/>
                  </a:lnTo>
                  <a:lnTo>
                    <a:pt x="55489" y="190852"/>
                  </a:lnTo>
                  <a:lnTo>
                    <a:pt x="57329" y="190151"/>
                  </a:lnTo>
                  <a:lnTo>
                    <a:pt x="59169" y="189449"/>
                  </a:lnTo>
                  <a:lnTo>
                    <a:pt x="61008" y="188744"/>
                  </a:lnTo>
                  <a:lnTo>
                    <a:pt x="62847" y="188039"/>
                  </a:lnTo>
                  <a:lnTo>
                    <a:pt x="64685" y="187331"/>
                  </a:lnTo>
                  <a:lnTo>
                    <a:pt x="66522" y="186623"/>
                  </a:lnTo>
                  <a:lnTo>
                    <a:pt x="68359" y="185912"/>
                  </a:lnTo>
                  <a:lnTo>
                    <a:pt x="70195" y="185200"/>
                  </a:lnTo>
                  <a:lnTo>
                    <a:pt x="72030" y="184486"/>
                  </a:lnTo>
                  <a:lnTo>
                    <a:pt x="73865" y="183771"/>
                  </a:lnTo>
                  <a:lnTo>
                    <a:pt x="75699" y="183054"/>
                  </a:lnTo>
                  <a:lnTo>
                    <a:pt x="77533" y="182335"/>
                  </a:lnTo>
                  <a:lnTo>
                    <a:pt x="79365" y="181615"/>
                  </a:lnTo>
                  <a:lnTo>
                    <a:pt x="81198" y="180894"/>
                  </a:lnTo>
                  <a:lnTo>
                    <a:pt x="83029" y="180170"/>
                  </a:lnTo>
                  <a:lnTo>
                    <a:pt x="84860" y="179445"/>
                  </a:lnTo>
                  <a:lnTo>
                    <a:pt x="86691" y="178719"/>
                  </a:lnTo>
                  <a:lnTo>
                    <a:pt x="88521" y="177991"/>
                  </a:lnTo>
                  <a:lnTo>
                    <a:pt x="90350" y="177261"/>
                  </a:lnTo>
                  <a:lnTo>
                    <a:pt x="92178" y="176529"/>
                  </a:lnTo>
                  <a:lnTo>
                    <a:pt x="94006" y="175797"/>
                  </a:lnTo>
                  <a:lnTo>
                    <a:pt x="95833" y="175062"/>
                  </a:lnTo>
                  <a:lnTo>
                    <a:pt x="97660" y="174326"/>
                  </a:lnTo>
                  <a:lnTo>
                    <a:pt x="99486" y="173588"/>
                  </a:lnTo>
                  <a:lnTo>
                    <a:pt x="101311" y="172849"/>
                  </a:lnTo>
                  <a:lnTo>
                    <a:pt x="103135" y="172108"/>
                  </a:lnTo>
                  <a:lnTo>
                    <a:pt x="104959" y="171365"/>
                  </a:lnTo>
                  <a:lnTo>
                    <a:pt x="106783" y="170621"/>
                  </a:lnTo>
                  <a:lnTo>
                    <a:pt x="108605" y="169875"/>
                  </a:lnTo>
                  <a:lnTo>
                    <a:pt x="110427" y="169128"/>
                  </a:lnTo>
                  <a:lnTo>
                    <a:pt x="112249" y="168379"/>
                  </a:lnTo>
                  <a:lnTo>
                    <a:pt x="114069" y="167629"/>
                  </a:lnTo>
                  <a:lnTo>
                    <a:pt x="115890" y="166877"/>
                  </a:lnTo>
                  <a:lnTo>
                    <a:pt x="117709" y="166123"/>
                  </a:lnTo>
                  <a:lnTo>
                    <a:pt x="119528" y="165368"/>
                  </a:lnTo>
                  <a:lnTo>
                    <a:pt x="121346" y="164611"/>
                  </a:lnTo>
                  <a:lnTo>
                    <a:pt x="123163" y="163853"/>
                  </a:lnTo>
                  <a:lnTo>
                    <a:pt x="124980" y="163092"/>
                  </a:lnTo>
                  <a:lnTo>
                    <a:pt x="126796" y="162331"/>
                  </a:lnTo>
                  <a:lnTo>
                    <a:pt x="128611" y="161568"/>
                  </a:lnTo>
                  <a:lnTo>
                    <a:pt x="130426" y="160803"/>
                  </a:lnTo>
                  <a:lnTo>
                    <a:pt x="132240" y="160037"/>
                  </a:lnTo>
                  <a:lnTo>
                    <a:pt x="134054" y="159269"/>
                  </a:lnTo>
                  <a:lnTo>
                    <a:pt x="135866" y="158499"/>
                  </a:lnTo>
                  <a:lnTo>
                    <a:pt x="137678" y="157728"/>
                  </a:lnTo>
                  <a:lnTo>
                    <a:pt x="139490" y="156955"/>
                  </a:lnTo>
                  <a:lnTo>
                    <a:pt x="141300" y="156181"/>
                  </a:lnTo>
                  <a:lnTo>
                    <a:pt x="143110" y="155405"/>
                  </a:lnTo>
                  <a:lnTo>
                    <a:pt x="144920" y="154628"/>
                  </a:lnTo>
                  <a:lnTo>
                    <a:pt x="146728" y="153848"/>
                  </a:lnTo>
                  <a:lnTo>
                    <a:pt x="148536" y="153068"/>
                  </a:lnTo>
                  <a:lnTo>
                    <a:pt x="150344" y="152286"/>
                  </a:lnTo>
                  <a:lnTo>
                    <a:pt x="152150" y="151502"/>
                  </a:lnTo>
                  <a:lnTo>
                    <a:pt x="153956" y="150716"/>
                  </a:lnTo>
                  <a:lnTo>
                    <a:pt x="155762" y="149930"/>
                  </a:lnTo>
                  <a:lnTo>
                    <a:pt x="157566" y="149141"/>
                  </a:lnTo>
                  <a:lnTo>
                    <a:pt x="159370" y="148351"/>
                  </a:lnTo>
                  <a:lnTo>
                    <a:pt x="161173" y="147559"/>
                  </a:lnTo>
                  <a:lnTo>
                    <a:pt x="162976" y="146766"/>
                  </a:lnTo>
                  <a:lnTo>
                    <a:pt x="164777" y="145971"/>
                  </a:lnTo>
                  <a:lnTo>
                    <a:pt x="166578" y="145175"/>
                  </a:lnTo>
                  <a:lnTo>
                    <a:pt x="168379" y="144377"/>
                  </a:lnTo>
                  <a:lnTo>
                    <a:pt x="170179" y="143577"/>
                  </a:lnTo>
                  <a:lnTo>
                    <a:pt x="171978" y="142776"/>
                  </a:lnTo>
                  <a:lnTo>
                    <a:pt x="173776" y="141973"/>
                  </a:lnTo>
                  <a:lnTo>
                    <a:pt x="175573" y="141169"/>
                  </a:lnTo>
                  <a:lnTo>
                    <a:pt x="177370" y="140363"/>
                  </a:lnTo>
                  <a:lnTo>
                    <a:pt x="179166" y="139556"/>
                  </a:lnTo>
                  <a:lnTo>
                    <a:pt x="180962" y="138747"/>
                  </a:lnTo>
                  <a:lnTo>
                    <a:pt x="182757" y="137936"/>
                  </a:lnTo>
                  <a:lnTo>
                    <a:pt x="184551" y="137124"/>
                  </a:lnTo>
                  <a:lnTo>
                    <a:pt x="186344" y="136311"/>
                  </a:lnTo>
                  <a:lnTo>
                    <a:pt x="188137" y="135495"/>
                  </a:lnTo>
                  <a:lnTo>
                    <a:pt x="189929" y="134678"/>
                  </a:lnTo>
                  <a:lnTo>
                    <a:pt x="191720" y="133860"/>
                  </a:lnTo>
                  <a:lnTo>
                    <a:pt x="193510" y="133040"/>
                  </a:lnTo>
                  <a:lnTo>
                    <a:pt x="195300" y="132219"/>
                  </a:lnTo>
                  <a:lnTo>
                    <a:pt x="197089" y="131396"/>
                  </a:lnTo>
                  <a:lnTo>
                    <a:pt x="198878" y="130571"/>
                  </a:lnTo>
                  <a:lnTo>
                    <a:pt x="200665" y="129745"/>
                  </a:lnTo>
                  <a:lnTo>
                    <a:pt x="202452" y="128917"/>
                  </a:lnTo>
                  <a:lnTo>
                    <a:pt x="204238" y="128088"/>
                  </a:lnTo>
                  <a:lnTo>
                    <a:pt x="206024" y="127257"/>
                  </a:lnTo>
                  <a:lnTo>
                    <a:pt x="207808" y="126424"/>
                  </a:lnTo>
                  <a:lnTo>
                    <a:pt x="209592" y="125590"/>
                  </a:lnTo>
                  <a:lnTo>
                    <a:pt x="211376" y="124755"/>
                  </a:lnTo>
                  <a:lnTo>
                    <a:pt x="213158" y="123918"/>
                  </a:lnTo>
                  <a:lnTo>
                    <a:pt x="214940" y="123079"/>
                  </a:lnTo>
                  <a:lnTo>
                    <a:pt x="216721" y="122239"/>
                  </a:lnTo>
                  <a:lnTo>
                    <a:pt x="218501" y="121397"/>
                  </a:lnTo>
                  <a:lnTo>
                    <a:pt x="220281" y="120553"/>
                  </a:lnTo>
                  <a:lnTo>
                    <a:pt x="222060" y="119708"/>
                  </a:lnTo>
                  <a:lnTo>
                    <a:pt x="223838" y="118862"/>
                  </a:lnTo>
                  <a:lnTo>
                    <a:pt x="225615" y="118014"/>
                  </a:lnTo>
                  <a:lnTo>
                    <a:pt x="227392" y="117164"/>
                  </a:lnTo>
                  <a:lnTo>
                    <a:pt x="229168" y="116313"/>
                  </a:lnTo>
                  <a:lnTo>
                    <a:pt x="230943" y="115461"/>
                  </a:lnTo>
                  <a:lnTo>
                    <a:pt x="232717" y="114606"/>
                  </a:lnTo>
                  <a:lnTo>
                    <a:pt x="234491" y="113751"/>
                  </a:lnTo>
                  <a:lnTo>
                    <a:pt x="236264" y="112893"/>
                  </a:lnTo>
                  <a:lnTo>
                    <a:pt x="238036" y="112034"/>
                  </a:lnTo>
                  <a:lnTo>
                    <a:pt x="239807" y="111174"/>
                  </a:lnTo>
                  <a:lnTo>
                    <a:pt x="241578" y="110312"/>
                  </a:lnTo>
                  <a:lnTo>
                    <a:pt x="243348" y="109448"/>
                  </a:lnTo>
                  <a:lnTo>
                    <a:pt x="245117" y="108583"/>
                  </a:lnTo>
                  <a:lnTo>
                    <a:pt x="246885" y="107717"/>
                  </a:lnTo>
                  <a:lnTo>
                    <a:pt x="248653" y="106849"/>
                  </a:lnTo>
                  <a:lnTo>
                    <a:pt x="250420" y="105979"/>
                  </a:lnTo>
                  <a:lnTo>
                    <a:pt x="252186" y="105108"/>
                  </a:lnTo>
                  <a:lnTo>
                    <a:pt x="253951" y="104235"/>
                  </a:lnTo>
                  <a:lnTo>
                    <a:pt x="255716" y="103360"/>
                  </a:lnTo>
                  <a:lnTo>
                    <a:pt x="257480" y="102484"/>
                  </a:lnTo>
                  <a:lnTo>
                    <a:pt x="259243" y="101607"/>
                  </a:lnTo>
                  <a:lnTo>
                    <a:pt x="261005" y="100728"/>
                  </a:lnTo>
                  <a:lnTo>
                    <a:pt x="262766" y="99848"/>
                  </a:lnTo>
                  <a:lnTo>
                    <a:pt x="264527" y="98966"/>
                  </a:lnTo>
                  <a:lnTo>
                    <a:pt x="266287" y="98082"/>
                  </a:lnTo>
                  <a:lnTo>
                    <a:pt x="268046" y="97197"/>
                  </a:lnTo>
                  <a:lnTo>
                    <a:pt x="269805" y="96310"/>
                  </a:lnTo>
                  <a:lnTo>
                    <a:pt x="271562" y="95422"/>
                  </a:lnTo>
                  <a:lnTo>
                    <a:pt x="273319" y="94532"/>
                  </a:lnTo>
                  <a:lnTo>
                    <a:pt x="275075" y="93641"/>
                  </a:lnTo>
                  <a:lnTo>
                    <a:pt x="276831" y="92748"/>
                  </a:lnTo>
                  <a:lnTo>
                    <a:pt x="278585" y="91854"/>
                  </a:lnTo>
                  <a:lnTo>
                    <a:pt x="280339" y="90958"/>
                  </a:lnTo>
                  <a:lnTo>
                    <a:pt x="282092" y="90060"/>
                  </a:lnTo>
                  <a:lnTo>
                    <a:pt x="283844" y="89162"/>
                  </a:lnTo>
                  <a:lnTo>
                    <a:pt x="285595" y="88261"/>
                  </a:lnTo>
                  <a:lnTo>
                    <a:pt x="287346" y="87359"/>
                  </a:lnTo>
                  <a:lnTo>
                    <a:pt x="289096" y="86455"/>
                  </a:lnTo>
                  <a:lnTo>
                    <a:pt x="290845" y="85550"/>
                  </a:lnTo>
                  <a:lnTo>
                    <a:pt x="292593" y="84644"/>
                  </a:lnTo>
                  <a:lnTo>
                    <a:pt x="294340" y="83736"/>
                  </a:lnTo>
                  <a:lnTo>
                    <a:pt x="296087" y="82826"/>
                  </a:lnTo>
                  <a:lnTo>
                    <a:pt x="297833" y="81915"/>
                  </a:lnTo>
                  <a:lnTo>
                    <a:pt x="299578" y="81002"/>
                  </a:lnTo>
                  <a:lnTo>
                    <a:pt x="301322" y="80088"/>
                  </a:lnTo>
                  <a:lnTo>
                    <a:pt x="303066" y="79172"/>
                  </a:lnTo>
                  <a:lnTo>
                    <a:pt x="304808" y="78255"/>
                  </a:lnTo>
                  <a:lnTo>
                    <a:pt x="306550" y="77336"/>
                  </a:lnTo>
                  <a:lnTo>
                    <a:pt x="308291" y="76416"/>
                  </a:lnTo>
                  <a:lnTo>
                    <a:pt x="310031" y="75494"/>
                  </a:lnTo>
                  <a:lnTo>
                    <a:pt x="311771" y="74571"/>
                  </a:lnTo>
                  <a:lnTo>
                    <a:pt x="313509" y="73646"/>
                  </a:lnTo>
                  <a:lnTo>
                    <a:pt x="315247" y="72719"/>
                  </a:lnTo>
                  <a:lnTo>
                    <a:pt x="316984" y="71791"/>
                  </a:lnTo>
                  <a:lnTo>
                    <a:pt x="318720" y="70862"/>
                  </a:lnTo>
                  <a:lnTo>
                    <a:pt x="320456" y="69931"/>
                  </a:lnTo>
                  <a:lnTo>
                    <a:pt x="322190" y="68998"/>
                  </a:lnTo>
                  <a:lnTo>
                    <a:pt x="323924" y="68064"/>
                  </a:lnTo>
                  <a:lnTo>
                    <a:pt x="325657" y="67129"/>
                  </a:lnTo>
                  <a:lnTo>
                    <a:pt x="327389" y="66192"/>
                  </a:lnTo>
                  <a:lnTo>
                    <a:pt x="329120" y="65253"/>
                  </a:lnTo>
                  <a:lnTo>
                    <a:pt x="330851" y="64313"/>
                  </a:lnTo>
                  <a:lnTo>
                    <a:pt x="332580" y="63372"/>
                  </a:lnTo>
                  <a:lnTo>
                    <a:pt x="334309" y="62429"/>
                  </a:lnTo>
                  <a:lnTo>
                    <a:pt x="336037" y="61484"/>
                  </a:lnTo>
                  <a:lnTo>
                    <a:pt x="337764" y="60538"/>
                  </a:lnTo>
                  <a:lnTo>
                    <a:pt x="339491" y="59590"/>
                  </a:lnTo>
                  <a:lnTo>
                    <a:pt x="341216" y="58641"/>
                  </a:lnTo>
                  <a:lnTo>
                    <a:pt x="342941" y="57691"/>
                  </a:lnTo>
                  <a:lnTo>
                    <a:pt x="344665" y="56739"/>
                  </a:lnTo>
                  <a:lnTo>
                    <a:pt x="346388" y="55785"/>
                  </a:lnTo>
                  <a:lnTo>
                    <a:pt x="348110" y="54830"/>
                  </a:lnTo>
                  <a:lnTo>
                    <a:pt x="349831" y="53873"/>
                  </a:lnTo>
                  <a:lnTo>
                    <a:pt x="351552" y="52915"/>
                  </a:lnTo>
                  <a:lnTo>
                    <a:pt x="353271" y="51955"/>
                  </a:lnTo>
                  <a:lnTo>
                    <a:pt x="354990" y="50994"/>
                  </a:lnTo>
                  <a:lnTo>
                    <a:pt x="356708" y="50032"/>
                  </a:lnTo>
                  <a:lnTo>
                    <a:pt x="358425" y="49067"/>
                  </a:lnTo>
                  <a:lnTo>
                    <a:pt x="360142" y="48102"/>
                  </a:lnTo>
                  <a:lnTo>
                    <a:pt x="361857" y="47135"/>
                  </a:lnTo>
                  <a:lnTo>
                    <a:pt x="363572" y="46166"/>
                  </a:lnTo>
                  <a:lnTo>
                    <a:pt x="365285" y="45196"/>
                  </a:lnTo>
                  <a:lnTo>
                    <a:pt x="366998" y="44224"/>
                  </a:lnTo>
                  <a:lnTo>
                    <a:pt x="368710" y="43251"/>
                  </a:lnTo>
                  <a:lnTo>
                    <a:pt x="370422" y="42276"/>
                  </a:lnTo>
                  <a:lnTo>
                    <a:pt x="372132" y="41300"/>
                  </a:lnTo>
                  <a:lnTo>
                    <a:pt x="373841" y="40322"/>
                  </a:lnTo>
                  <a:lnTo>
                    <a:pt x="375550" y="39343"/>
                  </a:lnTo>
                  <a:lnTo>
                    <a:pt x="377258" y="38363"/>
                  </a:lnTo>
                  <a:lnTo>
                    <a:pt x="378965" y="37381"/>
                  </a:lnTo>
                  <a:lnTo>
                    <a:pt x="380671" y="36397"/>
                  </a:lnTo>
                  <a:lnTo>
                    <a:pt x="382376" y="35412"/>
                  </a:lnTo>
                  <a:lnTo>
                    <a:pt x="384080" y="34425"/>
                  </a:lnTo>
                  <a:lnTo>
                    <a:pt x="385784" y="33437"/>
                  </a:lnTo>
                  <a:lnTo>
                    <a:pt x="387487" y="32448"/>
                  </a:lnTo>
                  <a:lnTo>
                    <a:pt x="389188" y="31456"/>
                  </a:lnTo>
                  <a:lnTo>
                    <a:pt x="390889" y="30464"/>
                  </a:lnTo>
                  <a:lnTo>
                    <a:pt x="392589" y="29470"/>
                  </a:lnTo>
                  <a:lnTo>
                    <a:pt x="394288" y="28474"/>
                  </a:lnTo>
                  <a:lnTo>
                    <a:pt x="395987" y="27477"/>
                  </a:lnTo>
                  <a:lnTo>
                    <a:pt x="397684" y="26479"/>
                  </a:lnTo>
                  <a:lnTo>
                    <a:pt x="399381" y="25479"/>
                  </a:lnTo>
                  <a:lnTo>
                    <a:pt x="401076" y="24477"/>
                  </a:lnTo>
                  <a:lnTo>
                    <a:pt x="402771" y="23474"/>
                  </a:lnTo>
                  <a:lnTo>
                    <a:pt x="404465" y="22470"/>
                  </a:lnTo>
                  <a:lnTo>
                    <a:pt x="406158" y="21464"/>
                  </a:lnTo>
                  <a:lnTo>
                    <a:pt x="407850" y="20457"/>
                  </a:lnTo>
                  <a:lnTo>
                    <a:pt x="409541" y="19448"/>
                  </a:lnTo>
                  <a:lnTo>
                    <a:pt x="411232" y="18438"/>
                  </a:lnTo>
                  <a:lnTo>
                    <a:pt x="412921" y="17426"/>
                  </a:lnTo>
                  <a:lnTo>
                    <a:pt x="414610" y="16412"/>
                  </a:lnTo>
                  <a:lnTo>
                    <a:pt x="416298" y="15398"/>
                  </a:lnTo>
                  <a:lnTo>
                    <a:pt x="417984" y="14381"/>
                  </a:lnTo>
                  <a:lnTo>
                    <a:pt x="419670" y="13364"/>
                  </a:lnTo>
                  <a:lnTo>
                    <a:pt x="421355" y="12344"/>
                  </a:lnTo>
                  <a:lnTo>
                    <a:pt x="423040" y="11324"/>
                  </a:lnTo>
                  <a:lnTo>
                    <a:pt x="424723" y="10302"/>
                  </a:lnTo>
                  <a:lnTo>
                    <a:pt x="426405" y="9278"/>
                  </a:lnTo>
                  <a:lnTo>
                    <a:pt x="428087" y="8253"/>
                  </a:lnTo>
                  <a:lnTo>
                    <a:pt x="429767" y="7226"/>
                  </a:lnTo>
                  <a:lnTo>
                    <a:pt x="431447" y="6198"/>
                  </a:lnTo>
                  <a:lnTo>
                    <a:pt x="433126" y="5169"/>
                  </a:lnTo>
                  <a:lnTo>
                    <a:pt x="434804" y="4138"/>
                  </a:lnTo>
                  <a:lnTo>
                    <a:pt x="436481" y="3106"/>
                  </a:lnTo>
                  <a:lnTo>
                    <a:pt x="438157" y="2072"/>
                  </a:lnTo>
                  <a:lnTo>
                    <a:pt x="439832" y="1036"/>
                  </a:lnTo>
                  <a:lnTo>
                    <a:pt x="441506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83820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83820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4557326" y="5020976"/>
              <a:ext cx="2861143" cy="621941"/>
            </a:xfrm>
            <a:custGeom>
              <a:avLst/>
              <a:pathLst>
                <a:path w="2861143" h="621941">
                  <a:moveTo>
                    <a:pt x="0" y="0"/>
                  </a:moveTo>
                  <a:lnTo>
                    <a:pt x="9030" y="8677"/>
                  </a:lnTo>
                  <a:lnTo>
                    <a:pt x="18109" y="17304"/>
                  </a:lnTo>
                  <a:lnTo>
                    <a:pt x="27237" y="25879"/>
                  </a:lnTo>
                  <a:lnTo>
                    <a:pt x="36414" y="34403"/>
                  </a:lnTo>
                  <a:lnTo>
                    <a:pt x="45638" y="42874"/>
                  </a:lnTo>
                  <a:lnTo>
                    <a:pt x="54910" y="51293"/>
                  </a:lnTo>
                  <a:lnTo>
                    <a:pt x="64230" y="59660"/>
                  </a:lnTo>
                  <a:lnTo>
                    <a:pt x="73597" y="67973"/>
                  </a:lnTo>
                  <a:lnTo>
                    <a:pt x="83010" y="76234"/>
                  </a:lnTo>
                  <a:lnTo>
                    <a:pt x="92471" y="84441"/>
                  </a:lnTo>
                  <a:lnTo>
                    <a:pt x="101977" y="92594"/>
                  </a:lnTo>
                  <a:lnTo>
                    <a:pt x="111530" y="100694"/>
                  </a:lnTo>
                  <a:lnTo>
                    <a:pt x="121128" y="108739"/>
                  </a:lnTo>
                  <a:lnTo>
                    <a:pt x="130772" y="116730"/>
                  </a:lnTo>
                  <a:lnTo>
                    <a:pt x="140460" y="124666"/>
                  </a:lnTo>
                  <a:lnTo>
                    <a:pt x="150194" y="132548"/>
                  </a:lnTo>
                  <a:lnTo>
                    <a:pt x="159972" y="140374"/>
                  </a:lnTo>
                  <a:lnTo>
                    <a:pt x="169794" y="148144"/>
                  </a:lnTo>
                  <a:lnTo>
                    <a:pt x="179659" y="155859"/>
                  </a:lnTo>
                  <a:lnTo>
                    <a:pt x="189568" y="163519"/>
                  </a:lnTo>
                  <a:lnTo>
                    <a:pt x="199521" y="171121"/>
                  </a:lnTo>
                  <a:lnTo>
                    <a:pt x="209516" y="178668"/>
                  </a:lnTo>
                  <a:lnTo>
                    <a:pt x="219554" y="186158"/>
                  </a:lnTo>
                  <a:lnTo>
                    <a:pt x="229634" y="193591"/>
                  </a:lnTo>
                  <a:lnTo>
                    <a:pt x="239756" y="200966"/>
                  </a:lnTo>
                  <a:lnTo>
                    <a:pt x="249919" y="208285"/>
                  </a:lnTo>
                  <a:lnTo>
                    <a:pt x="260124" y="215546"/>
                  </a:lnTo>
                  <a:lnTo>
                    <a:pt x="270369" y="222749"/>
                  </a:lnTo>
                  <a:lnTo>
                    <a:pt x="280655" y="229893"/>
                  </a:lnTo>
                  <a:lnTo>
                    <a:pt x="290982" y="236980"/>
                  </a:lnTo>
                  <a:lnTo>
                    <a:pt x="301348" y="244008"/>
                  </a:lnTo>
                  <a:lnTo>
                    <a:pt x="311754" y="250977"/>
                  </a:lnTo>
                  <a:lnTo>
                    <a:pt x="322199" y="257888"/>
                  </a:lnTo>
                  <a:lnTo>
                    <a:pt x="332683" y="264739"/>
                  </a:lnTo>
                  <a:lnTo>
                    <a:pt x="343206" y="271530"/>
                  </a:lnTo>
                  <a:lnTo>
                    <a:pt x="353767" y="278262"/>
                  </a:lnTo>
                  <a:lnTo>
                    <a:pt x="364366" y="284935"/>
                  </a:lnTo>
                  <a:lnTo>
                    <a:pt x="375002" y="291547"/>
                  </a:lnTo>
                  <a:lnTo>
                    <a:pt x="385676" y="298099"/>
                  </a:lnTo>
                  <a:lnTo>
                    <a:pt x="396386" y="304590"/>
                  </a:lnTo>
                  <a:lnTo>
                    <a:pt x="407134" y="311021"/>
                  </a:lnTo>
                  <a:lnTo>
                    <a:pt x="417917" y="317390"/>
                  </a:lnTo>
                  <a:lnTo>
                    <a:pt x="428736" y="323699"/>
                  </a:lnTo>
                  <a:lnTo>
                    <a:pt x="439591" y="329947"/>
                  </a:lnTo>
                  <a:lnTo>
                    <a:pt x="450481" y="336132"/>
                  </a:lnTo>
                  <a:lnTo>
                    <a:pt x="461405" y="342257"/>
                  </a:lnTo>
                  <a:lnTo>
                    <a:pt x="472364" y="348319"/>
                  </a:lnTo>
                  <a:lnTo>
                    <a:pt x="483358" y="354319"/>
                  </a:lnTo>
                  <a:lnTo>
                    <a:pt x="494385" y="360257"/>
                  </a:lnTo>
                  <a:lnTo>
                    <a:pt x="505445" y="366132"/>
                  </a:lnTo>
                  <a:lnTo>
                    <a:pt x="516539" y="371945"/>
                  </a:lnTo>
                  <a:lnTo>
                    <a:pt x="527665" y="377695"/>
                  </a:lnTo>
                  <a:lnTo>
                    <a:pt x="538823" y="383382"/>
                  </a:lnTo>
                  <a:lnTo>
                    <a:pt x="550014" y="389005"/>
                  </a:lnTo>
                  <a:lnTo>
                    <a:pt x="561236" y="394566"/>
                  </a:lnTo>
                  <a:lnTo>
                    <a:pt x="572490" y="400062"/>
                  </a:lnTo>
                  <a:lnTo>
                    <a:pt x="583774" y="405495"/>
                  </a:lnTo>
                  <a:lnTo>
                    <a:pt x="595089" y="410864"/>
                  </a:lnTo>
                  <a:lnTo>
                    <a:pt x="606434" y="416169"/>
                  </a:lnTo>
                  <a:lnTo>
                    <a:pt x="617809" y="421410"/>
                  </a:lnTo>
                  <a:lnTo>
                    <a:pt x="629213" y="426586"/>
                  </a:lnTo>
                  <a:lnTo>
                    <a:pt x="640647" y="431698"/>
                  </a:lnTo>
                  <a:lnTo>
                    <a:pt x="652109" y="436745"/>
                  </a:lnTo>
                  <a:lnTo>
                    <a:pt x="663600" y="441727"/>
                  </a:lnTo>
                  <a:lnTo>
                    <a:pt x="675118" y="446644"/>
                  </a:lnTo>
                  <a:lnTo>
                    <a:pt x="686665" y="451495"/>
                  </a:lnTo>
                  <a:lnTo>
                    <a:pt x="698238" y="456281"/>
                  </a:lnTo>
                  <a:lnTo>
                    <a:pt x="709839" y="461002"/>
                  </a:lnTo>
                  <a:lnTo>
                    <a:pt x="721466" y="465657"/>
                  </a:lnTo>
                  <a:lnTo>
                    <a:pt x="733119" y="470246"/>
                  </a:lnTo>
                  <a:lnTo>
                    <a:pt x="744797" y="474769"/>
                  </a:lnTo>
                  <a:lnTo>
                    <a:pt x="756502" y="479226"/>
                  </a:lnTo>
                  <a:lnTo>
                    <a:pt x="768231" y="483617"/>
                  </a:lnTo>
                  <a:lnTo>
                    <a:pt x="779985" y="487941"/>
                  </a:lnTo>
                  <a:lnTo>
                    <a:pt x="791763" y="492199"/>
                  </a:lnTo>
                  <a:lnTo>
                    <a:pt x="803565" y="496390"/>
                  </a:lnTo>
                  <a:lnTo>
                    <a:pt x="815391" y="500514"/>
                  </a:lnTo>
                  <a:lnTo>
                    <a:pt x="827239" y="504572"/>
                  </a:lnTo>
                  <a:lnTo>
                    <a:pt x="839111" y="508562"/>
                  </a:lnTo>
                  <a:lnTo>
                    <a:pt x="851005" y="512485"/>
                  </a:lnTo>
                  <a:lnTo>
                    <a:pt x="862921" y="516340"/>
                  </a:lnTo>
                  <a:lnTo>
                    <a:pt x="874858" y="520128"/>
                  </a:lnTo>
                  <a:lnTo>
                    <a:pt x="886817" y="523849"/>
                  </a:lnTo>
                  <a:lnTo>
                    <a:pt x="898797" y="527502"/>
                  </a:lnTo>
                  <a:lnTo>
                    <a:pt x="910797" y="531087"/>
                  </a:lnTo>
                  <a:lnTo>
                    <a:pt x="922817" y="534604"/>
                  </a:lnTo>
                  <a:lnTo>
                    <a:pt x="934857" y="538053"/>
                  </a:lnTo>
                  <a:lnTo>
                    <a:pt x="946916" y="541434"/>
                  </a:lnTo>
                  <a:lnTo>
                    <a:pt x="958994" y="544746"/>
                  </a:lnTo>
                  <a:lnTo>
                    <a:pt x="971091" y="547990"/>
                  </a:lnTo>
                  <a:lnTo>
                    <a:pt x="983205" y="551166"/>
                  </a:lnTo>
                  <a:lnTo>
                    <a:pt x="995338" y="554273"/>
                  </a:lnTo>
                  <a:lnTo>
                    <a:pt x="1007488" y="557312"/>
                  </a:lnTo>
                  <a:lnTo>
                    <a:pt x="1019655" y="560281"/>
                  </a:lnTo>
                  <a:lnTo>
                    <a:pt x="1031839" y="563182"/>
                  </a:lnTo>
                  <a:lnTo>
                    <a:pt x="1044038" y="566014"/>
                  </a:lnTo>
                  <a:lnTo>
                    <a:pt x="1056254" y="568777"/>
                  </a:lnTo>
                  <a:lnTo>
                    <a:pt x="1068485" y="571470"/>
                  </a:lnTo>
                  <a:lnTo>
                    <a:pt x="1080731" y="574095"/>
                  </a:lnTo>
                  <a:lnTo>
                    <a:pt x="1092992" y="576650"/>
                  </a:lnTo>
                  <a:lnTo>
                    <a:pt x="1105267" y="579135"/>
                  </a:lnTo>
                  <a:lnTo>
                    <a:pt x="1117556" y="581551"/>
                  </a:lnTo>
                  <a:lnTo>
                    <a:pt x="1129858" y="583898"/>
                  </a:lnTo>
                  <a:lnTo>
                    <a:pt x="1142173" y="586175"/>
                  </a:lnTo>
                  <a:lnTo>
                    <a:pt x="1154502" y="588382"/>
                  </a:lnTo>
                  <a:lnTo>
                    <a:pt x="1166842" y="590520"/>
                  </a:lnTo>
                  <a:lnTo>
                    <a:pt x="1179194" y="592587"/>
                  </a:lnTo>
                  <a:lnTo>
                    <a:pt x="1191558" y="594585"/>
                  </a:lnTo>
                  <a:lnTo>
                    <a:pt x="1203933" y="596513"/>
                  </a:lnTo>
                  <a:lnTo>
                    <a:pt x="1216318" y="598371"/>
                  </a:lnTo>
                  <a:lnTo>
                    <a:pt x="1228714" y="600158"/>
                  </a:lnTo>
                  <a:lnTo>
                    <a:pt x="1241120" y="601876"/>
                  </a:lnTo>
                  <a:lnTo>
                    <a:pt x="1253536" y="603523"/>
                  </a:lnTo>
                  <a:lnTo>
                    <a:pt x="1265960" y="605100"/>
                  </a:lnTo>
                  <a:lnTo>
                    <a:pt x="1278393" y="606607"/>
                  </a:lnTo>
                  <a:lnTo>
                    <a:pt x="1290835" y="608043"/>
                  </a:lnTo>
                  <a:lnTo>
                    <a:pt x="1303284" y="609409"/>
                  </a:lnTo>
                  <a:lnTo>
                    <a:pt x="1315741" y="610705"/>
                  </a:lnTo>
                  <a:lnTo>
                    <a:pt x="1328205" y="611930"/>
                  </a:lnTo>
                  <a:lnTo>
                    <a:pt x="1340676" y="613084"/>
                  </a:lnTo>
                  <a:lnTo>
                    <a:pt x="1353153" y="614168"/>
                  </a:lnTo>
                  <a:lnTo>
                    <a:pt x="1365636" y="615181"/>
                  </a:lnTo>
                  <a:lnTo>
                    <a:pt x="1378125" y="616124"/>
                  </a:lnTo>
                  <a:lnTo>
                    <a:pt x="1390618" y="616996"/>
                  </a:lnTo>
                  <a:lnTo>
                    <a:pt x="1403117" y="617798"/>
                  </a:lnTo>
                  <a:lnTo>
                    <a:pt x="1415620" y="618528"/>
                  </a:lnTo>
                  <a:lnTo>
                    <a:pt x="1428126" y="619188"/>
                  </a:lnTo>
                  <a:lnTo>
                    <a:pt x="1440637" y="619777"/>
                  </a:lnTo>
                  <a:lnTo>
                    <a:pt x="1453150" y="620295"/>
                  </a:lnTo>
                  <a:lnTo>
                    <a:pt x="1465666" y="620743"/>
                  </a:lnTo>
                  <a:lnTo>
                    <a:pt x="1478185" y="621120"/>
                  </a:lnTo>
                  <a:lnTo>
                    <a:pt x="1490705" y="621426"/>
                  </a:lnTo>
                  <a:lnTo>
                    <a:pt x="1503227" y="621661"/>
                  </a:lnTo>
                  <a:lnTo>
                    <a:pt x="1515750" y="621825"/>
                  </a:lnTo>
                  <a:lnTo>
                    <a:pt x="1528274" y="621918"/>
                  </a:lnTo>
                  <a:lnTo>
                    <a:pt x="1540798" y="621941"/>
                  </a:lnTo>
                  <a:lnTo>
                    <a:pt x="1553322" y="621893"/>
                  </a:lnTo>
                  <a:lnTo>
                    <a:pt x="1565846" y="621773"/>
                  </a:lnTo>
                  <a:lnTo>
                    <a:pt x="1578368" y="621583"/>
                  </a:lnTo>
                  <a:lnTo>
                    <a:pt x="1590890" y="621323"/>
                  </a:lnTo>
                  <a:lnTo>
                    <a:pt x="1603410" y="620991"/>
                  </a:lnTo>
                  <a:lnTo>
                    <a:pt x="1615927" y="620588"/>
                  </a:lnTo>
                  <a:lnTo>
                    <a:pt x="1628442" y="620115"/>
                  </a:lnTo>
                  <a:lnTo>
                    <a:pt x="1640955" y="619571"/>
                  </a:lnTo>
                  <a:lnTo>
                    <a:pt x="1653464" y="618956"/>
                  </a:lnTo>
                  <a:lnTo>
                    <a:pt x="1665969" y="618271"/>
                  </a:lnTo>
                  <a:lnTo>
                    <a:pt x="1678470" y="617514"/>
                  </a:lnTo>
                  <a:lnTo>
                    <a:pt x="1690967" y="616687"/>
                  </a:lnTo>
                  <a:lnTo>
                    <a:pt x="1703459" y="615790"/>
                  </a:lnTo>
                  <a:lnTo>
                    <a:pt x="1715946" y="614821"/>
                  </a:lnTo>
                  <a:lnTo>
                    <a:pt x="1728427" y="613782"/>
                  </a:lnTo>
                  <a:lnTo>
                    <a:pt x="1740902" y="612673"/>
                  </a:lnTo>
                  <a:lnTo>
                    <a:pt x="1753370" y="611492"/>
                  </a:lnTo>
                  <a:lnTo>
                    <a:pt x="1765832" y="610242"/>
                  </a:lnTo>
                  <a:lnTo>
                    <a:pt x="1778286" y="608921"/>
                  </a:lnTo>
                  <a:lnTo>
                    <a:pt x="1790732" y="607529"/>
                  </a:lnTo>
                  <a:lnTo>
                    <a:pt x="1803171" y="606067"/>
                  </a:lnTo>
                  <a:lnTo>
                    <a:pt x="1815601" y="604535"/>
                  </a:lnTo>
                  <a:lnTo>
                    <a:pt x="1828022" y="602932"/>
                  </a:lnTo>
                  <a:lnTo>
                    <a:pt x="1840434" y="601259"/>
                  </a:lnTo>
                  <a:lnTo>
                    <a:pt x="1852836" y="599516"/>
                  </a:lnTo>
                  <a:lnTo>
                    <a:pt x="1865228" y="597703"/>
                  </a:lnTo>
                  <a:lnTo>
                    <a:pt x="1877610" y="595820"/>
                  </a:lnTo>
                  <a:lnTo>
                    <a:pt x="1889981" y="593867"/>
                  </a:lnTo>
                  <a:lnTo>
                    <a:pt x="1902341" y="591844"/>
                  </a:lnTo>
                  <a:lnTo>
                    <a:pt x="1914689" y="589751"/>
                  </a:lnTo>
                  <a:lnTo>
                    <a:pt x="1927025" y="587588"/>
                  </a:lnTo>
                  <a:lnTo>
                    <a:pt x="1939348" y="585355"/>
                  </a:lnTo>
                  <a:lnTo>
                    <a:pt x="1951659" y="583053"/>
                  </a:lnTo>
                  <a:lnTo>
                    <a:pt x="1963956" y="580681"/>
                  </a:lnTo>
                  <a:lnTo>
                    <a:pt x="1976240" y="578239"/>
                  </a:lnTo>
                  <a:lnTo>
                    <a:pt x="1988510" y="575729"/>
                  </a:lnTo>
                  <a:lnTo>
                    <a:pt x="2000766" y="573148"/>
                  </a:lnTo>
                  <a:lnTo>
                    <a:pt x="2013006" y="570499"/>
                  </a:lnTo>
                  <a:lnTo>
                    <a:pt x="2025232" y="567780"/>
                  </a:lnTo>
                  <a:lnTo>
                    <a:pt x="2037442" y="564992"/>
                  </a:lnTo>
                  <a:lnTo>
                    <a:pt x="2049636" y="562135"/>
                  </a:lnTo>
                  <a:lnTo>
                    <a:pt x="2061813" y="559209"/>
                  </a:lnTo>
                  <a:lnTo>
                    <a:pt x="2073974" y="556215"/>
                  </a:lnTo>
                  <a:lnTo>
                    <a:pt x="2086118" y="553151"/>
                  </a:lnTo>
                  <a:lnTo>
                    <a:pt x="2098244" y="550019"/>
                  </a:lnTo>
                  <a:lnTo>
                    <a:pt x="2110352" y="546819"/>
                  </a:lnTo>
                  <a:lnTo>
                    <a:pt x="2122442" y="543550"/>
                  </a:lnTo>
                  <a:lnTo>
                    <a:pt x="2134513" y="540212"/>
                  </a:lnTo>
                  <a:lnTo>
                    <a:pt x="2146566" y="536807"/>
                  </a:lnTo>
                  <a:lnTo>
                    <a:pt x="2158598" y="533333"/>
                  </a:lnTo>
                  <a:lnTo>
                    <a:pt x="2170611" y="529791"/>
                  </a:lnTo>
                  <a:lnTo>
                    <a:pt x="2182604" y="526181"/>
                  </a:lnTo>
                  <a:lnTo>
                    <a:pt x="2194576" y="522504"/>
                  </a:lnTo>
                  <a:lnTo>
                    <a:pt x="2206527" y="518759"/>
                  </a:lnTo>
                  <a:lnTo>
                    <a:pt x="2218457" y="514946"/>
                  </a:lnTo>
                  <a:lnTo>
                    <a:pt x="2230365" y="511066"/>
                  </a:lnTo>
                  <a:lnTo>
                    <a:pt x="2242250" y="507119"/>
                  </a:lnTo>
                  <a:lnTo>
                    <a:pt x="2254114" y="503104"/>
                  </a:lnTo>
                  <a:lnTo>
                    <a:pt x="2265954" y="499022"/>
                  </a:lnTo>
                  <a:lnTo>
                    <a:pt x="2277771" y="494874"/>
                  </a:lnTo>
                  <a:lnTo>
                    <a:pt x="2289565" y="490659"/>
                  </a:lnTo>
                  <a:lnTo>
                    <a:pt x="2301334" y="486377"/>
                  </a:lnTo>
                  <a:lnTo>
                    <a:pt x="2313079" y="482028"/>
                  </a:lnTo>
                  <a:lnTo>
                    <a:pt x="2324799" y="477613"/>
                  </a:lnTo>
                  <a:lnTo>
                    <a:pt x="2336494" y="473132"/>
                  </a:lnTo>
                  <a:lnTo>
                    <a:pt x="2348164" y="468585"/>
                  </a:lnTo>
                  <a:lnTo>
                    <a:pt x="2359807" y="463972"/>
                  </a:lnTo>
                  <a:lnTo>
                    <a:pt x="2371425" y="459293"/>
                  </a:lnTo>
                  <a:lnTo>
                    <a:pt x="2383015" y="454549"/>
                  </a:lnTo>
                  <a:lnTo>
                    <a:pt x="2394579" y="449738"/>
                  </a:lnTo>
                  <a:lnTo>
                    <a:pt x="2406115" y="444863"/>
                  </a:lnTo>
                  <a:lnTo>
                    <a:pt x="2417624" y="439923"/>
                  </a:lnTo>
                  <a:lnTo>
                    <a:pt x="2429104" y="434917"/>
                  </a:lnTo>
                  <a:lnTo>
                    <a:pt x="2440556" y="429847"/>
                  </a:lnTo>
                  <a:lnTo>
                    <a:pt x="2451979" y="424711"/>
                  </a:lnTo>
                  <a:lnTo>
                    <a:pt x="2463373" y="419512"/>
                  </a:lnTo>
                  <a:lnTo>
                    <a:pt x="2474737" y="414248"/>
                  </a:lnTo>
                  <a:lnTo>
                    <a:pt x="2486071" y="408919"/>
                  </a:lnTo>
                  <a:lnTo>
                    <a:pt x="2497375" y="403527"/>
                  </a:lnTo>
                  <a:lnTo>
                    <a:pt x="2508648" y="398071"/>
                  </a:lnTo>
                  <a:lnTo>
                    <a:pt x="2519890" y="392551"/>
                  </a:lnTo>
                  <a:lnTo>
                    <a:pt x="2531101" y="386968"/>
                  </a:lnTo>
                  <a:lnTo>
                    <a:pt x="2542280" y="381321"/>
                  </a:lnTo>
                  <a:lnTo>
                    <a:pt x="2553427" y="375611"/>
                  </a:lnTo>
                  <a:lnTo>
                    <a:pt x="2564541" y="369839"/>
                  </a:lnTo>
                  <a:lnTo>
                    <a:pt x="2575623" y="364003"/>
                  </a:lnTo>
                  <a:lnTo>
                    <a:pt x="2586671" y="358105"/>
                  </a:lnTo>
                  <a:lnTo>
                    <a:pt x="2597686" y="352144"/>
                  </a:lnTo>
                  <a:lnTo>
                    <a:pt x="2608667" y="346122"/>
                  </a:lnTo>
                  <a:lnTo>
                    <a:pt x="2619613" y="340037"/>
                  </a:lnTo>
                  <a:lnTo>
                    <a:pt x="2630525" y="333890"/>
                  </a:lnTo>
                  <a:lnTo>
                    <a:pt x="2641402" y="327682"/>
                  </a:lnTo>
                  <a:lnTo>
                    <a:pt x="2652244" y="321412"/>
                  </a:lnTo>
                  <a:lnTo>
                    <a:pt x="2663050" y="315081"/>
                  </a:lnTo>
                  <a:lnTo>
                    <a:pt x="2673821" y="308689"/>
                  </a:lnTo>
                  <a:lnTo>
                    <a:pt x="2684554" y="302237"/>
                  </a:lnTo>
                  <a:lnTo>
                    <a:pt x="2695252" y="295723"/>
                  </a:lnTo>
                  <a:lnTo>
                    <a:pt x="2705912" y="289149"/>
                  </a:lnTo>
                  <a:lnTo>
                    <a:pt x="2716535" y="282515"/>
                  </a:lnTo>
                  <a:lnTo>
                    <a:pt x="2727120" y="275821"/>
                  </a:lnTo>
                  <a:lnTo>
                    <a:pt x="2737667" y="269068"/>
                  </a:lnTo>
                  <a:lnTo>
                    <a:pt x="2748175" y="262254"/>
                  </a:lnTo>
                  <a:lnTo>
                    <a:pt x="2758645" y="255382"/>
                  </a:lnTo>
                  <a:lnTo>
                    <a:pt x="2769076" y="248450"/>
                  </a:lnTo>
                  <a:lnTo>
                    <a:pt x="2779468" y="241459"/>
                  </a:lnTo>
                  <a:lnTo>
                    <a:pt x="2789820" y="234410"/>
                  </a:lnTo>
                  <a:lnTo>
                    <a:pt x="2800132" y="227302"/>
                  </a:lnTo>
                  <a:lnTo>
                    <a:pt x="2810403" y="220136"/>
                  </a:lnTo>
                  <a:lnTo>
                    <a:pt x="2820634" y="212912"/>
                  </a:lnTo>
                  <a:lnTo>
                    <a:pt x="2830823" y="205630"/>
                  </a:lnTo>
                  <a:lnTo>
                    <a:pt x="2840972" y="198291"/>
                  </a:lnTo>
                  <a:lnTo>
                    <a:pt x="2851078" y="190894"/>
                  </a:lnTo>
                  <a:lnTo>
                    <a:pt x="2861143" y="183441"/>
                  </a:lnTo>
                </a:path>
              </a:pathLst>
            </a:custGeom>
            <a:ln w="83820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4530491" y="5048743"/>
              <a:ext cx="2911047" cy="632789"/>
            </a:xfrm>
            <a:custGeom>
              <a:avLst/>
              <a:pathLst>
                <a:path w="2911047" h="632789">
                  <a:moveTo>
                    <a:pt x="0" y="0"/>
                  </a:moveTo>
                  <a:lnTo>
                    <a:pt x="9187" y="8829"/>
                  </a:lnTo>
                  <a:lnTo>
                    <a:pt x="18425" y="17606"/>
                  </a:lnTo>
                  <a:lnTo>
                    <a:pt x="27712" y="26331"/>
                  </a:lnTo>
                  <a:lnTo>
                    <a:pt x="37049" y="35003"/>
                  </a:lnTo>
                  <a:lnTo>
                    <a:pt x="46434" y="43622"/>
                  </a:lnTo>
                  <a:lnTo>
                    <a:pt x="55868" y="52188"/>
                  </a:lnTo>
                  <a:lnTo>
                    <a:pt x="65350" y="60700"/>
                  </a:lnTo>
                  <a:lnTo>
                    <a:pt x="74880" y="69159"/>
                  </a:lnTo>
                  <a:lnTo>
                    <a:pt x="84458" y="77563"/>
                  </a:lnTo>
                  <a:lnTo>
                    <a:pt x="94084" y="85914"/>
                  </a:lnTo>
                  <a:lnTo>
                    <a:pt x="103756" y="94209"/>
                  </a:lnTo>
                  <a:lnTo>
                    <a:pt x="113475" y="102450"/>
                  </a:lnTo>
                  <a:lnTo>
                    <a:pt x="123241" y="110636"/>
                  </a:lnTo>
                  <a:lnTo>
                    <a:pt x="133053" y="118766"/>
                  </a:lnTo>
                  <a:lnTo>
                    <a:pt x="142910" y="126841"/>
                  </a:lnTo>
                  <a:lnTo>
                    <a:pt x="152813" y="134859"/>
                  </a:lnTo>
                  <a:lnTo>
                    <a:pt x="162762" y="142822"/>
                  </a:lnTo>
                  <a:lnTo>
                    <a:pt x="172755" y="150728"/>
                  </a:lnTo>
                  <a:lnTo>
                    <a:pt x="182793" y="158578"/>
                  </a:lnTo>
                  <a:lnTo>
                    <a:pt x="192875" y="166371"/>
                  </a:lnTo>
                  <a:lnTo>
                    <a:pt x="203001" y="174106"/>
                  </a:lnTo>
                  <a:lnTo>
                    <a:pt x="213170" y="181784"/>
                  </a:lnTo>
                  <a:lnTo>
                    <a:pt x="223383" y="189405"/>
                  </a:lnTo>
                  <a:lnTo>
                    <a:pt x="233639" y="196967"/>
                  </a:lnTo>
                  <a:lnTo>
                    <a:pt x="243937" y="204472"/>
                  </a:lnTo>
                  <a:lnTo>
                    <a:pt x="254278" y="211918"/>
                  </a:lnTo>
                  <a:lnTo>
                    <a:pt x="264661" y="219305"/>
                  </a:lnTo>
                  <a:lnTo>
                    <a:pt x="275085" y="226634"/>
                  </a:lnTo>
                  <a:lnTo>
                    <a:pt x="285551" y="233903"/>
                  </a:lnTo>
                  <a:lnTo>
                    <a:pt x="296057" y="241113"/>
                  </a:lnTo>
                  <a:lnTo>
                    <a:pt x="306604" y="248264"/>
                  </a:lnTo>
                  <a:lnTo>
                    <a:pt x="317192" y="255355"/>
                  </a:lnTo>
                  <a:lnTo>
                    <a:pt x="327819" y="262386"/>
                  </a:lnTo>
                  <a:lnTo>
                    <a:pt x="338486" y="269356"/>
                  </a:lnTo>
                  <a:lnTo>
                    <a:pt x="349192" y="276266"/>
                  </a:lnTo>
                  <a:lnTo>
                    <a:pt x="359937" y="283116"/>
                  </a:lnTo>
                  <a:lnTo>
                    <a:pt x="370721" y="289904"/>
                  </a:lnTo>
                  <a:lnTo>
                    <a:pt x="381543" y="296632"/>
                  </a:lnTo>
                  <a:lnTo>
                    <a:pt x="392403" y="303298"/>
                  </a:lnTo>
                  <a:lnTo>
                    <a:pt x="403300" y="309903"/>
                  </a:lnTo>
                  <a:lnTo>
                    <a:pt x="414235" y="316445"/>
                  </a:lnTo>
                  <a:lnTo>
                    <a:pt x="425206" y="322926"/>
                  </a:lnTo>
                  <a:lnTo>
                    <a:pt x="436214" y="329345"/>
                  </a:lnTo>
                  <a:lnTo>
                    <a:pt x="447258" y="335701"/>
                  </a:lnTo>
                  <a:lnTo>
                    <a:pt x="458338" y="341995"/>
                  </a:lnTo>
                  <a:lnTo>
                    <a:pt x="469453" y="348226"/>
                  </a:lnTo>
                  <a:lnTo>
                    <a:pt x="480603" y="354394"/>
                  </a:lnTo>
                  <a:lnTo>
                    <a:pt x="491788" y="360499"/>
                  </a:lnTo>
                  <a:lnTo>
                    <a:pt x="503008" y="366540"/>
                  </a:lnTo>
                  <a:lnTo>
                    <a:pt x="514261" y="372518"/>
                  </a:lnTo>
                  <a:lnTo>
                    <a:pt x="525548" y="378432"/>
                  </a:lnTo>
                  <a:lnTo>
                    <a:pt x="536868" y="384283"/>
                  </a:lnTo>
                  <a:lnTo>
                    <a:pt x="548222" y="390069"/>
                  </a:lnTo>
                  <a:lnTo>
                    <a:pt x="559607" y="395790"/>
                  </a:lnTo>
                  <a:lnTo>
                    <a:pt x="571025" y="401448"/>
                  </a:lnTo>
                  <a:lnTo>
                    <a:pt x="582475" y="407040"/>
                  </a:lnTo>
                  <a:lnTo>
                    <a:pt x="593956" y="412568"/>
                  </a:lnTo>
                  <a:lnTo>
                    <a:pt x="605468" y="418031"/>
                  </a:lnTo>
                  <a:lnTo>
                    <a:pt x="617011" y="423428"/>
                  </a:lnTo>
                  <a:lnTo>
                    <a:pt x="628585" y="428760"/>
                  </a:lnTo>
                  <a:lnTo>
                    <a:pt x="640188" y="434027"/>
                  </a:lnTo>
                  <a:lnTo>
                    <a:pt x="651821" y="439227"/>
                  </a:lnTo>
                  <a:lnTo>
                    <a:pt x="663483" y="444362"/>
                  </a:lnTo>
                  <a:lnTo>
                    <a:pt x="675174" y="449431"/>
                  </a:lnTo>
                  <a:lnTo>
                    <a:pt x="686894" y="454434"/>
                  </a:lnTo>
                  <a:lnTo>
                    <a:pt x="698641" y="459370"/>
                  </a:lnTo>
                  <a:lnTo>
                    <a:pt x="710417" y="464240"/>
                  </a:lnTo>
                  <a:lnTo>
                    <a:pt x="722220" y="469043"/>
                  </a:lnTo>
                  <a:lnTo>
                    <a:pt x="734049" y="473779"/>
                  </a:lnTo>
                  <a:lnTo>
                    <a:pt x="745906" y="478448"/>
                  </a:lnTo>
                  <a:lnTo>
                    <a:pt x="757788" y="483050"/>
                  </a:lnTo>
                  <a:lnTo>
                    <a:pt x="769696" y="487585"/>
                  </a:lnTo>
                  <a:lnTo>
                    <a:pt x="781630" y="492052"/>
                  </a:lnTo>
                  <a:lnTo>
                    <a:pt x="793589" y="496452"/>
                  </a:lnTo>
                  <a:lnTo>
                    <a:pt x="805573" y="500784"/>
                  </a:lnTo>
                  <a:lnTo>
                    <a:pt x="817581" y="505048"/>
                  </a:lnTo>
                  <a:lnTo>
                    <a:pt x="829613" y="509244"/>
                  </a:lnTo>
                  <a:lnTo>
                    <a:pt x="841668" y="513372"/>
                  </a:lnTo>
                  <a:lnTo>
                    <a:pt x="853747" y="517432"/>
                  </a:lnTo>
                  <a:lnTo>
                    <a:pt x="865848" y="521423"/>
                  </a:lnTo>
                  <a:lnTo>
                    <a:pt x="877972" y="525346"/>
                  </a:lnTo>
                  <a:lnTo>
                    <a:pt x="890117" y="529200"/>
                  </a:lnTo>
                  <a:lnTo>
                    <a:pt x="902285" y="532986"/>
                  </a:lnTo>
                  <a:lnTo>
                    <a:pt x="914473" y="536702"/>
                  </a:lnTo>
                  <a:lnTo>
                    <a:pt x="926683" y="540350"/>
                  </a:lnTo>
                  <a:lnTo>
                    <a:pt x="938912" y="543928"/>
                  </a:lnTo>
                  <a:lnTo>
                    <a:pt x="951162" y="547437"/>
                  </a:lnTo>
                  <a:lnTo>
                    <a:pt x="963432" y="550877"/>
                  </a:lnTo>
                  <a:lnTo>
                    <a:pt x="975721" y="554248"/>
                  </a:lnTo>
                  <a:lnTo>
                    <a:pt x="988028" y="557548"/>
                  </a:lnTo>
                  <a:lnTo>
                    <a:pt x="1000354" y="560779"/>
                  </a:lnTo>
                  <a:lnTo>
                    <a:pt x="1012699" y="563941"/>
                  </a:lnTo>
                  <a:lnTo>
                    <a:pt x="1025061" y="567032"/>
                  </a:lnTo>
                  <a:lnTo>
                    <a:pt x="1037440" y="570054"/>
                  </a:lnTo>
                  <a:lnTo>
                    <a:pt x="1049836" y="573005"/>
                  </a:lnTo>
                  <a:lnTo>
                    <a:pt x="1062248" y="575886"/>
                  </a:lnTo>
                  <a:lnTo>
                    <a:pt x="1074677" y="578697"/>
                  </a:lnTo>
                  <a:lnTo>
                    <a:pt x="1087121" y="581438"/>
                  </a:lnTo>
                  <a:lnTo>
                    <a:pt x="1099581" y="584108"/>
                  </a:lnTo>
                  <a:lnTo>
                    <a:pt x="1112056" y="586707"/>
                  </a:lnTo>
                  <a:lnTo>
                    <a:pt x="1124545" y="589236"/>
                  </a:lnTo>
                  <a:lnTo>
                    <a:pt x="1137048" y="591695"/>
                  </a:lnTo>
                  <a:lnTo>
                    <a:pt x="1149565" y="594082"/>
                  </a:lnTo>
                  <a:lnTo>
                    <a:pt x="1162095" y="596399"/>
                  </a:lnTo>
                  <a:lnTo>
                    <a:pt x="1174638" y="598645"/>
                  </a:lnTo>
                  <a:lnTo>
                    <a:pt x="1187194" y="600820"/>
                  </a:lnTo>
                  <a:lnTo>
                    <a:pt x="1199762" y="602923"/>
                  </a:lnTo>
                  <a:lnTo>
                    <a:pt x="1212341" y="604956"/>
                  </a:lnTo>
                  <a:lnTo>
                    <a:pt x="1224932" y="606917"/>
                  </a:lnTo>
                  <a:lnTo>
                    <a:pt x="1237533" y="608807"/>
                  </a:lnTo>
                  <a:lnTo>
                    <a:pt x="1250145" y="610626"/>
                  </a:lnTo>
                  <a:lnTo>
                    <a:pt x="1262768" y="612374"/>
                  </a:lnTo>
                  <a:lnTo>
                    <a:pt x="1275400" y="614050"/>
                  </a:lnTo>
                  <a:lnTo>
                    <a:pt x="1288041" y="615654"/>
                  </a:lnTo>
                  <a:lnTo>
                    <a:pt x="1300691" y="617187"/>
                  </a:lnTo>
                  <a:lnTo>
                    <a:pt x="1313349" y="618649"/>
                  </a:lnTo>
                  <a:lnTo>
                    <a:pt x="1326016" y="620038"/>
                  </a:lnTo>
                  <a:lnTo>
                    <a:pt x="1338690" y="621357"/>
                  </a:lnTo>
                  <a:lnTo>
                    <a:pt x="1351371" y="622603"/>
                  </a:lnTo>
                  <a:lnTo>
                    <a:pt x="1364060" y="623778"/>
                  </a:lnTo>
                  <a:lnTo>
                    <a:pt x="1376755" y="624880"/>
                  </a:lnTo>
                  <a:lnTo>
                    <a:pt x="1389455" y="625911"/>
                  </a:lnTo>
                  <a:lnTo>
                    <a:pt x="1402162" y="626870"/>
                  </a:lnTo>
                  <a:lnTo>
                    <a:pt x="1414873" y="627758"/>
                  </a:lnTo>
                  <a:lnTo>
                    <a:pt x="1427590" y="628573"/>
                  </a:lnTo>
                  <a:lnTo>
                    <a:pt x="1440311" y="629316"/>
                  </a:lnTo>
                  <a:lnTo>
                    <a:pt x="1453036" y="629988"/>
                  </a:lnTo>
                  <a:lnTo>
                    <a:pt x="1465764" y="630587"/>
                  </a:lnTo>
                  <a:lnTo>
                    <a:pt x="1478496" y="631115"/>
                  </a:lnTo>
                  <a:lnTo>
                    <a:pt x="1491230" y="631570"/>
                  </a:lnTo>
                  <a:lnTo>
                    <a:pt x="1503967" y="631953"/>
                  </a:lnTo>
                  <a:lnTo>
                    <a:pt x="1516706" y="632264"/>
                  </a:lnTo>
                  <a:lnTo>
                    <a:pt x="1529446" y="632504"/>
                  </a:lnTo>
                  <a:lnTo>
                    <a:pt x="1542188" y="632671"/>
                  </a:lnTo>
                  <a:lnTo>
                    <a:pt x="1554930" y="632766"/>
                  </a:lnTo>
                  <a:lnTo>
                    <a:pt x="1567672" y="632789"/>
                  </a:lnTo>
                  <a:lnTo>
                    <a:pt x="1580415" y="632740"/>
                  </a:lnTo>
                  <a:lnTo>
                    <a:pt x="1593157" y="632618"/>
                  </a:lnTo>
                  <a:lnTo>
                    <a:pt x="1605898" y="632425"/>
                  </a:lnTo>
                  <a:lnTo>
                    <a:pt x="1618638" y="632160"/>
                  </a:lnTo>
                  <a:lnTo>
                    <a:pt x="1631376" y="631822"/>
                  </a:lnTo>
                  <a:lnTo>
                    <a:pt x="1644112" y="631413"/>
                  </a:lnTo>
                  <a:lnTo>
                    <a:pt x="1656845" y="630931"/>
                  </a:lnTo>
                  <a:lnTo>
                    <a:pt x="1669576" y="630378"/>
                  </a:lnTo>
                  <a:lnTo>
                    <a:pt x="1682303" y="629752"/>
                  </a:lnTo>
                  <a:lnTo>
                    <a:pt x="1695027" y="629054"/>
                  </a:lnTo>
                  <a:lnTo>
                    <a:pt x="1707746" y="628285"/>
                  </a:lnTo>
                  <a:lnTo>
                    <a:pt x="1720461" y="627443"/>
                  </a:lnTo>
                  <a:lnTo>
                    <a:pt x="1733171" y="626530"/>
                  </a:lnTo>
                  <a:lnTo>
                    <a:pt x="1745875" y="625545"/>
                  </a:lnTo>
                  <a:lnTo>
                    <a:pt x="1758574" y="624488"/>
                  </a:lnTo>
                  <a:lnTo>
                    <a:pt x="1771266" y="623359"/>
                  </a:lnTo>
                  <a:lnTo>
                    <a:pt x="1783952" y="622158"/>
                  </a:lnTo>
                  <a:lnTo>
                    <a:pt x="1796631" y="620886"/>
                  </a:lnTo>
                  <a:lnTo>
                    <a:pt x="1809302" y="619541"/>
                  </a:lnTo>
                  <a:lnTo>
                    <a:pt x="1821966" y="618126"/>
                  </a:lnTo>
                  <a:lnTo>
                    <a:pt x="1834622" y="616638"/>
                  </a:lnTo>
                  <a:lnTo>
                    <a:pt x="1847268" y="615079"/>
                  </a:lnTo>
                  <a:lnTo>
                    <a:pt x="1859906" y="613449"/>
                  </a:lnTo>
                  <a:lnTo>
                    <a:pt x="1872535" y="611747"/>
                  </a:lnTo>
                  <a:lnTo>
                    <a:pt x="1885153" y="609973"/>
                  </a:lnTo>
                  <a:lnTo>
                    <a:pt x="1897762" y="608128"/>
                  </a:lnTo>
                  <a:lnTo>
                    <a:pt x="1910359" y="606212"/>
                  </a:lnTo>
                  <a:lnTo>
                    <a:pt x="1922946" y="604225"/>
                  </a:lnTo>
                  <a:lnTo>
                    <a:pt x="1935521" y="602167"/>
                  </a:lnTo>
                  <a:lnTo>
                    <a:pt x="1948085" y="600037"/>
                  </a:lnTo>
                  <a:lnTo>
                    <a:pt x="1960636" y="597836"/>
                  </a:lnTo>
                  <a:lnTo>
                    <a:pt x="1973174" y="595565"/>
                  </a:lnTo>
                  <a:lnTo>
                    <a:pt x="1985700" y="593222"/>
                  </a:lnTo>
                  <a:lnTo>
                    <a:pt x="1998211" y="590809"/>
                  </a:lnTo>
                  <a:lnTo>
                    <a:pt x="2010710" y="588325"/>
                  </a:lnTo>
                  <a:lnTo>
                    <a:pt x="2023193" y="585770"/>
                  </a:lnTo>
                  <a:lnTo>
                    <a:pt x="2035663" y="583145"/>
                  </a:lnTo>
                  <a:lnTo>
                    <a:pt x="2048117" y="580449"/>
                  </a:lnTo>
                  <a:lnTo>
                    <a:pt x="2060556" y="577683"/>
                  </a:lnTo>
                  <a:lnTo>
                    <a:pt x="2072978" y="574847"/>
                  </a:lnTo>
                  <a:lnTo>
                    <a:pt x="2085385" y="571940"/>
                  </a:lnTo>
                  <a:lnTo>
                    <a:pt x="2097775" y="568963"/>
                  </a:lnTo>
                  <a:lnTo>
                    <a:pt x="2110148" y="565916"/>
                  </a:lnTo>
                  <a:lnTo>
                    <a:pt x="2122504" y="562799"/>
                  </a:lnTo>
                  <a:lnTo>
                    <a:pt x="2134841" y="559613"/>
                  </a:lnTo>
                  <a:lnTo>
                    <a:pt x="2147161" y="556356"/>
                  </a:lnTo>
                  <a:lnTo>
                    <a:pt x="2159461" y="553030"/>
                  </a:lnTo>
                  <a:lnTo>
                    <a:pt x="2171743" y="549634"/>
                  </a:lnTo>
                  <a:lnTo>
                    <a:pt x="2184006" y="546169"/>
                  </a:lnTo>
                  <a:lnTo>
                    <a:pt x="2196248" y="542635"/>
                  </a:lnTo>
                  <a:lnTo>
                    <a:pt x="2208471" y="539032"/>
                  </a:lnTo>
                  <a:lnTo>
                    <a:pt x="2220673" y="535359"/>
                  </a:lnTo>
                  <a:lnTo>
                    <a:pt x="2232853" y="531617"/>
                  </a:lnTo>
                  <a:lnTo>
                    <a:pt x="2245013" y="527807"/>
                  </a:lnTo>
                  <a:lnTo>
                    <a:pt x="2257151" y="523928"/>
                  </a:lnTo>
                  <a:lnTo>
                    <a:pt x="2269266" y="519980"/>
                  </a:lnTo>
                  <a:lnTo>
                    <a:pt x="2281360" y="515964"/>
                  </a:lnTo>
                  <a:lnTo>
                    <a:pt x="2293430" y="511879"/>
                  </a:lnTo>
                  <a:lnTo>
                    <a:pt x="2305477" y="507726"/>
                  </a:lnTo>
                  <a:lnTo>
                    <a:pt x="2317500" y="503505"/>
                  </a:lnTo>
                  <a:lnTo>
                    <a:pt x="2329499" y="499217"/>
                  </a:lnTo>
                  <a:lnTo>
                    <a:pt x="2341474" y="494860"/>
                  </a:lnTo>
                  <a:lnTo>
                    <a:pt x="2353423" y="490436"/>
                  </a:lnTo>
                  <a:lnTo>
                    <a:pt x="2365348" y="485944"/>
                  </a:lnTo>
                  <a:lnTo>
                    <a:pt x="2377247" y="481385"/>
                  </a:lnTo>
                  <a:lnTo>
                    <a:pt x="2389120" y="476758"/>
                  </a:lnTo>
                  <a:lnTo>
                    <a:pt x="2400967" y="472065"/>
                  </a:lnTo>
                  <a:lnTo>
                    <a:pt x="2412787" y="467304"/>
                  </a:lnTo>
                  <a:lnTo>
                    <a:pt x="2424580" y="462477"/>
                  </a:lnTo>
                  <a:lnTo>
                    <a:pt x="2436345" y="457583"/>
                  </a:lnTo>
                  <a:lnTo>
                    <a:pt x="2448082" y="452622"/>
                  </a:lnTo>
                  <a:lnTo>
                    <a:pt x="2459792" y="447596"/>
                  </a:lnTo>
                  <a:lnTo>
                    <a:pt x="2471472" y="442503"/>
                  </a:lnTo>
                  <a:lnTo>
                    <a:pt x="2483124" y="437344"/>
                  </a:lnTo>
                  <a:lnTo>
                    <a:pt x="2494746" y="432119"/>
                  </a:lnTo>
                  <a:lnTo>
                    <a:pt x="2506338" y="426829"/>
                  </a:lnTo>
                  <a:lnTo>
                    <a:pt x="2517901" y="421473"/>
                  </a:lnTo>
                  <a:lnTo>
                    <a:pt x="2529433" y="416052"/>
                  </a:lnTo>
                  <a:lnTo>
                    <a:pt x="2540934" y="410565"/>
                  </a:lnTo>
                  <a:lnTo>
                    <a:pt x="2552403" y="405014"/>
                  </a:lnTo>
                  <a:lnTo>
                    <a:pt x="2563842" y="399398"/>
                  </a:lnTo>
                  <a:lnTo>
                    <a:pt x="2575248" y="393717"/>
                  </a:lnTo>
                  <a:lnTo>
                    <a:pt x="2586622" y="387972"/>
                  </a:lnTo>
                  <a:lnTo>
                    <a:pt x="2597963" y="382163"/>
                  </a:lnTo>
                  <a:lnTo>
                    <a:pt x="2609271" y="376289"/>
                  </a:lnTo>
                  <a:lnTo>
                    <a:pt x="2620546" y="370352"/>
                  </a:lnTo>
                  <a:lnTo>
                    <a:pt x="2631787" y="364351"/>
                  </a:lnTo>
                  <a:lnTo>
                    <a:pt x="2642994" y="358286"/>
                  </a:lnTo>
                  <a:lnTo>
                    <a:pt x="2654167" y="352159"/>
                  </a:lnTo>
                  <a:lnTo>
                    <a:pt x="2665304" y="345968"/>
                  </a:lnTo>
                  <a:lnTo>
                    <a:pt x="2676407" y="339714"/>
                  </a:lnTo>
                  <a:lnTo>
                    <a:pt x="2687473" y="333397"/>
                  </a:lnTo>
                  <a:lnTo>
                    <a:pt x="2698504" y="327018"/>
                  </a:lnTo>
                  <a:lnTo>
                    <a:pt x="2709499" y="320577"/>
                  </a:lnTo>
                  <a:lnTo>
                    <a:pt x="2720457" y="314073"/>
                  </a:lnTo>
                  <a:lnTo>
                    <a:pt x="2731378" y="307508"/>
                  </a:lnTo>
                  <a:lnTo>
                    <a:pt x="2742262" y="300881"/>
                  </a:lnTo>
                  <a:lnTo>
                    <a:pt x="2753108" y="294193"/>
                  </a:lnTo>
                  <a:lnTo>
                    <a:pt x="2763916" y="287443"/>
                  </a:lnTo>
                  <a:lnTo>
                    <a:pt x="2774686" y="280632"/>
                  </a:lnTo>
                  <a:lnTo>
                    <a:pt x="2785417" y="273761"/>
                  </a:lnTo>
                  <a:lnTo>
                    <a:pt x="2796109" y="266828"/>
                  </a:lnTo>
                  <a:lnTo>
                    <a:pt x="2806761" y="259836"/>
                  </a:lnTo>
                  <a:lnTo>
                    <a:pt x="2817374" y="252783"/>
                  </a:lnTo>
                  <a:lnTo>
                    <a:pt x="2827947" y="245671"/>
                  </a:lnTo>
                  <a:lnTo>
                    <a:pt x="2838479" y="238498"/>
                  </a:lnTo>
                  <a:lnTo>
                    <a:pt x="2848971" y="231267"/>
                  </a:lnTo>
                  <a:lnTo>
                    <a:pt x="2859422" y="223976"/>
                  </a:lnTo>
                  <a:lnTo>
                    <a:pt x="2869831" y="216626"/>
                  </a:lnTo>
                  <a:lnTo>
                    <a:pt x="2880198" y="209217"/>
                  </a:lnTo>
                  <a:lnTo>
                    <a:pt x="2890524" y="201750"/>
                  </a:lnTo>
                  <a:lnTo>
                    <a:pt x="2900807" y="194224"/>
                  </a:lnTo>
                  <a:lnTo>
                    <a:pt x="2911047" y="18664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83820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4477836" y="4940117"/>
              <a:ext cx="2694828" cy="702799"/>
            </a:xfrm>
            <a:custGeom>
              <a:avLst/>
              <a:pathLst>
                <a:path w="2694828" h="702799">
                  <a:moveTo>
                    <a:pt x="0" y="0"/>
                  </a:moveTo>
                  <a:lnTo>
                    <a:pt x="8079" y="8604"/>
                  </a:lnTo>
                  <a:lnTo>
                    <a:pt x="16204" y="17165"/>
                  </a:lnTo>
                  <a:lnTo>
                    <a:pt x="24374" y="25683"/>
                  </a:lnTo>
                  <a:lnTo>
                    <a:pt x="32590" y="34158"/>
                  </a:lnTo>
                  <a:lnTo>
                    <a:pt x="40851" y="42588"/>
                  </a:lnTo>
                  <a:lnTo>
                    <a:pt x="49156" y="50974"/>
                  </a:lnTo>
                  <a:lnTo>
                    <a:pt x="57507" y="59316"/>
                  </a:lnTo>
                  <a:lnTo>
                    <a:pt x="65901" y="67613"/>
                  </a:lnTo>
                  <a:lnTo>
                    <a:pt x="74340" y="75866"/>
                  </a:lnTo>
                  <a:lnTo>
                    <a:pt x="82822" y="84073"/>
                  </a:lnTo>
                  <a:lnTo>
                    <a:pt x="91349" y="92235"/>
                  </a:lnTo>
                  <a:lnTo>
                    <a:pt x="99918" y="100351"/>
                  </a:lnTo>
                  <a:lnTo>
                    <a:pt x="108531" y="108421"/>
                  </a:lnTo>
                  <a:lnTo>
                    <a:pt x="117187" y="116446"/>
                  </a:lnTo>
                  <a:lnTo>
                    <a:pt x="125885" y="124424"/>
                  </a:lnTo>
                  <a:lnTo>
                    <a:pt x="134626" y="132356"/>
                  </a:lnTo>
                  <a:lnTo>
                    <a:pt x="143409" y="140241"/>
                  </a:lnTo>
                  <a:lnTo>
                    <a:pt x="152233" y="148079"/>
                  </a:lnTo>
                  <a:lnTo>
                    <a:pt x="161100" y="155869"/>
                  </a:lnTo>
                  <a:lnTo>
                    <a:pt x="170008" y="163613"/>
                  </a:lnTo>
                  <a:lnTo>
                    <a:pt x="178957" y="171309"/>
                  </a:lnTo>
                  <a:lnTo>
                    <a:pt x="187947" y="178957"/>
                  </a:lnTo>
                  <a:lnTo>
                    <a:pt x="196977" y="186557"/>
                  </a:lnTo>
                  <a:lnTo>
                    <a:pt x="206048" y="194109"/>
                  </a:lnTo>
                  <a:lnTo>
                    <a:pt x="215159" y="201612"/>
                  </a:lnTo>
                  <a:lnTo>
                    <a:pt x="224310" y="209067"/>
                  </a:lnTo>
                  <a:lnTo>
                    <a:pt x="233501" y="216473"/>
                  </a:lnTo>
                  <a:lnTo>
                    <a:pt x="242731" y="223829"/>
                  </a:lnTo>
                  <a:lnTo>
                    <a:pt x="252000" y="231137"/>
                  </a:lnTo>
                  <a:lnTo>
                    <a:pt x="261308" y="238394"/>
                  </a:lnTo>
                  <a:lnTo>
                    <a:pt x="270654" y="245602"/>
                  </a:lnTo>
                  <a:lnTo>
                    <a:pt x="280039" y="252761"/>
                  </a:lnTo>
                  <a:lnTo>
                    <a:pt x="289462" y="259869"/>
                  </a:lnTo>
                  <a:lnTo>
                    <a:pt x="298922" y="266926"/>
                  </a:lnTo>
                  <a:lnTo>
                    <a:pt x="308420" y="273934"/>
                  </a:lnTo>
                  <a:lnTo>
                    <a:pt x="317955" y="280890"/>
                  </a:lnTo>
                  <a:lnTo>
                    <a:pt x="327527" y="287795"/>
                  </a:lnTo>
                  <a:lnTo>
                    <a:pt x="337136" y="294650"/>
                  </a:lnTo>
                  <a:lnTo>
                    <a:pt x="346781" y="301453"/>
                  </a:lnTo>
                  <a:lnTo>
                    <a:pt x="356463" y="308204"/>
                  </a:lnTo>
                  <a:lnTo>
                    <a:pt x="366180" y="314904"/>
                  </a:lnTo>
                  <a:lnTo>
                    <a:pt x="375933" y="321552"/>
                  </a:lnTo>
                  <a:lnTo>
                    <a:pt x="385721" y="328148"/>
                  </a:lnTo>
                  <a:lnTo>
                    <a:pt x="395544" y="334691"/>
                  </a:lnTo>
                  <a:lnTo>
                    <a:pt x="405402" y="341182"/>
                  </a:lnTo>
                  <a:lnTo>
                    <a:pt x="415294" y="347621"/>
                  </a:lnTo>
                  <a:lnTo>
                    <a:pt x="425221" y="354006"/>
                  </a:lnTo>
                  <a:lnTo>
                    <a:pt x="435181" y="360339"/>
                  </a:lnTo>
                  <a:lnTo>
                    <a:pt x="445175" y="366618"/>
                  </a:lnTo>
                  <a:lnTo>
                    <a:pt x="455203" y="372844"/>
                  </a:lnTo>
                  <a:lnTo>
                    <a:pt x="465263" y="379017"/>
                  </a:lnTo>
                  <a:lnTo>
                    <a:pt x="475356" y="385136"/>
                  </a:lnTo>
                  <a:lnTo>
                    <a:pt x="485482" y="391201"/>
                  </a:lnTo>
                  <a:lnTo>
                    <a:pt x="495640" y="397211"/>
                  </a:lnTo>
                  <a:lnTo>
                    <a:pt x="505830" y="403168"/>
                  </a:lnTo>
                  <a:lnTo>
                    <a:pt x="516051" y="409070"/>
                  </a:lnTo>
                  <a:lnTo>
                    <a:pt x="526304" y="414918"/>
                  </a:lnTo>
                  <a:lnTo>
                    <a:pt x="536588" y="420710"/>
                  </a:lnTo>
                  <a:lnTo>
                    <a:pt x="546902" y="426448"/>
                  </a:lnTo>
                  <a:lnTo>
                    <a:pt x="557247" y="432131"/>
                  </a:lnTo>
                  <a:lnTo>
                    <a:pt x="567622" y="437759"/>
                  </a:lnTo>
                  <a:lnTo>
                    <a:pt x="578027" y="443331"/>
                  </a:lnTo>
                  <a:lnTo>
                    <a:pt x="588462" y="448848"/>
                  </a:lnTo>
                  <a:lnTo>
                    <a:pt x="598925" y="454309"/>
                  </a:lnTo>
                  <a:lnTo>
                    <a:pt x="609418" y="459714"/>
                  </a:lnTo>
                  <a:lnTo>
                    <a:pt x="619939" y="465063"/>
                  </a:lnTo>
                  <a:lnTo>
                    <a:pt x="630489" y="470356"/>
                  </a:lnTo>
                  <a:lnTo>
                    <a:pt x="641067" y="475592"/>
                  </a:lnTo>
                  <a:lnTo>
                    <a:pt x="651672" y="480772"/>
                  </a:lnTo>
                  <a:lnTo>
                    <a:pt x="662306" y="485896"/>
                  </a:lnTo>
                  <a:lnTo>
                    <a:pt x="672966" y="490963"/>
                  </a:lnTo>
                  <a:lnTo>
                    <a:pt x="683653" y="495973"/>
                  </a:lnTo>
                  <a:lnTo>
                    <a:pt x="694366" y="500925"/>
                  </a:lnTo>
                  <a:lnTo>
                    <a:pt x="705106" y="505821"/>
                  </a:lnTo>
                  <a:lnTo>
                    <a:pt x="715872" y="510659"/>
                  </a:lnTo>
                  <a:lnTo>
                    <a:pt x="726664" y="515440"/>
                  </a:lnTo>
                  <a:lnTo>
                    <a:pt x="737480" y="520163"/>
                  </a:lnTo>
                  <a:lnTo>
                    <a:pt x="748322" y="524829"/>
                  </a:lnTo>
                  <a:lnTo>
                    <a:pt x="759189" y="529436"/>
                  </a:lnTo>
                  <a:lnTo>
                    <a:pt x="770080" y="533986"/>
                  </a:lnTo>
                  <a:lnTo>
                    <a:pt x="780995" y="538477"/>
                  </a:lnTo>
                  <a:lnTo>
                    <a:pt x="791934" y="542911"/>
                  </a:lnTo>
                  <a:lnTo>
                    <a:pt x="802896" y="547286"/>
                  </a:lnTo>
                  <a:lnTo>
                    <a:pt x="813882" y="551602"/>
                  </a:lnTo>
                  <a:lnTo>
                    <a:pt x="824890" y="555860"/>
                  </a:lnTo>
                  <a:lnTo>
                    <a:pt x="835921" y="560059"/>
                  </a:lnTo>
                  <a:lnTo>
                    <a:pt x="846974" y="564199"/>
                  </a:lnTo>
                  <a:lnTo>
                    <a:pt x="858049" y="568280"/>
                  </a:lnTo>
                  <a:lnTo>
                    <a:pt x="869146" y="572302"/>
                  </a:lnTo>
                  <a:lnTo>
                    <a:pt x="880263" y="576265"/>
                  </a:lnTo>
                  <a:lnTo>
                    <a:pt x="891402" y="580168"/>
                  </a:lnTo>
                  <a:lnTo>
                    <a:pt x="902562" y="584012"/>
                  </a:lnTo>
                  <a:lnTo>
                    <a:pt x="913742" y="587797"/>
                  </a:lnTo>
                  <a:lnTo>
                    <a:pt x="924942" y="591521"/>
                  </a:lnTo>
                  <a:lnTo>
                    <a:pt x="936161" y="595186"/>
                  </a:lnTo>
                  <a:lnTo>
                    <a:pt x="947400" y="598792"/>
                  </a:lnTo>
                  <a:lnTo>
                    <a:pt x="958658" y="602337"/>
                  </a:lnTo>
                  <a:lnTo>
                    <a:pt x="969935" y="605822"/>
                  </a:lnTo>
                  <a:lnTo>
                    <a:pt x="981230" y="609247"/>
                  </a:lnTo>
                  <a:lnTo>
                    <a:pt x="992544" y="612612"/>
                  </a:lnTo>
                  <a:lnTo>
                    <a:pt x="1003875" y="615916"/>
                  </a:lnTo>
                  <a:lnTo>
                    <a:pt x="1015223" y="619160"/>
                  </a:lnTo>
                  <a:lnTo>
                    <a:pt x="1026589" y="622343"/>
                  </a:lnTo>
                  <a:lnTo>
                    <a:pt x="1037971" y="625466"/>
                  </a:lnTo>
                  <a:lnTo>
                    <a:pt x="1049370" y="628528"/>
                  </a:lnTo>
                  <a:lnTo>
                    <a:pt x="1060785" y="631529"/>
                  </a:lnTo>
                  <a:lnTo>
                    <a:pt x="1072216" y="634470"/>
                  </a:lnTo>
                  <a:lnTo>
                    <a:pt x="1083663" y="637349"/>
                  </a:lnTo>
                  <a:lnTo>
                    <a:pt x="1095124" y="640167"/>
                  </a:lnTo>
                  <a:lnTo>
                    <a:pt x="1106601" y="642924"/>
                  </a:lnTo>
                  <a:lnTo>
                    <a:pt x="1118092" y="645620"/>
                  </a:lnTo>
                  <a:lnTo>
                    <a:pt x="1129597" y="648255"/>
                  </a:lnTo>
                  <a:lnTo>
                    <a:pt x="1141116" y="650828"/>
                  </a:lnTo>
                  <a:lnTo>
                    <a:pt x="1152649" y="653339"/>
                  </a:lnTo>
                  <a:lnTo>
                    <a:pt x="1164195" y="655790"/>
                  </a:lnTo>
                  <a:lnTo>
                    <a:pt x="1175754" y="658178"/>
                  </a:lnTo>
                  <a:lnTo>
                    <a:pt x="1187325" y="660505"/>
                  </a:lnTo>
                  <a:lnTo>
                    <a:pt x="1198909" y="662770"/>
                  </a:lnTo>
                  <a:lnTo>
                    <a:pt x="1210505" y="664974"/>
                  </a:lnTo>
                  <a:lnTo>
                    <a:pt x="1222112" y="667116"/>
                  </a:lnTo>
                  <a:lnTo>
                    <a:pt x="1233730" y="669195"/>
                  </a:lnTo>
                  <a:lnTo>
                    <a:pt x="1245359" y="671213"/>
                  </a:lnTo>
                  <a:lnTo>
                    <a:pt x="1256999" y="673169"/>
                  </a:lnTo>
                  <a:lnTo>
                    <a:pt x="1268649" y="675062"/>
                  </a:lnTo>
                  <a:lnTo>
                    <a:pt x="1280310" y="676894"/>
                  </a:lnTo>
                  <a:lnTo>
                    <a:pt x="1291979" y="678663"/>
                  </a:lnTo>
                  <a:lnTo>
                    <a:pt x="1303658" y="680370"/>
                  </a:lnTo>
                  <a:lnTo>
                    <a:pt x="1315346" y="682015"/>
                  </a:lnTo>
                  <a:lnTo>
                    <a:pt x="1327043" y="683597"/>
                  </a:lnTo>
                  <a:lnTo>
                    <a:pt x="1338747" y="685117"/>
                  </a:lnTo>
                  <a:lnTo>
                    <a:pt x="1350460" y="686575"/>
                  </a:lnTo>
                  <a:lnTo>
                    <a:pt x="1362180" y="687970"/>
                  </a:lnTo>
                  <a:lnTo>
                    <a:pt x="1373908" y="689303"/>
                  </a:lnTo>
                  <a:lnTo>
                    <a:pt x="1385642" y="690573"/>
                  </a:lnTo>
                  <a:lnTo>
                    <a:pt x="1397384" y="691780"/>
                  </a:lnTo>
                  <a:lnTo>
                    <a:pt x="1409131" y="692925"/>
                  </a:lnTo>
                  <a:lnTo>
                    <a:pt x="1420884" y="694008"/>
                  </a:lnTo>
                  <a:lnTo>
                    <a:pt x="1432643" y="695027"/>
                  </a:lnTo>
                  <a:lnTo>
                    <a:pt x="1444407" y="695984"/>
                  </a:lnTo>
                  <a:lnTo>
                    <a:pt x="1456176" y="696878"/>
                  </a:lnTo>
                  <a:lnTo>
                    <a:pt x="1467950" y="697710"/>
                  </a:lnTo>
                  <a:lnTo>
                    <a:pt x="1479728" y="698478"/>
                  </a:lnTo>
                  <a:lnTo>
                    <a:pt x="1491510" y="699184"/>
                  </a:lnTo>
                  <a:lnTo>
                    <a:pt x="1503296" y="699827"/>
                  </a:lnTo>
                  <a:lnTo>
                    <a:pt x="1515084" y="700407"/>
                  </a:lnTo>
                  <a:lnTo>
                    <a:pt x="1526876" y="700925"/>
                  </a:lnTo>
                  <a:lnTo>
                    <a:pt x="1538670" y="701379"/>
                  </a:lnTo>
                  <a:lnTo>
                    <a:pt x="1550467" y="701771"/>
                  </a:lnTo>
                  <a:lnTo>
                    <a:pt x="1562266" y="702099"/>
                  </a:lnTo>
                  <a:lnTo>
                    <a:pt x="1574066" y="702365"/>
                  </a:lnTo>
                  <a:lnTo>
                    <a:pt x="1585867" y="702568"/>
                  </a:lnTo>
                  <a:lnTo>
                    <a:pt x="1597669" y="702708"/>
                  </a:lnTo>
                  <a:lnTo>
                    <a:pt x="1609472" y="702785"/>
                  </a:lnTo>
                  <a:lnTo>
                    <a:pt x="1621275" y="702799"/>
                  </a:lnTo>
                  <a:lnTo>
                    <a:pt x="1633078" y="702750"/>
                  </a:lnTo>
                  <a:lnTo>
                    <a:pt x="1644880" y="702638"/>
                  </a:lnTo>
                  <a:lnTo>
                    <a:pt x="1656682" y="702463"/>
                  </a:lnTo>
                  <a:lnTo>
                    <a:pt x="1668483" y="702226"/>
                  </a:lnTo>
                  <a:lnTo>
                    <a:pt x="1680282" y="701925"/>
                  </a:lnTo>
                  <a:lnTo>
                    <a:pt x="1692080" y="701562"/>
                  </a:lnTo>
                  <a:lnTo>
                    <a:pt x="1703875" y="701135"/>
                  </a:lnTo>
                  <a:lnTo>
                    <a:pt x="1715668" y="700646"/>
                  </a:lnTo>
                  <a:lnTo>
                    <a:pt x="1727458" y="700094"/>
                  </a:lnTo>
                  <a:lnTo>
                    <a:pt x="1739245" y="699479"/>
                  </a:lnTo>
                  <a:lnTo>
                    <a:pt x="1751028" y="698801"/>
                  </a:lnTo>
                  <a:lnTo>
                    <a:pt x="1762808" y="698061"/>
                  </a:lnTo>
                  <a:lnTo>
                    <a:pt x="1774584" y="697258"/>
                  </a:lnTo>
                  <a:lnTo>
                    <a:pt x="1786355" y="696391"/>
                  </a:lnTo>
                  <a:lnTo>
                    <a:pt x="1798122" y="695463"/>
                  </a:lnTo>
                  <a:lnTo>
                    <a:pt x="1809883" y="694471"/>
                  </a:lnTo>
                  <a:lnTo>
                    <a:pt x="1821639" y="693417"/>
                  </a:lnTo>
                  <a:lnTo>
                    <a:pt x="1833389" y="692300"/>
                  </a:lnTo>
                  <a:lnTo>
                    <a:pt x="1845133" y="691120"/>
                  </a:lnTo>
                  <a:lnTo>
                    <a:pt x="1856870" y="689878"/>
                  </a:lnTo>
                  <a:lnTo>
                    <a:pt x="1868601" y="688573"/>
                  </a:lnTo>
                  <a:lnTo>
                    <a:pt x="1880325" y="687206"/>
                  </a:lnTo>
                  <a:lnTo>
                    <a:pt x="1892041" y="685777"/>
                  </a:lnTo>
                  <a:lnTo>
                    <a:pt x="1903749" y="684284"/>
                  </a:lnTo>
                  <a:lnTo>
                    <a:pt x="1915449" y="682730"/>
                  </a:lnTo>
                  <a:lnTo>
                    <a:pt x="1927141" y="681113"/>
                  </a:lnTo>
                  <a:lnTo>
                    <a:pt x="1938824" y="679434"/>
                  </a:lnTo>
                  <a:lnTo>
                    <a:pt x="1950498" y="677692"/>
                  </a:lnTo>
                  <a:lnTo>
                    <a:pt x="1962163" y="675889"/>
                  </a:lnTo>
                  <a:lnTo>
                    <a:pt x="1973817" y="674023"/>
                  </a:lnTo>
                  <a:lnTo>
                    <a:pt x="1985462" y="672095"/>
                  </a:lnTo>
                  <a:lnTo>
                    <a:pt x="1997096" y="670105"/>
                  </a:lnTo>
                  <a:lnTo>
                    <a:pt x="2008719" y="668053"/>
                  </a:lnTo>
                  <a:lnTo>
                    <a:pt x="2020331" y="665939"/>
                  </a:lnTo>
                  <a:lnTo>
                    <a:pt x="2031932" y="663763"/>
                  </a:lnTo>
                  <a:lnTo>
                    <a:pt x="2043521" y="661525"/>
                  </a:lnTo>
                  <a:lnTo>
                    <a:pt x="2055098" y="659226"/>
                  </a:lnTo>
                  <a:lnTo>
                    <a:pt x="2066662" y="656865"/>
                  </a:lnTo>
                  <a:lnTo>
                    <a:pt x="2078214" y="654442"/>
                  </a:lnTo>
                  <a:lnTo>
                    <a:pt x="2089753" y="651958"/>
                  </a:lnTo>
                  <a:lnTo>
                    <a:pt x="2101278" y="649412"/>
                  </a:lnTo>
                  <a:lnTo>
                    <a:pt x="2112790" y="646805"/>
                  </a:lnTo>
                  <a:lnTo>
                    <a:pt x="2124287" y="644137"/>
                  </a:lnTo>
                  <a:lnTo>
                    <a:pt x="2135770" y="641407"/>
                  </a:lnTo>
                  <a:lnTo>
                    <a:pt x="2147238" y="638616"/>
                  </a:lnTo>
                  <a:lnTo>
                    <a:pt x="2158692" y="635764"/>
                  </a:lnTo>
                  <a:lnTo>
                    <a:pt x="2170130" y="632851"/>
                  </a:lnTo>
                  <a:lnTo>
                    <a:pt x="2181552" y="629877"/>
                  </a:lnTo>
                  <a:lnTo>
                    <a:pt x="2192958" y="626842"/>
                  </a:lnTo>
                  <a:lnTo>
                    <a:pt x="2204348" y="623747"/>
                  </a:lnTo>
                  <a:lnTo>
                    <a:pt x="2215721" y="620590"/>
                  </a:lnTo>
                  <a:lnTo>
                    <a:pt x="2227077" y="617373"/>
                  </a:lnTo>
                  <a:lnTo>
                    <a:pt x="2238416" y="614096"/>
                  </a:lnTo>
                  <a:lnTo>
                    <a:pt x="2249738" y="610758"/>
                  </a:lnTo>
                  <a:lnTo>
                    <a:pt x="2261041" y="607360"/>
                  </a:lnTo>
                  <a:lnTo>
                    <a:pt x="2272326" y="603902"/>
                  </a:lnTo>
                  <a:lnTo>
                    <a:pt x="2283592" y="600384"/>
                  </a:lnTo>
                  <a:lnTo>
                    <a:pt x="2294840" y="596805"/>
                  </a:lnTo>
                  <a:lnTo>
                    <a:pt x="2306068" y="593167"/>
                  </a:lnTo>
                  <a:lnTo>
                    <a:pt x="2317277" y="589469"/>
                  </a:lnTo>
                  <a:lnTo>
                    <a:pt x="2328466" y="585711"/>
                  </a:lnTo>
                  <a:lnTo>
                    <a:pt x="2339635" y="581894"/>
                  </a:lnTo>
                  <a:lnTo>
                    <a:pt x="2350783" y="578017"/>
                  </a:lnTo>
                  <a:lnTo>
                    <a:pt x="2361910" y="574080"/>
                  </a:lnTo>
                  <a:lnTo>
                    <a:pt x="2373016" y="570085"/>
                  </a:lnTo>
                  <a:lnTo>
                    <a:pt x="2384101" y="566030"/>
                  </a:lnTo>
                  <a:lnTo>
                    <a:pt x="2395164" y="561916"/>
                  </a:lnTo>
                  <a:lnTo>
                    <a:pt x="2406205" y="557744"/>
                  </a:lnTo>
                  <a:lnTo>
                    <a:pt x="2417223" y="553512"/>
                  </a:lnTo>
                  <a:lnTo>
                    <a:pt x="2428219" y="549222"/>
                  </a:lnTo>
                  <a:lnTo>
                    <a:pt x="2439192" y="544873"/>
                  </a:lnTo>
                  <a:lnTo>
                    <a:pt x="2450141" y="540466"/>
                  </a:lnTo>
                  <a:lnTo>
                    <a:pt x="2461067" y="536001"/>
                  </a:lnTo>
                  <a:lnTo>
                    <a:pt x="2471969" y="531477"/>
                  </a:lnTo>
                  <a:lnTo>
                    <a:pt x="2482846" y="526895"/>
                  </a:lnTo>
                  <a:lnTo>
                    <a:pt x="2493699" y="522256"/>
                  </a:lnTo>
                  <a:lnTo>
                    <a:pt x="2504527" y="517558"/>
                  </a:lnTo>
                  <a:lnTo>
                    <a:pt x="2515330" y="512803"/>
                  </a:lnTo>
                  <a:lnTo>
                    <a:pt x="2526107" y="507990"/>
                  </a:lnTo>
                  <a:lnTo>
                    <a:pt x="2536859" y="503120"/>
                  </a:lnTo>
                  <a:lnTo>
                    <a:pt x="2547584" y="498193"/>
                  </a:lnTo>
                  <a:lnTo>
                    <a:pt x="2558283" y="493209"/>
                  </a:lnTo>
                  <a:lnTo>
                    <a:pt x="2568955" y="488168"/>
                  </a:lnTo>
                  <a:lnTo>
                    <a:pt x="2579601" y="483069"/>
                  </a:lnTo>
                  <a:lnTo>
                    <a:pt x="2590219" y="477915"/>
                  </a:lnTo>
                  <a:lnTo>
                    <a:pt x="2600809" y="472703"/>
                  </a:lnTo>
                  <a:lnTo>
                    <a:pt x="2611371" y="467435"/>
                  </a:lnTo>
                  <a:lnTo>
                    <a:pt x="2621905" y="462111"/>
                  </a:lnTo>
                  <a:lnTo>
                    <a:pt x="2632411" y="456731"/>
                  </a:lnTo>
                  <a:lnTo>
                    <a:pt x="2642887" y="451295"/>
                  </a:lnTo>
                  <a:lnTo>
                    <a:pt x="2653335" y="445804"/>
                  </a:lnTo>
                  <a:lnTo>
                    <a:pt x="2663753" y="440256"/>
                  </a:lnTo>
                  <a:lnTo>
                    <a:pt x="2674142" y="434653"/>
                  </a:lnTo>
                  <a:lnTo>
                    <a:pt x="2684500" y="428995"/>
                  </a:lnTo>
                  <a:lnTo>
                    <a:pt x="2694828" y="423282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4449614" y="4966474"/>
              <a:ext cx="2741831" cy="715057"/>
            </a:xfrm>
            <a:custGeom>
              <a:avLst/>
              <a:pathLst>
                <a:path w="2741831" h="715057">
                  <a:moveTo>
                    <a:pt x="0" y="0"/>
                  </a:moveTo>
                  <a:lnTo>
                    <a:pt x="8220" y="8754"/>
                  </a:lnTo>
                  <a:lnTo>
                    <a:pt x="16486" y="17465"/>
                  </a:lnTo>
                  <a:lnTo>
                    <a:pt x="24799" y="26131"/>
                  </a:lnTo>
                  <a:lnTo>
                    <a:pt x="33158" y="34753"/>
                  </a:lnTo>
                  <a:lnTo>
                    <a:pt x="41563" y="43331"/>
                  </a:lnTo>
                  <a:lnTo>
                    <a:pt x="50014" y="51863"/>
                  </a:lnTo>
                  <a:lnTo>
                    <a:pt x="58510" y="60351"/>
                  </a:lnTo>
                  <a:lnTo>
                    <a:pt x="67051" y="68793"/>
                  </a:lnTo>
                  <a:lnTo>
                    <a:pt x="75636" y="77189"/>
                  </a:lnTo>
                  <a:lnTo>
                    <a:pt x="84267" y="85539"/>
                  </a:lnTo>
                  <a:lnTo>
                    <a:pt x="92942" y="93843"/>
                  </a:lnTo>
                  <a:lnTo>
                    <a:pt x="101661" y="102101"/>
                  </a:lnTo>
                  <a:lnTo>
                    <a:pt x="110424" y="110312"/>
                  </a:lnTo>
                  <a:lnTo>
                    <a:pt x="119231" y="118477"/>
                  </a:lnTo>
                  <a:lnTo>
                    <a:pt x="128081" y="126594"/>
                  </a:lnTo>
                  <a:lnTo>
                    <a:pt x="136974" y="134664"/>
                  </a:lnTo>
                  <a:lnTo>
                    <a:pt x="145910" y="142687"/>
                  </a:lnTo>
                  <a:lnTo>
                    <a:pt x="154889" y="150661"/>
                  </a:lnTo>
                  <a:lnTo>
                    <a:pt x="163910" y="158588"/>
                  </a:lnTo>
                  <a:lnTo>
                    <a:pt x="172973" y="166467"/>
                  </a:lnTo>
                  <a:lnTo>
                    <a:pt x="182078" y="174297"/>
                  </a:lnTo>
                  <a:lnTo>
                    <a:pt x="191225" y="182078"/>
                  </a:lnTo>
                  <a:lnTo>
                    <a:pt x="200413" y="189811"/>
                  </a:lnTo>
                  <a:lnTo>
                    <a:pt x="209642" y="197494"/>
                  </a:lnTo>
                  <a:lnTo>
                    <a:pt x="218912" y="205129"/>
                  </a:lnTo>
                  <a:lnTo>
                    <a:pt x="228223" y="212713"/>
                  </a:lnTo>
                  <a:lnTo>
                    <a:pt x="237574" y="220248"/>
                  </a:lnTo>
                  <a:lnTo>
                    <a:pt x="246964" y="227733"/>
                  </a:lnTo>
                  <a:lnTo>
                    <a:pt x="256395" y="235168"/>
                  </a:lnTo>
                  <a:lnTo>
                    <a:pt x="265865" y="242552"/>
                  </a:lnTo>
                  <a:lnTo>
                    <a:pt x="275375" y="249886"/>
                  </a:lnTo>
                  <a:lnTo>
                    <a:pt x="284923" y="257169"/>
                  </a:lnTo>
                  <a:lnTo>
                    <a:pt x="294510" y="264401"/>
                  </a:lnTo>
                  <a:lnTo>
                    <a:pt x="304136" y="271582"/>
                  </a:lnTo>
                  <a:lnTo>
                    <a:pt x="313799" y="278711"/>
                  </a:lnTo>
                  <a:lnTo>
                    <a:pt x="323501" y="285789"/>
                  </a:lnTo>
                  <a:lnTo>
                    <a:pt x="333240" y="292815"/>
                  </a:lnTo>
                  <a:lnTo>
                    <a:pt x="343017" y="299789"/>
                  </a:lnTo>
                  <a:lnTo>
                    <a:pt x="352830" y="306711"/>
                  </a:lnTo>
                  <a:lnTo>
                    <a:pt x="362680" y="313580"/>
                  </a:lnTo>
                  <a:lnTo>
                    <a:pt x="372567" y="320397"/>
                  </a:lnTo>
                  <a:lnTo>
                    <a:pt x="382490" y="327161"/>
                  </a:lnTo>
                  <a:lnTo>
                    <a:pt x="392449" y="333871"/>
                  </a:lnTo>
                  <a:lnTo>
                    <a:pt x="402443" y="340529"/>
                  </a:lnTo>
                  <a:lnTo>
                    <a:pt x="412473" y="347133"/>
                  </a:lnTo>
                  <a:lnTo>
                    <a:pt x="422538" y="353684"/>
                  </a:lnTo>
                  <a:lnTo>
                    <a:pt x="432638" y="360181"/>
                  </a:lnTo>
                  <a:lnTo>
                    <a:pt x="442772" y="366624"/>
                  </a:lnTo>
                  <a:lnTo>
                    <a:pt x="452940" y="373013"/>
                  </a:lnTo>
                  <a:lnTo>
                    <a:pt x="463142" y="379348"/>
                  </a:lnTo>
                  <a:lnTo>
                    <a:pt x="473378" y="385628"/>
                  </a:lnTo>
                  <a:lnTo>
                    <a:pt x="483648" y="391853"/>
                  </a:lnTo>
                  <a:lnTo>
                    <a:pt x="493950" y="398024"/>
                  </a:lnTo>
                  <a:lnTo>
                    <a:pt x="504285" y="404139"/>
                  </a:lnTo>
                  <a:lnTo>
                    <a:pt x="514652" y="410200"/>
                  </a:lnTo>
                  <a:lnTo>
                    <a:pt x="525052" y="416205"/>
                  </a:lnTo>
                  <a:lnTo>
                    <a:pt x="535484" y="422155"/>
                  </a:lnTo>
                  <a:lnTo>
                    <a:pt x="545947" y="428048"/>
                  </a:lnTo>
                  <a:lnTo>
                    <a:pt x="556441" y="433886"/>
                  </a:lnTo>
                  <a:lnTo>
                    <a:pt x="566966" y="439668"/>
                  </a:lnTo>
                  <a:lnTo>
                    <a:pt x="577523" y="445394"/>
                  </a:lnTo>
                  <a:lnTo>
                    <a:pt x="588109" y="451064"/>
                  </a:lnTo>
                  <a:lnTo>
                    <a:pt x="598725" y="456676"/>
                  </a:lnTo>
                  <a:lnTo>
                    <a:pt x="609372" y="462233"/>
                  </a:lnTo>
                  <a:lnTo>
                    <a:pt x="620047" y="467732"/>
                  </a:lnTo>
                  <a:lnTo>
                    <a:pt x="630752" y="473174"/>
                  </a:lnTo>
                  <a:lnTo>
                    <a:pt x="641486" y="478560"/>
                  </a:lnTo>
                  <a:lnTo>
                    <a:pt x="652248" y="483888"/>
                  </a:lnTo>
                  <a:lnTo>
                    <a:pt x="663039" y="489158"/>
                  </a:lnTo>
                  <a:lnTo>
                    <a:pt x="673857" y="494371"/>
                  </a:lnTo>
                  <a:lnTo>
                    <a:pt x="684704" y="499526"/>
                  </a:lnTo>
                  <a:lnTo>
                    <a:pt x="695577" y="504623"/>
                  </a:lnTo>
                  <a:lnTo>
                    <a:pt x="706477" y="509662"/>
                  </a:lnTo>
                  <a:lnTo>
                    <a:pt x="717405" y="514643"/>
                  </a:lnTo>
                  <a:lnTo>
                    <a:pt x="728358" y="519566"/>
                  </a:lnTo>
                  <a:lnTo>
                    <a:pt x="739338" y="524430"/>
                  </a:lnTo>
                  <a:lnTo>
                    <a:pt x="750343" y="529236"/>
                  </a:lnTo>
                  <a:lnTo>
                    <a:pt x="761374" y="533983"/>
                  </a:lnTo>
                  <a:lnTo>
                    <a:pt x="772430" y="538671"/>
                  </a:lnTo>
                  <a:lnTo>
                    <a:pt x="783511" y="543300"/>
                  </a:lnTo>
                  <a:lnTo>
                    <a:pt x="794617" y="547870"/>
                  </a:lnTo>
                  <a:lnTo>
                    <a:pt x="805746" y="552380"/>
                  </a:lnTo>
                  <a:lnTo>
                    <a:pt x="816900" y="556831"/>
                  </a:lnTo>
                  <a:lnTo>
                    <a:pt x="828077" y="561223"/>
                  </a:lnTo>
                  <a:lnTo>
                    <a:pt x="839277" y="565555"/>
                  </a:lnTo>
                  <a:lnTo>
                    <a:pt x="850501" y="569827"/>
                  </a:lnTo>
                  <a:lnTo>
                    <a:pt x="861747" y="574039"/>
                  </a:lnTo>
                  <a:lnTo>
                    <a:pt x="873015" y="578192"/>
                  </a:lnTo>
                  <a:lnTo>
                    <a:pt x="884305" y="582284"/>
                  </a:lnTo>
                  <a:lnTo>
                    <a:pt x="895617" y="586316"/>
                  </a:lnTo>
                  <a:lnTo>
                    <a:pt x="906950" y="590287"/>
                  </a:lnTo>
                  <a:lnTo>
                    <a:pt x="918304" y="594198"/>
                  </a:lnTo>
                  <a:lnTo>
                    <a:pt x="929679" y="598049"/>
                  </a:lnTo>
                  <a:lnTo>
                    <a:pt x="941074" y="601839"/>
                  </a:lnTo>
                  <a:lnTo>
                    <a:pt x="952490" y="605568"/>
                  </a:lnTo>
                  <a:lnTo>
                    <a:pt x="963925" y="609236"/>
                  </a:lnTo>
                  <a:lnTo>
                    <a:pt x="975379" y="612843"/>
                  </a:lnTo>
                  <a:lnTo>
                    <a:pt x="986853" y="616389"/>
                  </a:lnTo>
                  <a:lnTo>
                    <a:pt x="998345" y="619873"/>
                  </a:lnTo>
                  <a:lnTo>
                    <a:pt x="1009855" y="623297"/>
                  </a:lnTo>
                  <a:lnTo>
                    <a:pt x="1021384" y="626659"/>
                  </a:lnTo>
                  <a:lnTo>
                    <a:pt x="1032931" y="629959"/>
                  </a:lnTo>
                  <a:lnTo>
                    <a:pt x="1044494" y="633198"/>
                  </a:lnTo>
                  <a:lnTo>
                    <a:pt x="1056075" y="636375"/>
                  </a:lnTo>
                  <a:lnTo>
                    <a:pt x="1067673" y="639491"/>
                  </a:lnTo>
                  <a:lnTo>
                    <a:pt x="1079287" y="642544"/>
                  </a:lnTo>
                  <a:lnTo>
                    <a:pt x="1090918" y="645536"/>
                  </a:lnTo>
                  <a:lnTo>
                    <a:pt x="1102564" y="648465"/>
                  </a:lnTo>
                  <a:lnTo>
                    <a:pt x="1114226" y="651333"/>
                  </a:lnTo>
                  <a:lnTo>
                    <a:pt x="1125902" y="654138"/>
                  </a:lnTo>
                  <a:lnTo>
                    <a:pt x="1137594" y="656881"/>
                  </a:lnTo>
                  <a:lnTo>
                    <a:pt x="1149300" y="659561"/>
                  </a:lnTo>
                  <a:lnTo>
                    <a:pt x="1161020" y="662179"/>
                  </a:lnTo>
                  <a:lnTo>
                    <a:pt x="1172754" y="664735"/>
                  </a:lnTo>
                  <a:lnTo>
                    <a:pt x="1184501" y="667228"/>
                  </a:lnTo>
                  <a:lnTo>
                    <a:pt x="1196261" y="669658"/>
                  </a:lnTo>
                  <a:lnTo>
                    <a:pt x="1208035" y="672026"/>
                  </a:lnTo>
                  <a:lnTo>
                    <a:pt x="1219820" y="674330"/>
                  </a:lnTo>
                  <a:lnTo>
                    <a:pt x="1231618" y="676572"/>
                  </a:lnTo>
                  <a:lnTo>
                    <a:pt x="1243428" y="678751"/>
                  </a:lnTo>
                  <a:lnTo>
                    <a:pt x="1255249" y="680867"/>
                  </a:lnTo>
                  <a:lnTo>
                    <a:pt x="1267081" y="682920"/>
                  </a:lnTo>
                  <a:lnTo>
                    <a:pt x="1278924" y="684910"/>
                  </a:lnTo>
                  <a:lnTo>
                    <a:pt x="1290777" y="686837"/>
                  </a:lnTo>
                  <a:lnTo>
                    <a:pt x="1302640" y="688700"/>
                  </a:lnTo>
                  <a:lnTo>
                    <a:pt x="1314514" y="690500"/>
                  </a:lnTo>
                  <a:lnTo>
                    <a:pt x="1326396" y="692237"/>
                  </a:lnTo>
                  <a:lnTo>
                    <a:pt x="1338288" y="693910"/>
                  </a:lnTo>
                  <a:lnTo>
                    <a:pt x="1350189" y="695520"/>
                  </a:lnTo>
                  <a:lnTo>
                    <a:pt x="1362098" y="697067"/>
                  </a:lnTo>
                  <a:lnTo>
                    <a:pt x="1374015" y="698550"/>
                  </a:lnTo>
                  <a:lnTo>
                    <a:pt x="1385939" y="699970"/>
                  </a:lnTo>
                  <a:lnTo>
                    <a:pt x="1397871" y="701325"/>
                  </a:lnTo>
                  <a:lnTo>
                    <a:pt x="1409811" y="702618"/>
                  </a:lnTo>
                  <a:lnTo>
                    <a:pt x="1421756" y="703846"/>
                  </a:lnTo>
                  <a:lnTo>
                    <a:pt x="1433709" y="705011"/>
                  </a:lnTo>
                  <a:lnTo>
                    <a:pt x="1445667" y="706112"/>
                  </a:lnTo>
                  <a:lnTo>
                    <a:pt x="1457631" y="707150"/>
                  </a:lnTo>
                  <a:lnTo>
                    <a:pt x="1469601" y="708123"/>
                  </a:lnTo>
                  <a:lnTo>
                    <a:pt x="1481575" y="709033"/>
                  </a:lnTo>
                  <a:lnTo>
                    <a:pt x="1493554" y="709879"/>
                  </a:lnTo>
                  <a:lnTo>
                    <a:pt x="1505537" y="710661"/>
                  </a:lnTo>
                  <a:lnTo>
                    <a:pt x="1517525" y="711379"/>
                  </a:lnTo>
                  <a:lnTo>
                    <a:pt x="1529516" y="712033"/>
                  </a:lnTo>
                  <a:lnTo>
                    <a:pt x="1541510" y="712624"/>
                  </a:lnTo>
                  <a:lnTo>
                    <a:pt x="1553508" y="713150"/>
                  </a:lnTo>
                  <a:lnTo>
                    <a:pt x="1565508" y="713612"/>
                  </a:lnTo>
                  <a:lnTo>
                    <a:pt x="1577510" y="714011"/>
                  </a:lnTo>
                  <a:lnTo>
                    <a:pt x="1589514" y="714345"/>
                  </a:lnTo>
                  <a:lnTo>
                    <a:pt x="1601520" y="714615"/>
                  </a:lnTo>
                  <a:lnTo>
                    <a:pt x="1613527" y="714822"/>
                  </a:lnTo>
                  <a:lnTo>
                    <a:pt x="1625535" y="714964"/>
                  </a:lnTo>
                  <a:lnTo>
                    <a:pt x="1637544" y="715043"/>
                  </a:lnTo>
                  <a:lnTo>
                    <a:pt x="1649553" y="715057"/>
                  </a:lnTo>
                  <a:lnTo>
                    <a:pt x="1661562" y="715007"/>
                  </a:lnTo>
                  <a:lnTo>
                    <a:pt x="1673570" y="714893"/>
                  </a:lnTo>
                  <a:lnTo>
                    <a:pt x="1685578" y="714716"/>
                  </a:lnTo>
                  <a:lnTo>
                    <a:pt x="1697584" y="714474"/>
                  </a:lnTo>
                  <a:lnTo>
                    <a:pt x="1709589" y="714168"/>
                  </a:lnTo>
                  <a:lnTo>
                    <a:pt x="1721593" y="713798"/>
                  </a:lnTo>
                  <a:lnTo>
                    <a:pt x="1733594" y="713365"/>
                  </a:lnTo>
                  <a:lnTo>
                    <a:pt x="1745592" y="712867"/>
                  </a:lnTo>
                  <a:lnTo>
                    <a:pt x="1757588" y="712305"/>
                  </a:lnTo>
                  <a:lnTo>
                    <a:pt x="1769581" y="711679"/>
                  </a:lnTo>
                  <a:lnTo>
                    <a:pt x="1781570" y="710990"/>
                  </a:lnTo>
                  <a:lnTo>
                    <a:pt x="1793555" y="710236"/>
                  </a:lnTo>
                  <a:lnTo>
                    <a:pt x="1805536" y="709419"/>
                  </a:lnTo>
                  <a:lnTo>
                    <a:pt x="1817513" y="708538"/>
                  </a:lnTo>
                  <a:lnTo>
                    <a:pt x="1829484" y="707593"/>
                  </a:lnTo>
                  <a:lnTo>
                    <a:pt x="1841451" y="706584"/>
                  </a:lnTo>
                  <a:lnTo>
                    <a:pt x="1853412" y="705511"/>
                  </a:lnTo>
                  <a:lnTo>
                    <a:pt x="1865367" y="704375"/>
                  </a:lnTo>
                  <a:lnTo>
                    <a:pt x="1877315" y="703175"/>
                  </a:lnTo>
                  <a:lnTo>
                    <a:pt x="1889258" y="701911"/>
                  </a:lnTo>
                  <a:lnTo>
                    <a:pt x="1901193" y="700583"/>
                  </a:lnTo>
                  <a:lnTo>
                    <a:pt x="1913121" y="699192"/>
                  </a:lnTo>
                  <a:lnTo>
                    <a:pt x="1925042" y="697738"/>
                  </a:lnTo>
                  <a:lnTo>
                    <a:pt x="1936954" y="696220"/>
                  </a:lnTo>
                  <a:lnTo>
                    <a:pt x="1948858" y="694638"/>
                  </a:lnTo>
                  <a:lnTo>
                    <a:pt x="1960754" y="692993"/>
                  </a:lnTo>
                  <a:lnTo>
                    <a:pt x="1972641" y="691284"/>
                  </a:lnTo>
                  <a:lnTo>
                    <a:pt x="1984518" y="689512"/>
                  </a:lnTo>
                  <a:lnTo>
                    <a:pt x="1996386" y="687677"/>
                  </a:lnTo>
                  <a:lnTo>
                    <a:pt x="2008244" y="685779"/>
                  </a:lnTo>
                  <a:lnTo>
                    <a:pt x="2020092" y="683817"/>
                  </a:lnTo>
                  <a:lnTo>
                    <a:pt x="2031929" y="681793"/>
                  </a:lnTo>
                  <a:lnTo>
                    <a:pt x="2043755" y="679705"/>
                  </a:lnTo>
                  <a:lnTo>
                    <a:pt x="2055570" y="677554"/>
                  </a:lnTo>
                  <a:lnTo>
                    <a:pt x="2067373" y="675340"/>
                  </a:lnTo>
                  <a:lnTo>
                    <a:pt x="2079164" y="673064"/>
                  </a:lnTo>
                  <a:lnTo>
                    <a:pt x="2090943" y="670724"/>
                  </a:lnTo>
                  <a:lnTo>
                    <a:pt x="2102709" y="668322"/>
                  </a:lnTo>
                  <a:lnTo>
                    <a:pt x="2114462" y="665857"/>
                  </a:lnTo>
                  <a:lnTo>
                    <a:pt x="2126202" y="663329"/>
                  </a:lnTo>
                  <a:lnTo>
                    <a:pt x="2137928" y="660739"/>
                  </a:lnTo>
                  <a:lnTo>
                    <a:pt x="2149641" y="658087"/>
                  </a:lnTo>
                  <a:lnTo>
                    <a:pt x="2161339" y="655372"/>
                  </a:lnTo>
                  <a:lnTo>
                    <a:pt x="2173022" y="652594"/>
                  </a:lnTo>
                  <a:lnTo>
                    <a:pt x="2184690" y="649755"/>
                  </a:lnTo>
                  <a:lnTo>
                    <a:pt x="2196343" y="646853"/>
                  </a:lnTo>
                  <a:lnTo>
                    <a:pt x="2207981" y="643889"/>
                  </a:lnTo>
                  <a:lnTo>
                    <a:pt x="2219602" y="640863"/>
                  </a:lnTo>
                  <a:lnTo>
                    <a:pt x="2231207" y="637775"/>
                  </a:lnTo>
                  <a:lnTo>
                    <a:pt x="2242796" y="634626"/>
                  </a:lnTo>
                  <a:lnTo>
                    <a:pt x="2254368" y="631415"/>
                  </a:lnTo>
                  <a:lnTo>
                    <a:pt x="2265922" y="628142"/>
                  </a:lnTo>
                  <a:lnTo>
                    <a:pt x="2277459" y="624807"/>
                  </a:lnTo>
                  <a:lnTo>
                    <a:pt x="2288977" y="621411"/>
                  </a:lnTo>
                  <a:lnTo>
                    <a:pt x="2300478" y="617954"/>
                  </a:lnTo>
                  <a:lnTo>
                    <a:pt x="2311960" y="614435"/>
                  </a:lnTo>
                  <a:lnTo>
                    <a:pt x="2323423" y="610855"/>
                  </a:lnTo>
                  <a:lnTo>
                    <a:pt x="2334866" y="607215"/>
                  </a:lnTo>
                  <a:lnTo>
                    <a:pt x="2346290" y="603513"/>
                  </a:lnTo>
                  <a:lnTo>
                    <a:pt x="2357695" y="599750"/>
                  </a:lnTo>
                  <a:lnTo>
                    <a:pt x="2369079" y="595927"/>
                  </a:lnTo>
                  <a:lnTo>
                    <a:pt x="2380442" y="592043"/>
                  </a:lnTo>
                  <a:lnTo>
                    <a:pt x="2391785" y="588098"/>
                  </a:lnTo>
                  <a:lnTo>
                    <a:pt x="2403106" y="584093"/>
                  </a:lnTo>
                  <a:lnTo>
                    <a:pt x="2414406" y="580028"/>
                  </a:lnTo>
                  <a:lnTo>
                    <a:pt x="2425684" y="575903"/>
                  </a:lnTo>
                  <a:lnTo>
                    <a:pt x="2436940" y="571717"/>
                  </a:lnTo>
                  <a:lnTo>
                    <a:pt x="2448174" y="567472"/>
                  </a:lnTo>
                  <a:lnTo>
                    <a:pt x="2459384" y="563166"/>
                  </a:lnTo>
                  <a:lnTo>
                    <a:pt x="2470572" y="558801"/>
                  </a:lnTo>
                  <a:lnTo>
                    <a:pt x="2481736" y="554377"/>
                  </a:lnTo>
                  <a:lnTo>
                    <a:pt x="2492876" y="549893"/>
                  </a:lnTo>
                  <a:lnTo>
                    <a:pt x="2503992" y="545349"/>
                  </a:lnTo>
                  <a:lnTo>
                    <a:pt x="2515084" y="540747"/>
                  </a:lnTo>
                  <a:lnTo>
                    <a:pt x="2526152" y="536085"/>
                  </a:lnTo>
                  <a:lnTo>
                    <a:pt x="2537194" y="531365"/>
                  </a:lnTo>
                  <a:lnTo>
                    <a:pt x="2548211" y="526585"/>
                  </a:lnTo>
                  <a:lnTo>
                    <a:pt x="2559202" y="521747"/>
                  </a:lnTo>
                  <a:lnTo>
                    <a:pt x="2570167" y="516851"/>
                  </a:lnTo>
                  <a:lnTo>
                    <a:pt x="2581106" y="511896"/>
                  </a:lnTo>
                  <a:lnTo>
                    <a:pt x="2592019" y="506883"/>
                  </a:lnTo>
                  <a:lnTo>
                    <a:pt x="2602904" y="501811"/>
                  </a:lnTo>
                  <a:lnTo>
                    <a:pt x="2613763" y="496682"/>
                  </a:lnTo>
                  <a:lnTo>
                    <a:pt x="2624594" y="491495"/>
                  </a:lnTo>
                  <a:lnTo>
                    <a:pt x="2635397" y="486250"/>
                  </a:lnTo>
                  <a:lnTo>
                    <a:pt x="2646172" y="480948"/>
                  </a:lnTo>
                  <a:lnTo>
                    <a:pt x="2656918" y="475588"/>
                  </a:lnTo>
                  <a:lnTo>
                    <a:pt x="2667636" y="470171"/>
                  </a:lnTo>
                  <a:lnTo>
                    <a:pt x="2678325" y="464698"/>
                  </a:lnTo>
                  <a:lnTo>
                    <a:pt x="2688984" y="459167"/>
                  </a:lnTo>
                  <a:lnTo>
                    <a:pt x="2699614" y="453579"/>
                  </a:lnTo>
                  <a:lnTo>
                    <a:pt x="2710214" y="447935"/>
                  </a:lnTo>
                  <a:lnTo>
                    <a:pt x="2720784" y="442234"/>
                  </a:lnTo>
                  <a:lnTo>
                    <a:pt x="2731323" y="436478"/>
                  </a:lnTo>
                  <a:lnTo>
                    <a:pt x="2741831" y="430665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7131138" y="5339978"/>
              <a:ext cx="82562" cy="45960"/>
            </a:xfrm>
            <a:custGeom>
              <a:avLst/>
              <a:pathLst>
                <a:path w="82562" h="45960">
                  <a:moveTo>
                    <a:pt x="0" y="45960"/>
                  </a:moveTo>
                  <a:lnTo>
                    <a:pt x="335" y="45782"/>
                  </a:lnTo>
                  <a:lnTo>
                    <a:pt x="670" y="45605"/>
                  </a:lnTo>
                  <a:lnTo>
                    <a:pt x="1006" y="45427"/>
                  </a:lnTo>
                  <a:lnTo>
                    <a:pt x="1341" y="45249"/>
                  </a:lnTo>
                  <a:lnTo>
                    <a:pt x="1676" y="45072"/>
                  </a:lnTo>
                  <a:lnTo>
                    <a:pt x="2012" y="44894"/>
                  </a:lnTo>
                  <a:lnTo>
                    <a:pt x="2347" y="44716"/>
                  </a:lnTo>
                  <a:lnTo>
                    <a:pt x="2682" y="44538"/>
                  </a:lnTo>
                  <a:lnTo>
                    <a:pt x="3017" y="44360"/>
                  </a:lnTo>
                  <a:lnTo>
                    <a:pt x="3353" y="44182"/>
                  </a:lnTo>
                  <a:lnTo>
                    <a:pt x="3688" y="44004"/>
                  </a:lnTo>
                  <a:lnTo>
                    <a:pt x="4023" y="43826"/>
                  </a:lnTo>
                  <a:lnTo>
                    <a:pt x="4358" y="43648"/>
                  </a:lnTo>
                  <a:lnTo>
                    <a:pt x="4693" y="43469"/>
                  </a:lnTo>
                  <a:lnTo>
                    <a:pt x="5028" y="43291"/>
                  </a:lnTo>
                  <a:lnTo>
                    <a:pt x="5363" y="43113"/>
                  </a:lnTo>
                  <a:lnTo>
                    <a:pt x="5698" y="42934"/>
                  </a:lnTo>
                  <a:lnTo>
                    <a:pt x="6033" y="42756"/>
                  </a:lnTo>
                  <a:lnTo>
                    <a:pt x="6368" y="42577"/>
                  </a:lnTo>
                  <a:lnTo>
                    <a:pt x="6703" y="42399"/>
                  </a:lnTo>
                  <a:lnTo>
                    <a:pt x="7038" y="42220"/>
                  </a:lnTo>
                  <a:lnTo>
                    <a:pt x="7372" y="42041"/>
                  </a:lnTo>
                  <a:lnTo>
                    <a:pt x="7707" y="41863"/>
                  </a:lnTo>
                  <a:lnTo>
                    <a:pt x="8042" y="41684"/>
                  </a:lnTo>
                  <a:lnTo>
                    <a:pt x="8377" y="41505"/>
                  </a:lnTo>
                  <a:lnTo>
                    <a:pt x="8711" y="41326"/>
                  </a:lnTo>
                  <a:lnTo>
                    <a:pt x="9046" y="41147"/>
                  </a:lnTo>
                  <a:lnTo>
                    <a:pt x="9381" y="40968"/>
                  </a:lnTo>
                  <a:lnTo>
                    <a:pt x="9715" y="40789"/>
                  </a:lnTo>
                  <a:lnTo>
                    <a:pt x="10050" y="40610"/>
                  </a:lnTo>
                  <a:lnTo>
                    <a:pt x="10384" y="40430"/>
                  </a:lnTo>
                  <a:lnTo>
                    <a:pt x="10719" y="40251"/>
                  </a:lnTo>
                  <a:lnTo>
                    <a:pt x="11053" y="40072"/>
                  </a:lnTo>
                  <a:lnTo>
                    <a:pt x="11388" y="39892"/>
                  </a:lnTo>
                  <a:lnTo>
                    <a:pt x="11722" y="39713"/>
                  </a:lnTo>
                  <a:lnTo>
                    <a:pt x="12057" y="39533"/>
                  </a:lnTo>
                  <a:lnTo>
                    <a:pt x="12391" y="39354"/>
                  </a:lnTo>
                  <a:lnTo>
                    <a:pt x="12725" y="39174"/>
                  </a:lnTo>
                  <a:lnTo>
                    <a:pt x="13059" y="38994"/>
                  </a:lnTo>
                  <a:lnTo>
                    <a:pt x="13394" y="38815"/>
                  </a:lnTo>
                  <a:lnTo>
                    <a:pt x="13728" y="38635"/>
                  </a:lnTo>
                  <a:lnTo>
                    <a:pt x="14062" y="38455"/>
                  </a:lnTo>
                  <a:lnTo>
                    <a:pt x="14396" y="38275"/>
                  </a:lnTo>
                  <a:lnTo>
                    <a:pt x="14730" y="38095"/>
                  </a:lnTo>
                  <a:lnTo>
                    <a:pt x="15065" y="37915"/>
                  </a:lnTo>
                  <a:lnTo>
                    <a:pt x="15399" y="37735"/>
                  </a:lnTo>
                  <a:lnTo>
                    <a:pt x="15733" y="37555"/>
                  </a:lnTo>
                  <a:lnTo>
                    <a:pt x="16067" y="37375"/>
                  </a:lnTo>
                  <a:lnTo>
                    <a:pt x="16401" y="37194"/>
                  </a:lnTo>
                  <a:lnTo>
                    <a:pt x="16735" y="37014"/>
                  </a:lnTo>
                  <a:lnTo>
                    <a:pt x="17069" y="36834"/>
                  </a:lnTo>
                  <a:lnTo>
                    <a:pt x="17402" y="36653"/>
                  </a:lnTo>
                  <a:lnTo>
                    <a:pt x="17736" y="36473"/>
                  </a:lnTo>
                  <a:lnTo>
                    <a:pt x="18070" y="36292"/>
                  </a:lnTo>
                  <a:lnTo>
                    <a:pt x="18404" y="36112"/>
                  </a:lnTo>
                  <a:lnTo>
                    <a:pt x="18738" y="35931"/>
                  </a:lnTo>
                  <a:lnTo>
                    <a:pt x="19071" y="35750"/>
                  </a:lnTo>
                  <a:lnTo>
                    <a:pt x="19405" y="35570"/>
                  </a:lnTo>
                  <a:lnTo>
                    <a:pt x="19739" y="35389"/>
                  </a:lnTo>
                  <a:lnTo>
                    <a:pt x="20072" y="35208"/>
                  </a:lnTo>
                  <a:lnTo>
                    <a:pt x="20406" y="35027"/>
                  </a:lnTo>
                  <a:lnTo>
                    <a:pt x="20740" y="34846"/>
                  </a:lnTo>
                  <a:lnTo>
                    <a:pt x="21073" y="34665"/>
                  </a:lnTo>
                  <a:lnTo>
                    <a:pt x="21407" y="34484"/>
                  </a:lnTo>
                  <a:lnTo>
                    <a:pt x="21740" y="34303"/>
                  </a:lnTo>
                  <a:lnTo>
                    <a:pt x="22074" y="34121"/>
                  </a:lnTo>
                  <a:lnTo>
                    <a:pt x="22407" y="33940"/>
                  </a:lnTo>
                  <a:lnTo>
                    <a:pt x="22740" y="33759"/>
                  </a:lnTo>
                  <a:lnTo>
                    <a:pt x="23074" y="33577"/>
                  </a:lnTo>
                  <a:lnTo>
                    <a:pt x="23407" y="33396"/>
                  </a:lnTo>
                  <a:lnTo>
                    <a:pt x="23740" y="33214"/>
                  </a:lnTo>
                  <a:lnTo>
                    <a:pt x="24074" y="33033"/>
                  </a:lnTo>
                  <a:lnTo>
                    <a:pt x="24407" y="32851"/>
                  </a:lnTo>
                  <a:lnTo>
                    <a:pt x="24740" y="32669"/>
                  </a:lnTo>
                  <a:lnTo>
                    <a:pt x="25073" y="32488"/>
                  </a:lnTo>
                  <a:lnTo>
                    <a:pt x="25406" y="32306"/>
                  </a:lnTo>
                  <a:lnTo>
                    <a:pt x="25740" y="32124"/>
                  </a:lnTo>
                  <a:lnTo>
                    <a:pt x="26073" y="31942"/>
                  </a:lnTo>
                  <a:lnTo>
                    <a:pt x="26406" y="31760"/>
                  </a:lnTo>
                  <a:lnTo>
                    <a:pt x="26739" y="31578"/>
                  </a:lnTo>
                  <a:lnTo>
                    <a:pt x="27072" y="31396"/>
                  </a:lnTo>
                  <a:lnTo>
                    <a:pt x="27405" y="31214"/>
                  </a:lnTo>
                  <a:lnTo>
                    <a:pt x="27738" y="31032"/>
                  </a:lnTo>
                  <a:lnTo>
                    <a:pt x="28070" y="30849"/>
                  </a:lnTo>
                  <a:lnTo>
                    <a:pt x="28403" y="30667"/>
                  </a:lnTo>
                  <a:lnTo>
                    <a:pt x="28736" y="30485"/>
                  </a:lnTo>
                  <a:lnTo>
                    <a:pt x="29069" y="30302"/>
                  </a:lnTo>
                  <a:lnTo>
                    <a:pt x="29402" y="30120"/>
                  </a:lnTo>
                  <a:lnTo>
                    <a:pt x="29734" y="29937"/>
                  </a:lnTo>
                  <a:lnTo>
                    <a:pt x="30067" y="29755"/>
                  </a:lnTo>
                  <a:lnTo>
                    <a:pt x="30400" y="29572"/>
                  </a:lnTo>
                  <a:lnTo>
                    <a:pt x="30732" y="29389"/>
                  </a:lnTo>
                  <a:lnTo>
                    <a:pt x="31065" y="29207"/>
                  </a:lnTo>
                  <a:lnTo>
                    <a:pt x="31398" y="29024"/>
                  </a:lnTo>
                  <a:lnTo>
                    <a:pt x="31730" y="28841"/>
                  </a:lnTo>
                  <a:lnTo>
                    <a:pt x="32063" y="28658"/>
                  </a:lnTo>
                  <a:lnTo>
                    <a:pt x="32395" y="28475"/>
                  </a:lnTo>
                  <a:lnTo>
                    <a:pt x="32728" y="28292"/>
                  </a:lnTo>
                  <a:lnTo>
                    <a:pt x="33060" y="28109"/>
                  </a:lnTo>
                  <a:lnTo>
                    <a:pt x="33392" y="27926"/>
                  </a:lnTo>
                  <a:lnTo>
                    <a:pt x="33725" y="27742"/>
                  </a:lnTo>
                  <a:lnTo>
                    <a:pt x="34057" y="27559"/>
                  </a:lnTo>
                  <a:lnTo>
                    <a:pt x="34389" y="27376"/>
                  </a:lnTo>
                  <a:lnTo>
                    <a:pt x="34722" y="27192"/>
                  </a:lnTo>
                  <a:lnTo>
                    <a:pt x="35054" y="27009"/>
                  </a:lnTo>
                  <a:lnTo>
                    <a:pt x="35386" y="26825"/>
                  </a:lnTo>
                  <a:lnTo>
                    <a:pt x="35718" y="26642"/>
                  </a:lnTo>
                  <a:lnTo>
                    <a:pt x="36050" y="26458"/>
                  </a:lnTo>
                  <a:lnTo>
                    <a:pt x="36383" y="26274"/>
                  </a:lnTo>
                  <a:lnTo>
                    <a:pt x="36715" y="26091"/>
                  </a:lnTo>
                  <a:lnTo>
                    <a:pt x="37047" y="25907"/>
                  </a:lnTo>
                  <a:lnTo>
                    <a:pt x="37379" y="25723"/>
                  </a:lnTo>
                  <a:lnTo>
                    <a:pt x="37711" y="25539"/>
                  </a:lnTo>
                  <a:lnTo>
                    <a:pt x="38043" y="25355"/>
                  </a:lnTo>
                  <a:lnTo>
                    <a:pt x="38375" y="25171"/>
                  </a:lnTo>
                  <a:lnTo>
                    <a:pt x="38706" y="24987"/>
                  </a:lnTo>
                  <a:lnTo>
                    <a:pt x="39038" y="24803"/>
                  </a:lnTo>
                  <a:lnTo>
                    <a:pt x="39370" y="24619"/>
                  </a:lnTo>
                  <a:lnTo>
                    <a:pt x="39702" y="24434"/>
                  </a:lnTo>
                  <a:lnTo>
                    <a:pt x="40034" y="24250"/>
                  </a:lnTo>
                  <a:lnTo>
                    <a:pt x="40365" y="24066"/>
                  </a:lnTo>
                  <a:lnTo>
                    <a:pt x="40697" y="23881"/>
                  </a:lnTo>
                  <a:lnTo>
                    <a:pt x="41029" y="23697"/>
                  </a:lnTo>
                  <a:lnTo>
                    <a:pt x="41360" y="23512"/>
                  </a:lnTo>
                  <a:lnTo>
                    <a:pt x="41692" y="23328"/>
                  </a:lnTo>
                  <a:lnTo>
                    <a:pt x="42024" y="23143"/>
                  </a:lnTo>
                  <a:lnTo>
                    <a:pt x="42355" y="22958"/>
                  </a:lnTo>
                  <a:lnTo>
                    <a:pt x="42687" y="22774"/>
                  </a:lnTo>
                  <a:lnTo>
                    <a:pt x="43018" y="22589"/>
                  </a:lnTo>
                  <a:lnTo>
                    <a:pt x="43350" y="22404"/>
                  </a:lnTo>
                  <a:lnTo>
                    <a:pt x="43681" y="22219"/>
                  </a:lnTo>
                  <a:lnTo>
                    <a:pt x="44012" y="22034"/>
                  </a:lnTo>
                  <a:lnTo>
                    <a:pt x="44344" y="21849"/>
                  </a:lnTo>
                  <a:lnTo>
                    <a:pt x="44675" y="21664"/>
                  </a:lnTo>
                  <a:lnTo>
                    <a:pt x="45006" y="21479"/>
                  </a:lnTo>
                  <a:lnTo>
                    <a:pt x="45338" y="21294"/>
                  </a:lnTo>
                  <a:lnTo>
                    <a:pt x="45669" y="21108"/>
                  </a:lnTo>
                  <a:lnTo>
                    <a:pt x="46000" y="20923"/>
                  </a:lnTo>
                  <a:lnTo>
                    <a:pt x="46331" y="20738"/>
                  </a:lnTo>
                  <a:lnTo>
                    <a:pt x="46662" y="20552"/>
                  </a:lnTo>
                  <a:lnTo>
                    <a:pt x="46993" y="20367"/>
                  </a:lnTo>
                  <a:lnTo>
                    <a:pt x="47324" y="20181"/>
                  </a:lnTo>
                  <a:lnTo>
                    <a:pt x="47655" y="19995"/>
                  </a:lnTo>
                  <a:lnTo>
                    <a:pt x="47986" y="19810"/>
                  </a:lnTo>
                  <a:lnTo>
                    <a:pt x="48317" y="19624"/>
                  </a:lnTo>
                  <a:lnTo>
                    <a:pt x="48648" y="19438"/>
                  </a:lnTo>
                  <a:lnTo>
                    <a:pt x="48979" y="19252"/>
                  </a:lnTo>
                  <a:lnTo>
                    <a:pt x="49310" y="19066"/>
                  </a:lnTo>
                  <a:lnTo>
                    <a:pt x="49641" y="18881"/>
                  </a:lnTo>
                  <a:lnTo>
                    <a:pt x="49972" y="18695"/>
                  </a:lnTo>
                  <a:lnTo>
                    <a:pt x="50303" y="18508"/>
                  </a:lnTo>
                  <a:lnTo>
                    <a:pt x="50633" y="18322"/>
                  </a:lnTo>
                  <a:lnTo>
                    <a:pt x="50964" y="18136"/>
                  </a:lnTo>
                  <a:lnTo>
                    <a:pt x="51295" y="17950"/>
                  </a:lnTo>
                  <a:lnTo>
                    <a:pt x="51625" y="17764"/>
                  </a:lnTo>
                  <a:lnTo>
                    <a:pt x="51956" y="17577"/>
                  </a:lnTo>
                  <a:lnTo>
                    <a:pt x="52287" y="17391"/>
                  </a:lnTo>
                  <a:lnTo>
                    <a:pt x="52617" y="17204"/>
                  </a:lnTo>
                  <a:lnTo>
                    <a:pt x="52948" y="17018"/>
                  </a:lnTo>
                  <a:lnTo>
                    <a:pt x="53278" y="16831"/>
                  </a:lnTo>
                  <a:lnTo>
                    <a:pt x="53609" y="16645"/>
                  </a:lnTo>
                  <a:lnTo>
                    <a:pt x="53939" y="16458"/>
                  </a:lnTo>
                  <a:lnTo>
                    <a:pt x="54269" y="16271"/>
                  </a:lnTo>
                  <a:lnTo>
                    <a:pt x="54600" y="16084"/>
                  </a:lnTo>
                  <a:lnTo>
                    <a:pt x="54930" y="15898"/>
                  </a:lnTo>
                  <a:lnTo>
                    <a:pt x="55260" y="15711"/>
                  </a:lnTo>
                  <a:lnTo>
                    <a:pt x="55591" y="15524"/>
                  </a:lnTo>
                  <a:lnTo>
                    <a:pt x="55921" y="15337"/>
                  </a:lnTo>
                  <a:lnTo>
                    <a:pt x="56251" y="15150"/>
                  </a:lnTo>
                  <a:lnTo>
                    <a:pt x="56581" y="14962"/>
                  </a:lnTo>
                  <a:lnTo>
                    <a:pt x="56911" y="14775"/>
                  </a:lnTo>
                  <a:lnTo>
                    <a:pt x="57242" y="14588"/>
                  </a:lnTo>
                  <a:lnTo>
                    <a:pt x="57572" y="14401"/>
                  </a:lnTo>
                  <a:lnTo>
                    <a:pt x="57902" y="14213"/>
                  </a:lnTo>
                  <a:lnTo>
                    <a:pt x="58232" y="14026"/>
                  </a:lnTo>
                  <a:lnTo>
                    <a:pt x="58562" y="13838"/>
                  </a:lnTo>
                  <a:lnTo>
                    <a:pt x="58892" y="13651"/>
                  </a:lnTo>
                  <a:lnTo>
                    <a:pt x="59221" y="13463"/>
                  </a:lnTo>
                  <a:lnTo>
                    <a:pt x="59551" y="13276"/>
                  </a:lnTo>
                  <a:lnTo>
                    <a:pt x="59881" y="13088"/>
                  </a:lnTo>
                  <a:lnTo>
                    <a:pt x="60211" y="12900"/>
                  </a:lnTo>
                  <a:lnTo>
                    <a:pt x="60541" y="12712"/>
                  </a:lnTo>
                  <a:lnTo>
                    <a:pt x="60871" y="12524"/>
                  </a:lnTo>
                  <a:lnTo>
                    <a:pt x="61200" y="12336"/>
                  </a:lnTo>
                  <a:lnTo>
                    <a:pt x="61530" y="12148"/>
                  </a:lnTo>
                  <a:lnTo>
                    <a:pt x="61860" y="11960"/>
                  </a:lnTo>
                  <a:lnTo>
                    <a:pt x="62189" y="11772"/>
                  </a:lnTo>
                  <a:lnTo>
                    <a:pt x="62519" y="11584"/>
                  </a:lnTo>
                  <a:lnTo>
                    <a:pt x="62848" y="11396"/>
                  </a:lnTo>
                  <a:lnTo>
                    <a:pt x="63178" y="11208"/>
                  </a:lnTo>
                  <a:lnTo>
                    <a:pt x="63507" y="11019"/>
                  </a:lnTo>
                  <a:lnTo>
                    <a:pt x="63837" y="10831"/>
                  </a:lnTo>
                  <a:lnTo>
                    <a:pt x="64166" y="10642"/>
                  </a:lnTo>
                  <a:lnTo>
                    <a:pt x="64496" y="10454"/>
                  </a:lnTo>
                  <a:lnTo>
                    <a:pt x="64825" y="10265"/>
                  </a:lnTo>
                  <a:lnTo>
                    <a:pt x="65154" y="10077"/>
                  </a:lnTo>
                  <a:lnTo>
                    <a:pt x="65484" y="9888"/>
                  </a:lnTo>
                  <a:lnTo>
                    <a:pt x="65813" y="9699"/>
                  </a:lnTo>
                  <a:lnTo>
                    <a:pt x="66142" y="9511"/>
                  </a:lnTo>
                  <a:lnTo>
                    <a:pt x="66471" y="9322"/>
                  </a:lnTo>
                  <a:lnTo>
                    <a:pt x="66801" y="9133"/>
                  </a:lnTo>
                  <a:lnTo>
                    <a:pt x="67130" y="8944"/>
                  </a:lnTo>
                  <a:lnTo>
                    <a:pt x="67459" y="8755"/>
                  </a:lnTo>
                  <a:lnTo>
                    <a:pt x="67788" y="8566"/>
                  </a:lnTo>
                  <a:lnTo>
                    <a:pt x="68117" y="8377"/>
                  </a:lnTo>
                  <a:lnTo>
                    <a:pt x="68446" y="8187"/>
                  </a:lnTo>
                  <a:lnTo>
                    <a:pt x="68775" y="7998"/>
                  </a:lnTo>
                  <a:lnTo>
                    <a:pt x="69104" y="7809"/>
                  </a:lnTo>
                  <a:lnTo>
                    <a:pt x="69433" y="7620"/>
                  </a:lnTo>
                  <a:lnTo>
                    <a:pt x="69762" y="7430"/>
                  </a:lnTo>
                  <a:lnTo>
                    <a:pt x="70090" y="7241"/>
                  </a:lnTo>
                  <a:lnTo>
                    <a:pt x="70419" y="7051"/>
                  </a:lnTo>
                  <a:lnTo>
                    <a:pt x="70748" y="6862"/>
                  </a:lnTo>
                  <a:lnTo>
                    <a:pt x="71077" y="6672"/>
                  </a:lnTo>
                  <a:lnTo>
                    <a:pt x="71406" y="6482"/>
                  </a:lnTo>
                  <a:lnTo>
                    <a:pt x="71734" y="6293"/>
                  </a:lnTo>
                  <a:lnTo>
                    <a:pt x="72063" y="6103"/>
                  </a:lnTo>
                  <a:lnTo>
                    <a:pt x="72391" y="5913"/>
                  </a:lnTo>
                  <a:lnTo>
                    <a:pt x="72720" y="5723"/>
                  </a:lnTo>
                  <a:lnTo>
                    <a:pt x="73049" y="5533"/>
                  </a:lnTo>
                  <a:lnTo>
                    <a:pt x="73377" y="5343"/>
                  </a:lnTo>
                  <a:lnTo>
                    <a:pt x="73706" y="5153"/>
                  </a:lnTo>
                  <a:lnTo>
                    <a:pt x="74034" y="4963"/>
                  </a:lnTo>
                  <a:lnTo>
                    <a:pt x="74363" y="4773"/>
                  </a:lnTo>
                  <a:lnTo>
                    <a:pt x="74691" y="4582"/>
                  </a:lnTo>
                  <a:lnTo>
                    <a:pt x="75019" y="4392"/>
                  </a:lnTo>
                  <a:lnTo>
                    <a:pt x="75348" y="4202"/>
                  </a:lnTo>
                  <a:lnTo>
                    <a:pt x="75676" y="4011"/>
                  </a:lnTo>
                  <a:lnTo>
                    <a:pt x="76004" y="3821"/>
                  </a:lnTo>
                  <a:lnTo>
                    <a:pt x="76332" y="3630"/>
                  </a:lnTo>
                  <a:lnTo>
                    <a:pt x="76661" y="3440"/>
                  </a:lnTo>
                  <a:lnTo>
                    <a:pt x="76989" y="3249"/>
                  </a:lnTo>
                  <a:lnTo>
                    <a:pt x="77317" y="3058"/>
                  </a:lnTo>
                  <a:lnTo>
                    <a:pt x="77645" y="2868"/>
                  </a:lnTo>
                  <a:lnTo>
                    <a:pt x="77973" y="2677"/>
                  </a:lnTo>
                  <a:lnTo>
                    <a:pt x="78301" y="2486"/>
                  </a:lnTo>
                  <a:lnTo>
                    <a:pt x="78629" y="2295"/>
                  </a:lnTo>
                  <a:lnTo>
                    <a:pt x="78957" y="2104"/>
                  </a:lnTo>
                  <a:lnTo>
                    <a:pt x="79285" y="1913"/>
                  </a:lnTo>
                  <a:lnTo>
                    <a:pt x="79613" y="1722"/>
                  </a:lnTo>
                  <a:lnTo>
                    <a:pt x="79941" y="1531"/>
                  </a:lnTo>
                  <a:lnTo>
                    <a:pt x="80269" y="1340"/>
                  </a:lnTo>
                  <a:lnTo>
                    <a:pt x="80596" y="1148"/>
                  </a:lnTo>
                  <a:lnTo>
                    <a:pt x="80924" y="957"/>
                  </a:lnTo>
                  <a:lnTo>
                    <a:pt x="81252" y="766"/>
                  </a:lnTo>
                  <a:lnTo>
                    <a:pt x="81580" y="574"/>
                  </a:lnTo>
                  <a:lnTo>
                    <a:pt x="81907" y="383"/>
                  </a:lnTo>
                  <a:lnTo>
                    <a:pt x="82235" y="191"/>
                  </a:lnTo>
                  <a:lnTo>
                    <a:pt x="82562" y="0"/>
                  </a:lnTo>
                </a:path>
              </a:pathLst>
            </a:custGeom>
            <a:ln w="83820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7149195" y="5373310"/>
              <a:ext cx="84003" cy="46761"/>
            </a:xfrm>
            <a:custGeom>
              <a:avLst/>
              <a:pathLst>
                <a:path w="84003" h="46761">
                  <a:moveTo>
                    <a:pt x="0" y="46761"/>
                  </a:moveTo>
                  <a:lnTo>
                    <a:pt x="341" y="46581"/>
                  </a:lnTo>
                  <a:lnTo>
                    <a:pt x="682" y="46400"/>
                  </a:lnTo>
                  <a:lnTo>
                    <a:pt x="1023" y="46219"/>
                  </a:lnTo>
                  <a:lnTo>
                    <a:pt x="1365" y="46038"/>
                  </a:lnTo>
                  <a:lnTo>
                    <a:pt x="1706" y="45858"/>
                  </a:lnTo>
                  <a:lnTo>
                    <a:pt x="2047" y="45677"/>
                  </a:lnTo>
                  <a:lnTo>
                    <a:pt x="2388" y="45496"/>
                  </a:lnTo>
                  <a:lnTo>
                    <a:pt x="2729" y="45315"/>
                  </a:lnTo>
                  <a:lnTo>
                    <a:pt x="3070" y="45134"/>
                  </a:lnTo>
                  <a:lnTo>
                    <a:pt x="3411" y="44953"/>
                  </a:lnTo>
                  <a:lnTo>
                    <a:pt x="3752" y="44771"/>
                  </a:lnTo>
                  <a:lnTo>
                    <a:pt x="4093" y="44590"/>
                  </a:lnTo>
                  <a:lnTo>
                    <a:pt x="4434" y="44409"/>
                  </a:lnTo>
                  <a:lnTo>
                    <a:pt x="4775" y="44228"/>
                  </a:lnTo>
                  <a:lnTo>
                    <a:pt x="5116" y="44046"/>
                  </a:lnTo>
                  <a:lnTo>
                    <a:pt x="5457" y="43865"/>
                  </a:lnTo>
                  <a:lnTo>
                    <a:pt x="5797" y="43683"/>
                  </a:lnTo>
                  <a:lnTo>
                    <a:pt x="6138" y="43502"/>
                  </a:lnTo>
                  <a:lnTo>
                    <a:pt x="6479" y="43320"/>
                  </a:lnTo>
                  <a:lnTo>
                    <a:pt x="6820" y="43138"/>
                  </a:lnTo>
                  <a:lnTo>
                    <a:pt x="7160" y="42956"/>
                  </a:lnTo>
                  <a:lnTo>
                    <a:pt x="7501" y="42775"/>
                  </a:lnTo>
                  <a:lnTo>
                    <a:pt x="7842" y="42593"/>
                  </a:lnTo>
                  <a:lnTo>
                    <a:pt x="8182" y="42411"/>
                  </a:lnTo>
                  <a:lnTo>
                    <a:pt x="8523" y="42229"/>
                  </a:lnTo>
                  <a:lnTo>
                    <a:pt x="8863" y="42047"/>
                  </a:lnTo>
                  <a:lnTo>
                    <a:pt x="9204" y="41865"/>
                  </a:lnTo>
                  <a:lnTo>
                    <a:pt x="9544" y="41682"/>
                  </a:lnTo>
                  <a:lnTo>
                    <a:pt x="9885" y="41500"/>
                  </a:lnTo>
                  <a:lnTo>
                    <a:pt x="10225" y="41318"/>
                  </a:lnTo>
                  <a:lnTo>
                    <a:pt x="10565" y="41135"/>
                  </a:lnTo>
                  <a:lnTo>
                    <a:pt x="10906" y="40953"/>
                  </a:lnTo>
                  <a:lnTo>
                    <a:pt x="11246" y="40771"/>
                  </a:lnTo>
                  <a:lnTo>
                    <a:pt x="11586" y="40588"/>
                  </a:lnTo>
                  <a:lnTo>
                    <a:pt x="11927" y="40406"/>
                  </a:lnTo>
                  <a:lnTo>
                    <a:pt x="12267" y="40223"/>
                  </a:lnTo>
                  <a:lnTo>
                    <a:pt x="12607" y="40040"/>
                  </a:lnTo>
                  <a:lnTo>
                    <a:pt x="12947" y="39857"/>
                  </a:lnTo>
                  <a:lnTo>
                    <a:pt x="13287" y="39675"/>
                  </a:lnTo>
                  <a:lnTo>
                    <a:pt x="13627" y="39492"/>
                  </a:lnTo>
                  <a:lnTo>
                    <a:pt x="13967" y="39309"/>
                  </a:lnTo>
                  <a:lnTo>
                    <a:pt x="14307" y="39126"/>
                  </a:lnTo>
                  <a:lnTo>
                    <a:pt x="14647" y="38943"/>
                  </a:lnTo>
                  <a:lnTo>
                    <a:pt x="14987" y="38760"/>
                  </a:lnTo>
                  <a:lnTo>
                    <a:pt x="15327" y="38576"/>
                  </a:lnTo>
                  <a:lnTo>
                    <a:pt x="15667" y="38393"/>
                  </a:lnTo>
                  <a:lnTo>
                    <a:pt x="16007" y="38210"/>
                  </a:lnTo>
                  <a:lnTo>
                    <a:pt x="16347" y="38027"/>
                  </a:lnTo>
                  <a:lnTo>
                    <a:pt x="16687" y="37843"/>
                  </a:lnTo>
                  <a:lnTo>
                    <a:pt x="17027" y="37660"/>
                  </a:lnTo>
                  <a:lnTo>
                    <a:pt x="17366" y="37476"/>
                  </a:lnTo>
                  <a:lnTo>
                    <a:pt x="17706" y="37293"/>
                  </a:lnTo>
                  <a:lnTo>
                    <a:pt x="18046" y="37109"/>
                  </a:lnTo>
                  <a:lnTo>
                    <a:pt x="18385" y="36925"/>
                  </a:lnTo>
                  <a:lnTo>
                    <a:pt x="18725" y="36742"/>
                  </a:lnTo>
                  <a:lnTo>
                    <a:pt x="19064" y="36558"/>
                  </a:lnTo>
                  <a:lnTo>
                    <a:pt x="19404" y="36374"/>
                  </a:lnTo>
                  <a:lnTo>
                    <a:pt x="19744" y="36190"/>
                  </a:lnTo>
                  <a:lnTo>
                    <a:pt x="20083" y="36006"/>
                  </a:lnTo>
                  <a:lnTo>
                    <a:pt x="20423" y="35822"/>
                  </a:lnTo>
                  <a:lnTo>
                    <a:pt x="20762" y="35638"/>
                  </a:lnTo>
                  <a:lnTo>
                    <a:pt x="21101" y="35454"/>
                  </a:lnTo>
                  <a:lnTo>
                    <a:pt x="21441" y="35269"/>
                  </a:lnTo>
                  <a:lnTo>
                    <a:pt x="21780" y="35085"/>
                  </a:lnTo>
                  <a:lnTo>
                    <a:pt x="22119" y="34901"/>
                  </a:lnTo>
                  <a:lnTo>
                    <a:pt x="22459" y="34716"/>
                  </a:lnTo>
                  <a:lnTo>
                    <a:pt x="22798" y="34532"/>
                  </a:lnTo>
                  <a:lnTo>
                    <a:pt x="23137" y="34348"/>
                  </a:lnTo>
                  <a:lnTo>
                    <a:pt x="23476" y="34163"/>
                  </a:lnTo>
                  <a:lnTo>
                    <a:pt x="23815" y="33978"/>
                  </a:lnTo>
                  <a:lnTo>
                    <a:pt x="24154" y="33794"/>
                  </a:lnTo>
                  <a:lnTo>
                    <a:pt x="24494" y="33609"/>
                  </a:lnTo>
                  <a:lnTo>
                    <a:pt x="24833" y="33424"/>
                  </a:lnTo>
                  <a:lnTo>
                    <a:pt x="25172" y="33239"/>
                  </a:lnTo>
                  <a:lnTo>
                    <a:pt x="25511" y="33054"/>
                  </a:lnTo>
                  <a:lnTo>
                    <a:pt x="25850" y="32869"/>
                  </a:lnTo>
                  <a:lnTo>
                    <a:pt x="26188" y="32684"/>
                  </a:lnTo>
                  <a:lnTo>
                    <a:pt x="26527" y="32499"/>
                  </a:lnTo>
                  <a:lnTo>
                    <a:pt x="26866" y="32314"/>
                  </a:lnTo>
                  <a:lnTo>
                    <a:pt x="27205" y="32129"/>
                  </a:lnTo>
                  <a:lnTo>
                    <a:pt x="27544" y="31944"/>
                  </a:lnTo>
                  <a:lnTo>
                    <a:pt x="27883" y="31758"/>
                  </a:lnTo>
                  <a:lnTo>
                    <a:pt x="28221" y="31573"/>
                  </a:lnTo>
                  <a:lnTo>
                    <a:pt x="28560" y="31388"/>
                  </a:lnTo>
                  <a:lnTo>
                    <a:pt x="28899" y="31202"/>
                  </a:lnTo>
                  <a:lnTo>
                    <a:pt x="29237" y="31016"/>
                  </a:lnTo>
                  <a:lnTo>
                    <a:pt x="29576" y="30831"/>
                  </a:lnTo>
                  <a:lnTo>
                    <a:pt x="29915" y="30645"/>
                  </a:lnTo>
                  <a:lnTo>
                    <a:pt x="30253" y="30459"/>
                  </a:lnTo>
                  <a:lnTo>
                    <a:pt x="30592" y="30274"/>
                  </a:lnTo>
                  <a:lnTo>
                    <a:pt x="30930" y="30088"/>
                  </a:lnTo>
                  <a:lnTo>
                    <a:pt x="31268" y="29902"/>
                  </a:lnTo>
                  <a:lnTo>
                    <a:pt x="31607" y="29716"/>
                  </a:lnTo>
                  <a:lnTo>
                    <a:pt x="31945" y="29530"/>
                  </a:lnTo>
                  <a:lnTo>
                    <a:pt x="32284" y="29344"/>
                  </a:lnTo>
                  <a:lnTo>
                    <a:pt x="32622" y="29158"/>
                  </a:lnTo>
                  <a:lnTo>
                    <a:pt x="32960" y="28972"/>
                  </a:lnTo>
                  <a:lnTo>
                    <a:pt x="33298" y="28785"/>
                  </a:lnTo>
                  <a:lnTo>
                    <a:pt x="33637" y="28599"/>
                  </a:lnTo>
                  <a:lnTo>
                    <a:pt x="33975" y="28413"/>
                  </a:lnTo>
                  <a:lnTo>
                    <a:pt x="34313" y="28226"/>
                  </a:lnTo>
                  <a:lnTo>
                    <a:pt x="34651" y="28040"/>
                  </a:lnTo>
                  <a:lnTo>
                    <a:pt x="34989" y="27853"/>
                  </a:lnTo>
                  <a:lnTo>
                    <a:pt x="35327" y="27667"/>
                  </a:lnTo>
                  <a:lnTo>
                    <a:pt x="35665" y="27480"/>
                  </a:lnTo>
                  <a:lnTo>
                    <a:pt x="36003" y="27293"/>
                  </a:lnTo>
                  <a:lnTo>
                    <a:pt x="36341" y="27106"/>
                  </a:lnTo>
                  <a:lnTo>
                    <a:pt x="36679" y="26920"/>
                  </a:lnTo>
                  <a:lnTo>
                    <a:pt x="37017" y="26733"/>
                  </a:lnTo>
                  <a:lnTo>
                    <a:pt x="37355" y="26546"/>
                  </a:lnTo>
                  <a:lnTo>
                    <a:pt x="37693" y="26359"/>
                  </a:lnTo>
                  <a:lnTo>
                    <a:pt x="38031" y="26172"/>
                  </a:lnTo>
                  <a:lnTo>
                    <a:pt x="38368" y="25985"/>
                  </a:lnTo>
                  <a:lnTo>
                    <a:pt x="38706" y="25797"/>
                  </a:lnTo>
                  <a:lnTo>
                    <a:pt x="39044" y="25610"/>
                  </a:lnTo>
                  <a:lnTo>
                    <a:pt x="39382" y="25423"/>
                  </a:lnTo>
                  <a:lnTo>
                    <a:pt x="39719" y="25236"/>
                  </a:lnTo>
                  <a:lnTo>
                    <a:pt x="40057" y="25048"/>
                  </a:lnTo>
                  <a:lnTo>
                    <a:pt x="40394" y="24861"/>
                  </a:lnTo>
                  <a:lnTo>
                    <a:pt x="40732" y="24673"/>
                  </a:lnTo>
                  <a:lnTo>
                    <a:pt x="41069" y="24486"/>
                  </a:lnTo>
                  <a:lnTo>
                    <a:pt x="41407" y="24298"/>
                  </a:lnTo>
                  <a:lnTo>
                    <a:pt x="41744" y="24110"/>
                  </a:lnTo>
                  <a:lnTo>
                    <a:pt x="42082" y="23922"/>
                  </a:lnTo>
                  <a:lnTo>
                    <a:pt x="42419" y="23735"/>
                  </a:lnTo>
                  <a:lnTo>
                    <a:pt x="42757" y="23547"/>
                  </a:lnTo>
                  <a:lnTo>
                    <a:pt x="43094" y="23359"/>
                  </a:lnTo>
                  <a:lnTo>
                    <a:pt x="43431" y="23171"/>
                  </a:lnTo>
                  <a:lnTo>
                    <a:pt x="43768" y="22983"/>
                  </a:lnTo>
                  <a:lnTo>
                    <a:pt x="44106" y="22795"/>
                  </a:lnTo>
                  <a:lnTo>
                    <a:pt x="44443" y="22607"/>
                  </a:lnTo>
                  <a:lnTo>
                    <a:pt x="44780" y="22418"/>
                  </a:lnTo>
                  <a:lnTo>
                    <a:pt x="45117" y="22230"/>
                  </a:lnTo>
                  <a:lnTo>
                    <a:pt x="45454" y="22042"/>
                  </a:lnTo>
                  <a:lnTo>
                    <a:pt x="45791" y="21853"/>
                  </a:lnTo>
                  <a:lnTo>
                    <a:pt x="46128" y="21665"/>
                  </a:lnTo>
                  <a:lnTo>
                    <a:pt x="46465" y="21476"/>
                  </a:lnTo>
                  <a:lnTo>
                    <a:pt x="46802" y="21288"/>
                  </a:lnTo>
                  <a:lnTo>
                    <a:pt x="47139" y="21099"/>
                  </a:lnTo>
                  <a:lnTo>
                    <a:pt x="47476" y="20911"/>
                  </a:lnTo>
                  <a:lnTo>
                    <a:pt x="47813" y="20722"/>
                  </a:lnTo>
                  <a:lnTo>
                    <a:pt x="48150" y="20533"/>
                  </a:lnTo>
                  <a:lnTo>
                    <a:pt x="48487" y="20344"/>
                  </a:lnTo>
                  <a:lnTo>
                    <a:pt x="48823" y="20155"/>
                  </a:lnTo>
                  <a:lnTo>
                    <a:pt x="49160" y="19966"/>
                  </a:lnTo>
                  <a:lnTo>
                    <a:pt x="49497" y="19777"/>
                  </a:lnTo>
                  <a:lnTo>
                    <a:pt x="49834" y="19588"/>
                  </a:lnTo>
                  <a:lnTo>
                    <a:pt x="50170" y="19399"/>
                  </a:lnTo>
                  <a:lnTo>
                    <a:pt x="50507" y="19210"/>
                  </a:lnTo>
                  <a:lnTo>
                    <a:pt x="50843" y="19021"/>
                  </a:lnTo>
                  <a:lnTo>
                    <a:pt x="51180" y="18831"/>
                  </a:lnTo>
                  <a:lnTo>
                    <a:pt x="51516" y="18642"/>
                  </a:lnTo>
                  <a:lnTo>
                    <a:pt x="51853" y="18452"/>
                  </a:lnTo>
                  <a:lnTo>
                    <a:pt x="52189" y="18263"/>
                  </a:lnTo>
                  <a:lnTo>
                    <a:pt x="52526" y="18073"/>
                  </a:lnTo>
                  <a:lnTo>
                    <a:pt x="52862" y="17884"/>
                  </a:lnTo>
                  <a:lnTo>
                    <a:pt x="53199" y="17694"/>
                  </a:lnTo>
                  <a:lnTo>
                    <a:pt x="53535" y="17504"/>
                  </a:lnTo>
                  <a:lnTo>
                    <a:pt x="53871" y="17315"/>
                  </a:lnTo>
                  <a:lnTo>
                    <a:pt x="54207" y="17125"/>
                  </a:lnTo>
                  <a:lnTo>
                    <a:pt x="54544" y="16935"/>
                  </a:lnTo>
                  <a:lnTo>
                    <a:pt x="54880" y="16745"/>
                  </a:lnTo>
                  <a:lnTo>
                    <a:pt x="55216" y="16555"/>
                  </a:lnTo>
                  <a:lnTo>
                    <a:pt x="55552" y="16365"/>
                  </a:lnTo>
                  <a:lnTo>
                    <a:pt x="55888" y="16175"/>
                  </a:lnTo>
                  <a:lnTo>
                    <a:pt x="56224" y="15985"/>
                  </a:lnTo>
                  <a:lnTo>
                    <a:pt x="56560" y="15794"/>
                  </a:lnTo>
                  <a:lnTo>
                    <a:pt x="56896" y="15604"/>
                  </a:lnTo>
                  <a:lnTo>
                    <a:pt x="57232" y="15414"/>
                  </a:lnTo>
                  <a:lnTo>
                    <a:pt x="57568" y="15223"/>
                  </a:lnTo>
                  <a:lnTo>
                    <a:pt x="57904" y="15033"/>
                  </a:lnTo>
                  <a:lnTo>
                    <a:pt x="58240" y="14842"/>
                  </a:lnTo>
                  <a:lnTo>
                    <a:pt x="58576" y="14652"/>
                  </a:lnTo>
                  <a:lnTo>
                    <a:pt x="58912" y="14461"/>
                  </a:lnTo>
                  <a:lnTo>
                    <a:pt x="59247" y="14270"/>
                  </a:lnTo>
                  <a:lnTo>
                    <a:pt x="59583" y="14080"/>
                  </a:lnTo>
                  <a:lnTo>
                    <a:pt x="59919" y="13889"/>
                  </a:lnTo>
                  <a:lnTo>
                    <a:pt x="60254" y="13698"/>
                  </a:lnTo>
                  <a:lnTo>
                    <a:pt x="60590" y="13507"/>
                  </a:lnTo>
                  <a:lnTo>
                    <a:pt x="60926" y="13316"/>
                  </a:lnTo>
                  <a:lnTo>
                    <a:pt x="61261" y="13125"/>
                  </a:lnTo>
                  <a:lnTo>
                    <a:pt x="61597" y="12934"/>
                  </a:lnTo>
                  <a:lnTo>
                    <a:pt x="61932" y="12743"/>
                  </a:lnTo>
                  <a:lnTo>
                    <a:pt x="62268" y="12552"/>
                  </a:lnTo>
                  <a:lnTo>
                    <a:pt x="62603" y="12360"/>
                  </a:lnTo>
                  <a:lnTo>
                    <a:pt x="62939" y="12169"/>
                  </a:lnTo>
                  <a:lnTo>
                    <a:pt x="63274" y="11978"/>
                  </a:lnTo>
                  <a:lnTo>
                    <a:pt x="63609" y="11786"/>
                  </a:lnTo>
                  <a:lnTo>
                    <a:pt x="63945" y="11595"/>
                  </a:lnTo>
                  <a:lnTo>
                    <a:pt x="64280" y="11403"/>
                  </a:lnTo>
                  <a:lnTo>
                    <a:pt x="64615" y="11211"/>
                  </a:lnTo>
                  <a:lnTo>
                    <a:pt x="64950" y="11020"/>
                  </a:lnTo>
                  <a:lnTo>
                    <a:pt x="65285" y="10828"/>
                  </a:lnTo>
                  <a:lnTo>
                    <a:pt x="65621" y="10636"/>
                  </a:lnTo>
                  <a:lnTo>
                    <a:pt x="65956" y="10444"/>
                  </a:lnTo>
                  <a:lnTo>
                    <a:pt x="66291" y="10253"/>
                  </a:lnTo>
                  <a:lnTo>
                    <a:pt x="66626" y="10061"/>
                  </a:lnTo>
                  <a:lnTo>
                    <a:pt x="66961" y="9869"/>
                  </a:lnTo>
                  <a:lnTo>
                    <a:pt x="67296" y="9676"/>
                  </a:lnTo>
                  <a:lnTo>
                    <a:pt x="67631" y="9484"/>
                  </a:lnTo>
                  <a:lnTo>
                    <a:pt x="67966" y="9292"/>
                  </a:lnTo>
                  <a:lnTo>
                    <a:pt x="68301" y="9100"/>
                  </a:lnTo>
                  <a:lnTo>
                    <a:pt x="68635" y="8908"/>
                  </a:lnTo>
                  <a:lnTo>
                    <a:pt x="68970" y="8715"/>
                  </a:lnTo>
                  <a:lnTo>
                    <a:pt x="69305" y="8523"/>
                  </a:lnTo>
                  <a:lnTo>
                    <a:pt x="69640" y="8330"/>
                  </a:lnTo>
                  <a:lnTo>
                    <a:pt x="69974" y="8138"/>
                  </a:lnTo>
                  <a:lnTo>
                    <a:pt x="70309" y="7945"/>
                  </a:lnTo>
                  <a:lnTo>
                    <a:pt x="70644" y="7753"/>
                  </a:lnTo>
                  <a:lnTo>
                    <a:pt x="70978" y="7560"/>
                  </a:lnTo>
                  <a:lnTo>
                    <a:pt x="71313" y="7367"/>
                  </a:lnTo>
                  <a:lnTo>
                    <a:pt x="71648" y="7174"/>
                  </a:lnTo>
                  <a:lnTo>
                    <a:pt x="71982" y="6981"/>
                  </a:lnTo>
                  <a:lnTo>
                    <a:pt x="72317" y="6788"/>
                  </a:lnTo>
                  <a:lnTo>
                    <a:pt x="72651" y="6595"/>
                  </a:lnTo>
                  <a:lnTo>
                    <a:pt x="72985" y="6402"/>
                  </a:lnTo>
                  <a:lnTo>
                    <a:pt x="73320" y="6209"/>
                  </a:lnTo>
                  <a:lnTo>
                    <a:pt x="73654" y="6016"/>
                  </a:lnTo>
                  <a:lnTo>
                    <a:pt x="73988" y="5823"/>
                  </a:lnTo>
                  <a:lnTo>
                    <a:pt x="74323" y="5630"/>
                  </a:lnTo>
                  <a:lnTo>
                    <a:pt x="74657" y="5436"/>
                  </a:lnTo>
                  <a:lnTo>
                    <a:pt x="74991" y="5243"/>
                  </a:lnTo>
                  <a:lnTo>
                    <a:pt x="75325" y="5049"/>
                  </a:lnTo>
                  <a:lnTo>
                    <a:pt x="75660" y="4856"/>
                  </a:lnTo>
                  <a:lnTo>
                    <a:pt x="75994" y="4662"/>
                  </a:lnTo>
                  <a:lnTo>
                    <a:pt x="76328" y="4469"/>
                  </a:lnTo>
                  <a:lnTo>
                    <a:pt x="76662" y="4275"/>
                  </a:lnTo>
                  <a:lnTo>
                    <a:pt x="76996" y="4081"/>
                  </a:lnTo>
                  <a:lnTo>
                    <a:pt x="77330" y="3887"/>
                  </a:lnTo>
                  <a:lnTo>
                    <a:pt x="77664" y="3694"/>
                  </a:lnTo>
                  <a:lnTo>
                    <a:pt x="77998" y="3500"/>
                  </a:lnTo>
                  <a:lnTo>
                    <a:pt x="78332" y="3306"/>
                  </a:lnTo>
                  <a:lnTo>
                    <a:pt x="78665" y="3112"/>
                  </a:lnTo>
                  <a:lnTo>
                    <a:pt x="78999" y="2918"/>
                  </a:lnTo>
                  <a:lnTo>
                    <a:pt x="79333" y="2723"/>
                  </a:lnTo>
                  <a:lnTo>
                    <a:pt x="79667" y="2529"/>
                  </a:lnTo>
                  <a:lnTo>
                    <a:pt x="80000" y="2335"/>
                  </a:lnTo>
                  <a:lnTo>
                    <a:pt x="80334" y="2141"/>
                  </a:lnTo>
                  <a:lnTo>
                    <a:pt x="80668" y="1946"/>
                  </a:lnTo>
                  <a:lnTo>
                    <a:pt x="81001" y="1752"/>
                  </a:lnTo>
                  <a:lnTo>
                    <a:pt x="81335" y="1557"/>
                  </a:lnTo>
                  <a:lnTo>
                    <a:pt x="81669" y="1363"/>
                  </a:lnTo>
                  <a:lnTo>
                    <a:pt x="82002" y="1168"/>
                  </a:lnTo>
                  <a:lnTo>
                    <a:pt x="82336" y="974"/>
                  </a:lnTo>
                  <a:lnTo>
                    <a:pt x="82669" y="779"/>
                  </a:lnTo>
                  <a:lnTo>
                    <a:pt x="83002" y="584"/>
                  </a:lnTo>
                  <a:lnTo>
                    <a:pt x="83336" y="389"/>
                  </a:lnTo>
                  <a:lnTo>
                    <a:pt x="83669" y="194"/>
                  </a:lnTo>
                  <a:lnTo>
                    <a:pt x="84003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83820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895947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892737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4005879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4001556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401907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401463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4010240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97269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3993021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3988810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3984636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3980500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3976402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3972342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968320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964335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3960389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3956481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3952611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3948780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3944987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41232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37516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33838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30199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2659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23037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19514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16030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12585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09179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05812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02485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899196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323979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317611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311275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304970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362845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356289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349765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343272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336809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330379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298697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292457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286248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280072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273928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267816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261737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255690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249677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243696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237748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231833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225952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22010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1428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08507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02759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197045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191365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115453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110292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105167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100077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9502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90005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85022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080076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075165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070290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185719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180107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74529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68985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63476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58001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52560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147154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14178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136447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131146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125880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120649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65452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060649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055884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051154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046461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041804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037185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032601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028055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023546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1699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14987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13021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11097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09213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34509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32177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29886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27636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25426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23257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2112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19040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889567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86435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83344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80292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77279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74306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7137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68480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65627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62813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60039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57305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54612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51958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49345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46771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44238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41745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39293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36880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02086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800407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07370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05568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03806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98769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97172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95616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94102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83469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82326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9262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91196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89805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88455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87147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785879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78465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781224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80164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79145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78167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77231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71237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70675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73902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7317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76336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7548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74672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72486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71841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70154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69676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6923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68842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6848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68176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67905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67676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67489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67343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941720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933201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924702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916225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907768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899331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890916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882522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984614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975996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967397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958818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4950259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5036729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5027996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5019282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5010586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5001910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93252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74150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65799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57469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849161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840876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832612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824371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816152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4807955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4799782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4791631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4783503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477539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767317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759259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751225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743214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735227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727265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541062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579185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569641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560106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550579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636627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627033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617447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607869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598300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58873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503088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493619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531554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22055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12567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484160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474712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465274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455847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446431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437026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427633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418250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408880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399521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39017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38083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371516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362205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352908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343623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334351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325092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315846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791039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781345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820150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810442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800738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878481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868750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859023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849299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83957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829862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966182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956429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946678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936928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927180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6044252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6034491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6024730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6014970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6005210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995451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985694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975937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917435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07693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897953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888215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723290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713634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703985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742619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732952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771656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761972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752293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694342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684705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675075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665452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655836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646228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288191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306614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297396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279000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187897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178871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169860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142927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160866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151888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133982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12505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196939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215070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05997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269824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60661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51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242380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233262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22415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063039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054251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045481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089512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080670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16142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107248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098371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071846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719326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711412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680001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703522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695657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687816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672210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664445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656705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648991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641302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63363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626001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618390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610805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603246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5957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588208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58072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573276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565851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54373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558453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551082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536422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402820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450824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443877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436960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430073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423215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416387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40958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29134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2187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14640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07436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500259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493111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85991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78900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71838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64804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57799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396081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389373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382695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376048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369431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3767239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3767176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037736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052143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047377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042575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032862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018022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027951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023004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01300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007949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002860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7997734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7992574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313925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312410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310854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309257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307619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305940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304220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302459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300657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298814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296930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295005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293040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29103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288986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28689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284770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282600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280391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278140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275849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273518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271146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68734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66281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63789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61255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58682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50721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56069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53415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39184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3878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38351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37872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37352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36789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36186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35540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40871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40851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340788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340684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340538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340351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40121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9851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953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485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4125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3355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254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1690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30796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29860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28882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27863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26803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25701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24558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2337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22147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20880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19571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18222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16831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1539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247987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245214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23665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242400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239547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233720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230747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227735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218460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224683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221591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215290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212080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208830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05542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02214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98847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195441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191996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188513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184990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18142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177828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174189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170511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166795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163040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159247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155415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151545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47637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43691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39707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35685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31624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19217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27526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23391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15006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10757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06471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08895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02147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097787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09338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084481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079971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075425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070842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066222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061566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056873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939041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933498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927920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987378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982147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976881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971579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96624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960872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955466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950026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944551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922308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916661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10981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05267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899520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89373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88792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882075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876194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870279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864331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858350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852336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827955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821779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846290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840211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834099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15570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725331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718654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711945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705207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9843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91640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684812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677954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671066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771217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784048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777648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09329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03056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96752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90416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64755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58262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751737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745182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738596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731979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64149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657203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650227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643222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636189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629126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622035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614915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607767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600591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593386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58615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578893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571604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56428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556945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549574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542176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534750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52729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519819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5123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504781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497222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489637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482025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47438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466725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459036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451321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443581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435816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428026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420210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412370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404505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396615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388701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380762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372799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364813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356802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348768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340710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33262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324524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316396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308245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300071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291875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250558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242228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283656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275415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267151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258865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233877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225504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217110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208695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200259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191802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183324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174826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166307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157768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149209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140630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132031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123412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114774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106117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097440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088745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080030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071297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009655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7000779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991884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98297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974045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044987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062546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053776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036181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027357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18515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965100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956139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947161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938166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929156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20130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11088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736511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72718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71785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708506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699147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689776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680394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671000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661595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652179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642752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633315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623866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614408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604939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595460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45821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902030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892957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88386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874765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865646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856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847365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838203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829026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819835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810631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801412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792180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82935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773676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764404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755119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490579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480994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509727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500157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566965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585971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576473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557448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547921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538386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528841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51928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326682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423321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13685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71400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461799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452190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442574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432951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404042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394392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384736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375075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336371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365407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55734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346055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316988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307289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297585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287877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278165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26844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258728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249004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239276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229545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219811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171099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161349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151597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210074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200334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190591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180846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141844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102817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132089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122333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112575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093057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083297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073536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063775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054013" y="1100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67343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67489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67155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67176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67239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67676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67905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68176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6848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68842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6923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69676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70154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770675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71237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71841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72486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7317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73902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74672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7548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76336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77231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78167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79145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80164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81224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82326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83469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8465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85879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87147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88455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89805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91196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9262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94102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95616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97172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98769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800407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02086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07370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03806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05568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09213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1699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11097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13021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14987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19040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25426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2112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823257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27636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29886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32177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34509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36880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39293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41745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44238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46771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49345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51958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54612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57305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60039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77279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62813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65627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68480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7137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74306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80292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83344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86435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89567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92737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30199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23037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92659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95947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99196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902485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905812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909179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912585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916030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919514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952611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956481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960389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33838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37516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41232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944987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948780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64335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68320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05879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72342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76402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80500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84636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88810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93021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97269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001556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010240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01463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01907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023546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028055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41804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032601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037185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046461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051154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055884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060649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065452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70290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75165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80076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85022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90005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9502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100077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105167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125880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131146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120649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110292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115453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136447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14178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147154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152560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158001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163476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168985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174529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80107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85719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91365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97045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202759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208507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21428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22010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225952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231833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237748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243696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249677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255690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261737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267816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273928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317611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323979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80072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86248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92457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98697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304970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311275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330379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336809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343272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349765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356289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362845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69431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76048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52187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507436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514640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529134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536422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54373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551082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558453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500259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485991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493111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457799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464804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471838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478900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416387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423215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430073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436960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382695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389373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396081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402820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0958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43877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50824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565851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573276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751225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759259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695657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703522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711412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719326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727265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735227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743214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767317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77539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783503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791631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626001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610805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58072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588208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5957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603246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618390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63363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641302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648991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656705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664445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672210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680001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87816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799782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807955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816152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824371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849161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832612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840876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857469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865799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874150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882522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890916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899331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5045481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5010586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5019282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027996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036729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054251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5063039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5098371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5089512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5071846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5080670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907768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916225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924702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4933201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4941720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4950259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4958818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4967397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4975996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4984614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4993252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01910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107248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116142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512505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5133982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5142927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5151888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5160866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5169860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5178871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542176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549574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5123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519819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482025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489637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497222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504781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52729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534750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556945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56428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571604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578893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8615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93386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600591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607767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614915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622035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629126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636189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308245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316396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275415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283656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291875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300071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324524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33262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340710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348768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356802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364813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372799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380762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88701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96615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420210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404505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412370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6810631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6819835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6829026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6838203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6847365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6856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6865646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6874765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688386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6892957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6902030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6911088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6920130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6929156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938166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947161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956139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965100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974045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98297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036181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018515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027357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991884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000779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009655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044987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053776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062546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114774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071297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080030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088745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097440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106117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123412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132031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7140630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149209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157768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166307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174826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183324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91802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200259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208695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250558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258865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267151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217110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225504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233877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242228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443581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428026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435816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451321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459036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466725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47438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187897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196939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205997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215070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22415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233262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242380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251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260661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269824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279000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288191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297396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306614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315846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325092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334351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343623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352908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362205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371516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38083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408880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39017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399521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418250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427633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437026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446431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455847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465274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474712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484160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493619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503088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512567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522055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531554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541062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550579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560106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569641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579185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58873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598300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607869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617447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627033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636627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646228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655836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665452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675075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684705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694342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703985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713634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742619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723290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732952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752293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761972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771656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781345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791039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800738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810442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820150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829862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83957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849299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859023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868750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878481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888215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897953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907693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917435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927180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936928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946678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956429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966182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975937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985694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995451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005210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014970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024730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034491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044252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054013" y="56740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063775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073536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083297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141844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122333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132089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093057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102817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112575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151597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161349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171099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180846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190591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200334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210074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219811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229545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239276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249004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258728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26844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326682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336371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278165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287877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297585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307289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316988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346055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355734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365407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375075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384736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394392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404042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413685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423321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432951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442574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452190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461799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471400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480994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490579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500157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509727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51928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528841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680394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689776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699147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708506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642752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652179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661595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671000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633315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614408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623866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85971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95460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604939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566965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576473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538386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547921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557448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71785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72718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736511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745821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755119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764404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773676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782935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792180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801412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846290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834099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840211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790416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777648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784048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96752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803056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821779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809329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815570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827955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852336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858350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684812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691640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69843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05207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11945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643222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650227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657203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664149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671066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677954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718654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725331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751737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731979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738596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745182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71217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58262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764755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876194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864331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870279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882075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88792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89373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899520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905267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910981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916661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922308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927920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933498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939041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944551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950026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955466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960872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976881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96624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971579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82147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87378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92574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97734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002860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023004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007949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01300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018022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027951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032862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271146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273518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275849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278140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280391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282600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284770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28689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288986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29103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293040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295005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296930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298814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04220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300657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02459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05940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07619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09257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10854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12410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13925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1539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16831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18222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19571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20880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22147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2337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24558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25701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26803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27863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28882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29860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30796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31690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3254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33355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34125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3485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35540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36186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36789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37352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37872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38351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3878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39184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3953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9851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40121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40351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40538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40684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40788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40851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056873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061566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066222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037736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042575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047377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052143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070842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075425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079971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084481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08895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09338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097787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02147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106471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110757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123391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115006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119217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127526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131624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135685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139707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143691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147637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151545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155415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59247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63040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66795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70511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74189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77828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8142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84990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88513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91996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205542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208830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95441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98847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202214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212080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215290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218460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233720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230747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221591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224683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227735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23665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39547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42400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245214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253415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47987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50721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56069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58682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61255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63789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66281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68734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t8649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0" name="tx8650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51" name="pt8651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2" name="tx8652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53" name="pt8653"/>
            <p:cNvSpPr/>
            <p:nvPr/>
          </p:nvSpPr>
          <p:spPr>
            <a:xfrm>
              <a:off x="5516528" y="3933922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4" name="tx8654"/>
            <p:cNvSpPr/>
            <p:nvPr/>
          </p:nvSpPr>
          <p:spPr>
            <a:xfrm>
              <a:off x="5526595" y="4011921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55" name="pt8655"/>
            <p:cNvSpPr/>
            <p:nvPr/>
          </p:nvSpPr>
          <p:spPr>
            <a:xfrm>
              <a:off x="5744588" y="3889023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6" name="tx8656"/>
            <p:cNvSpPr/>
            <p:nvPr/>
          </p:nvSpPr>
          <p:spPr>
            <a:xfrm>
              <a:off x="5756724" y="3977025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57" name="pt8657"/>
            <p:cNvSpPr/>
            <p:nvPr/>
          </p:nvSpPr>
          <p:spPr>
            <a:xfrm>
              <a:off x="5618607" y="399567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8" name="tx8658"/>
            <p:cNvSpPr/>
            <p:nvPr/>
          </p:nvSpPr>
          <p:spPr>
            <a:xfrm>
              <a:off x="5630743" y="408382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59" name="pt8659"/>
            <p:cNvSpPr/>
            <p:nvPr/>
          </p:nvSpPr>
          <p:spPr>
            <a:xfrm>
              <a:off x="5936237" y="4535175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0" name="tx8660"/>
            <p:cNvSpPr/>
            <p:nvPr/>
          </p:nvSpPr>
          <p:spPr>
            <a:xfrm>
              <a:off x="5948372" y="4623284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1" name="pt8661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2" name="tx8662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63" name="pt8663"/>
            <p:cNvSpPr/>
            <p:nvPr/>
          </p:nvSpPr>
          <p:spPr>
            <a:xfrm>
              <a:off x="5967063" y="423553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979199" y="432360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6138066" y="4053426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6154431" y="415234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6284882" y="383514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6301246" y="393387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6280595" y="4006104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6296960" y="4104793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6722985" y="4261498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6739349" y="4360419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7085963" y="387411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7096030" y="395229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381146" y="3561811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393281" y="364995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769123" y="3719778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785395" y="3827809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476337" y="3625758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468030" y="3733918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95" name="pl8695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l8696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tx8697"/>
            <p:cNvSpPr/>
            <p:nvPr/>
          </p:nvSpPr>
          <p:spPr>
            <a:xfrm>
              <a:off x="1260169" y="1304874"/>
              <a:ext cx="1145812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06A6A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98" name="pic869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699" name="pl8699"/>
            <p:cNvSpPr/>
            <p:nvPr/>
          </p:nvSpPr>
          <p:spPr>
            <a:xfrm>
              <a:off x="3092469" y="1957957"/>
              <a:ext cx="1140559" cy="2834202"/>
            </a:xfrm>
            <a:custGeom>
              <a:avLst/>
              <a:pathLst>
                <a:path w="1140559" h="2834202">
                  <a:moveTo>
                    <a:pt x="1140559" y="283420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l8700"/>
            <p:cNvSpPr/>
            <p:nvPr/>
          </p:nvSpPr>
          <p:spPr>
            <a:xfrm>
              <a:off x="2899394" y="195795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tx8701"/>
            <p:cNvSpPr/>
            <p:nvPr/>
          </p:nvSpPr>
          <p:spPr>
            <a:xfrm>
              <a:off x="1254522" y="1867438"/>
              <a:ext cx="1151460" cy="1470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1A1A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702" name="pic870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842112"/>
              <a:ext cx="343243" cy="231689"/>
            </a:xfrm>
            <a:prstGeom prst="rect">
              <a:avLst/>
            </a:prstGeom>
          </p:spPr>
        </p:pic>
        <p:sp>
          <p:nvSpPr>
            <p:cNvPr id="8703" name="pl8703"/>
            <p:cNvSpPr/>
            <p:nvPr/>
          </p:nvSpPr>
          <p:spPr>
            <a:xfrm>
              <a:off x="3092469" y="2546374"/>
              <a:ext cx="1672220" cy="2768445"/>
            </a:xfrm>
            <a:custGeom>
              <a:avLst/>
              <a:pathLst>
                <a:path w="1672220" h="2768445">
                  <a:moveTo>
                    <a:pt x="1672220" y="2768445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l8704"/>
            <p:cNvSpPr/>
            <p:nvPr/>
          </p:nvSpPr>
          <p:spPr>
            <a:xfrm>
              <a:off x="2899394" y="2546374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tx8705"/>
            <p:cNvSpPr/>
            <p:nvPr/>
          </p:nvSpPr>
          <p:spPr>
            <a:xfrm>
              <a:off x="1548792" y="2481708"/>
              <a:ext cx="857190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39D6D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706" name="pic870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430529"/>
              <a:ext cx="343243" cy="231689"/>
            </a:xfrm>
            <a:prstGeom prst="rect">
              <a:avLst/>
            </a:prstGeom>
          </p:spPr>
        </p:pic>
        <p:sp>
          <p:nvSpPr>
            <p:cNvPr id="8707" name="pl8707"/>
            <p:cNvSpPr/>
            <p:nvPr/>
          </p:nvSpPr>
          <p:spPr>
            <a:xfrm>
              <a:off x="3092469" y="3134791"/>
              <a:ext cx="1941405" cy="2343723"/>
            </a:xfrm>
            <a:custGeom>
              <a:avLst/>
              <a:pathLst>
                <a:path w="1941405" h="2343723">
                  <a:moveTo>
                    <a:pt x="1941405" y="234372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l8708"/>
            <p:cNvSpPr/>
            <p:nvPr/>
          </p:nvSpPr>
          <p:spPr>
            <a:xfrm>
              <a:off x="2899394" y="3134791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tx8709"/>
            <p:cNvSpPr/>
            <p:nvPr/>
          </p:nvSpPr>
          <p:spPr>
            <a:xfrm>
              <a:off x="1278669" y="3068815"/>
              <a:ext cx="1127313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FBF5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710" name="pic87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018946"/>
              <a:ext cx="343243" cy="231689"/>
            </a:xfrm>
            <a:prstGeom prst="rect">
              <a:avLst/>
            </a:prstGeom>
          </p:spPr>
        </p:pic>
        <p:sp>
          <p:nvSpPr>
            <p:cNvPr id="8711" name="pl8711"/>
            <p:cNvSpPr/>
            <p:nvPr/>
          </p:nvSpPr>
          <p:spPr>
            <a:xfrm>
              <a:off x="3092469" y="3723208"/>
              <a:ext cx="2110931" cy="1834602"/>
            </a:xfrm>
            <a:custGeom>
              <a:avLst/>
              <a:pathLst>
                <a:path w="2110931" h="1834602">
                  <a:moveTo>
                    <a:pt x="2110931" y="183460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l8712"/>
            <p:cNvSpPr/>
            <p:nvPr/>
          </p:nvSpPr>
          <p:spPr>
            <a:xfrm>
              <a:off x="2899394" y="3723208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tx8713"/>
            <p:cNvSpPr/>
            <p:nvPr/>
          </p:nvSpPr>
          <p:spPr>
            <a:xfrm>
              <a:off x="1223171" y="3625145"/>
              <a:ext cx="1182811" cy="1583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04E98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714" name="pic871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607363"/>
              <a:ext cx="343243" cy="231689"/>
            </a:xfrm>
            <a:prstGeom prst="rect">
              <a:avLst/>
            </a:prstGeom>
          </p:spPr>
        </p:pic>
        <p:sp>
          <p:nvSpPr>
            <p:cNvPr id="8715" name="pl8715"/>
            <p:cNvSpPr/>
            <p:nvPr/>
          </p:nvSpPr>
          <p:spPr>
            <a:xfrm>
              <a:off x="3092469" y="4311625"/>
              <a:ext cx="2645198" cy="1397726"/>
            </a:xfrm>
            <a:custGeom>
              <a:avLst/>
              <a:pathLst>
                <a:path w="2645198" h="1397726">
                  <a:moveTo>
                    <a:pt x="2645198" y="1397726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l8716"/>
            <p:cNvSpPr/>
            <p:nvPr/>
          </p:nvSpPr>
          <p:spPr>
            <a:xfrm>
              <a:off x="2899394" y="4311625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tx8717"/>
            <p:cNvSpPr/>
            <p:nvPr/>
          </p:nvSpPr>
          <p:spPr>
            <a:xfrm>
              <a:off x="1418560" y="4211270"/>
              <a:ext cx="987422" cy="1606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F8C25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718" name="pic87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195780"/>
              <a:ext cx="343243" cy="231689"/>
            </a:xfrm>
            <a:prstGeom prst="rect">
              <a:avLst/>
            </a:prstGeom>
          </p:spPr>
        </p:pic>
        <p:sp>
          <p:nvSpPr>
            <p:cNvPr id="8719" name="pl8719"/>
            <p:cNvSpPr/>
            <p:nvPr/>
          </p:nvSpPr>
          <p:spPr>
            <a:xfrm>
              <a:off x="3092469" y="4900042"/>
              <a:ext cx="2796743" cy="828000"/>
            </a:xfrm>
            <a:custGeom>
              <a:avLst/>
              <a:pathLst>
                <a:path w="2796743" h="828000">
                  <a:moveTo>
                    <a:pt x="2796743" y="82800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l8720"/>
            <p:cNvSpPr/>
            <p:nvPr/>
          </p:nvSpPr>
          <p:spPr>
            <a:xfrm>
              <a:off x="2899394" y="490004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tx8721"/>
            <p:cNvSpPr/>
            <p:nvPr/>
          </p:nvSpPr>
          <p:spPr>
            <a:xfrm>
              <a:off x="1193435" y="4838265"/>
              <a:ext cx="1212547" cy="1182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F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22" name="pic872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4784197"/>
              <a:ext cx="343243" cy="231689"/>
            </a:xfrm>
            <a:prstGeom prst="rect">
              <a:avLst/>
            </a:prstGeom>
          </p:spPr>
        </p:pic>
        <p:sp>
          <p:nvSpPr>
            <p:cNvPr id="8723" name="pl8723"/>
            <p:cNvSpPr/>
            <p:nvPr/>
          </p:nvSpPr>
          <p:spPr>
            <a:xfrm>
              <a:off x="3092469" y="5488459"/>
              <a:ext cx="2855685" cy="244121"/>
            </a:xfrm>
            <a:custGeom>
              <a:avLst/>
              <a:pathLst>
                <a:path w="2855685" h="244121">
                  <a:moveTo>
                    <a:pt x="2855685" y="244121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l8724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tx8725"/>
            <p:cNvSpPr/>
            <p:nvPr/>
          </p:nvSpPr>
          <p:spPr>
            <a:xfrm>
              <a:off x="1123457" y="5427908"/>
              <a:ext cx="1282525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7CC7F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26" name="pic872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27" name="pl8727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l8728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tx8729"/>
            <p:cNvSpPr/>
            <p:nvPr/>
          </p:nvSpPr>
          <p:spPr>
            <a:xfrm>
              <a:off x="9785712" y="5421829"/>
              <a:ext cx="903602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3D7E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30" name="pic8730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31" name="pl8731"/>
            <p:cNvSpPr/>
            <p:nvPr/>
          </p:nvSpPr>
          <p:spPr>
            <a:xfrm>
              <a:off x="7091675" y="5194250"/>
              <a:ext cx="2007550" cy="317205"/>
            </a:xfrm>
            <a:custGeom>
              <a:avLst/>
              <a:pathLst>
                <a:path w="2007550" h="317205">
                  <a:moveTo>
                    <a:pt x="0" y="317205"/>
                  </a:moveTo>
                  <a:lnTo>
                    <a:pt x="200755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l8732"/>
            <p:cNvSpPr/>
            <p:nvPr/>
          </p:nvSpPr>
          <p:spPr>
            <a:xfrm>
              <a:off x="9099225" y="519425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tx8733"/>
            <p:cNvSpPr/>
            <p:nvPr/>
          </p:nvSpPr>
          <p:spPr>
            <a:xfrm>
              <a:off x="9785712" y="5133700"/>
              <a:ext cx="1160427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8ED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34" name="pic873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5078406"/>
              <a:ext cx="343243" cy="231689"/>
            </a:xfrm>
            <a:prstGeom prst="rect">
              <a:avLst/>
            </a:prstGeom>
          </p:spPr>
        </p:pic>
        <p:sp>
          <p:nvSpPr>
            <p:cNvPr id="8735" name="pl8735"/>
            <p:cNvSpPr/>
            <p:nvPr/>
          </p:nvSpPr>
          <p:spPr>
            <a:xfrm>
              <a:off x="7218575" y="4900042"/>
              <a:ext cx="1880650" cy="545831"/>
            </a:xfrm>
            <a:custGeom>
              <a:avLst/>
              <a:pathLst>
                <a:path w="1880650" h="545831">
                  <a:moveTo>
                    <a:pt x="0" y="545831"/>
                  </a:moveTo>
                  <a:lnTo>
                    <a:pt x="188065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l8736"/>
            <p:cNvSpPr/>
            <p:nvPr/>
          </p:nvSpPr>
          <p:spPr>
            <a:xfrm>
              <a:off x="9099225" y="490004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tx8737"/>
            <p:cNvSpPr/>
            <p:nvPr/>
          </p:nvSpPr>
          <p:spPr>
            <a:xfrm>
              <a:off x="9785712" y="4833084"/>
              <a:ext cx="866358" cy="127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8E6AE8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38" name="pic873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784197"/>
              <a:ext cx="343243" cy="231689"/>
            </a:xfrm>
            <a:prstGeom prst="rect">
              <a:avLst/>
            </a:prstGeom>
          </p:spPr>
        </p:pic>
        <p:sp>
          <p:nvSpPr>
            <p:cNvPr id="8739" name="pl8739"/>
            <p:cNvSpPr/>
            <p:nvPr/>
          </p:nvSpPr>
          <p:spPr>
            <a:xfrm>
              <a:off x="7295208" y="4605833"/>
              <a:ext cx="1804017" cy="795431"/>
            </a:xfrm>
            <a:custGeom>
              <a:avLst/>
              <a:pathLst>
                <a:path w="1804017" h="795431">
                  <a:moveTo>
                    <a:pt x="0" y="795431"/>
                  </a:moveTo>
                  <a:lnTo>
                    <a:pt x="1804017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l8740"/>
            <p:cNvSpPr/>
            <p:nvPr/>
          </p:nvSpPr>
          <p:spPr>
            <a:xfrm>
              <a:off x="9099225" y="460583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tx8741"/>
            <p:cNvSpPr/>
            <p:nvPr/>
          </p:nvSpPr>
          <p:spPr>
            <a:xfrm>
              <a:off x="9785712" y="4539858"/>
              <a:ext cx="1117818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A8D8F8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42" name="pic874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489989"/>
              <a:ext cx="343243" cy="231689"/>
            </a:xfrm>
            <a:prstGeom prst="rect">
              <a:avLst/>
            </a:prstGeom>
          </p:spPr>
        </p:pic>
        <p:sp>
          <p:nvSpPr>
            <p:cNvPr id="8743" name="pl8743"/>
            <p:cNvSpPr/>
            <p:nvPr/>
          </p:nvSpPr>
          <p:spPr>
            <a:xfrm>
              <a:off x="7494535" y="4311625"/>
              <a:ext cx="1604690" cy="953667"/>
            </a:xfrm>
            <a:custGeom>
              <a:avLst/>
              <a:pathLst>
                <a:path w="1604690" h="953667">
                  <a:moveTo>
                    <a:pt x="0" y="953667"/>
                  </a:moveTo>
                  <a:lnTo>
                    <a:pt x="160469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l8744"/>
            <p:cNvSpPr/>
            <p:nvPr/>
          </p:nvSpPr>
          <p:spPr>
            <a:xfrm>
              <a:off x="9099225" y="431162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tx8745"/>
            <p:cNvSpPr/>
            <p:nvPr/>
          </p:nvSpPr>
          <p:spPr>
            <a:xfrm>
              <a:off x="9785712" y="4244995"/>
              <a:ext cx="969005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EB2D8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46" name="pic8746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4195780"/>
              <a:ext cx="343243" cy="231689"/>
            </a:xfrm>
            <a:prstGeom prst="rect">
              <a:avLst/>
            </a:prstGeom>
          </p:spPr>
        </p:pic>
        <p:sp>
          <p:nvSpPr>
            <p:cNvPr id="8747" name="pl8747"/>
            <p:cNvSpPr/>
            <p:nvPr/>
          </p:nvSpPr>
          <p:spPr>
            <a:xfrm>
              <a:off x="7616587" y="4017416"/>
              <a:ext cx="1482638" cy="1148145"/>
            </a:xfrm>
            <a:custGeom>
              <a:avLst/>
              <a:pathLst>
                <a:path w="1482638" h="1148145">
                  <a:moveTo>
                    <a:pt x="0" y="1148145"/>
                  </a:moveTo>
                  <a:lnTo>
                    <a:pt x="148263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l8748"/>
            <p:cNvSpPr/>
            <p:nvPr/>
          </p:nvSpPr>
          <p:spPr>
            <a:xfrm>
              <a:off x="9099225" y="401741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tx8749"/>
            <p:cNvSpPr/>
            <p:nvPr/>
          </p:nvSpPr>
          <p:spPr>
            <a:xfrm>
              <a:off x="9785712" y="3924598"/>
              <a:ext cx="1343229" cy="1493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8E7CD7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50" name="pic8750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901572"/>
              <a:ext cx="343243" cy="231689"/>
            </a:xfrm>
            <a:prstGeom prst="rect">
              <a:avLst/>
            </a:prstGeom>
          </p:spPr>
        </p:pic>
        <p:sp>
          <p:nvSpPr>
            <p:cNvPr id="8751" name="pl8751"/>
            <p:cNvSpPr/>
            <p:nvPr/>
          </p:nvSpPr>
          <p:spPr>
            <a:xfrm>
              <a:off x="7812794" y="3723208"/>
              <a:ext cx="1286431" cy="1248643"/>
            </a:xfrm>
            <a:custGeom>
              <a:avLst/>
              <a:pathLst>
                <a:path w="1286431" h="1248643">
                  <a:moveTo>
                    <a:pt x="0" y="1248643"/>
                  </a:moveTo>
                  <a:lnTo>
                    <a:pt x="128643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l8752"/>
            <p:cNvSpPr/>
            <p:nvPr/>
          </p:nvSpPr>
          <p:spPr>
            <a:xfrm>
              <a:off x="9099225" y="37232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tx8753"/>
            <p:cNvSpPr/>
            <p:nvPr/>
          </p:nvSpPr>
          <p:spPr>
            <a:xfrm>
              <a:off x="9785712" y="3657232"/>
              <a:ext cx="1229469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9CCAE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54" name="pic8754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607363"/>
              <a:ext cx="343243" cy="231689"/>
            </a:xfrm>
            <a:prstGeom prst="rect">
              <a:avLst/>
            </a:prstGeom>
          </p:spPr>
        </p:pic>
        <p:sp>
          <p:nvSpPr>
            <p:cNvPr id="8755" name="pl8755"/>
            <p:cNvSpPr/>
            <p:nvPr/>
          </p:nvSpPr>
          <p:spPr>
            <a:xfrm>
              <a:off x="7929151" y="3429000"/>
              <a:ext cx="1170074" cy="1402603"/>
            </a:xfrm>
            <a:custGeom>
              <a:avLst/>
              <a:pathLst>
                <a:path w="1170074" h="1402603">
                  <a:moveTo>
                    <a:pt x="0" y="1402603"/>
                  </a:moveTo>
                  <a:lnTo>
                    <a:pt x="1170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l8756"/>
            <p:cNvSpPr/>
            <p:nvPr/>
          </p:nvSpPr>
          <p:spPr>
            <a:xfrm>
              <a:off x="9099225" y="342900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tx8757"/>
            <p:cNvSpPr/>
            <p:nvPr/>
          </p:nvSpPr>
          <p:spPr>
            <a:xfrm>
              <a:off x="9785712" y="3368449"/>
              <a:ext cx="1099187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5CB8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58" name="pic8758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313155"/>
              <a:ext cx="343243" cy="231689"/>
            </a:xfrm>
            <a:prstGeom prst="rect">
              <a:avLst/>
            </a:prstGeom>
          </p:spPr>
        </p:pic>
        <p:sp>
          <p:nvSpPr>
            <p:cNvPr id="8759" name="pl8759"/>
            <p:cNvSpPr/>
            <p:nvPr/>
          </p:nvSpPr>
          <p:spPr>
            <a:xfrm>
              <a:off x="7995765" y="3134791"/>
              <a:ext cx="1103460" cy="1605166"/>
            </a:xfrm>
            <a:custGeom>
              <a:avLst/>
              <a:pathLst>
                <a:path w="1103460" h="1605166">
                  <a:moveTo>
                    <a:pt x="0" y="1605166"/>
                  </a:moveTo>
                  <a:lnTo>
                    <a:pt x="110346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l8760"/>
            <p:cNvSpPr/>
            <p:nvPr/>
          </p:nvSpPr>
          <p:spPr>
            <a:xfrm>
              <a:off x="9099225" y="31347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tx8761"/>
            <p:cNvSpPr/>
            <p:nvPr/>
          </p:nvSpPr>
          <p:spPr>
            <a:xfrm>
              <a:off x="9785712" y="3068815"/>
              <a:ext cx="1071242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71BFFF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62" name="pic876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3018946"/>
              <a:ext cx="343243" cy="231689"/>
            </a:xfrm>
            <a:prstGeom prst="rect">
              <a:avLst/>
            </a:prstGeom>
          </p:spPr>
        </p:pic>
        <p:sp>
          <p:nvSpPr>
            <p:cNvPr id="8763" name="pl8763"/>
            <p:cNvSpPr/>
            <p:nvPr/>
          </p:nvSpPr>
          <p:spPr>
            <a:xfrm>
              <a:off x="8020594" y="2840583"/>
              <a:ext cx="1078631" cy="1862641"/>
            </a:xfrm>
            <a:custGeom>
              <a:avLst/>
              <a:pathLst>
                <a:path w="1078631" h="1862641">
                  <a:moveTo>
                    <a:pt x="0" y="1862641"/>
                  </a:moveTo>
                  <a:lnTo>
                    <a:pt x="107863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l8764"/>
            <p:cNvSpPr/>
            <p:nvPr/>
          </p:nvSpPr>
          <p:spPr>
            <a:xfrm>
              <a:off x="9099225" y="284058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tx8765"/>
            <p:cNvSpPr/>
            <p:nvPr/>
          </p:nvSpPr>
          <p:spPr>
            <a:xfrm>
              <a:off x="9785712" y="2773952"/>
              <a:ext cx="922347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B2E84D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66" name="pic8766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724738"/>
              <a:ext cx="343243" cy="231689"/>
            </a:xfrm>
            <a:prstGeom prst="rect">
              <a:avLst/>
            </a:prstGeom>
          </p:spPr>
        </p:pic>
        <p:sp>
          <p:nvSpPr>
            <p:cNvPr id="8767" name="pl8767"/>
            <p:cNvSpPr/>
            <p:nvPr/>
          </p:nvSpPr>
          <p:spPr>
            <a:xfrm>
              <a:off x="8057802" y="2546374"/>
              <a:ext cx="1041423" cy="2098779"/>
            </a:xfrm>
            <a:custGeom>
              <a:avLst/>
              <a:pathLst>
                <a:path w="1041423" h="2098779">
                  <a:moveTo>
                    <a:pt x="0" y="2098779"/>
                  </a:moveTo>
                  <a:lnTo>
                    <a:pt x="104142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l8768"/>
            <p:cNvSpPr/>
            <p:nvPr/>
          </p:nvSpPr>
          <p:spPr>
            <a:xfrm>
              <a:off x="9099225" y="254637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tx8769"/>
            <p:cNvSpPr/>
            <p:nvPr/>
          </p:nvSpPr>
          <p:spPr>
            <a:xfrm>
              <a:off x="9785712" y="2479007"/>
              <a:ext cx="940764" cy="1276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4A100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70" name="pic877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430529"/>
              <a:ext cx="343243" cy="231689"/>
            </a:xfrm>
            <a:prstGeom prst="rect">
              <a:avLst/>
            </a:prstGeom>
          </p:spPr>
        </p:pic>
        <p:sp>
          <p:nvSpPr>
            <p:cNvPr id="8771" name="pl8771"/>
            <p:cNvSpPr/>
            <p:nvPr/>
          </p:nvSpPr>
          <p:spPr>
            <a:xfrm>
              <a:off x="8078280" y="2252166"/>
              <a:ext cx="1020945" cy="2359314"/>
            </a:xfrm>
            <a:custGeom>
              <a:avLst/>
              <a:pathLst>
                <a:path w="1020945" h="2359314">
                  <a:moveTo>
                    <a:pt x="0" y="2359314"/>
                  </a:moveTo>
                  <a:lnTo>
                    <a:pt x="102094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l8772"/>
            <p:cNvSpPr/>
            <p:nvPr/>
          </p:nvSpPr>
          <p:spPr>
            <a:xfrm>
              <a:off x="9099225" y="225216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tx8773"/>
            <p:cNvSpPr/>
            <p:nvPr/>
          </p:nvSpPr>
          <p:spPr>
            <a:xfrm>
              <a:off x="9785712" y="2161646"/>
              <a:ext cx="1317093" cy="1470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7E57FF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74" name="pic877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136321"/>
              <a:ext cx="343243" cy="231689"/>
            </a:xfrm>
            <a:prstGeom prst="rect">
              <a:avLst/>
            </a:prstGeom>
          </p:spPr>
        </p:pic>
        <p:sp>
          <p:nvSpPr>
            <p:cNvPr id="8775" name="pl8775"/>
            <p:cNvSpPr/>
            <p:nvPr/>
          </p:nvSpPr>
          <p:spPr>
            <a:xfrm>
              <a:off x="8093259" y="1957957"/>
              <a:ext cx="1005966" cy="2628041"/>
            </a:xfrm>
            <a:custGeom>
              <a:avLst/>
              <a:pathLst>
                <a:path w="1005966" h="2628041">
                  <a:moveTo>
                    <a:pt x="0" y="2628041"/>
                  </a:moveTo>
                  <a:lnTo>
                    <a:pt x="1005966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l8776"/>
            <p:cNvSpPr/>
            <p:nvPr/>
          </p:nvSpPr>
          <p:spPr>
            <a:xfrm>
              <a:off x="9099225" y="195795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tx8777"/>
            <p:cNvSpPr/>
            <p:nvPr/>
          </p:nvSpPr>
          <p:spPr>
            <a:xfrm>
              <a:off x="9785712" y="1873589"/>
              <a:ext cx="1463325" cy="13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 b="1">
                  <a:solidFill>
                    <a:srgbClr val="F4B5FF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78" name="pic877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1842112"/>
              <a:ext cx="343243" cy="231689"/>
            </a:xfrm>
            <a:prstGeom prst="rect">
              <a:avLst/>
            </a:prstGeom>
          </p:spPr>
        </p:pic>
        <p:sp>
          <p:nvSpPr>
            <p:cNvPr id="8779" name="pl8779"/>
            <p:cNvSpPr/>
            <p:nvPr/>
          </p:nvSpPr>
          <p:spPr>
            <a:xfrm>
              <a:off x="8385882" y="1663749"/>
              <a:ext cx="713343" cy="2055145"/>
            </a:xfrm>
            <a:custGeom>
              <a:avLst/>
              <a:pathLst>
                <a:path w="713343" h="2055145">
                  <a:moveTo>
                    <a:pt x="0" y="2055145"/>
                  </a:moveTo>
                  <a:lnTo>
                    <a:pt x="71334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l8780"/>
            <p:cNvSpPr/>
            <p:nvPr/>
          </p:nvSpPr>
          <p:spPr>
            <a:xfrm>
              <a:off x="9099225" y="166374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tx8781"/>
            <p:cNvSpPr/>
            <p:nvPr/>
          </p:nvSpPr>
          <p:spPr>
            <a:xfrm>
              <a:off x="9785712" y="1599083"/>
              <a:ext cx="1080737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E8F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82" name="pic878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547904"/>
              <a:ext cx="343243" cy="231689"/>
            </a:xfrm>
            <a:prstGeom prst="rect">
              <a:avLst/>
            </a:prstGeom>
          </p:spPr>
        </p:pic>
        <p:sp>
          <p:nvSpPr>
            <p:cNvPr id="8783" name="pl8783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l8784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tx8785"/>
            <p:cNvSpPr/>
            <p:nvPr/>
          </p:nvSpPr>
          <p:spPr>
            <a:xfrm>
              <a:off x="9785712" y="1304874"/>
              <a:ext cx="1155553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9E51E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86" name="pic8786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2026-04-19T17:59:12Z</dcterms:modified>
  <cp:category/>
</cp:coreProperties>
</file>