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3292a232e72b1c117add41d0af11bffcec1c97ea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2026-04-17T21:10:28Z</dcterms:modified>
  <cp:category/>
</cp:coreProperties>
</file>