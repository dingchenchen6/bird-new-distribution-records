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4b2023e4ae9dd99cbfcd530fd63f70ccc8d736b9.png"/>
<Relationship Id="rId5" Type="http://schemas.openxmlformats.org/officeDocument/2006/relationships/image" Target="../media/1756b11d2c2b08ff2c6455ba91983e50a392fa82.png"/>
<Relationship Id="rId6" Type="http://schemas.openxmlformats.org/officeDocument/2006/relationships/image" Target="../media/f6e8d9cbe909b71d6d7bc31db15659bca1a7afb4.png"/>
<Relationship Id="rId7" Type="http://schemas.openxmlformats.org/officeDocument/2006/relationships/image" Target="../media/de7e174a25296aa7d5f78405092530e6e891a926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b4e19efb8409260df25701b79bb4a9727ca1e25e.png"/>
<Relationship Id="rId10" Type="http://schemas.openxmlformats.org/officeDocument/2006/relationships/image" Target="../media/8e504936a0d060f4ffcc8d8be7209b9008b55cb5.png"/>
<Relationship Id="rId11" Type="http://schemas.openxmlformats.org/officeDocument/2006/relationships/image" Target="../media/704065eeff6371c2ac8b0df42ba692d6314ca5ed.png"/>
<Relationship Id="rId12" Type="http://schemas.openxmlformats.org/officeDocument/2006/relationships/image" Target="../media/4c087c90bdd26394dabddcc29277bb527b86c2b4.png"/>
<Relationship Id="rId13" Type="http://schemas.openxmlformats.org/officeDocument/2006/relationships/image" Target="../media/611732a38956872aa25221e9e1157ece57f76bbe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1" name="tx8631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32" name="pt8632"/>
            <p:cNvSpPr/>
            <p:nvPr/>
          </p:nvSpPr>
          <p:spPr>
            <a:xfrm>
              <a:off x="5327995" y="3828014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3" name="tx8633"/>
            <p:cNvSpPr/>
            <p:nvPr/>
          </p:nvSpPr>
          <p:spPr>
            <a:xfrm>
              <a:off x="5344359" y="3926664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34" name="pt8634"/>
            <p:cNvSpPr/>
            <p:nvPr/>
          </p:nvSpPr>
          <p:spPr>
            <a:xfrm>
              <a:off x="5175548" y="420860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5" name="tx8635"/>
            <p:cNvSpPr/>
            <p:nvPr/>
          </p:nvSpPr>
          <p:spPr>
            <a:xfrm>
              <a:off x="5187683" y="429671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6" name="pt8636"/>
            <p:cNvSpPr/>
            <p:nvPr/>
          </p:nvSpPr>
          <p:spPr>
            <a:xfrm>
              <a:off x="5645173" y="3905814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7" name="tx8637"/>
            <p:cNvSpPr/>
            <p:nvPr/>
          </p:nvSpPr>
          <p:spPr>
            <a:xfrm>
              <a:off x="5655239" y="3983813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38" name="pt8638"/>
            <p:cNvSpPr/>
            <p:nvPr/>
          </p:nvSpPr>
          <p:spPr>
            <a:xfrm>
              <a:off x="5456535" y="413410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9" name="tx8639"/>
            <p:cNvSpPr/>
            <p:nvPr/>
          </p:nvSpPr>
          <p:spPr>
            <a:xfrm>
              <a:off x="5468670" y="4222107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40" name="pt8640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1" name="tx8641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42" name="pt8642"/>
            <p:cNvSpPr/>
            <p:nvPr/>
          </p:nvSpPr>
          <p:spPr>
            <a:xfrm>
              <a:off x="5904350" y="3815577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3" name="tx8643"/>
            <p:cNvSpPr/>
            <p:nvPr/>
          </p:nvSpPr>
          <p:spPr>
            <a:xfrm>
              <a:off x="5920714" y="391422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44" name="pt8644"/>
            <p:cNvSpPr/>
            <p:nvPr/>
          </p:nvSpPr>
          <p:spPr>
            <a:xfrm>
              <a:off x="6286329" y="4048610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5" name="tx8645"/>
            <p:cNvSpPr/>
            <p:nvPr/>
          </p:nvSpPr>
          <p:spPr>
            <a:xfrm>
              <a:off x="6302693" y="4147531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6" name="pt8646"/>
            <p:cNvSpPr/>
            <p:nvPr/>
          </p:nvSpPr>
          <p:spPr>
            <a:xfrm>
              <a:off x="6551652" y="454261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7" name="tx8647"/>
            <p:cNvSpPr/>
            <p:nvPr/>
          </p:nvSpPr>
          <p:spPr>
            <a:xfrm>
              <a:off x="6568017" y="464134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8" name="pt8648"/>
            <p:cNvSpPr/>
            <p:nvPr/>
          </p:nvSpPr>
          <p:spPr>
            <a:xfrm>
              <a:off x="6730972" y="442741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9" name="tx8649"/>
            <p:cNvSpPr/>
            <p:nvPr/>
          </p:nvSpPr>
          <p:spPr>
            <a:xfrm>
              <a:off x="6747336" y="452610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50" name="pt8650"/>
            <p:cNvSpPr/>
            <p:nvPr/>
          </p:nvSpPr>
          <p:spPr>
            <a:xfrm>
              <a:off x="6419082" y="4273106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1" name="tx8651"/>
            <p:cNvSpPr/>
            <p:nvPr/>
          </p:nvSpPr>
          <p:spPr>
            <a:xfrm>
              <a:off x="6435446" y="437202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52" name="pt8652"/>
            <p:cNvSpPr/>
            <p:nvPr/>
          </p:nvSpPr>
          <p:spPr>
            <a:xfrm>
              <a:off x="6966685" y="4267887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3" name="tx8653"/>
            <p:cNvSpPr/>
            <p:nvPr/>
          </p:nvSpPr>
          <p:spPr>
            <a:xfrm>
              <a:off x="6978820" y="4355960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54" name="pt8654"/>
            <p:cNvSpPr/>
            <p:nvPr/>
          </p:nvSpPr>
          <p:spPr>
            <a:xfrm>
              <a:off x="6162943" y="3612314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5" name="tx8655"/>
            <p:cNvSpPr/>
            <p:nvPr/>
          </p:nvSpPr>
          <p:spPr>
            <a:xfrm>
              <a:off x="6179216" y="3720475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56" name="pt8656"/>
            <p:cNvSpPr/>
            <p:nvPr/>
          </p:nvSpPr>
          <p:spPr>
            <a:xfrm>
              <a:off x="6757966" y="4206660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7" name="tx8657"/>
            <p:cNvSpPr/>
            <p:nvPr/>
          </p:nvSpPr>
          <p:spPr>
            <a:xfrm>
              <a:off x="6768032" y="4284675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8" name="pt8658"/>
            <p:cNvSpPr/>
            <p:nvPr/>
          </p:nvSpPr>
          <p:spPr>
            <a:xfrm>
              <a:off x="6455474" y="3857892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9" name="tx8659"/>
            <p:cNvSpPr/>
            <p:nvPr/>
          </p:nvSpPr>
          <p:spPr>
            <a:xfrm>
              <a:off x="6467610" y="394598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60" name="pt8660"/>
            <p:cNvSpPr/>
            <p:nvPr/>
          </p:nvSpPr>
          <p:spPr>
            <a:xfrm>
              <a:off x="7077943" y="3967322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1" name="tx8661"/>
            <p:cNvSpPr/>
            <p:nvPr/>
          </p:nvSpPr>
          <p:spPr>
            <a:xfrm>
              <a:off x="7090078" y="405546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2" name="pt8662"/>
            <p:cNvSpPr/>
            <p:nvPr/>
          </p:nvSpPr>
          <p:spPr>
            <a:xfrm>
              <a:off x="6773013" y="3970067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3" name="tx8663"/>
            <p:cNvSpPr/>
            <p:nvPr/>
          </p:nvSpPr>
          <p:spPr>
            <a:xfrm>
              <a:off x="6785148" y="405815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64" name="pt8664"/>
            <p:cNvSpPr/>
            <p:nvPr/>
          </p:nvSpPr>
          <p:spPr>
            <a:xfrm>
              <a:off x="7267413" y="3790259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5" name="tx8665"/>
            <p:cNvSpPr/>
            <p:nvPr/>
          </p:nvSpPr>
          <p:spPr>
            <a:xfrm>
              <a:off x="7279548" y="3878404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6" name="pt8666"/>
            <p:cNvSpPr/>
            <p:nvPr/>
          </p:nvSpPr>
          <p:spPr>
            <a:xfrm>
              <a:off x="6330070" y="3554476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7" name="tx8667"/>
            <p:cNvSpPr/>
            <p:nvPr/>
          </p:nvSpPr>
          <p:spPr>
            <a:xfrm>
              <a:off x="6346343" y="3662506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8" name="pt8668"/>
            <p:cNvSpPr/>
            <p:nvPr/>
          </p:nvSpPr>
          <p:spPr>
            <a:xfrm>
              <a:off x="6640617" y="3669695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9" name="tx8669"/>
            <p:cNvSpPr/>
            <p:nvPr/>
          </p:nvSpPr>
          <p:spPr>
            <a:xfrm>
              <a:off x="6632310" y="3777855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70" name="pt8670"/>
            <p:cNvSpPr/>
            <p:nvPr/>
          </p:nvSpPr>
          <p:spPr>
            <a:xfrm>
              <a:off x="6992386" y="374414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7002453" y="382232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72" name="pt8672"/>
            <p:cNvSpPr/>
            <p:nvPr/>
          </p:nvSpPr>
          <p:spPr>
            <a:xfrm>
              <a:off x="6735304" y="3335044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3" name="tx8673"/>
            <p:cNvSpPr/>
            <p:nvPr/>
          </p:nvSpPr>
          <p:spPr>
            <a:xfrm>
              <a:off x="6751668" y="3433791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74" name="pt8674"/>
            <p:cNvSpPr/>
            <p:nvPr/>
          </p:nvSpPr>
          <p:spPr>
            <a:xfrm>
              <a:off x="7054070" y="3393671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7066205" y="348174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76" name="pl8676"/>
            <p:cNvSpPr/>
            <p:nvPr/>
          </p:nvSpPr>
          <p:spPr>
            <a:xfrm>
              <a:off x="3135374" y="1369540"/>
              <a:ext cx="922406" cy="3143242"/>
            </a:xfrm>
            <a:custGeom>
              <a:avLst/>
              <a:pathLst>
                <a:path w="922406" h="3143242">
                  <a:moveTo>
                    <a:pt x="922406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l8677"/>
            <p:cNvSpPr/>
            <p:nvPr/>
          </p:nvSpPr>
          <p:spPr>
            <a:xfrm>
              <a:off x="2706320" y="136954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1590780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9" name="pic867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48888" y="1253695"/>
              <a:ext cx="343243" cy="231689"/>
            </a:xfrm>
            <a:prstGeom prst="rect">
              <a:avLst/>
            </a:prstGeom>
          </p:spPr>
        </p:pic>
        <p:sp>
          <p:nvSpPr>
            <p:cNvPr id="8680" name="pl8680"/>
            <p:cNvSpPr/>
            <p:nvPr/>
          </p:nvSpPr>
          <p:spPr>
            <a:xfrm>
              <a:off x="3135374" y="2056027"/>
              <a:ext cx="1097654" cy="2736133"/>
            </a:xfrm>
            <a:custGeom>
              <a:avLst/>
              <a:pathLst>
                <a:path w="1097654" h="2736133">
                  <a:moveTo>
                    <a:pt x="1097654" y="273613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l8681"/>
            <p:cNvSpPr/>
            <p:nvPr/>
          </p:nvSpPr>
          <p:spPr>
            <a:xfrm>
              <a:off x="2706320" y="2056027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1590780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83" name="pic868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48888" y="1940182"/>
              <a:ext cx="343243" cy="231689"/>
            </a:xfrm>
            <a:prstGeom prst="rect">
              <a:avLst/>
            </a:prstGeom>
          </p:spPr>
        </p:pic>
        <p:sp>
          <p:nvSpPr>
            <p:cNvPr id="8684" name="pl8684"/>
            <p:cNvSpPr/>
            <p:nvPr/>
          </p:nvSpPr>
          <p:spPr>
            <a:xfrm>
              <a:off x="3135374" y="2742513"/>
              <a:ext cx="1367015" cy="2356574"/>
            </a:xfrm>
            <a:custGeom>
              <a:avLst/>
              <a:pathLst>
                <a:path w="1367015" h="2356574">
                  <a:moveTo>
                    <a:pt x="1367015" y="2356574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l8685"/>
            <p:cNvSpPr/>
            <p:nvPr/>
          </p:nvSpPr>
          <p:spPr>
            <a:xfrm>
              <a:off x="2706320" y="2742513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1590780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87" name="pic868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48888" y="2626668"/>
              <a:ext cx="343243" cy="231689"/>
            </a:xfrm>
            <a:prstGeom prst="rect">
              <a:avLst/>
            </a:prstGeom>
          </p:spPr>
        </p:pic>
        <p:sp>
          <p:nvSpPr>
            <p:cNvPr id="8688" name="pl8688"/>
            <p:cNvSpPr/>
            <p:nvPr/>
          </p:nvSpPr>
          <p:spPr>
            <a:xfrm>
              <a:off x="3135374" y="3429000"/>
              <a:ext cx="1629315" cy="1885820"/>
            </a:xfrm>
            <a:custGeom>
              <a:avLst/>
              <a:pathLst>
                <a:path w="1629315" h="1885820">
                  <a:moveTo>
                    <a:pt x="1629315" y="188582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l8689"/>
            <p:cNvSpPr/>
            <p:nvPr/>
          </p:nvSpPr>
          <p:spPr>
            <a:xfrm>
              <a:off x="2706320" y="342900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1590780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91" name="pic869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48888" y="3313155"/>
              <a:ext cx="343243" cy="231689"/>
            </a:xfrm>
            <a:prstGeom prst="rect">
              <a:avLst/>
            </a:prstGeom>
          </p:spPr>
        </p:pic>
        <p:sp>
          <p:nvSpPr>
            <p:cNvPr id="8692" name="pl8692"/>
            <p:cNvSpPr/>
            <p:nvPr/>
          </p:nvSpPr>
          <p:spPr>
            <a:xfrm>
              <a:off x="3135374" y="4115486"/>
              <a:ext cx="1898499" cy="1363028"/>
            </a:xfrm>
            <a:custGeom>
              <a:avLst/>
              <a:pathLst>
                <a:path w="1898499" h="1363028">
                  <a:moveTo>
                    <a:pt x="1898499" y="136302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l8693"/>
            <p:cNvSpPr/>
            <p:nvPr/>
          </p:nvSpPr>
          <p:spPr>
            <a:xfrm>
              <a:off x="2706320" y="4115486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1590780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95" name="pic869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48888" y="3999641"/>
              <a:ext cx="343243" cy="231689"/>
            </a:xfrm>
            <a:prstGeom prst="rect">
              <a:avLst/>
            </a:prstGeom>
          </p:spPr>
        </p:pic>
        <p:sp>
          <p:nvSpPr>
            <p:cNvPr id="8696" name="pl8696"/>
            <p:cNvSpPr/>
            <p:nvPr/>
          </p:nvSpPr>
          <p:spPr>
            <a:xfrm>
              <a:off x="3135374" y="4801972"/>
              <a:ext cx="2068025" cy="755838"/>
            </a:xfrm>
            <a:custGeom>
              <a:avLst/>
              <a:pathLst>
                <a:path w="2068025" h="755838">
                  <a:moveTo>
                    <a:pt x="2068025" y="75583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l8697"/>
            <p:cNvSpPr/>
            <p:nvPr/>
          </p:nvSpPr>
          <p:spPr>
            <a:xfrm>
              <a:off x="2706320" y="4801972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1590780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99" name="pic869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448888" y="4686128"/>
              <a:ext cx="343243" cy="231689"/>
            </a:xfrm>
            <a:prstGeom prst="rect">
              <a:avLst/>
            </a:prstGeom>
          </p:spPr>
        </p:pic>
        <p:sp>
          <p:nvSpPr>
            <p:cNvPr id="8700" name="pl8700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l8701"/>
            <p:cNvSpPr/>
            <p:nvPr/>
          </p:nvSpPr>
          <p:spPr>
            <a:xfrm>
              <a:off x="2706320" y="5488459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159078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03" name="pic870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48888" y="5372614"/>
              <a:ext cx="343243" cy="231689"/>
            </a:xfrm>
            <a:prstGeom prst="rect">
              <a:avLst/>
            </a:prstGeom>
          </p:spPr>
        </p:pic>
        <p:sp>
          <p:nvSpPr>
            <p:cNvPr id="8704" name="pl8704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l8705"/>
            <p:cNvSpPr/>
            <p:nvPr/>
          </p:nvSpPr>
          <p:spPr>
            <a:xfrm>
              <a:off x="9056320" y="548845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9614090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7" name="pic870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06489" y="5372614"/>
              <a:ext cx="343243" cy="231689"/>
            </a:xfrm>
            <a:prstGeom prst="rect">
              <a:avLst/>
            </a:prstGeom>
          </p:spPr>
        </p:pic>
        <p:sp>
          <p:nvSpPr>
            <p:cNvPr id="8708" name="pl8708"/>
            <p:cNvSpPr/>
            <p:nvPr/>
          </p:nvSpPr>
          <p:spPr>
            <a:xfrm>
              <a:off x="7015481" y="5213864"/>
              <a:ext cx="2040839" cy="332343"/>
            </a:xfrm>
            <a:custGeom>
              <a:avLst/>
              <a:pathLst>
                <a:path w="2040839" h="332343">
                  <a:moveTo>
                    <a:pt x="0" y="332343"/>
                  </a:moveTo>
                  <a:lnTo>
                    <a:pt x="204083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l8709"/>
            <p:cNvSpPr/>
            <p:nvPr/>
          </p:nvSpPr>
          <p:spPr>
            <a:xfrm>
              <a:off x="9056320" y="521386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tx8710"/>
            <p:cNvSpPr/>
            <p:nvPr/>
          </p:nvSpPr>
          <p:spPr>
            <a:xfrm>
              <a:off x="9614090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11" name="pic871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06489" y="5098020"/>
              <a:ext cx="343243" cy="231689"/>
            </a:xfrm>
            <a:prstGeom prst="rect">
              <a:avLst/>
            </a:prstGeom>
          </p:spPr>
        </p:pic>
        <p:sp>
          <p:nvSpPr>
            <p:cNvPr id="8712" name="pl8712"/>
            <p:cNvSpPr/>
            <p:nvPr/>
          </p:nvSpPr>
          <p:spPr>
            <a:xfrm>
              <a:off x="7192657" y="4939270"/>
              <a:ext cx="1863663" cy="520814"/>
            </a:xfrm>
            <a:custGeom>
              <a:avLst/>
              <a:pathLst>
                <a:path w="1863663" h="520814">
                  <a:moveTo>
                    <a:pt x="0" y="520814"/>
                  </a:moveTo>
                  <a:lnTo>
                    <a:pt x="186366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l8713"/>
            <p:cNvSpPr/>
            <p:nvPr/>
          </p:nvSpPr>
          <p:spPr>
            <a:xfrm>
              <a:off x="9056320" y="493927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tx8714"/>
            <p:cNvSpPr/>
            <p:nvPr/>
          </p:nvSpPr>
          <p:spPr>
            <a:xfrm>
              <a:off x="9614090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5" name="pic87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06489" y="4823425"/>
              <a:ext cx="343243" cy="231689"/>
            </a:xfrm>
            <a:prstGeom prst="rect">
              <a:avLst/>
            </a:prstGeom>
          </p:spPr>
        </p:pic>
        <p:sp>
          <p:nvSpPr>
            <p:cNvPr id="8716" name="pl8716"/>
            <p:cNvSpPr/>
            <p:nvPr/>
          </p:nvSpPr>
          <p:spPr>
            <a:xfrm>
              <a:off x="7295208" y="4664675"/>
              <a:ext cx="1761111" cy="736589"/>
            </a:xfrm>
            <a:custGeom>
              <a:avLst/>
              <a:pathLst>
                <a:path w="1761111" h="736589">
                  <a:moveTo>
                    <a:pt x="0" y="736589"/>
                  </a:moveTo>
                  <a:lnTo>
                    <a:pt x="176111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l8717"/>
            <p:cNvSpPr/>
            <p:nvPr/>
          </p:nvSpPr>
          <p:spPr>
            <a:xfrm>
              <a:off x="9056320" y="466467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tx8718"/>
            <p:cNvSpPr/>
            <p:nvPr/>
          </p:nvSpPr>
          <p:spPr>
            <a:xfrm>
              <a:off x="9614090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9" name="pic87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06489" y="4548831"/>
              <a:ext cx="343243" cy="231689"/>
            </a:xfrm>
            <a:prstGeom prst="rect">
              <a:avLst/>
            </a:prstGeom>
          </p:spPr>
        </p:pic>
        <p:sp>
          <p:nvSpPr>
            <p:cNvPr id="8720" name="pl8720"/>
            <p:cNvSpPr/>
            <p:nvPr/>
          </p:nvSpPr>
          <p:spPr>
            <a:xfrm>
              <a:off x="7402747" y="4390081"/>
              <a:ext cx="1653572" cy="941630"/>
            </a:xfrm>
            <a:custGeom>
              <a:avLst/>
              <a:pathLst>
                <a:path w="1653572" h="941630">
                  <a:moveTo>
                    <a:pt x="0" y="941630"/>
                  </a:moveTo>
                  <a:lnTo>
                    <a:pt x="16535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l8721"/>
            <p:cNvSpPr/>
            <p:nvPr/>
          </p:nvSpPr>
          <p:spPr>
            <a:xfrm>
              <a:off x="9056320" y="439008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tx8722"/>
            <p:cNvSpPr/>
            <p:nvPr/>
          </p:nvSpPr>
          <p:spPr>
            <a:xfrm>
              <a:off x="9614090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3" name="pic872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06489" y="4274236"/>
              <a:ext cx="343243" cy="231689"/>
            </a:xfrm>
            <a:prstGeom prst="rect">
              <a:avLst/>
            </a:prstGeom>
          </p:spPr>
        </p:pic>
        <p:sp>
          <p:nvSpPr>
            <p:cNvPr id="8724" name="pl8724"/>
            <p:cNvSpPr/>
            <p:nvPr/>
          </p:nvSpPr>
          <p:spPr>
            <a:xfrm>
              <a:off x="7494535" y="4115486"/>
              <a:ext cx="1561785" cy="1149806"/>
            </a:xfrm>
            <a:custGeom>
              <a:avLst/>
              <a:pathLst>
                <a:path w="1561785" h="1149806">
                  <a:moveTo>
                    <a:pt x="0" y="1149806"/>
                  </a:moveTo>
                  <a:lnTo>
                    <a:pt x="156178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l8725"/>
            <p:cNvSpPr/>
            <p:nvPr/>
          </p:nvSpPr>
          <p:spPr>
            <a:xfrm>
              <a:off x="9056320" y="411548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tx8726"/>
            <p:cNvSpPr/>
            <p:nvPr/>
          </p:nvSpPr>
          <p:spPr>
            <a:xfrm>
              <a:off x="9614090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7" name="pic87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06489" y="3999641"/>
              <a:ext cx="343243" cy="231689"/>
            </a:xfrm>
            <a:prstGeom prst="rect">
              <a:avLst/>
            </a:prstGeom>
          </p:spPr>
        </p:pic>
        <p:sp>
          <p:nvSpPr>
            <p:cNvPr id="8728" name="pl8728"/>
            <p:cNvSpPr/>
            <p:nvPr/>
          </p:nvSpPr>
          <p:spPr>
            <a:xfrm>
              <a:off x="7616587" y="3840891"/>
              <a:ext cx="1439732" cy="1324670"/>
            </a:xfrm>
            <a:custGeom>
              <a:avLst/>
              <a:pathLst>
                <a:path w="1439732" h="1324670">
                  <a:moveTo>
                    <a:pt x="0" y="1324670"/>
                  </a:moveTo>
                  <a:lnTo>
                    <a:pt x="143973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l8729"/>
            <p:cNvSpPr/>
            <p:nvPr/>
          </p:nvSpPr>
          <p:spPr>
            <a:xfrm>
              <a:off x="9056320" y="384089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tx8730"/>
            <p:cNvSpPr/>
            <p:nvPr/>
          </p:nvSpPr>
          <p:spPr>
            <a:xfrm>
              <a:off x="9614090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31" name="pic873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06489" y="3725047"/>
              <a:ext cx="343243" cy="231689"/>
            </a:xfrm>
            <a:prstGeom prst="rect">
              <a:avLst/>
            </a:prstGeom>
          </p:spPr>
        </p:pic>
        <p:sp>
          <p:nvSpPr>
            <p:cNvPr id="8732" name="pl8732"/>
            <p:cNvSpPr/>
            <p:nvPr/>
          </p:nvSpPr>
          <p:spPr>
            <a:xfrm>
              <a:off x="7812794" y="3566297"/>
              <a:ext cx="1243526" cy="1405554"/>
            </a:xfrm>
            <a:custGeom>
              <a:avLst/>
              <a:pathLst>
                <a:path w="1243526" h="1405554">
                  <a:moveTo>
                    <a:pt x="0" y="1405554"/>
                  </a:moveTo>
                  <a:lnTo>
                    <a:pt x="124352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l8733"/>
            <p:cNvSpPr/>
            <p:nvPr/>
          </p:nvSpPr>
          <p:spPr>
            <a:xfrm>
              <a:off x="9056320" y="3566297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tx8734"/>
            <p:cNvSpPr/>
            <p:nvPr/>
          </p:nvSpPr>
          <p:spPr>
            <a:xfrm>
              <a:off x="9614090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35" name="pic873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06489" y="3450452"/>
              <a:ext cx="343243" cy="231689"/>
            </a:xfrm>
            <a:prstGeom prst="rect">
              <a:avLst/>
            </a:prstGeom>
          </p:spPr>
        </p:pic>
        <p:sp>
          <p:nvSpPr>
            <p:cNvPr id="8736" name="pl8736"/>
            <p:cNvSpPr/>
            <p:nvPr/>
          </p:nvSpPr>
          <p:spPr>
            <a:xfrm>
              <a:off x="7929151" y="3291702"/>
              <a:ext cx="1127169" cy="1539900"/>
            </a:xfrm>
            <a:custGeom>
              <a:avLst/>
              <a:pathLst>
                <a:path w="1127169" h="1539900">
                  <a:moveTo>
                    <a:pt x="0" y="1539900"/>
                  </a:moveTo>
                  <a:lnTo>
                    <a:pt x="112716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l8737"/>
            <p:cNvSpPr/>
            <p:nvPr/>
          </p:nvSpPr>
          <p:spPr>
            <a:xfrm>
              <a:off x="9056320" y="3291702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tx8738"/>
            <p:cNvSpPr/>
            <p:nvPr/>
          </p:nvSpPr>
          <p:spPr>
            <a:xfrm>
              <a:off x="9614090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9" name="pic8739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06489" y="3175858"/>
              <a:ext cx="343243" cy="231689"/>
            </a:xfrm>
            <a:prstGeom prst="rect">
              <a:avLst/>
            </a:prstGeom>
          </p:spPr>
        </p:pic>
        <p:sp>
          <p:nvSpPr>
            <p:cNvPr id="8740" name="pl8740"/>
            <p:cNvSpPr/>
            <p:nvPr/>
          </p:nvSpPr>
          <p:spPr>
            <a:xfrm>
              <a:off x="7995765" y="3017108"/>
              <a:ext cx="1060555" cy="1722849"/>
            </a:xfrm>
            <a:custGeom>
              <a:avLst/>
              <a:pathLst>
                <a:path w="1060555" h="1722849">
                  <a:moveTo>
                    <a:pt x="0" y="1722849"/>
                  </a:moveTo>
                  <a:lnTo>
                    <a:pt x="106055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l8741"/>
            <p:cNvSpPr/>
            <p:nvPr/>
          </p:nvSpPr>
          <p:spPr>
            <a:xfrm>
              <a:off x="9056320" y="301710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tx8742"/>
            <p:cNvSpPr/>
            <p:nvPr/>
          </p:nvSpPr>
          <p:spPr>
            <a:xfrm>
              <a:off x="9614090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43" name="pic87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06489" y="2901263"/>
              <a:ext cx="343243" cy="231689"/>
            </a:xfrm>
            <a:prstGeom prst="rect">
              <a:avLst/>
            </a:prstGeom>
          </p:spPr>
        </p:pic>
        <p:sp>
          <p:nvSpPr>
            <p:cNvPr id="8744" name="pl8744"/>
            <p:cNvSpPr/>
            <p:nvPr/>
          </p:nvSpPr>
          <p:spPr>
            <a:xfrm>
              <a:off x="8057802" y="2742513"/>
              <a:ext cx="998518" cy="1902640"/>
            </a:xfrm>
            <a:custGeom>
              <a:avLst/>
              <a:pathLst>
                <a:path w="998518" h="1902640">
                  <a:moveTo>
                    <a:pt x="0" y="1902640"/>
                  </a:moveTo>
                  <a:lnTo>
                    <a:pt x="99851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l8745"/>
            <p:cNvSpPr/>
            <p:nvPr/>
          </p:nvSpPr>
          <p:spPr>
            <a:xfrm>
              <a:off x="9056320" y="274251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tx8746"/>
            <p:cNvSpPr/>
            <p:nvPr/>
          </p:nvSpPr>
          <p:spPr>
            <a:xfrm>
              <a:off x="9614090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7" name="pic874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2626668"/>
              <a:ext cx="343243" cy="231689"/>
            </a:xfrm>
            <a:prstGeom prst="rect">
              <a:avLst/>
            </a:prstGeom>
          </p:spPr>
        </p:pic>
        <p:sp>
          <p:nvSpPr>
            <p:cNvPr id="8748" name="pl8748"/>
            <p:cNvSpPr/>
            <p:nvPr/>
          </p:nvSpPr>
          <p:spPr>
            <a:xfrm>
              <a:off x="8078280" y="2467918"/>
              <a:ext cx="978040" cy="2143561"/>
            </a:xfrm>
            <a:custGeom>
              <a:avLst/>
              <a:pathLst>
                <a:path w="978040" h="2143561">
                  <a:moveTo>
                    <a:pt x="0" y="2143561"/>
                  </a:moveTo>
                  <a:lnTo>
                    <a:pt x="97804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l8749"/>
            <p:cNvSpPr/>
            <p:nvPr/>
          </p:nvSpPr>
          <p:spPr>
            <a:xfrm>
              <a:off x="9056320" y="246791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tx8750"/>
            <p:cNvSpPr/>
            <p:nvPr/>
          </p:nvSpPr>
          <p:spPr>
            <a:xfrm>
              <a:off x="9614090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51" name="pic875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06489" y="2352074"/>
              <a:ext cx="343243" cy="231689"/>
            </a:xfrm>
            <a:prstGeom prst="rect">
              <a:avLst/>
            </a:prstGeom>
          </p:spPr>
        </p:pic>
        <p:sp>
          <p:nvSpPr>
            <p:cNvPr id="8752" name="pl8752"/>
            <p:cNvSpPr/>
            <p:nvPr/>
          </p:nvSpPr>
          <p:spPr>
            <a:xfrm>
              <a:off x="8093259" y="2193324"/>
              <a:ext cx="963061" cy="2392674"/>
            </a:xfrm>
            <a:custGeom>
              <a:avLst/>
              <a:pathLst>
                <a:path w="963061" h="2392674">
                  <a:moveTo>
                    <a:pt x="0" y="2392674"/>
                  </a:moveTo>
                  <a:lnTo>
                    <a:pt x="96306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l8753"/>
            <p:cNvSpPr/>
            <p:nvPr/>
          </p:nvSpPr>
          <p:spPr>
            <a:xfrm>
              <a:off x="9056320" y="219332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tx8754"/>
            <p:cNvSpPr/>
            <p:nvPr/>
          </p:nvSpPr>
          <p:spPr>
            <a:xfrm>
              <a:off x="9614090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5" name="pic875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06489" y="2077479"/>
              <a:ext cx="343243" cy="231689"/>
            </a:xfrm>
            <a:prstGeom prst="rect">
              <a:avLst/>
            </a:prstGeom>
          </p:spPr>
        </p:pic>
        <p:sp>
          <p:nvSpPr>
            <p:cNvPr id="8756" name="pl8756"/>
            <p:cNvSpPr/>
            <p:nvPr/>
          </p:nvSpPr>
          <p:spPr>
            <a:xfrm>
              <a:off x="8234060" y="1918729"/>
              <a:ext cx="822259" cy="2379950"/>
            </a:xfrm>
            <a:custGeom>
              <a:avLst/>
              <a:pathLst>
                <a:path w="822259" h="2379950">
                  <a:moveTo>
                    <a:pt x="0" y="2379950"/>
                  </a:moveTo>
                  <a:lnTo>
                    <a:pt x="82225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l8757"/>
            <p:cNvSpPr/>
            <p:nvPr/>
          </p:nvSpPr>
          <p:spPr>
            <a:xfrm>
              <a:off x="9056320" y="191872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tx8758"/>
            <p:cNvSpPr/>
            <p:nvPr/>
          </p:nvSpPr>
          <p:spPr>
            <a:xfrm>
              <a:off x="9614090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59" name="pic87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1802885"/>
              <a:ext cx="343243" cy="231689"/>
            </a:xfrm>
            <a:prstGeom prst="rect">
              <a:avLst/>
            </a:prstGeom>
          </p:spPr>
        </p:pic>
        <p:sp>
          <p:nvSpPr>
            <p:cNvPr id="8760" name="pl8760"/>
            <p:cNvSpPr/>
            <p:nvPr/>
          </p:nvSpPr>
          <p:spPr>
            <a:xfrm>
              <a:off x="8385882" y="1644135"/>
              <a:ext cx="670438" cy="2074759"/>
            </a:xfrm>
            <a:custGeom>
              <a:avLst/>
              <a:pathLst>
                <a:path w="670438" h="2074759">
                  <a:moveTo>
                    <a:pt x="0" y="2074759"/>
                  </a:moveTo>
                  <a:lnTo>
                    <a:pt x="6704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l8761"/>
            <p:cNvSpPr/>
            <p:nvPr/>
          </p:nvSpPr>
          <p:spPr>
            <a:xfrm>
              <a:off x="9056320" y="164413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tx8762"/>
            <p:cNvSpPr/>
            <p:nvPr/>
          </p:nvSpPr>
          <p:spPr>
            <a:xfrm>
              <a:off x="9614090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63" name="pic876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06489" y="1528290"/>
              <a:ext cx="343243" cy="231689"/>
            </a:xfrm>
            <a:prstGeom prst="rect">
              <a:avLst/>
            </a:prstGeom>
          </p:spPr>
        </p:pic>
        <p:sp>
          <p:nvSpPr>
            <p:cNvPr id="8764" name="pl8764"/>
            <p:cNvSpPr/>
            <p:nvPr/>
          </p:nvSpPr>
          <p:spPr>
            <a:xfrm>
              <a:off x="8404153" y="1369540"/>
              <a:ext cx="652167" cy="2064385"/>
            </a:xfrm>
            <a:custGeom>
              <a:avLst/>
              <a:pathLst>
                <a:path w="652167" h="2064385">
                  <a:moveTo>
                    <a:pt x="0" y="2064385"/>
                  </a:moveTo>
                  <a:lnTo>
                    <a:pt x="65216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l8765"/>
            <p:cNvSpPr/>
            <p:nvPr/>
          </p:nvSpPr>
          <p:spPr>
            <a:xfrm>
              <a:off x="9056320" y="136954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tx8766"/>
            <p:cNvSpPr/>
            <p:nvPr/>
          </p:nvSpPr>
          <p:spPr>
            <a:xfrm>
              <a:off x="9614090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7" name="pic876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06489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2026-04-20T09:48:04Z</dcterms:modified>
  <cp:category/>
</cp:coreProperties>
</file>