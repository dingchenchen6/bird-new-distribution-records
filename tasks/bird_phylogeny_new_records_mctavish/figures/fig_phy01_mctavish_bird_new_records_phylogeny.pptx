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e41bd53fd3e06c227f3a847ca430c62d008a76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2026-04-16T21:12:52Z</dcterms:modified>
  <cp:category/>
</cp:coreProperties>
</file>