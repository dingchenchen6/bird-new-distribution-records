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g7151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g7152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g7153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g7154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g7155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g7156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g7157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4" name="tx862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25" name="pt862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6" name="tx862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27" name="pt8627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8" name="tx8628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29" name="pt8629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0" name="tx8630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31" name="pt8631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2" name="tx8632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33" name="pt8633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4" name="tx8634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5" name="pt863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6" name="tx863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37" name="pt8637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8" name="tx8638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39" name="pt8639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0" name="tx8640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1" name="pt8641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2" name="tx8642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3" name="pt8643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4" name="tx8644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45" name="pt8645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6" name="tx8646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47" name="pt864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8" name="tx864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49" name="pt864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69" name="pl866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l867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2" name="pic867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73" name="pl8673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l8674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1376773" y="1867323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76" name="pic867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677" name="pl8677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l8678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tx8679"/>
            <p:cNvSpPr/>
            <p:nvPr/>
          </p:nvSpPr>
          <p:spPr>
            <a:xfrm>
              <a:off x="1623526" y="2481176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80" name="pic868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681" name="pl8681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l8682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tx8683"/>
            <p:cNvSpPr/>
            <p:nvPr/>
          </p:nvSpPr>
          <p:spPr>
            <a:xfrm>
              <a:off x="1371984" y="3068038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84" name="pic868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685" name="pl8685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l8686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tx8687"/>
            <p:cNvSpPr/>
            <p:nvPr/>
          </p:nvSpPr>
          <p:spPr>
            <a:xfrm>
              <a:off x="1325244" y="3624286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88" name="pic868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689" name="pl8689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l8690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tx8691"/>
            <p:cNvSpPr/>
            <p:nvPr/>
          </p:nvSpPr>
          <p:spPr>
            <a:xfrm>
              <a:off x="1511711" y="4211147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92" name="pic869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693" name="pl8693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l8694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tx8695"/>
            <p:cNvSpPr/>
            <p:nvPr/>
          </p:nvSpPr>
          <p:spPr>
            <a:xfrm>
              <a:off x="1289396" y="4837537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696" name="pic869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697" name="pl8697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l8698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tx8699"/>
            <p:cNvSpPr/>
            <p:nvPr/>
          </p:nvSpPr>
          <p:spPr>
            <a:xfrm>
              <a:off x="1237123" y="5427410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00" name="pic870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01" name="pl8701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l8702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tx8703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4" name="pic870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05" name="pl8705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l8706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tx8707"/>
            <p:cNvSpPr/>
            <p:nvPr/>
          </p:nvSpPr>
          <p:spPr>
            <a:xfrm>
              <a:off x="9785712" y="5133202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08" name="pic870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09" name="pl8709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9785712" y="4833125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9785712" y="4539080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9785712" y="4244872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9785712" y="3923333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9785712" y="3656455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9785712" y="3367951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9785712" y="3068038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785712" y="2773829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785712" y="2479457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2161531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1873482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785712" y="1598551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2026-04-19T17:37:26Z</dcterms:modified>
  <cp:category/>
</cp:coreProperties>
</file>