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4b2023e4ae9dd99cbfcd530fd63f70ccc8d736b9.png"/>
<Relationship Id="rId5" Type="http://schemas.openxmlformats.org/officeDocument/2006/relationships/image" Target="../media/1756b11d2c2b08ff2c6455ba91983e50a392fa82.png"/>
<Relationship Id="rId6" Type="http://schemas.openxmlformats.org/officeDocument/2006/relationships/image" Target="../media/f6e8d9cbe909b71d6d7bc31db15659bca1a7afb4.png"/>
<Relationship Id="rId7" Type="http://schemas.openxmlformats.org/officeDocument/2006/relationships/image" Target="../media/de7e174a25296aa7d5f78405092530e6e891a926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b4e19efb8409260df25701b79bb4a9727ca1e25e.png"/>
<Relationship Id="rId10" Type="http://schemas.openxmlformats.org/officeDocument/2006/relationships/image" Target="../media/8e504936a0d060f4ffcc8d8be7209b9008b55cb5.png"/>
<Relationship Id="rId11" Type="http://schemas.openxmlformats.org/officeDocument/2006/relationships/image" Target="../media/704065eeff6371c2ac8b0df42ba692d6314ca5ed.png"/>
<Relationship Id="rId12" Type="http://schemas.openxmlformats.org/officeDocument/2006/relationships/image" Target="../media/4c087c90bdd26394dabddcc29277bb527b86c2b4.png"/>
<Relationship Id="rId13" Type="http://schemas.openxmlformats.org/officeDocument/2006/relationships/image" Target="../media/611732a38956872aa25221e9e1157ece57f76bbe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7238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7238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7238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4550544" y="5014394"/>
              <a:ext cx="97442" cy="89460"/>
            </a:xfrm>
            <a:custGeom>
              <a:avLst/>
              <a:pathLst>
                <a:path w="97442" h="89460">
                  <a:moveTo>
                    <a:pt x="0" y="0"/>
                  </a:moveTo>
                  <a:lnTo>
                    <a:pt x="380" y="370"/>
                  </a:lnTo>
                  <a:lnTo>
                    <a:pt x="761" y="741"/>
                  </a:lnTo>
                  <a:lnTo>
                    <a:pt x="1141" y="1112"/>
                  </a:lnTo>
                  <a:lnTo>
                    <a:pt x="1522" y="1482"/>
                  </a:lnTo>
                  <a:lnTo>
                    <a:pt x="1903" y="1853"/>
                  </a:lnTo>
                  <a:lnTo>
                    <a:pt x="2284" y="2223"/>
                  </a:lnTo>
                  <a:lnTo>
                    <a:pt x="2665" y="2593"/>
                  </a:lnTo>
                  <a:lnTo>
                    <a:pt x="3046" y="2963"/>
                  </a:lnTo>
                  <a:lnTo>
                    <a:pt x="3427" y="3334"/>
                  </a:lnTo>
                  <a:lnTo>
                    <a:pt x="3809" y="3704"/>
                  </a:lnTo>
                  <a:lnTo>
                    <a:pt x="4190" y="4073"/>
                  </a:lnTo>
                  <a:lnTo>
                    <a:pt x="4572" y="4443"/>
                  </a:lnTo>
                  <a:lnTo>
                    <a:pt x="4953" y="4813"/>
                  </a:lnTo>
                  <a:lnTo>
                    <a:pt x="5335" y="5183"/>
                  </a:lnTo>
                  <a:lnTo>
                    <a:pt x="5717" y="5552"/>
                  </a:lnTo>
                  <a:lnTo>
                    <a:pt x="6099" y="5922"/>
                  </a:lnTo>
                  <a:lnTo>
                    <a:pt x="6481" y="6291"/>
                  </a:lnTo>
                  <a:lnTo>
                    <a:pt x="6863" y="6660"/>
                  </a:lnTo>
                  <a:lnTo>
                    <a:pt x="7245" y="7029"/>
                  </a:lnTo>
                  <a:lnTo>
                    <a:pt x="7627" y="7398"/>
                  </a:lnTo>
                  <a:lnTo>
                    <a:pt x="8009" y="7767"/>
                  </a:lnTo>
                  <a:lnTo>
                    <a:pt x="8392" y="8136"/>
                  </a:lnTo>
                  <a:lnTo>
                    <a:pt x="8774" y="8505"/>
                  </a:lnTo>
                  <a:lnTo>
                    <a:pt x="9157" y="8874"/>
                  </a:lnTo>
                  <a:lnTo>
                    <a:pt x="9539" y="9243"/>
                  </a:lnTo>
                  <a:lnTo>
                    <a:pt x="9922" y="9611"/>
                  </a:lnTo>
                  <a:lnTo>
                    <a:pt x="10305" y="9979"/>
                  </a:lnTo>
                  <a:lnTo>
                    <a:pt x="10688" y="10348"/>
                  </a:lnTo>
                  <a:lnTo>
                    <a:pt x="11071" y="10716"/>
                  </a:lnTo>
                  <a:lnTo>
                    <a:pt x="11454" y="11084"/>
                  </a:lnTo>
                  <a:lnTo>
                    <a:pt x="11837" y="11452"/>
                  </a:lnTo>
                  <a:lnTo>
                    <a:pt x="12220" y="11820"/>
                  </a:lnTo>
                  <a:lnTo>
                    <a:pt x="12604" y="12188"/>
                  </a:lnTo>
                  <a:lnTo>
                    <a:pt x="12987" y="12556"/>
                  </a:lnTo>
                  <a:lnTo>
                    <a:pt x="13371" y="12924"/>
                  </a:lnTo>
                  <a:lnTo>
                    <a:pt x="13754" y="13291"/>
                  </a:lnTo>
                  <a:lnTo>
                    <a:pt x="14138" y="13659"/>
                  </a:lnTo>
                  <a:lnTo>
                    <a:pt x="14522" y="14026"/>
                  </a:lnTo>
                  <a:lnTo>
                    <a:pt x="14906" y="14394"/>
                  </a:lnTo>
                  <a:lnTo>
                    <a:pt x="15290" y="14761"/>
                  </a:lnTo>
                  <a:lnTo>
                    <a:pt x="15674" y="15128"/>
                  </a:lnTo>
                  <a:lnTo>
                    <a:pt x="16058" y="15495"/>
                  </a:lnTo>
                  <a:lnTo>
                    <a:pt x="16442" y="15862"/>
                  </a:lnTo>
                  <a:lnTo>
                    <a:pt x="16827" y="16229"/>
                  </a:lnTo>
                  <a:lnTo>
                    <a:pt x="17211" y="16596"/>
                  </a:lnTo>
                  <a:lnTo>
                    <a:pt x="17596" y="16962"/>
                  </a:lnTo>
                  <a:lnTo>
                    <a:pt x="17980" y="17329"/>
                  </a:lnTo>
                  <a:lnTo>
                    <a:pt x="18365" y="17695"/>
                  </a:lnTo>
                  <a:lnTo>
                    <a:pt x="18750" y="18062"/>
                  </a:lnTo>
                  <a:lnTo>
                    <a:pt x="19135" y="18428"/>
                  </a:lnTo>
                  <a:lnTo>
                    <a:pt x="19520" y="18794"/>
                  </a:lnTo>
                  <a:lnTo>
                    <a:pt x="19905" y="19160"/>
                  </a:lnTo>
                  <a:lnTo>
                    <a:pt x="20290" y="19526"/>
                  </a:lnTo>
                  <a:lnTo>
                    <a:pt x="20675" y="19892"/>
                  </a:lnTo>
                  <a:lnTo>
                    <a:pt x="21060" y="20258"/>
                  </a:lnTo>
                  <a:lnTo>
                    <a:pt x="21446" y="20624"/>
                  </a:lnTo>
                  <a:lnTo>
                    <a:pt x="21831" y="20990"/>
                  </a:lnTo>
                  <a:lnTo>
                    <a:pt x="22217" y="21355"/>
                  </a:lnTo>
                  <a:lnTo>
                    <a:pt x="22602" y="21721"/>
                  </a:lnTo>
                  <a:lnTo>
                    <a:pt x="22988" y="22086"/>
                  </a:lnTo>
                  <a:lnTo>
                    <a:pt x="23374" y="22451"/>
                  </a:lnTo>
                  <a:lnTo>
                    <a:pt x="23760" y="22817"/>
                  </a:lnTo>
                  <a:lnTo>
                    <a:pt x="24146" y="23182"/>
                  </a:lnTo>
                  <a:lnTo>
                    <a:pt x="24532" y="23547"/>
                  </a:lnTo>
                  <a:lnTo>
                    <a:pt x="24918" y="23912"/>
                  </a:lnTo>
                  <a:lnTo>
                    <a:pt x="25304" y="24277"/>
                  </a:lnTo>
                  <a:lnTo>
                    <a:pt x="25691" y="24641"/>
                  </a:lnTo>
                  <a:lnTo>
                    <a:pt x="26077" y="25006"/>
                  </a:lnTo>
                  <a:lnTo>
                    <a:pt x="26464" y="25371"/>
                  </a:lnTo>
                  <a:lnTo>
                    <a:pt x="26850" y="25735"/>
                  </a:lnTo>
                  <a:lnTo>
                    <a:pt x="27237" y="26099"/>
                  </a:lnTo>
                  <a:lnTo>
                    <a:pt x="27624" y="26464"/>
                  </a:lnTo>
                  <a:lnTo>
                    <a:pt x="28011" y="26828"/>
                  </a:lnTo>
                  <a:lnTo>
                    <a:pt x="28398" y="27192"/>
                  </a:lnTo>
                  <a:lnTo>
                    <a:pt x="28785" y="27556"/>
                  </a:lnTo>
                  <a:lnTo>
                    <a:pt x="29172" y="27920"/>
                  </a:lnTo>
                  <a:lnTo>
                    <a:pt x="29559" y="28284"/>
                  </a:lnTo>
                  <a:lnTo>
                    <a:pt x="29946" y="28647"/>
                  </a:lnTo>
                  <a:lnTo>
                    <a:pt x="30334" y="29011"/>
                  </a:lnTo>
                  <a:lnTo>
                    <a:pt x="30721" y="29375"/>
                  </a:lnTo>
                  <a:lnTo>
                    <a:pt x="31109" y="29738"/>
                  </a:lnTo>
                  <a:lnTo>
                    <a:pt x="31497" y="30101"/>
                  </a:lnTo>
                  <a:lnTo>
                    <a:pt x="31884" y="30465"/>
                  </a:lnTo>
                  <a:lnTo>
                    <a:pt x="32272" y="30828"/>
                  </a:lnTo>
                  <a:lnTo>
                    <a:pt x="32660" y="31191"/>
                  </a:lnTo>
                  <a:lnTo>
                    <a:pt x="33048" y="31554"/>
                  </a:lnTo>
                  <a:lnTo>
                    <a:pt x="33436" y="31917"/>
                  </a:lnTo>
                  <a:lnTo>
                    <a:pt x="33824" y="32280"/>
                  </a:lnTo>
                  <a:lnTo>
                    <a:pt x="34213" y="32642"/>
                  </a:lnTo>
                  <a:lnTo>
                    <a:pt x="34601" y="33005"/>
                  </a:lnTo>
                  <a:lnTo>
                    <a:pt x="34989" y="33367"/>
                  </a:lnTo>
                  <a:lnTo>
                    <a:pt x="35378" y="33730"/>
                  </a:lnTo>
                  <a:lnTo>
                    <a:pt x="35767" y="34092"/>
                  </a:lnTo>
                  <a:lnTo>
                    <a:pt x="36155" y="34454"/>
                  </a:lnTo>
                  <a:lnTo>
                    <a:pt x="36544" y="34816"/>
                  </a:lnTo>
                  <a:lnTo>
                    <a:pt x="36933" y="35179"/>
                  </a:lnTo>
                  <a:lnTo>
                    <a:pt x="37322" y="35540"/>
                  </a:lnTo>
                  <a:lnTo>
                    <a:pt x="37711" y="35902"/>
                  </a:lnTo>
                  <a:lnTo>
                    <a:pt x="38100" y="36264"/>
                  </a:lnTo>
                  <a:lnTo>
                    <a:pt x="38489" y="36626"/>
                  </a:lnTo>
                  <a:lnTo>
                    <a:pt x="38879" y="36987"/>
                  </a:lnTo>
                  <a:lnTo>
                    <a:pt x="39268" y="37349"/>
                  </a:lnTo>
                  <a:lnTo>
                    <a:pt x="39658" y="37710"/>
                  </a:lnTo>
                  <a:lnTo>
                    <a:pt x="40047" y="38072"/>
                  </a:lnTo>
                  <a:lnTo>
                    <a:pt x="40437" y="38433"/>
                  </a:lnTo>
                  <a:lnTo>
                    <a:pt x="40827" y="38794"/>
                  </a:lnTo>
                  <a:lnTo>
                    <a:pt x="41216" y="39155"/>
                  </a:lnTo>
                  <a:lnTo>
                    <a:pt x="41606" y="39516"/>
                  </a:lnTo>
                  <a:lnTo>
                    <a:pt x="41996" y="39877"/>
                  </a:lnTo>
                  <a:lnTo>
                    <a:pt x="42386" y="40237"/>
                  </a:lnTo>
                  <a:lnTo>
                    <a:pt x="42777" y="40598"/>
                  </a:lnTo>
                  <a:lnTo>
                    <a:pt x="43167" y="40959"/>
                  </a:lnTo>
                  <a:lnTo>
                    <a:pt x="43557" y="41319"/>
                  </a:lnTo>
                  <a:lnTo>
                    <a:pt x="43948" y="41679"/>
                  </a:lnTo>
                  <a:lnTo>
                    <a:pt x="44338" y="42040"/>
                  </a:lnTo>
                  <a:lnTo>
                    <a:pt x="44729" y="42400"/>
                  </a:lnTo>
                  <a:lnTo>
                    <a:pt x="45120" y="42760"/>
                  </a:lnTo>
                  <a:lnTo>
                    <a:pt x="45510" y="43120"/>
                  </a:lnTo>
                  <a:lnTo>
                    <a:pt x="45901" y="43480"/>
                  </a:lnTo>
                  <a:lnTo>
                    <a:pt x="46292" y="43840"/>
                  </a:lnTo>
                  <a:lnTo>
                    <a:pt x="46683" y="44199"/>
                  </a:lnTo>
                  <a:lnTo>
                    <a:pt x="47074" y="44559"/>
                  </a:lnTo>
                  <a:lnTo>
                    <a:pt x="47466" y="44918"/>
                  </a:lnTo>
                  <a:lnTo>
                    <a:pt x="47857" y="45278"/>
                  </a:lnTo>
                  <a:lnTo>
                    <a:pt x="48248" y="45637"/>
                  </a:lnTo>
                  <a:lnTo>
                    <a:pt x="48640" y="45996"/>
                  </a:lnTo>
                  <a:lnTo>
                    <a:pt x="49031" y="46356"/>
                  </a:lnTo>
                  <a:lnTo>
                    <a:pt x="49423" y="46715"/>
                  </a:lnTo>
                  <a:lnTo>
                    <a:pt x="49815" y="47074"/>
                  </a:lnTo>
                  <a:lnTo>
                    <a:pt x="50207" y="47432"/>
                  </a:lnTo>
                  <a:lnTo>
                    <a:pt x="50599" y="47791"/>
                  </a:lnTo>
                  <a:lnTo>
                    <a:pt x="50991" y="48150"/>
                  </a:lnTo>
                  <a:lnTo>
                    <a:pt x="51383" y="48508"/>
                  </a:lnTo>
                  <a:lnTo>
                    <a:pt x="51775" y="48867"/>
                  </a:lnTo>
                  <a:lnTo>
                    <a:pt x="52167" y="49225"/>
                  </a:lnTo>
                  <a:lnTo>
                    <a:pt x="52559" y="49584"/>
                  </a:lnTo>
                  <a:lnTo>
                    <a:pt x="52952" y="49942"/>
                  </a:lnTo>
                  <a:lnTo>
                    <a:pt x="53344" y="50300"/>
                  </a:lnTo>
                  <a:lnTo>
                    <a:pt x="53737" y="50658"/>
                  </a:lnTo>
                  <a:lnTo>
                    <a:pt x="54130" y="51016"/>
                  </a:lnTo>
                  <a:lnTo>
                    <a:pt x="54522" y="51374"/>
                  </a:lnTo>
                  <a:lnTo>
                    <a:pt x="54915" y="51731"/>
                  </a:lnTo>
                  <a:lnTo>
                    <a:pt x="55308" y="52089"/>
                  </a:lnTo>
                  <a:lnTo>
                    <a:pt x="55701" y="52447"/>
                  </a:lnTo>
                  <a:lnTo>
                    <a:pt x="56094" y="52804"/>
                  </a:lnTo>
                  <a:lnTo>
                    <a:pt x="56488" y="53161"/>
                  </a:lnTo>
                  <a:lnTo>
                    <a:pt x="56881" y="53519"/>
                  </a:lnTo>
                  <a:lnTo>
                    <a:pt x="57274" y="53876"/>
                  </a:lnTo>
                  <a:lnTo>
                    <a:pt x="57668" y="54233"/>
                  </a:lnTo>
                  <a:lnTo>
                    <a:pt x="58061" y="54590"/>
                  </a:lnTo>
                  <a:lnTo>
                    <a:pt x="58455" y="54947"/>
                  </a:lnTo>
                  <a:lnTo>
                    <a:pt x="58849" y="55304"/>
                  </a:lnTo>
                  <a:lnTo>
                    <a:pt x="59242" y="55660"/>
                  </a:lnTo>
                  <a:lnTo>
                    <a:pt x="59636" y="56017"/>
                  </a:lnTo>
                  <a:lnTo>
                    <a:pt x="60030" y="56373"/>
                  </a:lnTo>
                  <a:lnTo>
                    <a:pt x="60424" y="56730"/>
                  </a:lnTo>
                  <a:lnTo>
                    <a:pt x="60818" y="57086"/>
                  </a:lnTo>
                  <a:lnTo>
                    <a:pt x="61213" y="57442"/>
                  </a:lnTo>
                  <a:lnTo>
                    <a:pt x="61607" y="57798"/>
                  </a:lnTo>
                  <a:lnTo>
                    <a:pt x="62001" y="58154"/>
                  </a:lnTo>
                  <a:lnTo>
                    <a:pt x="62396" y="58510"/>
                  </a:lnTo>
                  <a:lnTo>
                    <a:pt x="62790" y="58866"/>
                  </a:lnTo>
                  <a:lnTo>
                    <a:pt x="63185" y="59222"/>
                  </a:lnTo>
                  <a:lnTo>
                    <a:pt x="63580" y="59578"/>
                  </a:lnTo>
                  <a:lnTo>
                    <a:pt x="63975" y="59933"/>
                  </a:lnTo>
                  <a:lnTo>
                    <a:pt x="64370" y="60289"/>
                  </a:lnTo>
                  <a:lnTo>
                    <a:pt x="64765" y="60644"/>
                  </a:lnTo>
                  <a:lnTo>
                    <a:pt x="65160" y="60999"/>
                  </a:lnTo>
                  <a:lnTo>
                    <a:pt x="65555" y="61354"/>
                  </a:lnTo>
                  <a:lnTo>
                    <a:pt x="65950" y="61710"/>
                  </a:lnTo>
                  <a:lnTo>
                    <a:pt x="66345" y="62065"/>
                  </a:lnTo>
                  <a:lnTo>
                    <a:pt x="66741" y="62419"/>
                  </a:lnTo>
                  <a:lnTo>
                    <a:pt x="67136" y="62774"/>
                  </a:lnTo>
                  <a:lnTo>
                    <a:pt x="67532" y="63129"/>
                  </a:lnTo>
                  <a:lnTo>
                    <a:pt x="67928" y="63484"/>
                  </a:lnTo>
                  <a:lnTo>
                    <a:pt x="68323" y="63838"/>
                  </a:lnTo>
                  <a:lnTo>
                    <a:pt x="68719" y="64192"/>
                  </a:lnTo>
                  <a:lnTo>
                    <a:pt x="69115" y="64547"/>
                  </a:lnTo>
                  <a:lnTo>
                    <a:pt x="69511" y="64901"/>
                  </a:lnTo>
                  <a:lnTo>
                    <a:pt x="69907" y="65255"/>
                  </a:lnTo>
                  <a:lnTo>
                    <a:pt x="70303" y="65609"/>
                  </a:lnTo>
                  <a:lnTo>
                    <a:pt x="70700" y="65963"/>
                  </a:lnTo>
                  <a:lnTo>
                    <a:pt x="71096" y="66317"/>
                  </a:lnTo>
                  <a:lnTo>
                    <a:pt x="71493" y="66671"/>
                  </a:lnTo>
                  <a:lnTo>
                    <a:pt x="71889" y="67024"/>
                  </a:lnTo>
                  <a:lnTo>
                    <a:pt x="72286" y="67378"/>
                  </a:lnTo>
                  <a:lnTo>
                    <a:pt x="72682" y="67731"/>
                  </a:lnTo>
                  <a:lnTo>
                    <a:pt x="73079" y="68085"/>
                  </a:lnTo>
                  <a:lnTo>
                    <a:pt x="73476" y="68438"/>
                  </a:lnTo>
                  <a:lnTo>
                    <a:pt x="73873" y="68791"/>
                  </a:lnTo>
                  <a:lnTo>
                    <a:pt x="74270" y="69144"/>
                  </a:lnTo>
                  <a:lnTo>
                    <a:pt x="74667" y="69497"/>
                  </a:lnTo>
                  <a:lnTo>
                    <a:pt x="75064" y="69850"/>
                  </a:lnTo>
                  <a:lnTo>
                    <a:pt x="75462" y="70203"/>
                  </a:lnTo>
                  <a:lnTo>
                    <a:pt x="75859" y="70556"/>
                  </a:lnTo>
                  <a:lnTo>
                    <a:pt x="76256" y="70908"/>
                  </a:lnTo>
                  <a:lnTo>
                    <a:pt x="76654" y="71261"/>
                  </a:lnTo>
                  <a:lnTo>
                    <a:pt x="77052" y="71613"/>
                  </a:lnTo>
                  <a:lnTo>
                    <a:pt x="77449" y="71966"/>
                  </a:lnTo>
                  <a:lnTo>
                    <a:pt x="77847" y="72318"/>
                  </a:lnTo>
                  <a:lnTo>
                    <a:pt x="78245" y="72670"/>
                  </a:lnTo>
                  <a:lnTo>
                    <a:pt x="78643" y="73022"/>
                  </a:lnTo>
                  <a:lnTo>
                    <a:pt x="79041" y="73374"/>
                  </a:lnTo>
                  <a:lnTo>
                    <a:pt x="79439" y="73726"/>
                  </a:lnTo>
                  <a:lnTo>
                    <a:pt x="79837" y="74078"/>
                  </a:lnTo>
                  <a:lnTo>
                    <a:pt x="80236" y="74429"/>
                  </a:lnTo>
                  <a:lnTo>
                    <a:pt x="80634" y="74781"/>
                  </a:lnTo>
                  <a:lnTo>
                    <a:pt x="81033" y="75132"/>
                  </a:lnTo>
                  <a:lnTo>
                    <a:pt x="81431" y="75484"/>
                  </a:lnTo>
                  <a:lnTo>
                    <a:pt x="81830" y="75835"/>
                  </a:lnTo>
                  <a:lnTo>
                    <a:pt x="82229" y="76186"/>
                  </a:lnTo>
                  <a:lnTo>
                    <a:pt x="82627" y="76537"/>
                  </a:lnTo>
                  <a:lnTo>
                    <a:pt x="83026" y="76888"/>
                  </a:lnTo>
                  <a:lnTo>
                    <a:pt x="83425" y="77239"/>
                  </a:lnTo>
                  <a:lnTo>
                    <a:pt x="83824" y="77590"/>
                  </a:lnTo>
                  <a:lnTo>
                    <a:pt x="84223" y="77940"/>
                  </a:lnTo>
                  <a:lnTo>
                    <a:pt x="84623" y="78291"/>
                  </a:lnTo>
                  <a:lnTo>
                    <a:pt x="85022" y="78642"/>
                  </a:lnTo>
                  <a:lnTo>
                    <a:pt x="85421" y="78992"/>
                  </a:lnTo>
                  <a:lnTo>
                    <a:pt x="85821" y="79342"/>
                  </a:lnTo>
                  <a:lnTo>
                    <a:pt x="86220" y="79693"/>
                  </a:lnTo>
                  <a:lnTo>
                    <a:pt x="86620" y="80043"/>
                  </a:lnTo>
                  <a:lnTo>
                    <a:pt x="87020" y="80393"/>
                  </a:lnTo>
                  <a:lnTo>
                    <a:pt x="87420" y="80743"/>
                  </a:lnTo>
                  <a:lnTo>
                    <a:pt x="87820" y="81092"/>
                  </a:lnTo>
                  <a:lnTo>
                    <a:pt x="88220" y="81442"/>
                  </a:lnTo>
                  <a:lnTo>
                    <a:pt x="88620" y="81792"/>
                  </a:lnTo>
                  <a:lnTo>
                    <a:pt x="89020" y="82141"/>
                  </a:lnTo>
                  <a:lnTo>
                    <a:pt x="89420" y="82491"/>
                  </a:lnTo>
                  <a:lnTo>
                    <a:pt x="89820" y="82840"/>
                  </a:lnTo>
                  <a:lnTo>
                    <a:pt x="90221" y="83189"/>
                  </a:lnTo>
                  <a:lnTo>
                    <a:pt x="90621" y="83539"/>
                  </a:lnTo>
                  <a:lnTo>
                    <a:pt x="91022" y="83888"/>
                  </a:lnTo>
                  <a:lnTo>
                    <a:pt x="91422" y="84237"/>
                  </a:lnTo>
                  <a:lnTo>
                    <a:pt x="91823" y="84586"/>
                  </a:lnTo>
                  <a:lnTo>
                    <a:pt x="92224" y="84934"/>
                  </a:lnTo>
                  <a:lnTo>
                    <a:pt x="92625" y="85283"/>
                  </a:lnTo>
                  <a:lnTo>
                    <a:pt x="93026" y="85632"/>
                  </a:lnTo>
                  <a:lnTo>
                    <a:pt x="93427" y="85980"/>
                  </a:lnTo>
                  <a:lnTo>
                    <a:pt x="93828" y="86328"/>
                  </a:lnTo>
                  <a:lnTo>
                    <a:pt x="94229" y="86677"/>
                  </a:lnTo>
                  <a:lnTo>
                    <a:pt x="94631" y="87025"/>
                  </a:lnTo>
                  <a:lnTo>
                    <a:pt x="95032" y="87373"/>
                  </a:lnTo>
                  <a:lnTo>
                    <a:pt x="95434" y="87721"/>
                  </a:lnTo>
                  <a:lnTo>
                    <a:pt x="95835" y="88069"/>
                  </a:lnTo>
                  <a:lnTo>
                    <a:pt x="96237" y="88417"/>
                  </a:lnTo>
                  <a:lnTo>
                    <a:pt x="96639" y="88765"/>
                  </a:lnTo>
                  <a:lnTo>
                    <a:pt x="97040" y="89112"/>
                  </a:lnTo>
                  <a:lnTo>
                    <a:pt x="97442" y="89460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4557326" y="50209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4477836" y="4940117"/>
              <a:ext cx="184502" cy="176036"/>
            </a:xfrm>
            <a:custGeom>
              <a:avLst/>
              <a:pathLst>
                <a:path w="184502" h="176036">
                  <a:moveTo>
                    <a:pt x="0" y="0"/>
                  </a:moveTo>
                  <a:lnTo>
                    <a:pt x="699" y="748"/>
                  </a:lnTo>
                  <a:lnTo>
                    <a:pt x="1399" y="1497"/>
                  </a:lnTo>
                  <a:lnTo>
                    <a:pt x="2099" y="2245"/>
                  </a:lnTo>
                  <a:lnTo>
                    <a:pt x="2800" y="2992"/>
                  </a:lnTo>
                  <a:lnTo>
                    <a:pt x="3501" y="3740"/>
                  </a:lnTo>
                  <a:lnTo>
                    <a:pt x="4202" y="4487"/>
                  </a:lnTo>
                  <a:lnTo>
                    <a:pt x="4904" y="5234"/>
                  </a:lnTo>
                  <a:lnTo>
                    <a:pt x="5606" y="5980"/>
                  </a:lnTo>
                  <a:lnTo>
                    <a:pt x="6308" y="6726"/>
                  </a:lnTo>
                  <a:lnTo>
                    <a:pt x="7011" y="7472"/>
                  </a:lnTo>
                  <a:lnTo>
                    <a:pt x="7714" y="8218"/>
                  </a:lnTo>
                  <a:lnTo>
                    <a:pt x="8417" y="8963"/>
                  </a:lnTo>
                  <a:lnTo>
                    <a:pt x="9121" y="9708"/>
                  </a:lnTo>
                  <a:lnTo>
                    <a:pt x="9825" y="10452"/>
                  </a:lnTo>
                  <a:lnTo>
                    <a:pt x="10530" y="11196"/>
                  </a:lnTo>
                  <a:lnTo>
                    <a:pt x="11234" y="11940"/>
                  </a:lnTo>
                  <a:lnTo>
                    <a:pt x="11940" y="12684"/>
                  </a:lnTo>
                  <a:lnTo>
                    <a:pt x="12645" y="13427"/>
                  </a:lnTo>
                  <a:lnTo>
                    <a:pt x="13351" y="14170"/>
                  </a:lnTo>
                  <a:lnTo>
                    <a:pt x="14057" y="14912"/>
                  </a:lnTo>
                  <a:lnTo>
                    <a:pt x="14763" y="15655"/>
                  </a:lnTo>
                  <a:lnTo>
                    <a:pt x="15470" y="16396"/>
                  </a:lnTo>
                  <a:lnTo>
                    <a:pt x="16177" y="17138"/>
                  </a:lnTo>
                  <a:lnTo>
                    <a:pt x="16885" y="17879"/>
                  </a:lnTo>
                  <a:lnTo>
                    <a:pt x="17593" y="18620"/>
                  </a:lnTo>
                  <a:lnTo>
                    <a:pt x="18301" y="19361"/>
                  </a:lnTo>
                  <a:lnTo>
                    <a:pt x="19010" y="20101"/>
                  </a:lnTo>
                  <a:lnTo>
                    <a:pt x="19718" y="20841"/>
                  </a:lnTo>
                  <a:lnTo>
                    <a:pt x="20428" y="21581"/>
                  </a:lnTo>
                  <a:lnTo>
                    <a:pt x="21137" y="22320"/>
                  </a:lnTo>
                  <a:lnTo>
                    <a:pt x="21847" y="23059"/>
                  </a:lnTo>
                  <a:lnTo>
                    <a:pt x="22557" y="23797"/>
                  </a:lnTo>
                  <a:lnTo>
                    <a:pt x="23268" y="24536"/>
                  </a:lnTo>
                  <a:lnTo>
                    <a:pt x="23979" y="25274"/>
                  </a:lnTo>
                  <a:lnTo>
                    <a:pt x="24690" y="26011"/>
                  </a:lnTo>
                  <a:lnTo>
                    <a:pt x="25402" y="26749"/>
                  </a:lnTo>
                  <a:lnTo>
                    <a:pt x="26114" y="27485"/>
                  </a:lnTo>
                  <a:lnTo>
                    <a:pt x="26826" y="28222"/>
                  </a:lnTo>
                  <a:lnTo>
                    <a:pt x="27539" y="28958"/>
                  </a:lnTo>
                  <a:lnTo>
                    <a:pt x="28252" y="29694"/>
                  </a:lnTo>
                  <a:lnTo>
                    <a:pt x="28965" y="30430"/>
                  </a:lnTo>
                  <a:lnTo>
                    <a:pt x="29679" y="31165"/>
                  </a:lnTo>
                  <a:lnTo>
                    <a:pt x="30393" y="31900"/>
                  </a:lnTo>
                  <a:lnTo>
                    <a:pt x="31107" y="32635"/>
                  </a:lnTo>
                  <a:lnTo>
                    <a:pt x="31822" y="33369"/>
                  </a:lnTo>
                  <a:lnTo>
                    <a:pt x="32537" y="34103"/>
                  </a:lnTo>
                  <a:lnTo>
                    <a:pt x="33252" y="34837"/>
                  </a:lnTo>
                  <a:lnTo>
                    <a:pt x="33968" y="35570"/>
                  </a:lnTo>
                  <a:lnTo>
                    <a:pt x="34684" y="36303"/>
                  </a:lnTo>
                  <a:lnTo>
                    <a:pt x="35400" y="37036"/>
                  </a:lnTo>
                  <a:lnTo>
                    <a:pt x="36117" y="37768"/>
                  </a:lnTo>
                  <a:lnTo>
                    <a:pt x="36834" y="38500"/>
                  </a:lnTo>
                  <a:lnTo>
                    <a:pt x="37552" y="39232"/>
                  </a:lnTo>
                  <a:lnTo>
                    <a:pt x="38269" y="39963"/>
                  </a:lnTo>
                  <a:lnTo>
                    <a:pt x="38987" y="40694"/>
                  </a:lnTo>
                  <a:lnTo>
                    <a:pt x="39706" y="41425"/>
                  </a:lnTo>
                  <a:lnTo>
                    <a:pt x="40425" y="42155"/>
                  </a:lnTo>
                  <a:lnTo>
                    <a:pt x="41144" y="42885"/>
                  </a:lnTo>
                  <a:lnTo>
                    <a:pt x="41863" y="43615"/>
                  </a:lnTo>
                  <a:lnTo>
                    <a:pt x="42583" y="44344"/>
                  </a:lnTo>
                  <a:lnTo>
                    <a:pt x="43303" y="45073"/>
                  </a:lnTo>
                  <a:lnTo>
                    <a:pt x="44023" y="45802"/>
                  </a:lnTo>
                  <a:lnTo>
                    <a:pt x="44744" y="46531"/>
                  </a:lnTo>
                  <a:lnTo>
                    <a:pt x="45465" y="47259"/>
                  </a:lnTo>
                  <a:lnTo>
                    <a:pt x="46187" y="47986"/>
                  </a:lnTo>
                  <a:lnTo>
                    <a:pt x="46909" y="48714"/>
                  </a:lnTo>
                  <a:lnTo>
                    <a:pt x="47631" y="49441"/>
                  </a:lnTo>
                  <a:lnTo>
                    <a:pt x="48353" y="50167"/>
                  </a:lnTo>
                  <a:lnTo>
                    <a:pt x="49076" y="50894"/>
                  </a:lnTo>
                  <a:lnTo>
                    <a:pt x="49799" y="51620"/>
                  </a:lnTo>
                  <a:lnTo>
                    <a:pt x="50523" y="52345"/>
                  </a:lnTo>
                  <a:lnTo>
                    <a:pt x="51246" y="53071"/>
                  </a:lnTo>
                  <a:lnTo>
                    <a:pt x="51971" y="53796"/>
                  </a:lnTo>
                  <a:lnTo>
                    <a:pt x="52695" y="54520"/>
                  </a:lnTo>
                  <a:lnTo>
                    <a:pt x="53420" y="55245"/>
                  </a:lnTo>
                  <a:lnTo>
                    <a:pt x="54145" y="55969"/>
                  </a:lnTo>
                  <a:lnTo>
                    <a:pt x="54870" y="56692"/>
                  </a:lnTo>
                  <a:lnTo>
                    <a:pt x="55596" y="57416"/>
                  </a:lnTo>
                  <a:lnTo>
                    <a:pt x="56322" y="58139"/>
                  </a:lnTo>
                  <a:lnTo>
                    <a:pt x="57049" y="58861"/>
                  </a:lnTo>
                  <a:lnTo>
                    <a:pt x="57776" y="59584"/>
                  </a:lnTo>
                  <a:lnTo>
                    <a:pt x="58503" y="60306"/>
                  </a:lnTo>
                  <a:lnTo>
                    <a:pt x="59230" y="61027"/>
                  </a:lnTo>
                  <a:lnTo>
                    <a:pt x="59958" y="61748"/>
                  </a:lnTo>
                  <a:lnTo>
                    <a:pt x="60686" y="62469"/>
                  </a:lnTo>
                  <a:lnTo>
                    <a:pt x="61415" y="63190"/>
                  </a:lnTo>
                  <a:lnTo>
                    <a:pt x="62144" y="63910"/>
                  </a:lnTo>
                  <a:lnTo>
                    <a:pt x="62873" y="64630"/>
                  </a:lnTo>
                  <a:lnTo>
                    <a:pt x="63602" y="65350"/>
                  </a:lnTo>
                  <a:lnTo>
                    <a:pt x="64332" y="66069"/>
                  </a:lnTo>
                  <a:lnTo>
                    <a:pt x="65062" y="66788"/>
                  </a:lnTo>
                  <a:lnTo>
                    <a:pt x="65793" y="67507"/>
                  </a:lnTo>
                  <a:lnTo>
                    <a:pt x="66524" y="68225"/>
                  </a:lnTo>
                  <a:lnTo>
                    <a:pt x="67255" y="68943"/>
                  </a:lnTo>
                  <a:lnTo>
                    <a:pt x="67986" y="69661"/>
                  </a:lnTo>
                  <a:lnTo>
                    <a:pt x="68718" y="70378"/>
                  </a:lnTo>
                  <a:lnTo>
                    <a:pt x="69450" y="71095"/>
                  </a:lnTo>
                  <a:lnTo>
                    <a:pt x="70183" y="71811"/>
                  </a:lnTo>
                  <a:lnTo>
                    <a:pt x="70916" y="72528"/>
                  </a:lnTo>
                  <a:lnTo>
                    <a:pt x="71649" y="73243"/>
                  </a:lnTo>
                  <a:lnTo>
                    <a:pt x="72382" y="73959"/>
                  </a:lnTo>
                  <a:lnTo>
                    <a:pt x="73116" y="74674"/>
                  </a:lnTo>
                  <a:lnTo>
                    <a:pt x="73850" y="75389"/>
                  </a:lnTo>
                  <a:lnTo>
                    <a:pt x="74585" y="76104"/>
                  </a:lnTo>
                  <a:lnTo>
                    <a:pt x="75319" y="76818"/>
                  </a:lnTo>
                  <a:lnTo>
                    <a:pt x="76055" y="77532"/>
                  </a:lnTo>
                  <a:lnTo>
                    <a:pt x="76790" y="78245"/>
                  </a:lnTo>
                  <a:lnTo>
                    <a:pt x="77526" y="78958"/>
                  </a:lnTo>
                  <a:lnTo>
                    <a:pt x="78262" y="79671"/>
                  </a:lnTo>
                  <a:lnTo>
                    <a:pt x="78998" y="80384"/>
                  </a:lnTo>
                  <a:lnTo>
                    <a:pt x="79735" y="81096"/>
                  </a:lnTo>
                  <a:lnTo>
                    <a:pt x="80472" y="81808"/>
                  </a:lnTo>
                  <a:lnTo>
                    <a:pt x="81210" y="82519"/>
                  </a:lnTo>
                  <a:lnTo>
                    <a:pt x="81948" y="83230"/>
                  </a:lnTo>
                  <a:lnTo>
                    <a:pt x="82686" y="83941"/>
                  </a:lnTo>
                  <a:lnTo>
                    <a:pt x="83424" y="84652"/>
                  </a:lnTo>
                  <a:lnTo>
                    <a:pt x="84163" y="85362"/>
                  </a:lnTo>
                  <a:lnTo>
                    <a:pt x="84902" y="86071"/>
                  </a:lnTo>
                  <a:lnTo>
                    <a:pt x="85641" y="86781"/>
                  </a:lnTo>
                  <a:lnTo>
                    <a:pt x="86381" y="87490"/>
                  </a:lnTo>
                  <a:lnTo>
                    <a:pt x="87121" y="88199"/>
                  </a:lnTo>
                  <a:lnTo>
                    <a:pt x="87862" y="88907"/>
                  </a:lnTo>
                  <a:lnTo>
                    <a:pt x="88602" y="89615"/>
                  </a:lnTo>
                  <a:lnTo>
                    <a:pt x="89343" y="90323"/>
                  </a:lnTo>
                  <a:lnTo>
                    <a:pt x="90085" y="91030"/>
                  </a:lnTo>
                  <a:lnTo>
                    <a:pt x="90826" y="91737"/>
                  </a:lnTo>
                  <a:lnTo>
                    <a:pt x="91569" y="92444"/>
                  </a:lnTo>
                  <a:lnTo>
                    <a:pt x="92311" y="93150"/>
                  </a:lnTo>
                  <a:lnTo>
                    <a:pt x="93054" y="93856"/>
                  </a:lnTo>
                  <a:lnTo>
                    <a:pt x="93797" y="94562"/>
                  </a:lnTo>
                  <a:lnTo>
                    <a:pt x="94540" y="95267"/>
                  </a:lnTo>
                  <a:lnTo>
                    <a:pt x="95284" y="95972"/>
                  </a:lnTo>
                  <a:lnTo>
                    <a:pt x="96028" y="96677"/>
                  </a:lnTo>
                  <a:lnTo>
                    <a:pt x="96772" y="97381"/>
                  </a:lnTo>
                  <a:lnTo>
                    <a:pt x="97517" y="98085"/>
                  </a:lnTo>
                  <a:lnTo>
                    <a:pt x="98262" y="98789"/>
                  </a:lnTo>
                  <a:lnTo>
                    <a:pt x="99007" y="99492"/>
                  </a:lnTo>
                  <a:lnTo>
                    <a:pt x="99752" y="100195"/>
                  </a:lnTo>
                  <a:lnTo>
                    <a:pt x="100498" y="100897"/>
                  </a:lnTo>
                  <a:lnTo>
                    <a:pt x="101245" y="101599"/>
                  </a:lnTo>
                  <a:lnTo>
                    <a:pt x="101991" y="102301"/>
                  </a:lnTo>
                  <a:lnTo>
                    <a:pt x="102738" y="103003"/>
                  </a:lnTo>
                  <a:lnTo>
                    <a:pt x="103486" y="103704"/>
                  </a:lnTo>
                  <a:lnTo>
                    <a:pt x="104233" y="104405"/>
                  </a:lnTo>
                  <a:lnTo>
                    <a:pt x="104981" y="105105"/>
                  </a:lnTo>
                  <a:lnTo>
                    <a:pt x="105729" y="105805"/>
                  </a:lnTo>
                  <a:lnTo>
                    <a:pt x="106478" y="106505"/>
                  </a:lnTo>
                  <a:lnTo>
                    <a:pt x="107227" y="107205"/>
                  </a:lnTo>
                  <a:lnTo>
                    <a:pt x="107976" y="107904"/>
                  </a:lnTo>
                  <a:lnTo>
                    <a:pt x="108725" y="108602"/>
                  </a:lnTo>
                  <a:lnTo>
                    <a:pt x="109475" y="109301"/>
                  </a:lnTo>
                  <a:lnTo>
                    <a:pt x="110225" y="109999"/>
                  </a:lnTo>
                  <a:lnTo>
                    <a:pt x="110976" y="110697"/>
                  </a:lnTo>
                  <a:lnTo>
                    <a:pt x="111727" y="111394"/>
                  </a:lnTo>
                  <a:lnTo>
                    <a:pt x="112478" y="112091"/>
                  </a:lnTo>
                  <a:lnTo>
                    <a:pt x="113229" y="112788"/>
                  </a:lnTo>
                  <a:lnTo>
                    <a:pt x="113981" y="113484"/>
                  </a:lnTo>
                  <a:lnTo>
                    <a:pt x="114733" y="114180"/>
                  </a:lnTo>
                  <a:lnTo>
                    <a:pt x="115486" y="114875"/>
                  </a:lnTo>
                  <a:lnTo>
                    <a:pt x="116238" y="115571"/>
                  </a:lnTo>
                  <a:lnTo>
                    <a:pt x="116991" y="116266"/>
                  </a:lnTo>
                  <a:lnTo>
                    <a:pt x="117745" y="116960"/>
                  </a:lnTo>
                  <a:lnTo>
                    <a:pt x="118498" y="117654"/>
                  </a:lnTo>
                  <a:lnTo>
                    <a:pt x="119252" y="118348"/>
                  </a:lnTo>
                  <a:lnTo>
                    <a:pt x="120007" y="119042"/>
                  </a:lnTo>
                  <a:lnTo>
                    <a:pt x="120762" y="119735"/>
                  </a:lnTo>
                  <a:lnTo>
                    <a:pt x="121517" y="120428"/>
                  </a:lnTo>
                  <a:lnTo>
                    <a:pt x="122272" y="121120"/>
                  </a:lnTo>
                  <a:lnTo>
                    <a:pt x="123027" y="121812"/>
                  </a:lnTo>
                  <a:lnTo>
                    <a:pt x="123783" y="122504"/>
                  </a:lnTo>
                  <a:lnTo>
                    <a:pt x="124540" y="123196"/>
                  </a:lnTo>
                  <a:lnTo>
                    <a:pt x="125296" y="123887"/>
                  </a:lnTo>
                  <a:lnTo>
                    <a:pt x="126053" y="124577"/>
                  </a:lnTo>
                  <a:lnTo>
                    <a:pt x="126810" y="125268"/>
                  </a:lnTo>
                  <a:lnTo>
                    <a:pt x="127568" y="125958"/>
                  </a:lnTo>
                  <a:lnTo>
                    <a:pt x="128326" y="126647"/>
                  </a:lnTo>
                  <a:lnTo>
                    <a:pt x="129084" y="127337"/>
                  </a:lnTo>
                  <a:lnTo>
                    <a:pt x="129843" y="128026"/>
                  </a:lnTo>
                  <a:lnTo>
                    <a:pt x="130601" y="128714"/>
                  </a:lnTo>
                  <a:lnTo>
                    <a:pt x="131361" y="129403"/>
                  </a:lnTo>
                  <a:lnTo>
                    <a:pt x="132120" y="130090"/>
                  </a:lnTo>
                  <a:lnTo>
                    <a:pt x="132880" y="130778"/>
                  </a:lnTo>
                  <a:lnTo>
                    <a:pt x="133640" y="131465"/>
                  </a:lnTo>
                  <a:lnTo>
                    <a:pt x="134400" y="132152"/>
                  </a:lnTo>
                  <a:lnTo>
                    <a:pt x="135161" y="132839"/>
                  </a:lnTo>
                  <a:lnTo>
                    <a:pt x="135922" y="133525"/>
                  </a:lnTo>
                  <a:lnTo>
                    <a:pt x="136683" y="134211"/>
                  </a:lnTo>
                  <a:lnTo>
                    <a:pt x="137445" y="134896"/>
                  </a:lnTo>
                  <a:lnTo>
                    <a:pt x="138207" y="135581"/>
                  </a:lnTo>
                  <a:lnTo>
                    <a:pt x="138970" y="136266"/>
                  </a:lnTo>
                  <a:lnTo>
                    <a:pt x="139732" y="136950"/>
                  </a:lnTo>
                  <a:lnTo>
                    <a:pt x="140495" y="137634"/>
                  </a:lnTo>
                  <a:lnTo>
                    <a:pt x="141258" y="138318"/>
                  </a:lnTo>
                  <a:lnTo>
                    <a:pt x="142022" y="139001"/>
                  </a:lnTo>
                  <a:lnTo>
                    <a:pt x="142786" y="139684"/>
                  </a:lnTo>
                  <a:lnTo>
                    <a:pt x="143550" y="140367"/>
                  </a:lnTo>
                  <a:lnTo>
                    <a:pt x="144315" y="141049"/>
                  </a:lnTo>
                  <a:lnTo>
                    <a:pt x="145080" y="141731"/>
                  </a:lnTo>
                  <a:lnTo>
                    <a:pt x="145845" y="142413"/>
                  </a:lnTo>
                  <a:lnTo>
                    <a:pt x="146610" y="143094"/>
                  </a:lnTo>
                  <a:lnTo>
                    <a:pt x="147376" y="143775"/>
                  </a:lnTo>
                  <a:lnTo>
                    <a:pt x="148142" y="144455"/>
                  </a:lnTo>
                  <a:lnTo>
                    <a:pt x="148909" y="145135"/>
                  </a:lnTo>
                  <a:lnTo>
                    <a:pt x="149675" y="145815"/>
                  </a:lnTo>
                  <a:lnTo>
                    <a:pt x="150442" y="146495"/>
                  </a:lnTo>
                  <a:lnTo>
                    <a:pt x="151210" y="147174"/>
                  </a:lnTo>
                  <a:lnTo>
                    <a:pt x="151977" y="147852"/>
                  </a:lnTo>
                  <a:lnTo>
                    <a:pt x="152745" y="148531"/>
                  </a:lnTo>
                  <a:lnTo>
                    <a:pt x="153514" y="149209"/>
                  </a:lnTo>
                  <a:lnTo>
                    <a:pt x="154282" y="149886"/>
                  </a:lnTo>
                  <a:lnTo>
                    <a:pt x="155051" y="150564"/>
                  </a:lnTo>
                  <a:lnTo>
                    <a:pt x="155821" y="151241"/>
                  </a:lnTo>
                  <a:lnTo>
                    <a:pt x="156590" y="151917"/>
                  </a:lnTo>
                  <a:lnTo>
                    <a:pt x="157360" y="152594"/>
                  </a:lnTo>
                  <a:lnTo>
                    <a:pt x="158130" y="153269"/>
                  </a:lnTo>
                  <a:lnTo>
                    <a:pt x="158901" y="153945"/>
                  </a:lnTo>
                  <a:lnTo>
                    <a:pt x="159672" y="154620"/>
                  </a:lnTo>
                  <a:lnTo>
                    <a:pt x="160443" y="155295"/>
                  </a:lnTo>
                  <a:lnTo>
                    <a:pt x="161214" y="155969"/>
                  </a:lnTo>
                  <a:lnTo>
                    <a:pt x="161986" y="156643"/>
                  </a:lnTo>
                  <a:lnTo>
                    <a:pt x="162758" y="157317"/>
                  </a:lnTo>
                  <a:lnTo>
                    <a:pt x="163530" y="157991"/>
                  </a:lnTo>
                  <a:lnTo>
                    <a:pt x="164303" y="158664"/>
                  </a:lnTo>
                  <a:lnTo>
                    <a:pt x="165076" y="159336"/>
                  </a:lnTo>
                  <a:lnTo>
                    <a:pt x="165849" y="160009"/>
                  </a:lnTo>
                  <a:lnTo>
                    <a:pt x="166623" y="160681"/>
                  </a:lnTo>
                  <a:lnTo>
                    <a:pt x="167397" y="161352"/>
                  </a:lnTo>
                  <a:lnTo>
                    <a:pt x="168171" y="162023"/>
                  </a:lnTo>
                  <a:lnTo>
                    <a:pt x="168946" y="162694"/>
                  </a:lnTo>
                  <a:lnTo>
                    <a:pt x="169721" y="163365"/>
                  </a:lnTo>
                  <a:lnTo>
                    <a:pt x="170496" y="164035"/>
                  </a:lnTo>
                  <a:lnTo>
                    <a:pt x="171271" y="164705"/>
                  </a:lnTo>
                  <a:lnTo>
                    <a:pt x="172047" y="165374"/>
                  </a:lnTo>
                  <a:lnTo>
                    <a:pt x="172823" y="166043"/>
                  </a:lnTo>
                  <a:lnTo>
                    <a:pt x="173600" y="166712"/>
                  </a:lnTo>
                  <a:lnTo>
                    <a:pt x="174376" y="167380"/>
                  </a:lnTo>
                  <a:lnTo>
                    <a:pt x="175153" y="168048"/>
                  </a:lnTo>
                  <a:lnTo>
                    <a:pt x="175931" y="168716"/>
                  </a:lnTo>
                  <a:lnTo>
                    <a:pt x="176708" y="169383"/>
                  </a:lnTo>
                  <a:lnTo>
                    <a:pt x="177486" y="170050"/>
                  </a:lnTo>
                  <a:lnTo>
                    <a:pt x="178265" y="170717"/>
                  </a:lnTo>
                  <a:lnTo>
                    <a:pt x="179043" y="171383"/>
                  </a:lnTo>
                  <a:lnTo>
                    <a:pt x="179822" y="172049"/>
                  </a:lnTo>
                  <a:lnTo>
                    <a:pt x="180601" y="172714"/>
                  </a:lnTo>
                  <a:lnTo>
                    <a:pt x="181381" y="173379"/>
                  </a:lnTo>
                  <a:lnTo>
                    <a:pt x="182161" y="174044"/>
                  </a:lnTo>
                  <a:lnTo>
                    <a:pt x="182941" y="174708"/>
                  </a:lnTo>
                  <a:lnTo>
                    <a:pt x="183721" y="175373"/>
                  </a:lnTo>
                  <a:lnTo>
                    <a:pt x="184502" y="176036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7238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7238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7238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7238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7278292" y="5204417"/>
              <a:ext cx="140177" cy="96282"/>
            </a:xfrm>
            <a:custGeom>
              <a:avLst/>
              <a:pathLst>
                <a:path w="140177" h="96282">
                  <a:moveTo>
                    <a:pt x="0" y="96282"/>
                  </a:moveTo>
                  <a:lnTo>
                    <a:pt x="577" y="95917"/>
                  </a:lnTo>
                  <a:lnTo>
                    <a:pt x="1154" y="95552"/>
                  </a:lnTo>
                  <a:lnTo>
                    <a:pt x="1732" y="95187"/>
                  </a:lnTo>
                  <a:lnTo>
                    <a:pt x="2309" y="94821"/>
                  </a:lnTo>
                  <a:lnTo>
                    <a:pt x="2886" y="94456"/>
                  </a:lnTo>
                  <a:lnTo>
                    <a:pt x="3463" y="94090"/>
                  </a:lnTo>
                  <a:lnTo>
                    <a:pt x="4040" y="93724"/>
                  </a:lnTo>
                  <a:lnTo>
                    <a:pt x="4616" y="93357"/>
                  </a:lnTo>
                  <a:lnTo>
                    <a:pt x="5193" y="92991"/>
                  </a:lnTo>
                  <a:lnTo>
                    <a:pt x="5769" y="92625"/>
                  </a:lnTo>
                  <a:lnTo>
                    <a:pt x="6346" y="92258"/>
                  </a:lnTo>
                  <a:lnTo>
                    <a:pt x="6922" y="91891"/>
                  </a:lnTo>
                  <a:lnTo>
                    <a:pt x="7498" y="91524"/>
                  </a:lnTo>
                  <a:lnTo>
                    <a:pt x="8074" y="91157"/>
                  </a:lnTo>
                  <a:lnTo>
                    <a:pt x="8650" y="90789"/>
                  </a:lnTo>
                  <a:lnTo>
                    <a:pt x="9226" y="90422"/>
                  </a:lnTo>
                  <a:lnTo>
                    <a:pt x="9801" y="90054"/>
                  </a:lnTo>
                  <a:lnTo>
                    <a:pt x="10377" y="89686"/>
                  </a:lnTo>
                  <a:lnTo>
                    <a:pt x="10952" y="89318"/>
                  </a:lnTo>
                  <a:lnTo>
                    <a:pt x="11528" y="88949"/>
                  </a:lnTo>
                  <a:lnTo>
                    <a:pt x="12103" y="88581"/>
                  </a:lnTo>
                  <a:lnTo>
                    <a:pt x="12678" y="88212"/>
                  </a:lnTo>
                  <a:lnTo>
                    <a:pt x="13253" y="87843"/>
                  </a:lnTo>
                  <a:lnTo>
                    <a:pt x="13828" y="87474"/>
                  </a:lnTo>
                  <a:lnTo>
                    <a:pt x="14403" y="87105"/>
                  </a:lnTo>
                  <a:lnTo>
                    <a:pt x="14977" y="86736"/>
                  </a:lnTo>
                  <a:lnTo>
                    <a:pt x="15552" y="86366"/>
                  </a:lnTo>
                  <a:lnTo>
                    <a:pt x="16126" y="85996"/>
                  </a:lnTo>
                  <a:lnTo>
                    <a:pt x="16701" y="85626"/>
                  </a:lnTo>
                  <a:lnTo>
                    <a:pt x="17275" y="85256"/>
                  </a:lnTo>
                  <a:lnTo>
                    <a:pt x="17849" y="84886"/>
                  </a:lnTo>
                  <a:lnTo>
                    <a:pt x="18423" y="84515"/>
                  </a:lnTo>
                  <a:lnTo>
                    <a:pt x="18997" y="84145"/>
                  </a:lnTo>
                  <a:lnTo>
                    <a:pt x="19570" y="83774"/>
                  </a:lnTo>
                  <a:lnTo>
                    <a:pt x="20144" y="83403"/>
                  </a:lnTo>
                  <a:lnTo>
                    <a:pt x="20718" y="83032"/>
                  </a:lnTo>
                  <a:lnTo>
                    <a:pt x="21291" y="82661"/>
                  </a:lnTo>
                  <a:lnTo>
                    <a:pt x="21864" y="82289"/>
                  </a:lnTo>
                  <a:lnTo>
                    <a:pt x="22437" y="81917"/>
                  </a:lnTo>
                  <a:lnTo>
                    <a:pt x="23010" y="81545"/>
                  </a:lnTo>
                  <a:lnTo>
                    <a:pt x="23583" y="81173"/>
                  </a:lnTo>
                  <a:lnTo>
                    <a:pt x="24156" y="80801"/>
                  </a:lnTo>
                  <a:lnTo>
                    <a:pt x="24729" y="80429"/>
                  </a:lnTo>
                  <a:lnTo>
                    <a:pt x="25301" y="80056"/>
                  </a:lnTo>
                  <a:lnTo>
                    <a:pt x="25874" y="79683"/>
                  </a:lnTo>
                  <a:lnTo>
                    <a:pt x="26446" y="79311"/>
                  </a:lnTo>
                  <a:lnTo>
                    <a:pt x="27019" y="78937"/>
                  </a:lnTo>
                  <a:lnTo>
                    <a:pt x="27591" y="78564"/>
                  </a:lnTo>
                  <a:lnTo>
                    <a:pt x="28163" y="78191"/>
                  </a:lnTo>
                  <a:lnTo>
                    <a:pt x="28735" y="77817"/>
                  </a:lnTo>
                  <a:lnTo>
                    <a:pt x="29306" y="77443"/>
                  </a:lnTo>
                  <a:lnTo>
                    <a:pt x="29878" y="77069"/>
                  </a:lnTo>
                  <a:lnTo>
                    <a:pt x="30450" y="76695"/>
                  </a:lnTo>
                  <a:lnTo>
                    <a:pt x="31021" y="76321"/>
                  </a:lnTo>
                  <a:lnTo>
                    <a:pt x="31592" y="75946"/>
                  </a:lnTo>
                  <a:lnTo>
                    <a:pt x="32164" y="75571"/>
                  </a:lnTo>
                  <a:lnTo>
                    <a:pt x="32735" y="75197"/>
                  </a:lnTo>
                  <a:lnTo>
                    <a:pt x="33306" y="74822"/>
                  </a:lnTo>
                  <a:lnTo>
                    <a:pt x="33876" y="74446"/>
                  </a:lnTo>
                  <a:lnTo>
                    <a:pt x="34447" y="74071"/>
                  </a:lnTo>
                  <a:lnTo>
                    <a:pt x="35018" y="73695"/>
                  </a:lnTo>
                  <a:lnTo>
                    <a:pt x="35588" y="73320"/>
                  </a:lnTo>
                  <a:lnTo>
                    <a:pt x="36159" y="72944"/>
                  </a:lnTo>
                  <a:lnTo>
                    <a:pt x="36729" y="72568"/>
                  </a:lnTo>
                  <a:lnTo>
                    <a:pt x="37299" y="72191"/>
                  </a:lnTo>
                  <a:lnTo>
                    <a:pt x="37869" y="71815"/>
                  </a:lnTo>
                  <a:lnTo>
                    <a:pt x="38439" y="71438"/>
                  </a:lnTo>
                  <a:lnTo>
                    <a:pt x="39009" y="71061"/>
                  </a:lnTo>
                  <a:lnTo>
                    <a:pt x="39579" y="70684"/>
                  </a:lnTo>
                  <a:lnTo>
                    <a:pt x="40148" y="70307"/>
                  </a:lnTo>
                  <a:lnTo>
                    <a:pt x="40718" y="69930"/>
                  </a:lnTo>
                  <a:lnTo>
                    <a:pt x="41287" y="69552"/>
                  </a:lnTo>
                  <a:lnTo>
                    <a:pt x="41856" y="69175"/>
                  </a:lnTo>
                  <a:lnTo>
                    <a:pt x="42425" y="68797"/>
                  </a:lnTo>
                  <a:lnTo>
                    <a:pt x="42994" y="68419"/>
                  </a:lnTo>
                  <a:lnTo>
                    <a:pt x="43563" y="68041"/>
                  </a:lnTo>
                  <a:lnTo>
                    <a:pt x="44132" y="67662"/>
                  </a:lnTo>
                  <a:lnTo>
                    <a:pt x="44701" y="67284"/>
                  </a:lnTo>
                  <a:lnTo>
                    <a:pt x="45269" y="66905"/>
                  </a:lnTo>
                  <a:lnTo>
                    <a:pt x="45838" y="66526"/>
                  </a:lnTo>
                  <a:lnTo>
                    <a:pt x="46406" y="66147"/>
                  </a:lnTo>
                  <a:lnTo>
                    <a:pt x="46974" y="65768"/>
                  </a:lnTo>
                  <a:lnTo>
                    <a:pt x="47542" y="65388"/>
                  </a:lnTo>
                  <a:lnTo>
                    <a:pt x="48110" y="65009"/>
                  </a:lnTo>
                  <a:lnTo>
                    <a:pt x="48678" y="64629"/>
                  </a:lnTo>
                  <a:lnTo>
                    <a:pt x="49246" y="64249"/>
                  </a:lnTo>
                  <a:lnTo>
                    <a:pt x="49813" y="63869"/>
                  </a:lnTo>
                  <a:lnTo>
                    <a:pt x="50381" y="63488"/>
                  </a:lnTo>
                  <a:lnTo>
                    <a:pt x="50948" y="63108"/>
                  </a:lnTo>
                  <a:lnTo>
                    <a:pt x="51515" y="62727"/>
                  </a:lnTo>
                  <a:lnTo>
                    <a:pt x="52083" y="62346"/>
                  </a:lnTo>
                  <a:lnTo>
                    <a:pt x="52650" y="61965"/>
                  </a:lnTo>
                  <a:lnTo>
                    <a:pt x="53216" y="61584"/>
                  </a:lnTo>
                  <a:lnTo>
                    <a:pt x="53783" y="61203"/>
                  </a:lnTo>
                  <a:lnTo>
                    <a:pt x="54350" y="60821"/>
                  </a:lnTo>
                  <a:lnTo>
                    <a:pt x="54916" y="60440"/>
                  </a:lnTo>
                  <a:lnTo>
                    <a:pt x="55483" y="60058"/>
                  </a:lnTo>
                  <a:lnTo>
                    <a:pt x="56049" y="59676"/>
                  </a:lnTo>
                  <a:lnTo>
                    <a:pt x="56615" y="59293"/>
                  </a:lnTo>
                  <a:lnTo>
                    <a:pt x="57181" y="58911"/>
                  </a:lnTo>
                  <a:lnTo>
                    <a:pt x="57747" y="58528"/>
                  </a:lnTo>
                  <a:lnTo>
                    <a:pt x="58313" y="58146"/>
                  </a:lnTo>
                  <a:lnTo>
                    <a:pt x="58879" y="57763"/>
                  </a:lnTo>
                  <a:lnTo>
                    <a:pt x="59444" y="57379"/>
                  </a:lnTo>
                  <a:lnTo>
                    <a:pt x="60010" y="56996"/>
                  </a:lnTo>
                  <a:lnTo>
                    <a:pt x="60575" y="56613"/>
                  </a:lnTo>
                  <a:lnTo>
                    <a:pt x="61141" y="56229"/>
                  </a:lnTo>
                  <a:lnTo>
                    <a:pt x="61706" y="55845"/>
                  </a:lnTo>
                  <a:lnTo>
                    <a:pt x="62271" y="55461"/>
                  </a:lnTo>
                  <a:lnTo>
                    <a:pt x="62836" y="55077"/>
                  </a:lnTo>
                  <a:lnTo>
                    <a:pt x="63400" y="54693"/>
                  </a:lnTo>
                  <a:lnTo>
                    <a:pt x="63965" y="54308"/>
                  </a:lnTo>
                  <a:lnTo>
                    <a:pt x="64530" y="53924"/>
                  </a:lnTo>
                  <a:lnTo>
                    <a:pt x="65094" y="53539"/>
                  </a:lnTo>
                  <a:lnTo>
                    <a:pt x="65658" y="53154"/>
                  </a:lnTo>
                  <a:lnTo>
                    <a:pt x="66222" y="52768"/>
                  </a:lnTo>
                  <a:lnTo>
                    <a:pt x="66786" y="52383"/>
                  </a:lnTo>
                  <a:lnTo>
                    <a:pt x="67350" y="51998"/>
                  </a:lnTo>
                  <a:lnTo>
                    <a:pt x="67914" y="51612"/>
                  </a:lnTo>
                  <a:lnTo>
                    <a:pt x="68478" y="51226"/>
                  </a:lnTo>
                  <a:lnTo>
                    <a:pt x="69041" y="50840"/>
                  </a:lnTo>
                  <a:lnTo>
                    <a:pt x="69605" y="50454"/>
                  </a:lnTo>
                  <a:lnTo>
                    <a:pt x="70168" y="50067"/>
                  </a:lnTo>
                  <a:lnTo>
                    <a:pt x="70731" y="49681"/>
                  </a:lnTo>
                  <a:lnTo>
                    <a:pt x="71295" y="49294"/>
                  </a:lnTo>
                  <a:lnTo>
                    <a:pt x="71858" y="48907"/>
                  </a:lnTo>
                  <a:lnTo>
                    <a:pt x="72420" y="48520"/>
                  </a:lnTo>
                  <a:lnTo>
                    <a:pt x="72983" y="48132"/>
                  </a:lnTo>
                  <a:lnTo>
                    <a:pt x="73546" y="47745"/>
                  </a:lnTo>
                  <a:lnTo>
                    <a:pt x="74108" y="47357"/>
                  </a:lnTo>
                  <a:lnTo>
                    <a:pt x="74671" y="46970"/>
                  </a:lnTo>
                  <a:lnTo>
                    <a:pt x="75233" y="46582"/>
                  </a:lnTo>
                  <a:lnTo>
                    <a:pt x="75795" y="46193"/>
                  </a:lnTo>
                  <a:lnTo>
                    <a:pt x="76357" y="45805"/>
                  </a:lnTo>
                  <a:lnTo>
                    <a:pt x="76919" y="45417"/>
                  </a:lnTo>
                  <a:lnTo>
                    <a:pt x="77481" y="45028"/>
                  </a:lnTo>
                  <a:lnTo>
                    <a:pt x="78042" y="44639"/>
                  </a:lnTo>
                  <a:lnTo>
                    <a:pt x="78604" y="44250"/>
                  </a:lnTo>
                  <a:lnTo>
                    <a:pt x="79165" y="43861"/>
                  </a:lnTo>
                  <a:lnTo>
                    <a:pt x="79727" y="43471"/>
                  </a:lnTo>
                  <a:lnTo>
                    <a:pt x="80288" y="43082"/>
                  </a:lnTo>
                  <a:lnTo>
                    <a:pt x="80849" y="42692"/>
                  </a:lnTo>
                  <a:lnTo>
                    <a:pt x="81410" y="42302"/>
                  </a:lnTo>
                  <a:lnTo>
                    <a:pt x="81971" y="41912"/>
                  </a:lnTo>
                  <a:lnTo>
                    <a:pt x="82531" y="41522"/>
                  </a:lnTo>
                  <a:lnTo>
                    <a:pt x="83092" y="41132"/>
                  </a:lnTo>
                  <a:lnTo>
                    <a:pt x="83652" y="40741"/>
                  </a:lnTo>
                  <a:lnTo>
                    <a:pt x="84213" y="40350"/>
                  </a:lnTo>
                  <a:lnTo>
                    <a:pt x="84773" y="39959"/>
                  </a:lnTo>
                  <a:lnTo>
                    <a:pt x="85333" y="39568"/>
                  </a:lnTo>
                  <a:lnTo>
                    <a:pt x="85893" y="39177"/>
                  </a:lnTo>
                  <a:lnTo>
                    <a:pt x="86453" y="38785"/>
                  </a:lnTo>
                  <a:lnTo>
                    <a:pt x="87013" y="38394"/>
                  </a:lnTo>
                  <a:lnTo>
                    <a:pt x="87572" y="38002"/>
                  </a:lnTo>
                  <a:lnTo>
                    <a:pt x="88132" y="37610"/>
                  </a:lnTo>
                  <a:lnTo>
                    <a:pt x="88691" y="37218"/>
                  </a:lnTo>
                  <a:lnTo>
                    <a:pt x="89250" y="36826"/>
                  </a:lnTo>
                  <a:lnTo>
                    <a:pt x="89810" y="36433"/>
                  </a:lnTo>
                  <a:lnTo>
                    <a:pt x="90369" y="36040"/>
                  </a:lnTo>
                  <a:lnTo>
                    <a:pt x="90927" y="35648"/>
                  </a:lnTo>
                  <a:lnTo>
                    <a:pt x="91486" y="35255"/>
                  </a:lnTo>
                  <a:lnTo>
                    <a:pt x="92045" y="34861"/>
                  </a:lnTo>
                  <a:lnTo>
                    <a:pt x="92603" y="34468"/>
                  </a:lnTo>
                  <a:lnTo>
                    <a:pt x="93162" y="34075"/>
                  </a:lnTo>
                  <a:lnTo>
                    <a:pt x="93720" y="33681"/>
                  </a:lnTo>
                  <a:lnTo>
                    <a:pt x="94278" y="33287"/>
                  </a:lnTo>
                  <a:lnTo>
                    <a:pt x="94836" y="32893"/>
                  </a:lnTo>
                  <a:lnTo>
                    <a:pt x="95394" y="32499"/>
                  </a:lnTo>
                  <a:lnTo>
                    <a:pt x="95952" y="32104"/>
                  </a:lnTo>
                  <a:lnTo>
                    <a:pt x="96510" y="31710"/>
                  </a:lnTo>
                  <a:lnTo>
                    <a:pt x="97067" y="31315"/>
                  </a:lnTo>
                  <a:lnTo>
                    <a:pt x="97625" y="30920"/>
                  </a:lnTo>
                  <a:lnTo>
                    <a:pt x="98182" y="30525"/>
                  </a:lnTo>
                  <a:lnTo>
                    <a:pt x="98739" y="30130"/>
                  </a:lnTo>
                  <a:lnTo>
                    <a:pt x="99296" y="29734"/>
                  </a:lnTo>
                  <a:lnTo>
                    <a:pt x="99853" y="29339"/>
                  </a:lnTo>
                  <a:lnTo>
                    <a:pt x="100410" y="28943"/>
                  </a:lnTo>
                  <a:lnTo>
                    <a:pt x="100967" y="28547"/>
                  </a:lnTo>
                  <a:lnTo>
                    <a:pt x="101523" y="28151"/>
                  </a:lnTo>
                  <a:lnTo>
                    <a:pt x="102080" y="27755"/>
                  </a:lnTo>
                  <a:lnTo>
                    <a:pt x="102636" y="27358"/>
                  </a:lnTo>
                  <a:lnTo>
                    <a:pt x="103192" y="26962"/>
                  </a:lnTo>
                  <a:lnTo>
                    <a:pt x="103748" y="26565"/>
                  </a:lnTo>
                  <a:lnTo>
                    <a:pt x="104304" y="26168"/>
                  </a:lnTo>
                  <a:lnTo>
                    <a:pt x="104860" y="25771"/>
                  </a:lnTo>
                  <a:lnTo>
                    <a:pt x="105416" y="25374"/>
                  </a:lnTo>
                  <a:lnTo>
                    <a:pt x="105972" y="24976"/>
                  </a:lnTo>
                  <a:lnTo>
                    <a:pt x="106527" y="24578"/>
                  </a:lnTo>
                  <a:lnTo>
                    <a:pt x="107082" y="24181"/>
                  </a:lnTo>
                  <a:lnTo>
                    <a:pt x="107638" y="23783"/>
                  </a:lnTo>
                  <a:lnTo>
                    <a:pt x="108193" y="23385"/>
                  </a:lnTo>
                  <a:lnTo>
                    <a:pt x="108748" y="22986"/>
                  </a:lnTo>
                  <a:lnTo>
                    <a:pt x="109303" y="22588"/>
                  </a:lnTo>
                  <a:lnTo>
                    <a:pt x="109857" y="22189"/>
                  </a:lnTo>
                  <a:lnTo>
                    <a:pt x="110412" y="21790"/>
                  </a:lnTo>
                  <a:lnTo>
                    <a:pt x="110966" y="21391"/>
                  </a:lnTo>
                  <a:lnTo>
                    <a:pt x="111521" y="20992"/>
                  </a:lnTo>
                  <a:lnTo>
                    <a:pt x="112075" y="20593"/>
                  </a:lnTo>
                  <a:lnTo>
                    <a:pt x="112629" y="20193"/>
                  </a:lnTo>
                  <a:lnTo>
                    <a:pt x="113183" y="19793"/>
                  </a:lnTo>
                  <a:lnTo>
                    <a:pt x="113737" y="19394"/>
                  </a:lnTo>
                  <a:lnTo>
                    <a:pt x="114291" y="18993"/>
                  </a:lnTo>
                  <a:lnTo>
                    <a:pt x="114844" y="18593"/>
                  </a:lnTo>
                  <a:lnTo>
                    <a:pt x="115398" y="18193"/>
                  </a:lnTo>
                  <a:lnTo>
                    <a:pt x="115951" y="17792"/>
                  </a:lnTo>
                  <a:lnTo>
                    <a:pt x="116505" y="17392"/>
                  </a:lnTo>
                  <a:lnTo>
                    <a:pt x="117058" y="16991"/>
                  </a:lnTo>
                  <a:lnTo>
                    <a:pt x="117611" y="16590"/>
                  </a:lnTo>
                  <a:lnTo>
                    <a:pt x="118164" y="16188"/>
                  </a:lnTo>
                  <a:lnTo>
                    <a:pt x="118716" y="15787"/>
                  </a:lnTo>
                  <a:lnTo>
                    <a:pt x="119269" y="15385"/>
                  </a:lnTo>
                  <a:lnTo>
                    <a:pt x="119821" y="14984"/>
                  </a:lnTo>
                  <a:lnTo>
                    <a:pt x="120374" y="14582"/>
                  </a:lnTo>
                  <a:lnTo>
                    <a:pt x="120926" y="14180"/>
                  </a:lnTo>
                  <a:lnTo>
                    <a:pt x="121478" y="13777"/>
                  </a:lnTo>
                  <a:lnTo>
                    <a:pt x="122030" y="13375"/>
                  </a:lnTo>
                  <a:lnTo>
                    <a:pt x="122582" y="12972"/>
                  </a:lnTo>
                  <a:lnTo>
                    <a:pt x="123134" y="12570"/>
                  </a:lnTo>
                  <a:lnTo>
                    <a:pt x="123686" y="12167"/>
                  </a:lnTo>
                  <a:lnTo>
                    <a:pt x="124237" y="11764"/>
                  </a:lnTo>
                  <a:lnTo>
                    <a:pt x="124789" y="11360"/>
                  </a:lnTo>
                  <a:lnTo>
                    <a:pt x="125340" y="10957"/>
                  </a:lnTo>
                  <a:lnTo>
                    <a:pt x="125891" y="10553"/>
                  </a:lnTo>
                  <a:lnTo>
                    <a:pt x="126442" y="10149"/>
                  </a:lnTo>
                  <a:lnTo>
                    <a:pt x="126993" y="9745"/>
                  </a:lnTo>
                  <a:lnTo>
                    <a:pt x="127544" y="9341"/>
                  </a:lnTo>
                  <a:lnTo>
                    <a:pt x="128094" y="8937"/>
                  </a:lnTo>
                  <a:lnTo>
                    <a:pt x="128645" y="8533"/>
                  </a:lnTo>
                  <a:lnTo>
                    <a:pt x="129195" y="8128"/>
                  </a:lnTo>
                  <a:lnTo>
                    <a:pt x="129745" y="7723"/>
                  </a:lnTo>
                  <a:lnTo>
                    <a:pt x="130296" y="7318"/>
                  </a:lnTo>
                  <a:lnTo>
                    <a:pt x="130846" y="6913"/>
                  </a:lnTo>
                  <a:lnTo>
                    <a:pt x="131396" y="6508"/>
                  </a:lnTo>
                  <a:lnTo>
                    <a:pt x="131945" y="6102"/>
                  </a:lnTo>
                  <a:lnTo>
                    <a:pt x="132495" y="5697"/>
                  </a:lnTo>
                  <a:lnTo>
                    <a:pt x="133045" y="5291"/>
                  </a:lnTo>
                  <a:lnTo>
                    <a:pt x="133594" y="4885"/>
                  </a:lnTo>
                  <a:lnTo>
                    <a:pt x="134143" y="4479"/>
                  </a:lnTo>
                  <a:lnTo>
                    <a:pt x="134692" y="4072"/>
                  </a:lnTo>
                  <a:lnTo>
                    <a:pt x="135241" y="3666"/>
                  </a:lnTo>
                  <a:lnTo>
                    <a:pt x="135790" y="3259"/>
                  </a:lnTo>
                  <a:lnTo>
                    <a:pt x="136339" y="2852"/>
                  </a:lnTo>
                  <a:lnTo>
                    <a:pt x="136888" y="2445"/>
                  </a:lnTo>
                  <a:lnTo>
                    <a:pt x="137436" y="2038"/>
                  </a:lnTo>
                  <a:lnTo>
                    <a:pt x="137985" y="1631"/>
                  </a:lnTo>
                  <a:lnTo>
                    <a:pt x="138533" y="1223"/>
                  </a:lnTo>
                  <a:lnTo>
                    <a:pt x="139081" y="815"/>
                  </a:lnTo>
                  <a:lnTo>
                    <a:pt x="139629" y="408"/>
                  </a:lnTo>
                  <a:lnTo>
                    <a:pt x="140177" y="0"/>
                  </a:lnTo>
                </a:path>
              </a:pathLst>
            </a:custGeom>
            <a:ln w="7238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6828332" y="5390340"/>
              <a:ext cx="294442" cy="127894"/>
            </a:xfrm>
            <a:custGeom>
              <a:avLst/>
              <a:pathLst>
                <a:path w="294442" h="127894">
                  <a:moveTo>
                    <a:pt x="0" y="127894"/>
                  </a:moveTo>
                  <a:lnTo>
                    <a:pt x="1217" y="127467"/>
                  </a:lnTo>
                  <a:lnTo>
                    <a:pt x="2434" y="127039"/>
                  </a:lnTo>
                  <a:lnTo>
                    <a:pt x="3651" y="126610"/>
                  </a:lnTo>
                  <a:lnTo>
                    <a:pt x="4868" y="126181"/>
                  </a:lnTo>
                  <a:lnTo>
                    <a:pt x="6085" y="125751"/>
                  </a:lnTo>
                  <a:lnTo>
                    <a:pt x="7301" y="125320"/>
                  </a:lnTo>
                  <a:lnTo>
                    <a:pt x="8517" y="124888"/>
                  </a:lnTo>
                  <a:lnTo>
                    <a:pt x="9733" y="124456"/>
                  </a:lnTo>
                  <a:lnTo>
                    <a:pt x="10949" y="124023"/>
                  </a:lnTo>
                  <a:lnTo>
                    <a:pt x="12164" y="123589"/>
                  </a:lnTo>
                  <a:lnTo>
                    <a:pt x="13379" y="123155"/>
                  </a:lnTo>
                  <a:lnTo>
                    <a:pt x="14594" y="122720"/>
                  </a:lnTo>
                  <a:lnTo>
                    <a:pt x="15808" y="122284"/>
                  </a:lnTo>
                  <a:lnTo>
                    <a:pt x="17023" y="121848"/>
                  </a:lnTo>
                  <a:lnTo>
                    <a:pt x="18237" y="121410"/>
                  </a:lnTo>
                  <a:lnTo>
                    <a:pt x="19451" y="120973"/>
                  </a:lnTo>
                  <a:lnTo>
                    <a:pt x="20664" y="120534"/>
                  </a:lnTo>
                  <a:lnTo>
                    <a:pt x="21877" y="120095"/>
                  </a:lnTo>
                  <a:lnTo>
                    <a:pt x="23090" y="119655"/>
                  </a:lnTo>
                  <a:lnTo>
                    <a:pt x="24303" y="119214"/>
                  </a:lnTo>
                  <a:lnTo>
                    <a:pt x="25516" y="118772"/>
                  </a:lnTo>
                  <a:lnTo>
                    <a:pt x="26728" y="118330"/>
                  </a:lnTo>
                  <a:lnTo>
                    <a:pt x="27940" y="117887"/>
                  </a:lnTo>
                  <a:lnTo>
                    <a:pt x="29152" y="117444"/>
                  </a:lnTo>
                  <a:lnTo>
                    <a:pt x="30363" y="117000"/>
                  </a:lnTo>
                  <a:lnTo>
                    <a:pt x="31574" y="116555"/>
                  </a:lnTo>
                  <a:lnTo>
                    <a:pt x="32785" y="116109"/>
                  </a:lnTo>
                  <a:lnTo>
                    <a:pt x="33996" y="115662"/>
                  </a:lnTo>
                  <a:lnTo>
                    <a:pt x="35206" y="115215"/>
                  </a:lnTo>
                  <a:lnTo>
                    <a:pt x="36417" y="114768"/>
                  </a:lnTo>
                  <a:lnTo>
                    <a:pt x="37626" y="114319"/>
                  </a:lnTo>
                  <a:lnTo>
                    <a:pt x="38836" y="113870"/>
                  </a:lnTo>
                  <a:lnTo>
                    <a:pt x="40046" y="113420"/>
                  </a:lnTo>
                  <a:lnTo>
                    <a:pt x="41255" y="112969"/>
                  </a:lnTo>
                  <a:lnTo>
                    <a:pt x="42464" y="112518"/>
                  </a:lnTo>
                  <a:lnTo>
                    <a:pt x="43672" y="112066"/>
                  </a:lnTo>
                  <a:lnTo>
                    <a:pt x="44880" y="111613"/>
                  </a:lnTo>
                  <a:lnTo>
                    <a:pt x="46089" y="111160"/>
                  </a:lnTo>
                  <a:lnTo>
                    <a:pt x="47296" y="110706"/>
                  </a:lnTo>
                  <a:lnTo>
                    <a:pt x="48504" y="110251"/>
                  </a:lnTo>
                  <a:lnTo>
                    <a:pt x="49711" y="109795"/>
                  </a:lnTo>
                  <a:lnTo>
                    <a:pt x="50918" y="109339"/>
                  </a:lnTo>
                  <a:lnTo>
                    <a:pt x="52125" y="108882"/>
                  </a:lnTo>
                  <a:lnTo>
                    <a:pt x="53331" y="108424"/>
                  </a:lnTo>
                  <a:lnTo>
                    <a:pt x="54538" y="107966"/>
                  </a:lnTo>
                  <a:lnTo>
                    <a:pt x="55744" y="107507"/>
                  </a:lnTo>
                  <a:lnTo>
                    <a:pt x="56949" y="107047"/>
                  </a:lnTo>
                  <a:lnTo>
                    <a:pt x="58155" y="106587"/>
                  </a:lnTo>
                  <a:lnTo>
                    <a:pt x="59360" y="106126"/>
                  </a:lnTo>
                  <a:lnTo>
                    <a:pt x="60565" y="105664"/>
                  </a:lnTo>
                  <a:lnTo>
                    <a:pt x="61769" y="105201"/>
                  </a:lnTo>
                  <a:lnTo>
                    <a:pt x="62974" y="104738"/>
                  </a:lnTo>
                  <a:lnTo>
                    <a:pt x="64178" y="104274"/>
                  </a:lnTo>
                  <a:lnTo>
                    <a:pt x="65381" y="103809"/>
                  </a:lnTo>
                  <a:lnTo>
                    <a:pt x="66585" y="103344"/>
                  </a:lnTo>
                  <a:lnTo>
                    <a:pt x="67788" y="102878"/>
                  </a:lnTo>
                  <a:lnTo>
                    <a:pt x="68991" y="102411"/>
                  </a:lnTo>
                  <a:lnTo>
                    <a:pt x="70194" y="101944"/>
                  </a:lnTo>
                  <a:lnTo>
                    <a:pt x="71396" y="101475"/>
                  </a:lnTo>
                  <a:lnTo>
                    <a:pt x="72599" y="101006"/>
                  </a:lnTo>
                  <a:lnTo>
                    <a:pt x="73800" y="100537"/>
                  </a:lnTo>
                  <a:lnTo>
                    <a:pt x="75002" y="100067"/>
                  </a:lnTo>
                  <a:lnTo>
                    <a:pt x="76203" y="99596"/>
                  </a:lnTo>
                  <a:lnTo>
                    <a:pt x="77404" y="99124"/>
                  </a:lnTo>
                  <a:lnTo>
                    <a:pt x="78605" y="98652"/>
                  </a:lnTo>
                  <a:lnTo>
                    <a:pt x="79806" y="98178"/>
                  </a:lnTo>
                  <a:lnTo>
                    <a:pt x="81006" y="97705"/>
                  </a:lnTo>
                  <a:lnTo>
                    <a:pt x="82206" y="97230"/>
                  </a:lnTo>
                  <a:lnTo>
                    <a:pt x="83406" y="96755"/>
                  </a:lnTo>
                  <a:lnTo>
                    <a:pt x="84605" y="96279"/>
                  </a:lnTo>
                  <a:lnTo>
                    <a:pt x="85804" y="95802"/>
                  </a:lnTo>
                  <a:lnTo>
                    <a:pt x="87003" y="95325"/>
                  </a:lnTo>
                  <a:lnTo>
                    <a:pt x="88202" y="94847"/>
                  </a:lnTo>
                  <a:lnTo>
                    <a:pt x="89400" y="94369"/>
                  </a:lnTo>
                  <a:lnTo>
                    <a:pt x="90598" y="93889"/>
                  </a:lnTo>
                  <a:lnTo>
                    <a:pt x="91796" y="93409"/>
                  </a:lnTo>
                  <a:lnTo>
                    <a:pt x="92993" y="92928"/>
                  </a:lnTo>
                  <a:lnTo>
                    <a:pt x="94190" y="92447"/>
                  </a:lnTo>
                  <a:lnTo>
                    <a:pt x="95387" y="91965"/>
                  </a:lnTo>
                  <a:lnTo>
                    <a:pt x="96584" y="91482"/>
                  </a:lnTo>
                  <a:lnTo>
                    <a:pt x="97780" y="90998"/>
                  </a:lnTo>
                  <a:lnTo>
                    <a:pt x="98976" y="90514"/>
                  </a:lnTo>
                  <a:lnTo>
                    <a:pt x="100172" y="90029"/>
                  </a:lnTo>
                  <a:lnTo>
                    <a:pt x="101367" y="89543"/>
                  </a:lnTo>
                  <a:lnTo>
                    <a:pt x="102563" y="89057"/>
                  </a:lnTo>
                  <a:lnTo>
                    <a:pt x="103758" y="88570"/>
                  </a:lnTo>
                  <a:lnTo>
                    <a:pt x="104952" y="88082"/>
                  </a:lnTo>
                  <a:lnTo>
                    <a:pt x="106147" y="87594"/>
                  </a:lnTo>
                  <a:lnTo>
                    <a:pt x="107341" y="87105"/>
                  </a:lnTo>
                  <a:lnTo>
                    <a:pt x="108534" y="86615"/>
                  </a:lnTo>
                  <a:lnTo>
                    <a:pt x="109728" y="86124"/>
                  </a:lnTo>
                  <a:lnTo>
                    <a:pt x="110921" y="85633"/>
                  </a:lnTo>
                  <a:lnTo>
                    <a:pt x="112114" y="85141"/>
                  </a:lnTo>
                  <a:lnTo>
                    <a:pt x="113307" y="84648"/>
                  </a:lnTo>
                  <a:lnTo>
                    <a:pt x="114499" y="84155"/>
                  </a:lnTo>
                  <a:lnTo>
                    <a:pt x="115691" y="83661"/>
                  </a:lnTo>
                  <a:lnTo>
                    <a:pt x="116883" y="83166"/>
                  </a:lnTo>
                  <a:lnTo>
                    <a:pt x="118074" y="82671"/>
                  </a:lnTo>
                  <a:lnTo>
                    <a:pt x="119265" y="82175"/>
                  </a:lnTo>
                  <a:lnTo>
                    <a:pt x="120456" y="81678"/>
                  </a:lnTo>
                  <a:lnTo>
                    <a:pt x="121647" y="81181"/>
                  </a:lnTo>
                  <a:lnTo>
                    <a:pt x="122837" y="80683"/>
                  </a:lnTo>
                  <a:lnTo>
                    <a:pt x="124027" y="80184"/>
                  </a:lnTo>
                  <a:lnTo>
                    <a:pt x="125217" y="79684"/>
                  </a:lnTo>
                  <a:lnTo>
                    <a:pt x="126407" y="79184"/>
                  </a:lnTo>
                  <a:lnTo>
                    <a:pt x="127596" y="78683"/>
                  </a:lnTo>
                  <a:lnTo>
                    <a:pt x="128785" y="78181"/>
                  </a:lnTo>
                  <a:lnTo>
                    <a:pt x="129973" y="77679"/>
                  </a:lnTo>
                  <a:lnTo>
                    <a:pt x="131161" y="77176"/>
                  </a:lnTo>
                  <a:lnTo>
                    <a:pt x="132349" y="76672"/>
                  </a:lnTo>
                  <a:lnTo>
                    <a:pt x="133537" y="76168"/>
                  </a:lnTo>
                  <a:lnTo>
                    <a:pt x="134725" y="75663"/>
                  </a:lnTo>
                  <a:lnTo>
                    <a:pt x="135912" y="75157"/>
                  </a:lnTo>
                  <a:lnTo>
                    <a:pt x="137098" y="74650"/>
                  </a:lnTo>
                  <a:lnTo>
                    <a:pt x="138285" y="74143"/>
                  </a:lnTo>
                  <a:lnTo>
                    <a:pt x="139471" y="73635"/>
                  </a:lnTo>
                  <a:lnTo>
                    <a:pt x="140657" y="73127"/>
                  </a:lnTo>
                  <a:lnTo>
                    <a:pt x="141843" y="72618"/>
                  </a:lnTo>
                  <a:lnTo>
                    <a:pt x="143028" y="72108"/>
                  </a:lnTo>
                  <a:lnTo>
                    <a:pt x="144213" y="71597"/>
                  </a:lnTo>
                  <a:lnTo>
                    <a:pt x="145398" y="71086"/>
                  </a:lnTo>
                  <a:lnTo>
                    <a:pt x="146582" y="70574"/>
                  </a:lnTo>
                  <a:lnTo>
                    <a:pt x="147766" y="70061"/>
                  </a:lnTo>
                  <a:lnTo>
                    <a:pt x="148950" y="69548"/>
                  </a:lnTo>
                  <a:lnTo>
                    <a:pt x="150134" y="69033"/>
                  </a:lnTo>
                  <a:lnTo>
                    <a:pt x="151317" y="68519"/>
                  </a:lnTo>
                  <a:lnTo>
                    <a:pt x="152500" y="68003"/>
                  </a:lnTo>
                  <a:lnTo>
                    <a:pt x="153683" y="67487"/>
                  </a:lnTo>
                  <a:lnTo>
                    <a:pt x="154865" y="66970"/>
                  </a:lnTo>
                  <a:lnTo>
                    <a:pt x="156047" y="66453"/>
                  </a:lnTo>
                  <a:lnTo>
                    <a:pt x="157229" y="65934"/>
                  </a:lnTo>
                  <a:lnTo>
                    <a:pt x="158410" y="65416"/>
                  </a:lnTo>
                  <a:lnTo>
                    <a:pt x="159591" y="64896"/>
                  </a:lnTo>
                  <a:lnTo>
                    <a:pt x="160772" y="64376"/>
                  </a:lnTo>
                  <a:lnTo>
                    <a:pt x="161953" y="63855"/>
                  </a:lnTo>
                  <a:lnTo>
                    <a:pt x="163133" y="63333"/>
                  </a:lnTo>
                  <a:lnTo>
                    <a:pt x="164313" y="62811"/>
                  </a:lnTo>
                  <a:lnTo>
                    <a:pt x="165492" y="62288"/>
                  </a:lnTo>
                  <a:lnTo>
                    <a:pt x="166672" y="61764"/>
                  </a:lnTo>
                  <a:lnTo>
                    <a:pt x="167851" y="61240"/>
                  </a:lnTo>
                  <a:lnTo>
                    <a:pt x="169029" y="60714"/>
                  </a:lnTo>
                  <a:lnTo>
                    <a:pt x="170208" y="60189"/>
                  </a:lnTo>
                  <a:lnTo>
                    <a:pt x="171386" y="59662"/>
                  </a:lnTo>
                  <a:lnTo>
                    <a:pt x="172564" y="59135"/>
                  </a:lnTo>
                  <a:lnTo>
                    <a:pt x="173741" y="58607"/>
                  </a:lnTo>
                  <a:lnTo>
                    <a:pt x="174918" y="58079"/>
                  </a:lnTo>
                  <a:lnTo>
                    <a:pt x="176095" y="57549"/>
                  </a:lnTo>
                  <a:lnTo>
                    <a:pt x="177272" y="57020"/>
                  </a:lnTo>
                  <a:lnTo>
                    <a:pt x="178448" y="56489"/>
                  </a:lnTo>
                  <a:lnTo>
                    <a:pt x="179624" y="55958"/>
                  </a:lnTo>
                  <a:lnTo>
                    <a:pt x="180799" y="55426"/>
                  </a:lnTo>
                  <a:lnTo>
                    <a:pt x="181975" y="54893"/>
                  </a:lnTo>
                  <a:lnTo>
                    <a:pt x="183150" y="54360"/>
                  </a:lnTo>
                  <a:lnTo>
                    <a:pt x="184324" y="53826"/>
                  </a:lnTo>
                  <a:lnTo>
                    <a:pt x="185499" y="53291"/>
                  </a:lnTo>
                  <a:lnTo>
                    <a:pt x="186673" y="52756"/>
                  </a:lnTo>
                  <a:lnTo>
                    <a:pt x="187847" y="52220"/>
                  </a:lnTo>
                  <a:lnTo>
                    <a:pt x="189020" y="51683"/>
                  </a:lnTo>
                  <a:lnTo>
                    <a:pt x="190193" y="51145"/>
                  </a:lnTo>
                  <a:lnTo>
                    <a:pt x="191366" y="50607"/>
                  </a:lnTo>
                  <a:lnTo>
                    <a:pt x="192538" y="50068"/>
                  </a:lnTo>
                  <a:lnTo>
                    <a:pt x="193711" y="49529"/>
                  </a:lnTo>
                  <a:lnTo>
                    <a:pt x="194882" y="48989"/>
                  </a:lnTo>
                  <a:lnTo>
                    <a:pt x="196054" y="48448"/>
                  </a:lnTo>
                  <a:lnTo>
                    <a:pt x="197225" y="47906"/>
                  </a:lnTo>
                  <a:lnTo>
                    <a:pt x="198396" y="47364"/>
                  </a:lnTo>
                  <a:lnTo>
                    <a:pt x="199567" y="46821"/>
                  </a:lnTo>
                  <a:lnTo>
                    <a:pt x="200737" y="46278"/>
                  </a:lnTo>
                  <a:lnTo>
                    <a:pt x="201907" y="45733"/>
                  </a:lnTo>
                  <a:lnTo>
                    <a:pt x="203077" y="45189"/>
                  </a:lnTo>
                  <a:lnTo>
                    <a:pt x="204246" y="44643"/>
                  </a:lnTo>
                  <a:lnTo>
                    <a:pt x="205415" y="44097"/>
                  </a:lnTo>
                  <a:lnTo>
                    <a:pt x="206584" y="43550"/>
                  </a:lnTo>
                  <a:lnTo>
                    <a:pt x="207752" y="43002"/>
                  </a:lnTo>
                  <a:lnTo>
                    <a:pt x="208920" y="42454"/>
                  </a:lnTo>
                  <a:lnTo>
                    <a:pt x="210088" y="41905"/>
                  </a:lnTo>
                  <a:lnTo>
                    <a:pt x="211255" y="41355"/>
                  </a:lnTo>
                  <a:lnTo>
                    <a:pt x="212422" y="40804"/>
                  </a:lnTo>
                  <a:lnTo>
                    <a:pt x="213589" y="40253"/>
                  </a:lnTo>
                  <a:lnTo>
                    <a:pt x="214756" y="39702"/>
                  </a:lnTo>
                  <a:lnTo>
                    <a:pt x="215922" y="39149"/>
                  </a:lnTo>
                  <a:lnTo>
                    <a:pt x="217088" y="38596"/>
                  </a:lnTo>
                  <a:lnTo>
                    <a:pt x="218253" y="38042"/>
                  </a:lnTo>
                  <a:lnTo>
                    <a:pt x="219418" y="37488"/>
                  </a:lnTo>
                  <a:lnTo>
                    <a:pt x="220583" y="36933"/>
                  </a:lnTo>
                  <a:lnTo>
                    <a:pt x="221748" y="36377"/>
                  </a:lnTo>
                  <a:lnTo>
                    <a:pt x="222912" y="35820"/>
                  </a:lnTo>
                  <a:lnTo>
                    <a:pt x="224076" y="35263"/>
                  </a:lnTo>
                  <a:lnTo>
                    <a:pt x="225239" y="34705"/>
                  </a:lnTo>
                  <a:lnTo>
                    <a:pt x="226402" y="34147"/>
                  </a:lnTo>
                  <a:lnTo>
                    <a:pt x="227565" y="33588"/>
                  </a:lnTo>
                  <a:lnTo>
                    <a:pt x="228728" y="33028"/>
                  </a:lnTo>
                  <a:lnTo>
                    <a:pt x="229890" y="32467"/>
                  </a:lnTo>
                  <a:lnTo>
                    <a:pt x="231052" y="31906"/>
                  </a:lnTo>
                  <a:lnTo>
                    <a:pt x="232214" y="31344"/>
                  </a:lnTo>
                  <a:lnTo>
                    <a:pt x="233375" y="30781"/>
                  </a:lnTo>
                  <a:lnTo>
                    <a:pt x="234536" y="30218"/>
                  </a:lnTo>
                  <a:lnTo>
                    <a:pt x="235696" y="29654"/>
                  </a:lnTo>
                  <a:lnTo>
                    <a:pt x="236857" y="29089"/>
                  </a:lnTo>
                  <a:lnTo>
                    <a:pt x="238017" y="28524"/>
                  </a:lnTo>
                  <a:lnTo>
                    <a:pt x="239176" y="27958"/>
                  </a:lnTo>
                  <a:lnTo>
                    <a:pt x="240335" y="27391"/>
                  </a:lnTo>
                  <a:lnTo>
                    <a:pt x="241494" y="26824"/>
                  </a:lnTo>
                  <a:lnTo>
                    <a:pt x="242653" y="26256"/>
                  </a:lnTo>
                  <a:lnTo>
                    <a:pt x="243811" y="25687"/>
                  </a:lnTo>
                  <a:lnTo>
                    <a:pt x="244969" y="25118"/>
                  </a:lnTo>
                  <a:lnTo>
                    <a:pt x="246127" y="24548"/>
                  </a:lnTo>
                  <a:lnTo>
                    <a:pt x="247284" y="23977"/>
                  </a:lnTo>
                  <a:lnTo>
                    <a:pt x="248441" y="23406"/>
                  </a:lnTo>
                  <a:lnTo>
                    <a:pt x="249598" y="22834"/>
                  </a:lnTo>
                  <a:lnTo>
                    <a:pt x="250754" y="22261"/>
                  </a:lnTo>
                  <a:lnTo>
                    <a:pt x="251910" y="21688"/>
                  </a:lnTo>
                  <a:lnTo>
                    <a:pt x="253066" y="21114"/>
                  </a:lnTo>
                  <a:lnTo>
                    <a:pt x="254221" y="20539"/>
                  </a:lnTo>
                  <a:lnTo>
                    <a:pt x="255376" y="19963"/>
                  </a:lnTo>
                  <a:lnTo>
                    <a:pt x="256531" y="19387"/>
                  </a:lnTo>
                  <a:lnTo>
                    <a:pt x="257685" y="18810"/>
                  </a:lnTo>
                  <a:lnTo>
                    <a:pt x="258839" y="18233"/>
                  </a:lnTo>
                  <a:lnTo>
                    <a:pt x="259992" y="17655"/>
                  </a:lnTo>
                  <a:lnTo>
                    <a:pt x="261146" y="17076"/>
                  </a:lnTo>
                  <a:lnTo>
                    <a:pt x="262299" y="16497"/>
                  </a:lnTo>
                  <a:lnTo>
                    <a:pt x="263451" y="15917"/>
                  </a:lnTo>
                  <a:lnTo>
                    <a:pt x="264603" y="15336"/>
                  </a:lnTo>
                  <a:lnTo>
                    <a:pt x="265755" y="14754"/>
                  </a:lnTo>
                  <a:lnTo>
                    <a:pt x="266907" y="14172"/>
                  </a:lnTo>
                  <a:lnTo>
                    <a:pt x="268058" y="13589"/>
                  </a:lnTo>
                  <a:lnTo>
                    <a:pt x="269209" y="13006"/>
                  </a:lnTo>
                  <a:lnTo>
                    <a:pt x="270360" y="12422"/>
                  </a:lnTo>
                  <a:lnTo>
                    <a:pt x="271510" y="11837"/>
                  </a:lnTo>
                  <a:lnTo>
                    <a:pt x="272660" y="11251"/>
                  </a:lnTo>
                  <a:lnTo>
                    <a:pt x="273809" y="10665"/>
                  </a:lnTo>
                  <a:lnTo>
                    <a:pt x="274959" y="10078"/>
                  </a:lnTo>
                  <a:lnTo>
                    <a:pt x="276107" y="9491"/>
                  </a:lnTo>
                  <a:lnTo>
                    <a:pt x="277256" y="8902"/>
                  </a:lnTo>
                  <a:lnTo>
                    <a:pt x="278404" y="8314"/>
                  </a:lnTo>
                  <a:lnTo>
                    <a:pt x="279552" y="7724"/>
                  </a:lnTo>
                  <a:lnTo>
                    <a:pt x="280699" y="7134"/>
                  </a:lnTo>
                  <a:lnTo>
                    <a:pt x="281847" y="6543"/>
                  </a:lnTo>
                  <a:lnTo>
                    <a:pt x="282993" y="5952"/>
                  </a:lnTo>
                  <a:lnTo>
                    <a:pt x="284140" y="5359"/>
                  </a:lnTo>
                  <a:lnTo>
                    <a:pt x="285286" y="4766"/>
                  </a:lnTo>
                  <a:lnTo>
                    <a:pt x="286432" y="4173"/>
                  </a:lnTo>
                  <a:lnTo>
                    <a:pt x="287577" y="3579"/>
                  </a:lnTo>
                  <a:lnTo>
                    <a:pt x="288722" y="2984"/>
                  </a:lnTo>
                  <a:lnTo>
                    <a:pt x="289867" y="2388"/>
                  </a:lnTo>
                  <a:lnTo>
                    <a:pt x="291011" y="1792"/>
                  </a:lnTo>
                  <a:lnTo>
                    <a:pt x="292155" y="1195"/>
                  </a:lnTo>
                  <a:lnTo>
                    <a:pt x="293299" y="598"/>
                  </a:lnTo>
                  <a:lnTo>
                    <a:pt x="294442" y="0"/>
                  </a:lnTo>
                </a:path>
              </a:pathLst>
            </a:custGeom>
            <a:ln w="7238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7131138" y="5367978"/>
              <a:ext cx="33260" cy="17960"/>
            </a:xfrm>
            <a:custGeom>
              <a:avLst/>
              <a:pathLst>
                <a:path w="33260" h="17960">
                  <a:moveTo>
                    <a:pt x="0" y="17960"/>
                  </a:moveTo>
                  <a:lnTo>
                    <a:pt x="134" y="17889"/>
                  </a:lnTo>
                  <a:lnTo>
                    <a:pt x="268" y="17818"/>
                  </a:lnTo>
                  <a:lnTo>
                    <a:pt x="402" y="17747"/>
                  </a:lnTo>
                  <a:lnTo>
                    <a:pt x="536" y="17676"/>
                  </a:lnTo>
                  <a:lnTo>
                    <a:pt x="670" y="17605"/>
                  </a:lnTo>
                  <a:lnTo>
                    <a:pt x="805" y="17534"/>
                  </a:lnTo>
                  <a:lnTo>
                    <a:pt x="939" y="17463"/>
                  </a:lnTo>
                  <a:lnTo>
                    <a:pt x="1073" y="17392"/>
                  </a:lnTo>
                  <a:lnTo>
                    <a:pt x="1207" y="17321"/>
                  </a:lnTo>
                  <a:lnTo>
                    <a:pt x="1341" y="17250"/>
                  </a:lnTo>
                  <a:lnTo>
                    <a:pt x="1475" y="17179"/>
                  </a:lnTo>
                  <a:lnTo>
                    <a:pt x="1609" y="17108"/>
                  </a:lnTo>
                  <a:lnTo>
                    <a:pt x="1744" y="17037"/>
                  </a:lnTo>
                  <a:lnTo>
                    <a:pt x="1878" y="16966"/>
                  </a:lnTo>
                  <a:lnTo>
                    <a:pt x="2012" y="16894"/>
                  </a:lnTo>
                  <a:lnTo>
                    <a:pt x="2146" y="16823"/>
                  </a:lnTo>
                  <a:lnTo>
                    <a:pt x="2280" y="16752"/>
                  </a:lnTo>
                  <a:lnTo>
                    <a:pt x="2414" y="16681"/>
                  </a:lnTo>
                  <a:lnTo>
                    <a:pt x="2548" y="16610"/>
                  </a:lnTo>
                  <a:lnTo>
                    <a:pt x="2682" y="16539"/>
                  </a:lnTo>
                  <a:lnTo>
                    <a:pt x="2816" y="16467"/>
                  </a:lnTo>
                  <a:lnTo>
                    <a:pt x="2950" y="16396"/>
                  </a:lnTo>
                  <a:lnTo>
                    <a:pt x="3085" y="16325"/>
                  </a:lnTo>
                  <a:lnTo>
                    <a:pt x="3219" y="16254"/>
                  </a:lnTo>
                  <a:lnTo>
                    <a:pt x="3353" y="16183"/>
                  </a:lnTo>
                  <a:lnTo>
                    <a:pt x="3487" y="16111"/>
                  </a:lnTo>
                  <a:lnTo>
                    <a:pt x="3621" y="16040"/>
                  </a:lnTo>
                  <a:lnTo>
                    <a:pt x="3755" y="15969"/>
                  </a:lnTo>
                  <a:lnTo>
                    <a:pt x="3889" y="15898"/>
                  </a:lnTo>
                  <a:lnTo>
                    <a:pt x="4023" y="15826"/>
                  </a:lnTo>
                  <a:lnTo>
                    <a:pt x="4157" y="15755"/>
                  </a:lnTo>
                  <a:lnTo>
                    <a:pt x="4291" y="15684"/>
                  </a:lnTo>
                  <a:lnTo>
                    <a:pt x="4425" y="15613"/>
                  </a:lnTo>
                  <a:lnTo>
                    <a:pt x="4559" y="15541"/>
                  </a:lnTo>
                  <a:lnTo>
                    <a:pt x="4693" y="15470"/>
                  </a:lnTo>
                  <a:lnTo>
                    <a:pt x="4827" y="15399"/>
                  </a:lnTo>
                  <a:lnTo>
                    <a:pt x="4961" y="15327"/>
                  </a:lnTo>
                  <a:lnTo>
                    <a:pt x="5095" y="15256"/>
                  </a:lnTo>
                  <a:lnTo>
                    <a:pt x="5229" y="15185"/>
                  </a:lnTo>
                  <a:lnTo>
                    <a:pt x="5363" y="15113"/>
                  </a:lnTo>
                  <a:lnTo>
                    <a:pt x="5497" y="15042"/>
                  </a:lnTo>
                  <a:lnTo>
                    <a:pt x="5631" y="14971"/>
                  </a:lnTo>
                  <a:lnTo>
                    <a:pt x="5765" y="14899"/>
                  </a:lnTo>
                  <a:lnTo>
                    <a:pt x="5899" y="14828"/>
                  </a:lnTo>
                  <a:lnTo>
                    <a:pt x="6033" y="14756"/>
                  </a:lnTo>
                  <a:lnTo>
                    <a:pt x="6167" y="14685"/>
                  </a:lnTo>
                  <a:lnTo>
                    <a:pt x="6301" y="14614"/>
                  </a:lnTo>
                  <a:lnTo>
                    <a:pt x="6435" y="14542"/>
                  </a:lnTo>
                  <a:lnTo>
                    <a:pt x="6569" y="14471"/>
                  </a:lnTo>
                  <a:lnTo>
                    <a:pt x="6703" y="14399"/>
                  </a:lnTo>
                  <a:lnTo>
                    <a:pt x="6837" y="14328"/>
                  </a:lnTo>
                  <a:lnTo>
                    <a:pt x="6971" y="14256"/>
                  </a:lnTo>
                  <a:lnTo>
                    <a:pt x="7105" y="14185"/>
                  </a:lnTo>
                  <a:lnTo>
                    <a:pt x="7238" y="14113"/>
                  </a:lnTo>
                  <a:lnTo>
                    <a:pt x="7372" y="14042"/>
                  </a:lnTo>
                  <a:lnTo>
                    <a:pt x="7506" y="13970"/>
                  </a:lnTo>
                  <a:lnTo>
                    <a:pt x="7640" y="13899"/>
                  </a:lnTo>
                  <a:lnTo>
                    <a:pt x="7774" y="13827"/>
                  </a:lnTo>
                  <a:lnTo>
                    <a:pt x="7908" y="13756"/>
                  </a:lnTo>
                  <a:lnTo>
                    <a:pt x="8042" y="13684"/>
                  </a:lnTo>
                  <a:lnTo>
                    <a:pt x="8176" y="13613"/>
                  </a:lnTo>
                  <a:lnTo>
                    <a:pt x="8310" y="13541"/>
                  </a:lnTo>
                  <a:lnTo>
                    <a:pt x="8444" y="13470"/>
                  </a:lnTo>
                  <a:lnTo>
                    <a:pt x="8577" y="13398"/>
                  </a:lnTo>
                  <a:lnTo>
                    <a:pt x="8711" y="13327"/>
                  </a:lnTo>
                  <a:lnTo>
                    <a:pt x="8845" y="13255"/>
                  </a:lnTo>
                  <a:lnTo>
                    <a:pt x="8979" y="13183"/>
                  </a:lnTo>
                  <a:lnTo>
                    <a:pt x="9113" y="13112"/>
                  </a:lnTo>
                  <a:lnTo>
                    <a:pt x="9247" y="13040"/>
                  </a:lnTo>
                  <a:lnTo>
                    <a:pt x="9381" y="12968"/>
                  </a:lnTo>
                  <a:lnTo>
                    <a:pt x="9514" y="12897"/>
                  </a:lnTo>
                  <a:lnTo>
                    <a:pt x="9648" y="12825"/>
                  </a:lnTo>
                  <a:lnTo>
                    <a:pt x="9782" y="12754"/>
                  </a:lnTo>
                  <a:lnTo>
                    <a:pt x="9916" y="12682"/>
                  </a:lnTo>
                  <a:lnTo>
                    <a:pt x="10050" y="12610"/>
                  </a:lnTo>
                  <a:lnTo>
                    <a:pt x="10184" y="12539"/>
                  </a:lnTo>
                  <a:lnTo>
                    <a:pt x="10317" y="12467"/>
                  </a:lnTo>
                  <a:lnTo>
                    <a:pt x="10451" y="12395"/>
                  </a:lnTo>
                  <a:lnTo>
                    <a:pt x="10585" y="12323"/>
                  </a:lnTo>
                  <a:lnTo>
                    <a:pt x="10719" y="12252"/>
                  </a:lnTo>
                  <a:lnTo>
                    <a:pt x="10853" y="12180"/>
                  </a:lnTo>
                  <a:lnTo>
                    <a:pt x="10986" y="12108"/>
                  </a:lnTo>
                  <a:lnTo>
                    <a:pt x="11120" y="12036"/>
                  </a:lnTo>
                  <a:lnTo>
                    <a:pt x="11254" y="11965"/>
                  </a:lnTo>
                  <a:lnTo>
                    <a:pt x="11388" y="11893"/>
                  </a:lnTo>
                  <a:lnTo>
                    <a:pt x="11522" y="11821"/>
                  </a:lnTo>
                  <a:lnTo>
                    <a:pt x="11655" y="11749"/>
                  </a:lnTo>
                  <a:lnTo>
                    <a:pt x="11789" y="11678"/>
                  </a:lnTo>
                  <a:lnTo>
                    <a:pt x="11923" y="11606"/>
                  </a:lnTo>
                  <a:lnTo>
                    <a:pt x="12057" y="11534"/>
                  </a:lnTo>
                  <a:lnTo>
                    <a:pt x="12190" y="11462"/>
                  </a:lnTo>
                  <a:lnTo>
                    <a:pt x="12324" y="11390"/>
                  </a:lnTo>
                  <a:lnTo>
                    <a:pt x="12458" y="11319"/>
                  </a:lnTo>
                  <a:lnTo>
                    <a:pt x="12591" y="11247"/>
                  </a:lnTo>
                  <a:lnTo>
                    <a:pt x="12725" y="11175"/>
                  </a:lnTo>
                  <a:lnTo>
                    <a:pt x="12859" y="11103"/>
                  </a:lnTo>
                  <a:lnTo>
                    <a:pt x="12993" y="11031"/>
                  </a:lnTo>
                  <a:lnTo>
                    <a:pt x="13126" y="10959"/>
                  </a:lnTo>
                  <a:lnTo>
                    <a:pt x="13260" y="10887"/>
                  </a:lnTo>
                  <a:lnTo>
                    <a:pt x="13394" y="10815"/>
                  </a:lnTo>
                  <a:lnTo>
                    <a:pt x="13527" y="10743"/>
                  </a:lnTo>
                  <a:lnTo>
                    <a:pt x="13661" y="10672"/>
                  </a:lnTo>
                  <a:lnTo>
                    <a:pt x="13795" y="10600"/>
                  </a:lnTo>
                  <a:lnTo>
                    <a:pt x="13928" y="10528"/>
                  </a:lnTo>
                  <a:lnTo>
                    <a:pt x="14062" y="10456"/>
                  </a:lnTo>
                  <a:lnTo>
                    <a:pt x="14196" y="10384"/>
                  </a:lnTo>
                  <a:lnTo>
                    <a:pt x="14330" y="10312"/>
                  </a:lnTo>
                  <a:lnTo>
                    <a:pt x="14463" y="10240"/>
                  </a:lnTo>
                  <a:lnTo>
                    <a:pt x="14597" y="10168"/>
                  </a:lnTo>
                  <a:lnTo>
                    <a:pt x="14730" y="10096"/>
                  </a:lnTo>
                  <a:lnTo>
                    <a:pt x="14864" y="10024"/>
                  </a:lnTo>
                  <a:lnTo>
                    <a:pt x="14998" y="9952"/>
                  </a:lnTo>
                  <a:lnTo>
                    <a:pt x="15131" y="9880"/>
                  </a:lnTo>
                  <a:lnTo>
                    <a:pt x="15265" y="9808"/>
                  </a:lnTo>
                  <a:lnTo>
                    <a:pt x="15399" y="9736"/>
                  </a:lnTo>
                  <a:lnTo>
                    <a:pt x="15532" y="9664"/>
                  </a:lnTo>
                  <a:lnTo>
                    <a:pt x="15666" y="9592"/>
                  </a:lnTo>
                  <a:lnTo>
                    <a:pt x="15799" y="9520"/>
                  </a:lnTo>
                  <a:lnTo>
                    <a:pt x="15933" y="9447"/>
                  </a:lnTo>
                  <a:lnTo>
                    <a:pt x="16067" y="9375"/>
                  </a:lnTo>
                  <a:lnTo>
                    <a:pt x="16200" y="9303"/>
                  </a:lnTo>
                  <a:lnTo>
                    <a:pt x="16334" y="9231"/>
                  </a:lnTo>
                  <a:lnTo>
                    <a:pt x="16467" y="9159"/>
                  </a:lnTo>
                  <a:lnTo>
                    <a:pt x="16601" y="9087"/>
                  </a:lnTo>
                  <a:lnTo>
                    <a:pt x="16735" y="9015"/>
                  </a:lnTo>
                  <a:lnTo>
                    <a:pt x="16868" y="8943"/>
                  </a:lnTo>
                  <a:lnTo>
                    <a:pt x="17002" y="8871"/>
                  </a:lnTo>
                  <a:lnTo>
                    <a:pt x="17135" y="8798"/>
                  </a:lnTo>
                  <a:lnTo>
                    <a:pt x="17269" y="8726"/>
                  </a:lnTo>
                  <a:lnTo>
                    <a:pt x="17402" y="8654"/>
                  </a:lnTo>
                  <a:lnTo>
                    <a:pt x="17536" y="8582"/>
                  </a:lnTo>
                  <a:lnTo>
                    <a:pt x="17670" y="8510"/>
                  </a:lnTo>
                  <a:lnTo>
                    <a:pt x="17803" y="8437"/>
                  </a:lnTo>
                  <a:lnTo>
                    <a:pt x="17937" y="8365"/>
                  </a:lnTo>
                  <a:lnTo>
                    <a:pt x="18070" y="8293"/>
                  </a:lnTo>
                  <a:lnTo>
                    <a:pt x="18204" y="8221"/>
                  </a:lnTo>
                  <a:lnTo>
                    <a:pt x="18337" y="8149"/>
                  </a:lnTo>
                  <a:lnTo>
                    <a:pt x="18471" y="8076"/>
                  </a:lnTo>
                  <a:lnTo>
                    <a:pt x="18604" y="8004"/>
                  </a:lnTo>
                  <a:lnTo>
                    <a:pt x="18738" y="7932"/>
                  </a:lnTo>
                  <a:lnTo>
                    <a:pt x="18871" y="7859"/>
                  </a:lnTo>
                  <a:lnTo>
                    <a:pt x="19005" y="7787"/>
                  </a:lnTo>
                  <a:lnTo>
                    <a:pt x="19138" y="7715"/>
                  </a:lnTo>
                  <a:lnTo>
                    <a:pt x="19272" y="7643"/>
                  </a:lnTo>
                  <a:lnTo>
                    <a:pt x="19405" y="7570"/>
                  </a:lnTo>
                  <a:lnTo>
                    <a:pt x="19539" y="7498"/>
                  </a:lnTo>
                  <a:lnTo>
                    <a:pt x="19672" y="7426"/>
                  </a:lnTo>
                  <a:lnTo>
                    <a:pt x="19806" y="7353"/>
                  </a:lnTo>
                  <a:lnTo>
                    <a:pt x="19939" y="7281"/>
                  </a:lnTo>
                  <a:lnTo>
                    <a:pt x="20072" y="7209"/>
                  </a:lnTo>
                  <a:lnTo>
                    <a:pt x="20206" y="7136"/>
                  </a:lnTo>
                  <a:lnTo>
                    <a:pt x="20339" y="7064"/>
                  </a:lnTo>
                  <a:lnTo>
                    <a:pt x="20473" y="6991"/>
                  </a:lnTo>
                  <a:lnTo>
                    <a:pt x="20606" y="6919"/>
                  </a:lnTo>
                  <a:lnTo>
                    <a:pt x="20740" y="6847"/>
                  </a:lnTo>
                  <a:lnTo>
                    <a:pt x="20873" y="6774"/>
                  </a:lnTo>
                  <a:lnTo>
                    <a:pt x="21006" y="6702"/>
                  </a:lnTo>
                  <a:lnTo>
                    <a:pt x="21140" y="6629"/>
                  </a:lnTo>
                  <a:lnTo>
                    <a:pt x="21273" y="6557"/>
                  </a:lnTo>
                  <a:lnTo>
                    <a:pt x="21407" y="6484"/>
                  </a:lnTo>
                  <a:lnTo>
                    <a:pt x="21540" y="6412"/>
                  </a:lnTo>
                  <a:lnTo>
                    <a:pt x="21673" y="6339"/>
                  </a:lnTo>
                  <a:lnTo>
                    <a:pt x="21807" y="6267"/>
                  </a:lnTo>
                  <a:lnTo>
                    <a:pt x="21940" y="6195"/>
                  </a:lnTo>
                  <a:lnTo>
                    <a:pt x="22074" y="6122"/>
                  </a:lnTo>
                  <a:lnTo>
                    <a:pt x="22207" y="6049"/>
                  </a:lnTo>
                  <a:lnTo>
                    <a:pt x="22340" y="5977"/>
                  </a:lnTo>
                  <a:lnTo>
                    <a:pt x="22474" y="5904"/>
                  </a:lnTo>
                  <a:lnTo>
                    <a:pt x="22607" y="5832"/>
                  </a:lnTo>
                  <a:lnTo>
                    <a:pt x="22740" y="5759"/>
                  </a:lnTo>
                  <a:lnTo>
                    <a:pt x="22874" y="5687"/>
                  </a:lnTo>
                  <a:lnTo>
                    <a:pt x="23007" y="5614"/>
                  </a:lnTo>
                  <a:lnTo>
                    <a:pt x="23140" y="5542"/>
                  </a:lnTo>
                  <a:lnTo>
                    <a:pt x="23274" y="5469"/>
                  </a:lnTo>
                  <a:lnTo>
                    <a:pt x="23407" y="5397"/>
                  </a:lnTo>
                  <a:lnTo>
                    <a:pt x="23540" y="5324"/>
                  </a:lnTo>
                  <a:lnTo>
                    <a:pt x="23674" y="5251"/>
                  </a:lnTo>
                  <a:lnTo>
                    <a:pt x="23807" y="5179"/>
                  </a:lnTo>
                  <a:lnTo>
                    <a:pt x="23940" y="5106"/>
                  </a:lnTo>
                  <a:lnTo>
                    <a:pt x="24074" y="5033"/>
                  </a:lnTo>
                  <a:lnTo>
                    <a:pt x="24207" y="4961"/>
                  </a:lnTo>
                  <a:lnTo>
                    <a:pt x="24340" y="4888"/>
                  </a:lnTo>
                  <a:lnTo>
                    <a:pt x="24474" y="4815"/>
                  </a:lnTo>
                  <a:lnTo>
                    <a:pt x="24607" y="4743"/>
                  </a:lnTo>
                  <a:lnTo>
                    <a:pt x="24740" y="4670"/>
                  </a:lnTo>
                  <a:lnTo>
                    <a:pt x="24873" y="4597"/>
                  </a:lnTo>
                  <a:lnTo>
                    <a:pt x="25007" y="4525"/>
                  </a:lnTo>
                  <a:lnTo>
                    <a:pt x="25140" y="4452"/>
                  </a:lnTo>
                  <a:lnTo>
                    <a:pt x="25273" y="4379"/>
                  </a:lnTo>
                  <a:lnTo>
                    <a:pt x="25406" y="4307"/>
                  </a:lnTo>
                  <a:lnTo>
                    <a:pt x="25540" y="4234"/>
                  </a:lnTo>
                  <a:lnTo>
                    <a:pt x="25673" y="4161"/>
                  </a:lnTo>
                  <a:lnTo>
                    <a:pt x="25806" y="4088"/>
                  </a:lnTo>
                  <a:lnTo>
                    <a:pt x="25939" y="4016"/>
                  </a:lnTo>
                  <a:lnTo>
                    <a:pt x="26073" y="3943"/>
                  </a:lnTo>
                  <a:lnTo>
                    <a:pt x="26206" y="3870"/>
                  </a:lnTo>
                  <a:lnTo>
                    <a:pt x="26339" y="3797"/>
                  </a:lnTo>
                  <a:lnTo>
                    <a:pt x="26472" y="3724"/>
                  </a:lnTo>
                  <a:lnTo>
                    <a:pt x="26605" y="3652"/>
                  </a:lnTo>
                  <a:lnTo>
                    <a:pt x="26739" y="3579"/>
                  </a:lnTo>
                  <a:lnTo>
                    <a:pt x="26872" y="3506"/>
                  </a:lnTo>
                  <a:lnTo>
                    <a:pt x="27005" y="3433"/>
                  </a:lnTo>
                  <a:lnTo>
                    <a:pt x="27138" y="3360"/>
                  </a:lnTo>
                  <a:lnTo>
                    <a:pt x="27271" y="3287"/>
                  </a:lnTo>
                  <a:lnTo>
                    <a:pt x="27405" y="3215"/>
                  </a:lnTo>
                  <a:lnTo>
                    <a:pt x="27538" y="3142"/>
                  </a:lnTo>
                  <a:lnTo>
                    <a:pt x="27671" y="3069"/>
                  </a:lnTo>
                  <a:lnTo>
                    <a:pt x="27804" y="2996"/>
                  </a:lnTo>
                  <a:lnTo>
                    <a:pt x="27937" y="2923"/>
                  </a:lnTo>
                  <a:lnTo>
                    <a:pt x="28070" y="2850"/>
                  </a:lnTo>
                  <a:lnTo>
                    <a:pt x="28204" y="2777"/>
                  </a:lnTo>
                  <a:lnTo>
                    <a:pt x="28337" y="2704"/>
                  </a:lnTo>
                  <a:lnTo>
                    <a:pt x="28470" y="2631"/>
                  </a:lnTo>
                  <a:lnTo>
                    <a:pt x="28603" y="2558"/>
                  </a:lnTo>
                  <a:lnTo>
                    <a:pt x="28736" y="2485"/>
                  </a:lnTo>
                  <a:lnTo>
                    <a:pt x="28869" y="2412"/>
                  </a:lnTo>
                  <a:lnTo>
                    <a:pt x="29002" y="2339"/>
                  </a:lnTo>
                  <a:lnTo>
                    <a:pt x="29135" y="2266"/>
                  </a:lnTo>
                  <a:lnTo>
                    <a:pt x="29269" y="2194"/>
                  </a:lnTo>
                  <a:lnTo>
                    <a:pt x="29402" y="2121"/>
                  </a:lnTo>
                  <a:lnTo>
                    <a:pt x="29535" y="2047"/>
                  </a:lnTo>
                  <a:lnTo>
                    <a:pt x="29668" y="1974"/>
                  </a:lnTo>
                  <a:lnTo>
                    <a:pt x="29801" y="1901"/>
                  </a:lnTo>
                  <a:lnTo>
                    <a:pt x="29934" y="1828"/>
                  </a:lnTo>
                  <a:lnTo>
                    <a:pt x="30067" y="1755"/>
                  </a:lnTo>
                  <a:lnTo>
                    <a:pt x="30200" y="1682"/>
                  </a:lnTo>
                  <a:lnTo>
                    <a:pt x="30333" y="1609"/>
                  </a:lnTo>
                  <a:lnTo>
                    <a:pt x="30466" y="1536"/>
                  </a:lnTo>
                  <a:lnTo>
                    <a:pt x="30599" y="1463"/>
                  </a:lnTo>
                  <a:lnTo>
                    <a:pt x="30732" y="1390"/>
                  </a:lnTo>
                  <a:lnTo>
                    <a:pt x="30865" y="1317"/>
                  </a:lnTo>
                  <a:lnTo>
                    <a:pt x="30999" y="1244"/>
                  </a:lnTo>
                  <a:lnTo>
                    <a:pt x="31132" y="1171"/>
                  </a:lnTo>
                  <a:lnTo>
                    <a:pt x="31265" y="1098"/>
                  </a:lnTo>
                  <a:lnTo>
                    <a:pt x="31398" y="1024"/>
                  </a:lnTo>
                  <a:lnTo>
                    <a:pt x="31531" y="951"/>
                  </a:lnTo>
                  <a:lnTo>
                    <a:pt x="31664" y="878"/>
                  </a:lnTo>
                  <a:lnTo>
                    <a:pt x="31797" y="805"/>
                  </a:lnTo>
                  <a:lnTo>
                    <a:pt x="31930" y="732"/>
                  </a:lnTo>
                  <a:lnTo>
                    <a:pt x="32063" y="659"/>
                  </a:lnTo>
                  <a:lnTo>
                    <a:pt x="32196" y="585"/>
                  </a:lnTo>
                  <a:lnTo>
                    <a:pt x="32329" y="512"/>
                  </a:lnTo>
                  <a:lnTo>
                    <a:pt x="32462" y="439"/>
                  </a:lnTo>
                  <a:lnTo>
                    <a:pt x="32595" y="366"/>
                  </a:lnTo>
                  <a:lnTo>
                    <a:pt x="32728" y="293"/>
                  </a:lnTo>
                  <a:lnTo>
                    <a:pt x="32861" y="219"/>
                  </a:lnTo>
                  <a:lnTo>
                    <a:pt x="32994" y="146"/>
                  </a:lnTo>
                  <a:lnTo>
                    <a:pt x="33127" y="73"/>
                  </a:lnTo>
                  <a:lnTo>
                    <a:pt x="33260" y="0"/>
                  </a:lnTo>
                </a:path>
              </a:pathLst>
            </a:custGeom>
            <a:ln w="7238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7172664" y="53633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180911" y="5339978"/>
              <a:ext cx="32789" cy="18806"/>
            </a:xfrm>
            <a:custGeom>
              <a:avLst/>
              <a:pathLst>
                <a:path w="32789" h="18806">
                  <a:moveTo>
                    <a:pt x="0" y="18806"/>
                  </a:moveTo>
                  <a:lnTo>
                    <a:pt x="132" y="18732"/>
                  </a:lnTo>
                  <a:lnTo>
                    <a:pt x="264" y="18657"/>
                  </a:lnTo>
                  <a:lnTo>
                    <a:pt x="396" y="18583"/>
                  </a:lnTo>
                  <a:lnTo>
                    <a:pt x="529" y="18508"/>
                  </a:lnTo>
                  <a:lnTo>
                    <a:pt x="661" y="18434"/>
                  </a:lnTo>
                  <a:lnTo>
                    <a:pt x="793" y="18360"/>
                  </a:lnTo>
                  <a:lnTo>
                    <a:pt x="926" y="18285"/>
                  </a:lnTo>
                  <a:lnTo>
                    <a:pt x="1058" y="18211"/>
                  </a:lnTo>
                  <a:lnTo>
                    <a:pt x="1190" y="18136"/>
                  </a:lnTo>
                  <a:lnTo>
                    <a:pt x="1322" y="18062"/>
                  </a:lnTo>
                  <a:lnTo>
                    <a:pt x="1455" y="17987"/>
                  </a:lnTo>
                  <a:lnTo>
                    <a:pt x="1587" y="17913"/>
                  </a:lnTo>
                  <a:lnTo>
                    <a:pt x="1719" y="17838"/>
                  </a:lnTo>
                  <a:lnTo>
                    <a:pt x="1852" y="17764"/>
                  </a:lnTo>
                  <a:lnTo>
                    <a:pt x="1984" y="17689"/>
                  </a:lnTo>
                  <a:lnTo>
                    <a:pt x="2116" y="17615"/>
                  </a:lnTo>
                  <a:lnTo>
                    <a:pt x="2248" y="17540"/>
                  </a:lnTo>
                  <a:lnTo>
                    <a:pt x="2381" y="17465"/>
                  </a:lnTo>
                  <a:lnTo>
                    <a:pt x="2513" y="17391"/>
                  </a:lnTo>
                  <a:lnTo>
                    <a:pt x="2645" y="17316"/>
                  </a:lnTo>
                  <a:lnTo>
                    <a:pt x="2777" y="17242"/>
                  </a:lnTo>
                  <a:lnTo>
                    <a:pt x="2909" y="17167"/>
                  </a:lnTo>
                  <a:lnTo>
                    <a:pt x="3042" y="17092"/>
                  </a:lnTo>
                  <a:lnTo>
                    <a:pt x="3174" y="17018"/>
                  </a:lnTo>
                  <a:lnTo>
                    <a:pt x="3306" y="16943"/>
                  </a:lnTo>
                  <a:lnTo>
                    <a:pt x="3438" y="16869"/>
                  </a:lnTo>
                  <a:lnTo>
                    <a:pt x="3570" y="16794"/>
                  </a:lnTo>
                  <a:lnTo>
                    <a:pt x="3703" y="16719"/>
                  </a:lnTo>
                  <a:lnTo>
                    <a:pt x="3835" y="16645"/>
                  </a:lnTo>
                  <a:lnTo>
                    <a:pt x="3967" y="16570"/>
                  </a:lnTo>
                  <a:lnTo>
                    <a:pt x="4099" y="16495"/>
                  </a:lnTo>
                  <a:lnTo>
                    <a:pt x="4231" y="16421"/>
                  </a:lnTo>
                  <a:lnTo>
                    <a:pt x="4363" y="16346"/>
                  </a:lnTo>
                  <a:lnTo>
                    <a:pt x="4496" y="16271"/>
                  </a:lnTo>
                  <a:lnTo>
                    <a:pt x="4628" y="16196"/>
                  </a:lnTo>
                  <a:lnTo>
                    <a:pt x="4760" y="16122"/>
                  </a:lnTo>
                  <a:lnTo>
                    <a:pt x="4892" y="16047"/>
                  </a:lnTo>
                  <a:lnTo>
                    <a:pt x="5024" y="15972"/>
                  </a:lnTo>
                  <a:lnTo>
                    <a:pt x="5156" y="15898"/>
                  </a:lnTo>
                  <a:lnTo>
                    <a:pt x="5288" y="15823"/>
                  </a:lnTo>
                  <a:lnTo>
                    <a:pt x="5421" y="15748"/>
                  </a:lnTo>
                  <a:lnTo>
                    <a:pt x="5553" y="15673"/>
                  </a:lnTo>
                  <a:lnTo>
                    <a:pt x="5685" y="15598"/>
                  </a:lnTo>
                  <a:lnTo>
                    <a:pt x="5817" y="15524"/>
                  </a:lnTo>
                  <a:lnTo>
                    <a:pt x="5949" y="15449"/>
                  </a:lnTo>
                  <a:lnTo>
                    <a:pt x="6081" y="15374"/>
                  </a:lnTo>
                  <a:lnTo>
                    <a:pt x="6213" y="15299"/>
                  </a:lnTo>
                  <a:lnTo>
                    <a:pt x="6345" y="15224"/>
                  </a:lnTo>
                  <a:lnTo>
                    <a:pt x="6477" y="15150"/>
                  </a:lnTo>
                  <a:lnTo>
                    <a:pt x="6609" y="15075"/>
                  </a:lnTo>
                  <a:lnTo>
                    <a:pt x="6741" y="15000"/>
                  </a:lnTo>
                  <a:lnTo>
                    <a:pt x="6873" y="14925"/>
                  </a:lnTo>
                  <a:lnTo>
                    <a:pt x="7006" y="14850"/>
                  </a:lnTo>
                  <a:lnTo>
                    <a:pt x="7138" y="14775"/>
                  </a:lnTo>
                  <a:lnTo>
                    <a:pt x="7270" y="14700"/>
                  </a:lnTo>
                  <a:lnTo>
                    <a:pt x="7402" y="14625"/>
                  </a:lnTo>
                  <a:lnTo>
                    <a:pt x="7534" y="14550"/>
                  </a:lnTo>
                  <a:lnTo>
                    <a:pt x="7666" y="14476"/>
                  </a:lnTo>
                  <a:lnTo>
                    <a:pt x="7798" y="14401"/>
                  </a:lnTo>
                  <a:lnTo>
                    <a:pt x="7930" y="14326"/>
                  </a:lnTo>
                  <a:lnTo>
                    <a:pt x="8062" y="14251"/>
                  </a:lnTo>
                  <a:lnTo>
                    <a:pt x="8194" y="14176"/>
                  </a:lnTo>
                  <a:lnTo>
                    <a:pt x="8326" y="14101"/>
                  </a:lnTo>
                  <a:lnTo>
                    <a:pt x="8458" y="14026"/>
                  </a:lnTo>
                  <a:lnTo>
                    <a:pt x="8590" y="13951"/>
                  </a:lnTo>
                  <a:lnTo>
                    <a:pt x="8722" y="13876"/>
                  </a:lnTo>
                  <a:lnTo>
                    <a:pt x="8854" y="13801"/>
                  </a:lnTo>
                  <a:lnTo>
                    <a:pt x="8986" y="13726"/>
                  </a:lnTo>
                  <a:lnTo>
                    <a:pt x="9118" y="13651"/>
                  </a:lnTo>
                  <a:lnTo>
                    <a:pt x="9250" y="13576"/>
                  </a:lnTo>
                  <a:lnTo>
                    <a:pt x="9382" y="13501"/>
                  </a:lnTo>
                  <a:lnTo>
                    <a:pt x="9514" y="13426"/>
                  </a:lnTo>
                  <a:lnTo>
                    <a:pt x="9646" y="13351"/>
                  </a:lnTo>
                  <a:lnTo>
                    <a:pt x="9778" y="13276"/>
                  </a:lnTo>
                  <a:lnTo>
                    <a:pt x="9909" y="13200"/>
                  </a:lnTo>
                  <a:lnTo>
                    <a:pt x="10041" y="13125"/>
                  </a:lnTo>
                  <a:lnTo>
                    <a:pt x="10173" y="13050"/>
                  </a:lnTo>
                  <a:lnTo>
                    <a:pt x="10305" y="12975"/>
                  </a:lnTo>
                  <a:lnTo>
                    <a:pt x="10437" y="12900"/>
                  </a:lnTo>
                  <a:lnTo>
                    <a:pt x="10569" y="12825"/>
                  </a:lnTo>
                  <a:lnTo>
                    <a:pt x="10701" y="12750"/>
                  </a:lnTo>
                  <a:lnTo>
                    <a:pt x="10833" y="12675"/>
                  </a:lnTo>
                  <a:lnTo>
                    <a:pt x="10965" y="12599"/>
                  </a:lnTo>
                  <a:lnTo>
                    <a:pt x="11097" y="12524"/>
                  </a:lnTo>
                  <a:lnTo>
                    <a:pt x="11229" y="12449"/>
                  </a:lnTo>
                  <a:lnTo>
                    <a:pt x="11361" y="12374"/>
                  </a:lnTo>
                  <a:lnTo>
                    <a:pt x="11492" y="12299"/>
                  </a:lnTo>
                  <a:lnTo>
                    <a:pt x="11624" y="12224"/>
                  </a:lnTo>
                  <a:lnTo>
                    <a:pt x="11756" y="12148"/>
                  </a:lnTo>
                  <a:lnTo>
                    <a:pt x="11888" y="12073"/>
                  </a:lnTo>
                  <a:lnTo>
                    <a:pt x="12020" y="11998"/>
                  </a:lnTo>
                  <a:lnTo>
                    <a:pt x="12152" y="11923"/>
                  </a:lnTo>
                  <a:lnTo>
                    <a:pt x="12284" y="11847"/>
                  </a:lnTo>
                  <a:lnTo>
                    <a:pt x="12415" y="11772"/>
                  </a:lnTo>
                  <a:lnTo>
                    <a:pt x="12547" y="11697"/>
                  </a:lnTo>
                  <a:lnTo>
                    <a:pt x="12679" y="11622"/>
                  </a:lnTo>
                  <a:lnTo>
                    <a:pt x="12811" y="11546"/>
                  </a:lnTo>
                  <a:lnTo>
                    <a:pt x="12943" y="11471"/>
                  </a:lnTo>
                  <a:lnTo>
                    <a:pt x="13075" y="11396"/>
                  </a:lnTo>
                  <a:lnTo>
                    <a:pt x="13206" y="11321"/>
                  </a:lnTo>
                  <a:lnTo>
                    <a:pt x="13338" y="11245"/>
                  </a:lnTo>
                  <a:lnTo>
                    <a:pt x="13470" y="11170"/>
                  </a:lnTo>
                  <a:lnTo>
                    <a:pt x="13602" y="11095"/>
                  </a:lnTo>
                  <a:lnTo>
                    <a:pt x="13734" y="11019"/>
                  </a:lnTo>
                  <a:lnTo>
                    <a:pt x="13865" y="10944"/>
                  </a:lnTo>
                  <a:lnTo>
                    <a:pt x="13997" y="10869"/>
                  </a:lnTo>
                  <a:lnTo>
                    <a:pt x="14129" y="10793"/>
                  </a:lnTo>
                  <a:lnTo>
                    <a:pt x="14261" y="10718"/>
                  </a:lnTo>
                  <a:lnTo>
                    <a:pt x="14392" y="10642"/>
                  </a:lnTo>
                  <a:lnTo>
                    <a:pt x="14524" y="10567"/>
                  </a:lnTo>
                  <a:lnTo>
                    <a:pt x="14656" y="10492"/>
                  </a:lnTo>
                  <a:lnTo>
                    <a:pt x="14788" y="10416"/>
                  </a:lnTo>
                  <a:lnTo>
                    <a:pt x="14919" y="10341"/>
                  </a:lnTo>
                  <a:lnTo>
                    <a:pt x="15051" y="10265"/>
                  </a:lnTo>
                  <a:lnTo>
                    <a:pt x="15183" y="10190"/>
                  </a:lnTo>
                  <a:lnTo>
                    <a:pt x="15315" y="10114"/>
                  </a:lnTo>
                  <a:lnTo>
                    <a:pt x="15446" y="10039"/>
                  </a:lnTo>
                  <a:lnTo>
                    <a:pt x="15578" y="9964"/>
                  </a:lnTo>
                  <a:lnTo>
                    <a:pt x="15710" y="9888"/>
                  </a:lnTo>
                  <a:lnTo>
                    <a:pt x="15842" y="9813"/>
                  </a:lnTo>
                  <a:lnTo>
                    <a:pt x="15973" y="9737"/>
                  </a:lnTo>
                  <a:lnTo>
                    <a:pt x="16105" y="9662"/>
                  </a:lnTo>
                  <a:lnTo>
                    <a:pt x="16237" y="9586"/>
                  </a:lnTo>
                  <a:lnTo>
                    <a:pt x="16368" y="9511"/>
                  </a:lnTo>
                  <a:lnTo>
                    <a:pt x="16500" y="9435"/>
                  </a:lnTo>
                  <a:lnTo>
                    <a:pt x="16632" y="9359"/>
                  </a:lnTo>
                  <a:lnTo>
                    <a:pt x="16763" y="9284"/>
                  </a:lnTo>
                  <a:lnTo>
                    <a:pt x="16895" y="9208"/>
                  </a:lnTo>
                  <a:lnTo>
                    <a:pt x="17027" y="9133"/>
                  </a:lnTo>
                  <a:lnTo>
                    <a:pt x="17158" y="9057"/>
                  </a:lnTo>
                  <a:lnTo>
                    <a:pt x="17290" y="8982"/>
                  </a:lnTo>
                  <a:lnTo>
                    <a:pt x="17422" y="8906"/>
                  </a:lnTo>
                  <a:lnTo>
                    <a:pt x="17553" y="8830"/>
                  </a:lnTo>
                  <a:lnTo>
                    <a:pt x="17685" y="8755"/>
                  </a:lnTo>
                  <a:lnTo>
                    <a:pt x="17817" y="8679"/>
                  </a:lnTo>
                  <a:lnTo>
                    <a:pt x="17948" y="8604"/>
                  </a:lnTo>
                  <a:lnTo>
                    <a:pt x="18080" y="8528"/>
                  </a:lnTo>
                  <a:lnTo>
                    <a:pt x="18211" y="8452"/>
                  </a:lnTo>
                  <a:lnTo>
                    <a:pt x="18343" y="8377"/>
                  </a:lnTo>
                  <a:lnTo>
                    <a:pt x="18475" y="8301"/>
                  </a:lnTo>
                  <a:lnTo>
                    <a:pt x="18606" y="8225"/>
                  </a:lnTo>
                  <a:lnTo>
                    <a:pt x="18738" y="8150"/>
                  </a:lnTo>
                  <a:lnTo>
                    <a:pt x="18870" y="8074"/>
                  </a:lnTo>
                  <a:lnTo>
                    <a:pt x="19001" y="7998"/>
                  </a:lnTo>
                  <a:lnTo>
                    <a:pt x="19133" y="7923"/>
                  </a:lnTo>
                  <a:lnTo>
                    <a:pt x="19264" y="7847"/>
                  </a:lnTo>
                  <a:lnTo>
                    <a:pt x="19396" y="7771"/>
                  </a:lnTo>
                  <a:lnTo>
                    <a:pt x="19527" y="7695"/>
                  </a:lnTo>
                  <a:lnTo>
                    <a:pt x="19659" y="7620"/>
                  </a:lnTo>
                  <a:lnTo>
                    <a:pt x="19790" y="7544"/>
                  </a:lnTo>
                  <a:lnTo>
                    <a:pt x="19922" y="7468"/>
                  </a:lnTo>
                  <a:lnTo>
                    <a:pt x="20054" y="7392"/>
                  </a:lnTo>
                  <a:lnTo>
                    <a:pt x="20185" y="7317"/>
                  </a:lnTo>
                  <a:lnTo>
                    <a:pt x="20317" y="7241"/>
                  </a:lnTo>
                  <a:lnTo>
                    <a:pt x="20448" y="7165"/>
                  </a:lnTo>
                  <a:lnTo>
                    <a:pt x="20580" y="7089"/>
                  </a:lnTo>
                  <a:lnTo>
                    <a:pt x="20711" y="7013"/>
                  </a:lnTo>
                  <a:lnTo>
                    <a:pt x="20843" y="6937"/>
                  </a:lnTo>
                  <a:lnTo>
                    <a:pt x="20974" y="6862"/>
                  </a:lnTo>
                  <a:lnTo>
                    <a:pt x="21106" y="6786"/>
                  </a:lnTo>
                  <a:lnTo>
                    <a:pt x="21237" y="6710"/>
                  </a:lnTo>
                  <a:lnTo>
                    <a:pt x="21369" y="6634"/>
                  </a:lnTo>
                  <a:lnTo>
                    <a:pt x="21500" y="6558"/>
                  </a:lnTo>
                  <a:lnTo>
                    <a:pt x="21632" y="6482"/>
                  </a:lnTo>
                  <a:lnTo>
                    <a:pt x="21763" y="6406"/>
                  </a:lnTo>
                  <a:lnTo>
                    <a:pt x="21895" y="6331"/>
                  </a:lnTo>
                  <a:lnTo>
                    <a:pt x="22026" y="6255"/>
                  </a:lnTo>
                  <a:lnTo>
                    <a:pt x="22158" y="6179"/>
                  </a:lnTo>
                  <a:lnTo>
                    <a:pt x="22289" y="6103"/>
                  </a:lnTo>
                  <a:lnTo>
                    <a:pt x="22421" y="6027"/>
                  </a:lnTo>
                  <a:lnTo>
                    <a:pt x="22552" y="5951"/>
                  </a:lnTo>
                  <a:lnTo>
                    <a:pt x="22683" y="5875"/>
                  </a:lnTo>
                  <a:lnTo>
                    <a:pt x="22815" y="5799"/>
                  </a:lnTo>
                  <a:lnTo>
                    <a:pt x="22946" y="5723"/>
                  </a:lnTo>
                  <a:lnTo>
                    <a:pt x="23078" y="5647"/>
                  </a:lnTo>
                  <a:lnTo>
                    <a:pt x="23209" y="5571"/>
                  </a:lnTo>
                  <a:lnTo>
                    <a:pt x="23341" y="5495"/>
                  </a:lnTo>
                  <a:lnTo>
                    <a:pt x="23472" y="5419"/>
                  </a:lnTo>
                  <a:lnTo>
                    <a:pt x="23603" y="5343"/>
                  </a:lnTo>
                  <a:lnTo>
                    <a:pt x="23735" y="5267"/>
                  </a:lnTo>
                  <a:lnTo>
                    <a:pt x="23866" y="5191"/>
                  </a:lnTo>
                  <a:lnTo>
                    <a:pt x="23998" y="5115"/>
                  </a:lnTo>
                  <a:lnTo>
                    <a:pt x="24129" y="5039"/>
                  </a:lnTo>
                  <a:lnTo>
                    <a:pt x="24260" y="4963"/>
                  </a:lnTo>
                  <a:lnTo>
                    <a:pt x="24392" y="4887"/>
                  </a:lnTo>
                  <a:lnTo>
                    <a:pt x="24523" y="4811"/>
                  </a:lnTo>
                  <a:lnTo>
                    <a:pt x="24654" y="4735"/>
                  </a:lnTo>
                  <a:lnTo>
                    <a:pt x="24786" y="4658"/>
                  </a:lnTo>
                  <a:lnTo>
                    <a:pt x="24917" y="4582"/>
                  </a:lnTo>
                  <a:lnTo>
                    <a:pt x="25048" y="4506"/>
                  </a:lnTo>
                  <a:lnTo>
                    <a:pt x="25180" y="4430"/>
                  </a:lnTo>
                  <a:lnTo>
                    <a:pt x="25311" y="4354"/>
                  </a:lnTo>
                  <a:lnTo>
                    <a:pt x="25442" y="4278"/>
                  </a:lnTo>
                  <a:lnTo>
                    <a:pt x="25574" y="4202"/>
                  </a:lnTo>
                  <a:lnTo>
                    <a:pt x="25705" y="4126"/>
                  </a:lnTo>
                  <a:lnTo>
                    <a:pt x="25836" y="4049"/>
                  </a:lnTo>
                  <a:lnTo>
                    <a:pt x="25968" y="3973"/>
                  </a:lnTo>
                  <a:lnTo>
                    <a:pt x="26099" y="3897"/>
                  </a:lnTo>
                  <a:lnTo>
                    <a:pt x="26230" y="3821"/>
                  </a:lnTo>
                  <a:lnTo>
                    <a:pt x="26362" y="3745"/>
                  </a:lnTo>
                  <a:lnTo>
                    <a:pt x="26493" y="3668"/>
                  </a:lnTo>
                  <a:lnTo>
                    <a:pt x="26624" y="3592"/>
                  </a:lnTo>
                  <a:lnTo>
                    <a:pt x="26755" y="3516"/>
                  </a:lnTo>
                  <a:lnTo>
                    <a:pt x="26887" y="3440"/>
                  </a:lnTo>
                  <a:lnTo>
                    <a:pt x="27018" y="3363"/>
                  </a:lnTo>
                  <a:lnTo>
                    <a:pt x="27149" y="3287"/>
                  </a:lnTo>
                  <a:lnTo>
                    <a:pt x="27281" y="3211"/>
                  </a:lnTo>
                  <a:lnTo>
                    <a:pt x="27412" y="3135"/>
                  </a:lnTo>
                  <a:lnTo>
                    <a:pt x="27543" y="3058"/>
                  </a:lnTo>
                  <a:lnTo>
                    <a:pt x="27674" y="2982"/>
                  </a:lnTo>
                  <a:lnTo>
                    <a:pt x="27806" y="2906"/>
                  </a:lnTo>
                  <a:lnTo>
                    <a:pt x="27937" y="2829"/>
                  </a:lnTo>
                  <a:lnTo>
                    <a:pt x="28068" y="2753"/>
                  </a:lnTo>
                  <a:lnTo>
                    <a:pt x="28199" y="2677"/>
                  </a:lnTo>
                  <a:lnTo>
                    <a:pt x="28330" y="2600"/>
                  </a:lnTo>
                  <a:lnTo>
                    <a:pt x="28462" y="2524"/>
                  </a:lnTo>
                  <a:lnTo>
                    <a:pt x="28593" y="2448"/>
                  </a:lnTo>
                  <a:lnTo>
                    <a:pt x="28724" y="2371"/>
                  </a:lnTo>
                  <a:lnTo>
                    <a:pt x="28855" y="2295"/>
                  </a:lnTo>
                  <a:lnTo>
                    <a:pt x="28986" y="2219"/>
                  </a:lnTo>
                  <a:lnTo>
                    <a:pt x="29118" y="2142"/>
                  </a:lnTo>
                  <a:lnTo>
                    <a:pt x="29249" y="2066"/>
                  </a:lnTo>
                  <a:lnTo>
                    <a:pt x="29380" y="1989"/>
                  </a:lnTo>
                  <a:lnTo>
                    <a:pt x="29511" y="1913"/>
                  </a:lnTo>
                  <a:lnTo>
                    <a:pt x="29642" y="1837"/>
                  </a:lnTo>
                  <a:lnTo>
                    <a:pt x="29773" y="1760"/>
                  </a:lnTo>
                  <a:lnTo>
                    <a:pt x="29905" y="1684"/>
                  </a:lnTo>
                  <a:lnTo>
                    <a:pt x="30036" y="1607"/>
                  </a:lnTo>
                  <a:lnTo>
                    <a:pt x="30167" y="1531"/>
                  </a:lnTo>
                  <a:lnTo>
                    <a:pt x="30298" y="1454"/>
                  </a:lnTo>
                  <a:lnTo>
                    <a:pt x="30429" y="1378"/>
                  </a:lnTo>
                  <a:lnTo>
                    <a:pt x="30560" y="1301"/>
                  </a:lnTo>
                  <a:lnTo>
                    <a:pt x="30691" y="1225"/>
                  </a:lnTo>
                  <a:lnTo>
                    <a:pt x="30823" y="1148"/>
                  </a:lnTo>
                  <a:lnTo>
                    <a:pt x="30954" y="1072"/>
                  </a:lnTo>
                  <a:lnTo>
                    <a:pt x="31085" y="995"/>
                  </a:lnTo>
                  <a:lnTo>
                    <a:pt x="31216" y="919"/>
                  </a:lnTo>
                  <a:lnTo>
                    <a:pt x="31347" y="842"/>
                  </a:lnTo>
                  <a:lnTo>
                    <a:pt x="31478" y="766"/>
                  </a:lnTo>
                  <a:lnTo>
                    <a:pt x="31609" y="689"/>
                  </a:lnTo>
                  <a:lnTo>
                    <a:pt x="31740" y="612"/>
                  </a:lnTo>
                  <a:lnTo>
                    <a:pt x="31871" y="536"/>
                  </a:lnTo>
                  <a:lnTo>
                    <a:pt x="32002" y="459"/>
                  </a:lnTo>
                  <a:lnTo>
                    <a:pt x="32133" y="383"/>
                  </a:lnTo>
                  <a:lnTo>
                    <a:pt x="32264" y="306"/>
                  </a:lnTo>
                  <a:lnTo>
                    <a:pt x="32396" y="229"/>
                  </a:lnTo>
                  <a:lnTo>
                    <a:pt x="32527" y="153"/>
                  </a:lnTo>
                  <a:lnTo>
                    <a:pt x="32658" y="76"/>
                  </a:lnTo>
                  <a:lnTo>
                    <a:pt x="32789" y="0"/>
                  </a:lnTo>
                </a:path>
              </a:pathLst>
            </a:custGeom>
            <a:ln w="7238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7254228" y="5315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7262270" y="53107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7238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7441095" y="51873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7238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7238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7238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7238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7238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7238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7238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7238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7238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8016299" y="3980677"/>
              <a:ext cx="223630" cy="549821"/>
            </a:xfrm>
            <a:custGeom>
              <a:avLst/>
              <a:pathLst>
                <a:path w="223630" h="549821">
                  <a:moveTo>
                    <a:pt x="0" y="549821"/>
                  </a:moveTo>
                  <a:lnTo>
                    <a:pt x="1188" y="547746"/>
                  </a:lnTo>
                  <a:lnTo>
                    <a:pt x="2374" y="545670"/>
                  </a:lnTo>
                  <a:lnTo>
                    <a:pt x="3558" y="543593"/>
                  </a:lnTo>
                  <a:lnTo>
                    <a:pt x="4740" y="541515"/>
                  </a:lnTo>
                  <a:lnTo>
                    <a:pt x="5919" y="539435"/>
                  </a:lnTo>
                  <a:lnTo>
                    <a:pt x="7097" y="537354"/>
                  </a:lnTo>
                  <a:lnTo>
                    <a:pt x="8272" y="535271"/>
                  </a:lnTo>
                  <a:lnTo>
                    <a:pt x="9444" y="533188"/>
                  </a:lnTo>
                  <a:lnTo>
                    <a:pt x="10615" y="531103"/>
                  </a:lnTo>
                  <a:lnTo>
                    <a:pt x="11783" y="529017"/>
                  </a:lnTo>
                  <a:lnTo>
                    <a:pt x="12949" y="526929"/>
                  </a:lnTo>
                  <a:lnTo>
                    <a:pt x="14113" y="524841"/>
                  </a:lnTo>
                  <a:lnTo>
                    <a:pt x="15274" y="522751"/>
                  </a:lnTo>
                  <a:lnTo>
                    <a:pt x="16434" y="520660"/>
                  </a:lnTo>
                  <a:lnTo>
                    <a:pt x="17591" y="518567"/>
                  </a:lnTo>
                  <a:lnTo>
                    <a:pt x="18745" y="516474"/>
                  </a:lnTo>
                  <a:lnTo>
                    <a:pt x="19898" y="514379"/>
                  </a:lnTo>
                  <a:lnTo>
                    <a:pt x="21048" y="512282"/>
                  </a:lnTo>
                  <a:lnTo>
                    <a:pt x="22196" y="510185"/>
                  </a:lnTo>
                  <a:lnTo>
                    <a:pt x="23341" y="508086"/>
                  </a:lnTo>
                  <a:lnTo>
                    <a:pt x="24485" y="505987"/>
                  </a:lnTo>
                  <a:lnTo>
                    <a:pt x="25626" y="503886"/>
                  </a:lnTo>
                  <a:lnTo>
                    <a:pt x="26765" y="501783"/>
                  </a:lnTo>
                  <a:lnTo>
                    <a:pt x="27901" y="499680"/>
                  </a:lnTo>
                  <a:lnTo>
                    <a:pt x="29036" y="497575"/>
                  </a:lnTo>
                  <a:lnTo>
                    <a:pt x="30168" y="495469"/>
                  </a:lnTo>
                  <a:lnTo>
                    <a:pt x="31297" y="493362"/>
                  </a:lnTo>
                  <a:lnTo>
                    <a:pt x="32425" y="491253"/>
                  </a:lnTo>
                  <a:lnTo>
                    <a:pt x="33550" y="489143"/>
                  </a:lnTo>
                  <a:lnTo>
                    <a:pt x="34673" y="487033"/>
                  </a:lnTo>
                  <a:lnTo>
                    <a:pt x="35794" y="484921"/>
                  </a:lnTo>
                  <a:lnTo>
                    <a:pt x="36912" y="482807"/>
                  </a:lnTo>
                  <a:lnTo>
                    <a:pt x="38028" y="480693"/>
                  </a:lnTo>
                  <a:lnTo>
                    <a:pt x="39142" y="478577"/>
                  </a:lnTo>
                  <a:lnTo>
                    <a:pt x="40253" y="476460"/>
                  </a:lnTo>
                  <a:lnTo>
                    <a:pt x="41363" y="474342"/>
                  </a:lnTo>
                  <a:lnTo>
                    <a:pt x="42470" y="472223"/>
                  </a:lnTo>
                  <a:lnTo>
                    <a:pt x="43574" y="470102"/>
                  </a:lnTo>
                  <a:lnTo>
                    <a:pt x="44677" y="467980"/>
                  </a:lnTo>
                  <a:lnTo>
                    <a:pt x="45777" y="465858"/>
                  </a:lnTo>
                  <a:lnTo>
                    <a:pt x="46874" y="463734"/>
                  </a:lnTo>
                  <a:lnTo>
                    <a:pt x="47970" y="461608"/>
                  </a:lnTo>
                  <a:lnTo>
                    <a:pt x="49063" y="459482"/>
                  </a:lnTo>
                  <a:lnTo>
                    <a:pt x="50154" y="457354"/>
                  </a:lnTo>
                  <a:lnTo>
                    <a:pt x="51243" y="455225"/>
                  </a:lnTo>
                  <a:lnTo>
                    <a:pt x="52329" y="453095"/>
                  </a:lnTo>
                  <a:lnTo>
                    <a:pt x="53413" y="450964"/>
                  </a:lnTo>
                  <a:lnTo>
                    <a:pt x="54494" y="448832"/>
                  </a:lnTo>
                  <a:lnTo>
                    <a:pt x="55574" y="446699"/>
                  </a:lnTo>
                  <a:lnTo>
                    <a:pt x="56651" y="444564"/>
                  </a:lnTo>
                  <a:lnTo>
                    <a:pt x="57726" y="442428"/>
                  </a:lnTo>
                  <a:lnTo>
                    <a:pt x="58798" y="440291"/>
                  </a:lnTo>
                  <a:lnTo>
                    <a:pt x="59868" y="438153"/>
                  </a:lnTo>
                  <a:lnTo>
                    <a:pt x="60936" y="436014"/>
                  </a:lnTo>
                  <a:lnTo>
                    <a:pt x="62002" y="433873"/>
                  </a:lnTo>
                  <a:lnTo>
                    <a:pt x="63065" y="431732"/>
                  </a:lnTo>
                  <a:lnTo>
                    <a:pt x="64126" y="429589"/>
                  </a:lnTo>
                  <a:lnTo>
                    <a:pt x="65184" y="427445"/>
                  </a:lnTo>
                  <a:lnTo>
                    <a:pt x="66241" y="425300"/>
                  </a:lnTo>
                  <a:lnTo>
                    <a:pt x="67295" y="423154"/>
                  </a:lnTo>
                  <a:lnTo>
                    <a:pt x="68346" y="421007"/>
                  </a:lnTo>
                  <a:lnTo>
                    <a:pt x="69395" y="418858"/>
                  </a:lnTo>
                  <a:lnTo>
                    <a:pt x="70442" y="416709"/>
                  </a:lnTo>
                  <a:lnTo>
                    <a:pt x="71487" y="414558"/>
                  </a:lnTo>
                  <a:lnTo>
                    <a:pt x="72530" y="412406"/>
                  </a:lnTo>
                  <a:lnTo>
                    <a:pt x="73570" y="410253"/>
                  </a:lnTo>
                  <a:lnTo>
                    <a:pt x="74607" y="408099"/>
                  </a:lnTo>
                  <a:lnTo>
                    <a:pt x="75643" y="405944"/>
                  </a:lnTo>
                  <a:lnTo>
                    <a:pt x="76676" y="403788"/>
                  </a:lnTo>
                  <a:lnTo>
                    <a:pt x="77706" y="401630"/>
                  </a:lnTo>
                  <a:lnTo>
                    <a:pt x="78735" y="399472"/>
                  </a:lnTo>
                  <a:lnTo>
                    <a:pt x="79761" y="397312"/>
                  </a:lnTo>
                  <a:lnTo>
                    <a:pt x="80785" y="395152"/>
                  </a:lnTo>
                  <a:lnTo>
                    <a:pt x="81806" y="392990"/>
                  </a:lnTo>
                  <a:lnTo>
                    <a:pt x="82825" y="390827"/>
                  </a:lnTo>
                  <a:lnTo>
                    <a:pt x="83842" y="388663"/>
                  </a:lnTo>
                  <a:lnTo>
                    <a:pt x="84856" y="386498"/>
                  </a:lnTo>
                  <a:lnTo>
                    <a:pt x="85868" y="384331"/>
                  </a:lnTo>
                  <a:lnTo>
                    <a:pt x="86878" y="382164"/>
                  </a:lnTo>
                  <a:lnTo>
                    <a:pt x="87885" y="379996"/>
                  </a:lnTo>
                  <a:lnTo>
                    <a:pt x="88890" y="377826"/>
                  </a:lnTo>
                  <a:lnTo>
                    <a:pt x="89893" y="375656"/>
                  </a:lnTo>
                  <a:lnTo>
                    <a:pt x="90893" y="373484"/>
                  </a:lnTo>
                  <a:lnTo>
                    <a:pt x="91891" y="371311"/>
                  </a:lnTo>
                  <a:lnTo>
                    <a:pt x="92887" y="369137"/>
                  </a:lnTo>
                  <a:lnTo>
                    <a:pt x="93880" y="366962"/>
                  </a:lnTo>
                  <a:lnTo>
                    <a:pt x="94871" y="364787"/>
                  </a:lnTo>
                  <a:lnTo>
                    <a:pt x="95860" y="362609"/>
                  </a:lnTo>
                  <a:lnTo>
                    <a:pt x="96846" y="360431"/>
                  </a:lnTo>
                  <a:lnTo>
                    <a:pt x="97830" y="358252"/>
                  </a:lnTo>
                  <a:lnTo>
                    <a:pt x="98811" y="356072"/>
                  </a:lnTo>
                  <a:lnTo>
                    <a:pt x="99790" y="353891"/>
                  </a:lnTo>
                  <a:lnTo>
                    <a:pt x="100767" y="351708"/>
                  </a:lnTo>
                  <a:lnTo>
                    <a:pt x="101742" y="349525"/>
                  </a:lnTo>
                  <a:lnTo>
                    <a:pt x="102714" y="347341"/>
                  </a:lnTo>
                  <a:lnTo>
                    <a:pt x="103683" y="345155"/>
                  </a:lnTo>
                  <a:lnTo>
                    <a:pt x="104651" y="342969"/>
                  </a:lnTo>
                  <a:lnTo>
                    <a:pt x="105616" y="340781"/>
                  </a:lnTo>
                  <a:lnTo>
                    <a:pt x="106578" y="338592"/>
                  </a:lnTo>
                  <a:lnTo>
                    <a:pt x="107539" y="336403"/>
                  </a:lnTo>
                  <a:lnTo>
                    <a:pt x="108497" y="334212"/>
                  </a:lnTo>
                  <a:lnTo>
                    <a:pt x="109452" y="332020"/>
                  </a:lnTo>
                  <a:lnTo>
                    <a:pt x="110405" y="329827"/>
                  </a:lnTo>
                  <a:lnTo>
                    <a:pt x="111356" y="327634"/>
                  </a:lnTo>
                  <a:lnTo>
                    <a:pt x="112305" y="325439"/>
                  </a:lnTo>
                  <a:lnTo>
                    <a:pt x="113251" y="323243"/>
                  </a:lnTo>
                  <a:lnTo>
                    <a:pt x="114194" y="321046"/>
                  </a:lnTo>
                  <a:lnTo>
                    <a:pt x="115136" y="318848"/>
                  </a:lnTo>
                  <a:lnTo>
                    <a:pt x="116075" y="316649"/>
                  </a:lnTo>
                  <a:lnTo>
                    <a:pt x="117011" y="314450"/>
                  </a:lnTo>
                  <a:lnTo>
                    <a:pt x="117946" y="312249"/>
                  </a:lnTo>
                  <a:lnTo>
                    <a:pt x="118877" y="310047"/>
                  </a:lnTo>
                  <a:lnTo>
                    <a:pt x="119807" y="307844"/>
                  </a:lnTo>
                  <a:lnTo>
                    <a:pt x="120734" y="305640"/>
                  </a:lnTo>
                  <a:lnTo>
                    <a:pt x="121659" y="303435"/>
                  </a:lnTo>
                  <a:lnTo>
                    <a:pt x="122581" y="301229"/>
                  </a:lnTo>
                  <a:lnTo>
                    <a:pt x="123501" y="299022"/>
                  </a:lnTo>
                  <a:lnTo>
                    <a:pt x="124418" y="296814"/>
                  </a:lnTo>
                  <a:lnTo>
                    <a:pt x="125334" y="294605"/>
                  </a:lnTo>
                  <a:lnTo>
                    <a:pt x="126246" y="292395"/>
                  </a:lnTo>
                  <a:lnTo>
                    <a:pt x="127157" y="290184"/>
                  </a:lnTo>
                  <a:lnTo>
                    <a:pt x="128065" y="287973"/>
                  </a:lnTo>
                  <a:lnTo>
                    <a:pt x="128970" y="285760"/>
                  </a:lnTo>
                  <a:lnTo>
                    <a:pt x="129873" y="283546"/>
                  </a:lnTo>
                  <a:lnTo>
                    <a:pt x="130774" y="281331"/>
                  </a:lnTo>
                  <a:lnTo>
                    <a:pt x="131673" y="279115"/>
                  </a:lnTo>
                  <a:lnTo>
                    <a:pt x="132569" y="276899"/>
                  </a:lnTo>
                  <a:lnTo>
                    <a:pt x="133462" y="274681"/>
                  </a:lnTo>
                  <a:lnTo>
                    <a:pt x="134354" y="272462"/>
                  </a:lnTo>
                  <a:lnTo>
                    <a:pt x="135243" y="270243"/>
                  </a:lnTo>
                  <a:lnTo>
                    <a:pt x="136129" y="268022"/>
                  </a:lnTo>
                  <a:lnTo>
                    <a:pt x="137013" y="265801"/>
                  </a:lnTo>
                  <a:lnTo>
                    <a:pt x="137895" y="263578"/>
                  </a:lnTo>
                  <a:lnTo>
                    <a:pt x="138774" y="261355"/>
                  </a:lnTo>
                  <a:lnTo>
                    <a:pt x="139651" y="259130"/>
                  </a:lnTo>
                  <a:lnTo>
                    <a:pt x="140525" y="256905"/>
                  </a:lnTo>
                  <a:lnTo>
                    <a:pt x="141397" y="254679"/>
                  </a:lnTo>
                  <a:lnTo>
                    <a:pt x="142267" y="252452"/>
                  </a:lnTo>
                  <a:lnTo>
                    <a:pt x="143134" y="250223"/>
                  </a:lnTo>
                  <a:lnTo>
                    <a:pt x="143999" y="247994"/>
                  </a:lnTo>
                  <a:lnTo>
                    <a:pt x="144861" y="245764"/>
                  </a:lnTo>
                  <a:lnTo>
                    <a:pt x="145721" y="243533"/>
                  </a:lnTo>
                  <a:lnTo>
                    <a:pt x="146579" y="241301"/>
                  </a:lnTo>
                  <a:lnTo>
                    <a:pt x="147434" y="239069"/>
                  </a:lnTo>
                  <a:lnTo>
                    <a:pt x="148287" y="236835"/>
                  </a:lnTo>
                  <a:lnTo>
                    <a:pt x="149137" y="234600"/>
                  </a:lnTo>
                  <a:lnTo>
                    <a:pt x="149985" y="232365"/>
                  </a:lnTo>
                  <a:lnTo>
                    <a:pt x="150831" y="230128"/>
                  </a:lnTo>
                  <a:lnTo>
                    <a:pt x="151674" y="227891"/>
                  </a:lnTo>
                  <a:lnTo>
                    <a:pt x="152515" y="225653"/>
                  </a:lnTo>
                  <a:lnTo>
                    <a:pt x="153353" y="223413"/>
                  </a:lnTo>
                  <a:lnTo>
                    <a:pt x="154189" y="221173"/>
                  </a:lnTo>
                  <a:lnTo>
                    <a:pt x="155022" y="218932"/>
                  </a:lnTo>
                  <a:lnTo>
                    <a:pt x="155853" y="216690"/>
                  </a:lnTo>
                  <a:lnTo>
                    <a:pt x="156682" y="214448"/>
                  </a:lnTo>
                  <a:lnTo>
                    <a:pt x="157508" y="212204"/>
                  </a:lnTo>
                  <a:lnTo>
                    <a:pt x="158332" y="209959"/>
                  </a:lnTo>
                  <a:lnTo>
                    <a:pt x="159153" y="207714"/>
                  </a:lnTo>
                  <a:lnTo>
                    <a:pt x="159972" y="205467"/>
                  </a:lnTo>
                  <a:lnTo>
                    <a:pt x="160789" y="203220"/>
                  </a:lnTo>
                  <a:lnTo>
                    <a:pt x="161603" y="200972"/>
                  </a:lnTo>
                  <a:lnTo>
                    <a:pt x="162414" y="198723"/>
                  </a:lnTo>
                  <a:lnTo>
                    <a:pt x="163223" y="196473"/>
                  </a:lnTo>
                  <a:lnTo>
                    <a:pt x="164030" y="194222"/>
                  </a:lnTo>
                  <a:lnTo>
                    <a:pt x="164835" y="191971"/>
                  </a:lnTo>
                  <a:lnTo>
                    <a:pt x="165637" y="189718"/>
                  </a:lnTo>
                  <a:lnTo>
                    <a:pt x="166436" y="187465"/>
                  </a:lnTo>
                  <a:lnTo>
                    <a:pt x="167233" y="185211"/>
                  </a:lnTo>
                  <a:lnTo>
                    <a:pt x="168028" y="182956"/>
                  </a:lnTo>
                  <a:lnTo>
                    <a:pt x="168820" y="180700"/>
                  </a:lnTo>
                  <a:lnTo>
                    <a:pt x="169610" y="178443"/>
                  </a:lnTo>
                  <a:lnTo>
                    <a:pt x="170397" y="176185"/>
                  </a:lnTo>
                  <a:lnTo>
                    <a:pt x="171182" y="173927"/>
                  </a:lnTo>
                  <a:lnTo>
                    <a:pt x="171964" y="171667"/>
                  </a:lnTo>
                  <a:lnTo>
                    <a:pt x="172744" y="169407"/>
                  </a:lnTo>
                  <a:lnTo>
                    <a:pt x="173522" y="167146"/>
                  </a:lnTo>
                  <a:lnTo>
                    <a:pt x="174297" y="164884"/>
                  </a:lnTo>
                  <a:lnTo>
                    <a:pt x="175069" y="162622"/>
                  </a:lnTo>
                  <a:lnTo>
                    <a:pt x="175840" y="160358"/>
                  </a:lnTo>
                  <a:lnTo>
                    <a:pt x="176607" y="158094"/>
                  </a:lnTo>
                  <a:lnTo>
                    <a:pt x="177373" y="155829"/>
                  </a:lnTo>
                  <a:lnTo>
                    <a:pt x="178135" y="153563"/>
                  </a:lnTo>
                  <a:lnTo>
                    <a:pt x="178896" y="151296"/>
                  </a:lnTo>
                  <a:lnTo>
                    <a:pt x="179654" y="149028"/>
                  </a:lnTo>
                  <a:lnTo>
                    <a:pt x="180409" y="146760"/>
                  </a:lnTo>
                  <a:lnTo>
                    <a:pt x="181162" y="144490"/>
                  </a:lnTo>
                  <a:lnTo>
                    <a:pt x="181913" y="142220"/>
                  </a:lnTo>
                  <a:lnTo>
                    <a:pt x="182661" y="139949"/>
                  </a:lnTo>
                  <a:lnTo>
                    <a:pt x="183407" y="137678"/>
                  </a:lnTo>
                  <a:lnTo>
                    <a:pt x="184150" y="135405"/>
                  </a:lnTo>
                  <a:lnTo>
                    <a:pt x="184891" y="133132"/>
                  </a:lnTo>
                  <a:lnTo>
                    <a:pt x="185629" y="130858"/>
                  </a:lnTo>
                  <a:lnTo>
                    <a:pt x="186365" y="128583"/>
                  </a:lnTo>
                  <a:lnTo>
                    <a:pt x="187099" y="126307"/>
                  </a:lnTo>
                  <a:lnTo>
                    <a:pt x="187830" y="124031"/>
                  </a:lnTo>
                  <a:lnTo>
                    <a:pt x="188558" y="121753"/>
                  </a:lnTo>
                  <a:lnTo>
                    <a:pt x="189284" y="119475"/>
                  </a:lnTo>
                  <a:lnTo>
                    <a:pt x="190008" y="117196"/>
                  </a:lnTo>
                  <a:lnTo>
                    <a:pt x="190729" y="114917"/>
                  </a:lnTo>
                  <a:lnTo>
                    <a:pt x="191448" y="112636"/>
                  </a:lnTo>
                  <a:lnTo>
                    <a:pt x="192164" y="110355"/>
                  </a:lnTo>
                  <a:lnTo>
                    <a:pt x="192878" y="108073"/>
                  </a:lnTo>
                  <a:lnTo>
                    <a:pt x="193589" y="105791"/>
                  </a:lnTo>
                  <a:lnTo>
                    <a:pt x="194298" y="103507"/>
                  </a:lnTo>
                  <a:lnTo>
                    <a:pt x="195004" y="101223"/>
                  </a:lnTo>
                  <a:lnTo>
                    <a:pt x="195708" y="98938"/>
                  </a:lnTo>
                  <a:lnTo>
                    <a:pt x="196409" y="96652"/>
                  </a:lnTo>
                  <a:lnTo>
                    <a:pt x="197108" y="94365"/>
                  </a:lnTo>
                  <a:lnTo>
                    <a:pt x="197805" y="92078"/>
                  </a:lnTo>
                  <a:lnTo>
                    <a:pt x="198499" y="89790"/>
                  </a:lnTo>
                  <a:lnTo>
                    <a:pt x="199190" y="87501"/>
                  </a:lnTo>
                  <a:lnTo>
                    <a:pt x="199879" y="85212"/>
                  </a:lnTo>
                  <a:lnTo>
                    <a:pt x="200566" y="82922"/>
                  </a:lnTo>
                  <a:lnTo>
                    <a:pt x="201250" y="80630"/>
                  </a:lnTo>
                  <a:lnTo>
                    <a:pt x="201932" y="78339"/>
                  </a:lnTo>
                  <a:lnTo>
                    <a:pt x="202611" y="76046"/>
                  </a:lnTo>
                  <a:lnTo>
                    <a:pt x="203288" y="73753"/>
                  </a:lnTo>
                  <a:lnTo>
                    <a:pt x="203962" y="71459"/>
                  </a:lnTo>
                  <a:lnTo>
                    <a:pt x="204633" y="69164"/>
                  </a:lnTo>
                  <a:lnTo>
                    <a:pt x="205303" y="66869"/>
                  </a:lnTo>
                  <a:lnTo>
                    <a:pt x="205970" y="64573"/>
                  </a:lnTo>
                  <a:lnTo>
                    <a:pt x="206634" y="62276"/>
                  </a:lnTo>
                  <a:lnTo>
                    <a:pt x="207296" y="59978"/>
                  </a:lnTo>
                  <a:lnTo>
                    <a:pt x="207955" y="57680"/>
                  </a:lnTo>
                  <a:lnTo>
                    <a:pt x="208612" y="55381"/>
                  </a:lnTo>
                  <a:lnTo>
                    <a:pt x="209266" y="53082"/>
                  </a:lnTo>
                  <a:lnTo>
                    <a:pt x="209918" y="50781"/>
                  </a:lnTo>
                  <a:lnTo>
                    <a:pt x="210567" y="48480"/>
                  </a:lnTo>
                  <a:lnTo>
                    <a:pt x="211214" y="46178"/>
                  </a:lnTo>
                  <a:lnTo>
                    <a:pt x="211859" y="43876"/>
                  </a:lnTo>
                  <a:lnTo>
                    <a:pt x="212501" y="41573"/>
                  </a:lnTo>
                  <a:lnTo>
                    <a:pt x="213140" y="39269"/>
                  </a:lnTo>
                  <a:lnTo>
                    <a:pt x="213777" y="36964"/>
                  </a:lnTo>
                  <a:lnTo>
                    <a:pt x="214412" y="34659"/>
                  </a:lnTo>
                  <a:lnTo>
                    <a:pt x="215044" y="32353"/>
                  </a:lnTo>
                  <a:lnTo>
                    <a:pt x="215673" y="30046"/>
                  </a:lnTo>
                  <a:lnTo>
                    <a:pt x="216300" y="27739"/>
                  </a:lnTo>
                  <a:lnTo>
                    <a:pt x="216925" y="25431"/>
                  </a:lnTo>
                  <a:lnTo>
                    <a:pt x="217547" y="23122"/>
                  </a:lnTo>
                  <a:lnTo>
                    <a:pt x="218166" y="20813"/>
                  </a:lnTo>
                  <a:lnTo>
                    <a:pt x="218783" y="18503"/>
                  </a:lnTo>
                  <a:lnTo>
                    <a:pt x="219398" y="16192"/>
                  </a:lnTo>
                  <a:lnTo>
                    <a:pt x="220010" y="13881"/>
                  </a:lnTo>
                  <a:lnTo>
                    <a:pt x="220619" y="11569"/>
                  </a:lnTo>
                  <a:lnTo>
                    <a:pt x="221226" y="9257"/>
                  </a:lnTo>
                  <a:lnTo>
                    <a:pt x="221831" y="6943"/>
                  </a:lnTo>
                  <a:lnTo>
                    <a:pt x="222433" y="4629"/>
                  </a:lnTo>
                  <a:lnTo>
                    <a:pt x="223032" y="2315"/>
                  </a:lnTo>
                  <a:lnTo>
                    <a:pt x="223630" y="0"/>
                  </a:lnTo>
                </a:path>
              </a:pathLst>
            </a:custGeom>
            <a:ln w="7238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g7158"/>
            <p:cNvSpPr/>
            <p:nvPr/>
          </p:nvSpPr>
          <p:spPr>
            <a:xfrm>
              <a:off x="3897319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9" name="pg7159"/>
            <p:cNvSpPr/>
            <p:nvPr/>
          </p:nvSpPr>
          <p:spPr>
            <a:xfrm>
              <a:off x="3894109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0" name="pg7160"/>
            <p:cNvSpPr/>
            <p:nvPr/>
          </p:nvSpPr>
          <p:spPr>
            <a:xfrm>
              <a:off x="4007251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1" name="pg7161"/>
            <p:cNvSpPr/>
            <p:nvPr/>
          </p:nvSpPr>
          <p:spPr>
            <a:xfrm>
              <a:off x="4002927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2" name="pg7162"/>
            <p:cNvSpPr/>
            <p:nvPr/>
          </p:nvSpPr>
          <p:spPr>
            <a:xfrm>
              <a:off x="402044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3" name="pg7163"/>
            <p:cNvSpPr/>
            <p:nvPr/>
          </p:nvSpPr>
          <p:spPr>
            <a:xfrm>
              <a:off x="401601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4" name="pg7164"/>
            <p:cNvSpPr/>
            <p:nvPr/>
          </p:nvSpPr>
          <p:spPr>
            <a:xfrm>
              <a:off x="4011612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5" name="pg7165"/>
            <p:cNvSpPr/>
            <p:nvPr/>
          </p:nvSpPr>
          <p:spPr>
            <a:xfrm>
              <a:off x="3998641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6" name="pg7166"/>
            <p:cNvSpPr/>
            <p:nvPr/>
          </p:nvSpPr>
          <p:spPr>
            <a:xfrm>
              <a:off x="3994392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7" name="pg7167"/>
            <p:cNvSpPr/>
            <p:nvPr/>
          </p:nvSpPr>
          <p:spPr>
            <a:xfrm>
              <a:off x="3990181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8" name="pg7168"/>
            <p:cNvSpPr/>
            <p:nvPr/>
          </p:nvSpPr>
          <p:spPr>
            <a:xfrm>
              <a:off x="3986008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9" name="pg7169"/>
            <p:cNvSpPr/>
            <p:nvPr/>
          </p:nvSpPr>
          <p:spPr>
            <a:xfrm>
              <a:off x="3981872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0" name="pg7170"/>
            <p:cNvSpPr/>
            <p:nvPr/>
          </p:nvSpPr>
          <p:spPr>
            <a:xfrm>
              <a:off x="3977774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1" name="pg7171"/>
            <p:cNvSpPr/>
            <p:nvPr/>
          </p:nvSpPr>
          <p:spPr>
            <a:xfrm>
              <a:off x="3973714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2" name="pg7172"/>
            <p:cNvSpPr/>
            <p:nvPr/>
          </p:nvSpPr>
          <p:spPr>
            <a:xfrm>
              <a:off x="3969691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3" name="pg7173"/>
            <p:cNvSpPr/>
            <p:nvPr/>
          </p:nvSpPr>
          <p:spPr>
            <a:xfrm>
              <a:off x="3965707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4" name="pg7174"/>
            <p:cNvSpPr/>
            <p:nvPr/>
          </p:nvSpPr>
          <p:spPr>
            <a:xfrm>
              <a:off x="3961761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5" name="pg7175"/>
            <p:cNvSpPr/>
            <p:nvPr/>
          </p:nvSpPr>
          <p:spPr>
            <a:xfrm>
              <a:off x="3957853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6" name="pg7176"/>
            <p:cNvSpPr/>
            <p:nvPr/>
          </p:nvSpPr>
          <p:spPr>
            <a:xfrm>
              <a:off x="3953983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3950151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3946358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3942604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3938887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393521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3931570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392797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3924408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3920886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3917402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3913957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3910551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3907184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3903856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900568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4325351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318983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312646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306342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364216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357661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4351137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4344643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4338181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433175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4300069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4293828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428762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4281443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4275299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4269187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4263108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4257062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4251048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245067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239119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23320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227323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22147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21566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209879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204131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198417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192737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116824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111664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106539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101449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09639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091377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086394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081447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076537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071662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187091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181479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175900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170357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164847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159372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153932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148526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14315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137819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132518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127251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12202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066823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062021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05725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052526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047832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043176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038556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033973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029427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024917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381836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3816359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3814393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3812468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3810584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383588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3833549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3831258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3829008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3826798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3824629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382250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3820412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3890938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3887807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3884715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3881663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3878651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3875678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387274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3869852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3866998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3864184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3861411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3858677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3855983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85333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850716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848143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84561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843117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840664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838252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03458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01779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08741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06939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05178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00141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798544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796988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795473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784840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783697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79400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792568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791177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789827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788518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787251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78602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782596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7815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780516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779539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778603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772609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772047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775273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77454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777708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77685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776043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773858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773213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771526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771047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7061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770214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76986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769548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69277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69048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6886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68714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4943091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4934572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4926074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4917596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4909139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4900703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4892288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4883894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4985986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4977367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4968769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4960189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495163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5038101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5029368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5020654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5011958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5003281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4994624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875521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86717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858841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850533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842247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833984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825742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817523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809327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801153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793002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78487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477677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4768689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4760631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4752596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4744586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4736599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728636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5542433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5580557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5571013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5561477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5551951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5637998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562840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5618819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609241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599671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59011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504459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494991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5532925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5523427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5513938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5485532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5476084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5466646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457219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447803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438398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429004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419622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410251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400892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39154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38221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372887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363577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354279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344994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335723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326464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317218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792411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782716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821521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811813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80211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879853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870122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860394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85067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84095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831234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967554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957801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948049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93830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928552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6045624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6035862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6026102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6016341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6006582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996823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987065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977309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918807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909064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899324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889587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724662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715006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705357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743991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734323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773027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763343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753664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695713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686077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676447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666824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657208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647599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289563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307986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298767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280372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189268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180242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171232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144298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162238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15326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135353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12642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198311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216441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207368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271195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262033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252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243752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234633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22553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064411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055623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046853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090883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082041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117514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10862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099743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073217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4720698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4712783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4681372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4704894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4697028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4689188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4673582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4665817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4658077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4650362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4642673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463501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4627373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4619761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4612176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4604617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45970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4589579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458210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574648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567222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54511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559824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552453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537794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404191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452195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445249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438332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431444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424586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417758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41096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530505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52324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516012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508807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501631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494483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487363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480272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473209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466176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459171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397453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39074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384067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377419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370802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376861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3768548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8039108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805351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8048749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8043946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8034233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8019393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8029322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8024376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801437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8009321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8004231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7999106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7993945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8315296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8313782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8312226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8310629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8308991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8307312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305592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303831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302029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300186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298302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296377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294411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29240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290358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28827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286141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8283972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8281762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279512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277221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27489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272518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270106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267653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26516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262627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260054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252093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25744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254786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340556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34016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39723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39244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38723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38161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37557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36912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42243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42222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34216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342056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34191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341722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341493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341222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34091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33622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335496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334726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33391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333062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332167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331231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330254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3292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328174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327073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325929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32474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323519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322252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320943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19593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18202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1677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249359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246585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23802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243772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240918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235092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232119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229106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219832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226054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222963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216661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213451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210202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206913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203586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200219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196813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193368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189884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186361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18280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179199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17556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171883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168166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164412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160618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156787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152917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149009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145063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141079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137056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132996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120589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128898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124762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116378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112129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107843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09032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103519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099158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09476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085852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081343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076797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072214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067594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062937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058244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7940413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7934869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7929291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798875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7983518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7978252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7972951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796761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7962244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7956838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7951397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7945923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7923679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7918033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7912353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7906639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7900891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789511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788929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883447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87756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871650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865703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859722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853708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829327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82315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847661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841582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835471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816941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726703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72002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713317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706579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69981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693012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686183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679325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672438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772589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785419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77902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810701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804428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798123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791787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766127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759633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753109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746553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739967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733350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665521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658574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651599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644594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637560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630498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623407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616287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609139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601962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594758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58752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580264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572976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56566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558316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550946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543547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536122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52867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521191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5136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506152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498593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491008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483397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47576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468097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460408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452693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444953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437188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429397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421582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413741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405876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397986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390072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382134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374171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366184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358174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350139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342081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33400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32589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317767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309617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301443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293246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251929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24360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285027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276786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268523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260237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235249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226876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218482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210067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201631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193174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184696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176197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167679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15914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150580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142001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133402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124784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116146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107488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098812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090116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081402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072669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011027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00215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6993256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698434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6975417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046359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063917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055147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037553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028728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019887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6966472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695751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6948532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6939538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6930528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6921501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6912459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6737882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672856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671922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709878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700519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691148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6681766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6672372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6662967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6653551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6644124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6634686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625238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615779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606310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596832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747193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03402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894328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88524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876136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867018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857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848737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839574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830398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821207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812002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802784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793552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784306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775047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765775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756490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491951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48236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511099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501529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568336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587343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577844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558819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549293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539757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530213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52066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328053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424693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415056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472772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463170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453562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443946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434323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405413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395764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386108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376446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337743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366779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357105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347427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318359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30866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298957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289248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279536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26982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26010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250375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240648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230917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221183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17247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162721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152969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211446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201706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191963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182218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143216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104188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133461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123704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113947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094429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084668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074907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065146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055385" y="11016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3768714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376886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3768527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3768548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376861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3769048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3769277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3769548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376986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3770214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377061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3771047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3771526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3772047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3772609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3773213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3773858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377454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3775273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776043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77685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777708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778603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779539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780516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7815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782596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783697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784840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78602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787251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788518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789827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91177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92568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9400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95473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96988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98544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800141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801779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803458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808741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805178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806939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810584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81836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812468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814393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816359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820412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826798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82250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824629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829008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831258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833549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83588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838252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840664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843117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84561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848143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850716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85333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855983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858677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861411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878651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864184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866998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869852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87274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875678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81663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84715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87807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90938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94109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931570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924408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92797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97319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900568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903856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907184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910551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913957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917402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920886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953983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957853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961761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93521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938887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942604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946358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950151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965707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969691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4007251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973714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977774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981872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986008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990181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994392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998641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4002927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4011612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401601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402044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4024917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4029427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4043176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4033973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4038556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4047832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4052526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05725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4062021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4066823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4071662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4076537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4081447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4086394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4091377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09639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101449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106539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127251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132518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12202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111664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116824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137819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14315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148526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153932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159372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164847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170357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175900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181479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187091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192737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198417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204131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209879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21566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22147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227323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23320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239119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245067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251048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257062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263108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269187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275299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318983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325351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281443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28762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293828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300069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306342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312646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33175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338181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344643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351137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357661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364216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370802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377419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52324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508807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516012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530505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537794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54511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552453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559824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501631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487363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494483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459171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466176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473209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480272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417758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424586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431444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438332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384067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39074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397453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404191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41096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445249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452195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567222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574648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752596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760631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697028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704894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712783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720698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728636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736599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744586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768689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77677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78487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793002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627373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612176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58210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589579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5970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604617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619761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63501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642673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650362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658077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665817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673582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681372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689188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801153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809327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817523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825742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850533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833984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842247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858841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86717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875521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883894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892288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900703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5046853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5011958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5020654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5029368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5038101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5055623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5064411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5099743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5090883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5073217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5082041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909139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917596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926074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934572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943091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95163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960189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968769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4977367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4985986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4994624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003281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10862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117514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512642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5135353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5144298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515326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5162238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5171232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5180242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7543547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7550946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75136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7521191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7483397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7491008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7498593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7506152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752867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7536122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7558316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756566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7572976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7580264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758752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7594758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7601962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7609139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7616287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623407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630498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637560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309617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317767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276786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285027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293246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301443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32589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33400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342081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350139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358174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366184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374171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382134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390072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397986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421582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405876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413741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6812002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6821207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6830398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6839574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6848737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6857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6867018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6876136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688524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6894328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6903402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6912459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6921501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6930528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6939538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6948532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695751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6966472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6975417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698434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037553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019887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028728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6993256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00215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011027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046359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055147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063917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116146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072669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081402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090116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7098812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7107488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7124784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7133402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7142001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7150580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15914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167679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176197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7184696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7193174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201631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210067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251929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260237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268523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218482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226876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235249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24360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444953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429397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437188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7452693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7460408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468097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47576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5189268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5198311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5207368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5216441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522553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5234633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5243752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5252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5262033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5271195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5280372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5289563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5298767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5307986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5317218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5326464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5335723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5344994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5354279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363577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372887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38221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410251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39154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400892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419622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429004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438398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447803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457219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466646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476084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485532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494991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504459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513938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523427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532925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542433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551951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561477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571013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580557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59011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599671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609241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618819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62840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637998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647599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657208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666824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676447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686077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695713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705357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715006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743991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724662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734323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753664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763343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773027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782716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792411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80211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811813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821521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831234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84095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85067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860394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870122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879853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889587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899324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909064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918807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928552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93830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948049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957801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967554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977309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987065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996823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6006582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6016341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6026102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6035862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6045624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6055385" y="5675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6065146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6074907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6084668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6143216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6123704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6133461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6094429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6104188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6113947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6152969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6162721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617247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6182218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191963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201706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211446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221183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230917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240648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250375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26010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26982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328053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337743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279536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289248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298957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30866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318359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347427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357105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366779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376446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386108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395764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405413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415056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424693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434323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443946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453562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463170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472772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48236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491951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501529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511099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52066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530213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681766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691148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700519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709878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644124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653551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662967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672372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634686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615779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625238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587343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596832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606310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568336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577844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539757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549293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558819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71922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72856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737882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747193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756490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765775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775047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784306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793552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802784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7847661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7835471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7841582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7791787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777902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7785419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7798123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7804428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782315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7810701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7816941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7829327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7853708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7859722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7686183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7693012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769981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7706579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7713317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644594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651599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658574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665521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672438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679325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72002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726703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753109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733350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739967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746553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772589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759633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766127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87756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865703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871650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883447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88929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89511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900891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906639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912353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918033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923679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929291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934869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940413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945923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951397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956838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962244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978252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96761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972951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983518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98875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993945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999106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8004231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8024376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8009321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801437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8019393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8029322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8034233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8272518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827489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8277221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8279512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8281762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8283972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8286141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828827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8290358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829240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8294411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8296377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298302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300186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305592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302029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303831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307312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308991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310629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312226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313782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315296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31677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318202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319593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320943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322252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323519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32474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325929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327073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328174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3292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330254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331231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332167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333062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33391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334726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335496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33622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336912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337557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338161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338723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339244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39723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4016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40556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4091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41222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41493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41722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4191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42056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4216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42222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058244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062937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067594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039108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043946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048749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05351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072214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076797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081343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085852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09032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09476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099158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103519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107843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112129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124762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116378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120589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128898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132996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137056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141079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145063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149009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152917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156787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160618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164412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168166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171883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17556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179199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18280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186361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189884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193368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206913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210202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196813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200219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203586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213451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216661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219832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235092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232119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222963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226054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229106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23802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240918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243772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246585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254786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249359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252093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25744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260054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262627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26516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267653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270106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t8630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1" name="tx8631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32" name="pt8632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3" name="tx8633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34" name="pt8634"/>
            <p:cNvSpPr/>
            <p:nvPr/>
          </p:nvSpPr>
          <p:spPr>
            <a:xfrm>
              <a:off x="5201687" y="4051241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5" name="tx8635"/>
            <p:cNvSpPr/>
            <p:nvPr/>
          </p:nvSpPr>
          <p:spPr>
            <a:xfrm>
              <a:off x="5213822" y="4139350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36" name="pt8636"/>
            <p:cNvSpPr/>
            <p:nvPr/>
          </p:nvSpPr>
          <p:spPr>
            <a:xfrm>
              <a:off x="5681239" y="3864475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7" name="tx8637"/>
            <p:cNvSpPr/>
            <p:nvPr/>
          </p:nvSpPr>
          <p:spPr>
            <a:xfrm>
              <a:off x="5691305" y="3942474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38" name="pt8638"/>
            <p:cNvSpPr/>
            <p:nvPr/>
          </p:nvSpPr>
          <p:spPr>
            <a:xfrm>
              <a:off x="5483711" y="4090740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9" name="tx8639"/>
            <p:cNvSpPr/>
            <p:nvPr/>
          </p:nvSpPr>
          <p:spPr>
            <a:xfrm>
              <a:off x="5495846" y="4178742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40" name="pt8640"/>
            <p:cNvSpPr/>
            <p:nvPr/>
          </p:nvSpPr>
          <p:spPr>
            <a:xfrm>
              <a:off x="5645639" y="448935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1" name="tx8641"/>
            <p:cNvSpPr/>
            <p:nvPr/>
          </p:nvSpPr>
          <p:spPr>
            <a:xfrm>
              <a:off x="5657774" y="457750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42" name="pt8642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3" name="tx8643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44" name="pt8644"/>
            <p:cNvSpPr/>
            <p:nvPr/>
          </p:nvSpPr>
          <p:spPr>
            <a:xfrm>
              <a:off x="6164710" y="3890204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5" name="tx8645"/>
            <p:cNvSpPr/>
            <p:nvPr/>
          </p:nvSpPr>
          <p:spPr>
            <a:xfrm>
              <a:off x="6181074" y="3989125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46" name="pt8646"/>
            <p:cNvSpPr/>
            <p:nvPr/>
          </p:nvSpPr>
          <p:spPr>
            <a:xfrm>
              <a:off x="6344765" y="4304245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7" name="tx8647"/>
            <p:cNvSpPr/>
            <p:nvPr/>
          </p:nvSpPr>
          <p:spPr>
            <a:xfrm>
              <a:off x="6361129" y="4402972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48" name="pt8648"/>
            <p:cNvSpPr/>
            <p:nvPr/>
          </p:nvSpPr>
          <p:spPr>
            <a:xfrm>
              <a:off x="6559567" y="4194468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9" name="tx8649"/>
            <p:cNvSpPr/>
            <p:nvPr/>
          </p:nvSpPr>
          <p:spPr>
            <a:xfrm>
              <a:off x="6575931" y="4293157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50" name="pt8650"/>
            <p:cNvSpPr/>
            <p:nvPr/>
          </p:nvSpPr>
          <p:spPr>
            <a:xfrm>
              <a:off x="6307472" y="3993544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1" name="tx8651"/>
            <p:cNvSpPr/>
            <p:nvPr/>
          </p:nvSpPr>
          <p:spPr>
            <a:xfrm>
              <a:off x="6323837" y="4092465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52" name="pt8652"/>
            <p:cNvSpPr/>
            <p:nvPr/>
          </p:nvSpPr>
          <p:spPr>
            <a:xfrm>
              <a:off x="6788004" y="423097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3" name="tx8653"/>
            <p:cNvSpPr/>
            <p:nvPr/>
          </p:nvSpPr>
          <p:spPr>
            <a:xfrm>
              <a:off x="6800139" y="4319043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54" name="pt8654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5" name="tx8655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56" name="pt8656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7" name="tx8657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58" name="pt8658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9" name="tx8659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60" name="pt8660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1" name="tx8661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2" name="pt8662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3" name="tx8663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64" name="pt8664"/>
            <p:cNvSpPr/>
            <p:nvPr/>
          </p:nvSpPr>
          <p:spPr>
            <a:xfrm>
              <a:off x="7088978" y="3828347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5" name="tx8665"/>
            <p:cNvSpPr/>
            <p:nvPr/>
          </p:nvSpPr>
          <p:spPr>
            <a:xfrm>
              <a:off x="7101113" y="391649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6" name="pt8666"/>
            <p:cNvSpPr/>
            <p:nvPr/>
          </p:nvSpPr>
          <p:spPr>
            <a:xfrm>
              <a:off x="6359589" y="3529183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7" name="tx8667"/>
            <p:cNvSpPr/>
            <p:nvPr/>
          </p:nvSpPr>
          <p:spPr>
            <a:xfrm>
              <a:off x="6375862" y="3637214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68" name="pt8668"/>
            <p:cNvSpPr/>
            <p:nvPr/>
          </p:nvSpPr>
          <p:spPr>
            <a:xfrm>
              <a:off x="6774593" y="3709309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9" name="tx8669"/>
            <p:cNvSpPr/>
            <p:nvPr/>
          </p:nvSpPr>
          <p:spPr>
            <a:xfrm>
              <a:off x="6766285" y="3817469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70" name="pt8670"/>
            <p:cNvSpPr/>
            <p:nvPr/>
          </p:nvSpPr>
          <p:spPr>
            <a:xfrm>
              <a:off x="6965028" y="3779307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1" name="tx8671"/>
            <p:cNvSpPr/>
            <p:nvPr/>
          </p:nvSpPr>
          <p:spPr>
            <a:xfrm>
              <a:off x="6975095" y="3857481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72" name="pt8672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3" name="tx8673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74" name="pt8674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5" name="tx8675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76" name="pl8676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l8677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1353239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679" name="pic867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680" name="pl8680"/>
            <p:cNvSpPr/>
            <p:nvPr/>
          </p:nvSpPr>
          <p:spPr>
            <a:xfrm>
              <a:off x="3092469" y="2056027"/>
              <a:ext cx="1140559" cy="2736133"/>
            </a:xfrm>
            <a:custGeom>
              <a:avLst/>
              <a:pathLst>
                <a:path w="1140559" h="2736133">
                  <a:moveTo>
                    <a:pt x="1140559" y="273613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l8681"/>
            <p:cNvSpPr/>
            <p:nvPr/>
          </p:nvSpPr>
          <p:spPr>
            <a:xfrm>
              <a:off x="2899394" y="205602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1376773" y="1965392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683" name="pic868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940182"/>
              <a:ext cx="343243" cy="231689"/>
            </a:xfrm>
            <a:prstGeom prst="rect">
              <a:avLst/>
            </a:prstGeom>
          </p:spPr>
        </p:pic>
        <p:sp>
          <p:nvSpPr>
            <p:cNvPr id="8684" name="pl8684"/>
            <p:cNvSpPr/>
            <p:nvPr/>
          </p:nvSpPr>
          <p:spPr>
            <a:xfrm>
              <a:off x="3092469" y="2742513"/>
              <a:ext cx="1409921" cy="2356574"/>
            </a:xfrm>
            <a:custGeom>
              <a:avLst/>
              <a:pathLst>
                <a:path w="1409921" h="2356574">
                  <a:moveTo>
                    <a:pt x="1409921" y="2356574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l8685"/>
            <p:cNvSpPr/>
            <p:nvPr/>
          </p:nvSpPr>
          <p:spPr>
            <a:xfrm>
              <a:off x="2899394" y="2742513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1511711" y="2642035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687" name="pic868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626668"/>
              <a:ext cx="343243" cy="231689"/>
            </a:xfrm>
            <a:prstGeom prst="rect">
              <a:avLst/>
            </a:prstGeom>
          </p:spPr>
        </p:pic>
        <p:sp>
          <p:nvSpPr>
            <p:cNvPr id="8688" name="pl8688"/>
            <p:cNvSpPr/>
            <p:nvPr/>
          </p:nvSpPr>
          <p:spPr>
            <a:xfrm>
              <a:off x="3092469" y="3429000"/>
              <a:ext cx="1672220" cy="1885820"/>
            </a:xfrm>
            <a:custGeom>
              <a:avLst/>
              <a:pathLst>
                <a:path w="1672220" h="1885820">
                  <a:moveTo>
                    <a:pt x="1672220" y="188582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l8689"/>
            <p:cNvSpPr/>
            <p:nvPr/>
          </p:nvSpPr>
          <p:spPr>
            <a:xfrm>
              <a:off x="2899394" y="342900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1623526" y="3363802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691" name="pic869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313155"/>
              <a:ext cx="343243" cy="231689"/>
            </a:xfrm>
            <a:prstGeom prst="rect">
              <a:avLst/>
            </a:prstGeom>
          </p:spPr>
        </p:pic>
        <p:sp>
          <p:nvSpPr>
            <p:cNvPr id="8692" name="pl8692"/>
            <p:cNvSpPr/>
            <p:nvPr/>
          </p:nvSpPr>
          <p:spPr>
            <a:xfrm>
              <a:off x="3092469" y="4115486"/>
              <a:ext cx="1941405" cy="1363028"/>
            </a:xfrm>
            <a:custGeom>
              <a:avLst/>
              <a:pathLst>
                <a:path w="1941405" h="1363028">
                  <a:moveTo>
                    <a:pt x="1941405" y="1363028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l8693"/>
            <p:cNvSpPr/>
            <p:nvPr/>
          </p:nvSpPr>
          <p:spPr>
            <a:xfrm>
              <a:off x="2899394" y="4115486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1371984" y="4048733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695" name="pic869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999641"/>
              <a:ext cx="343243" cy="231689"/>
            </a:xfrm>
            <a:prstGeom prst="rect">
              <a:avLst/>
            </a:prstGeom>
          </p:spPr>
        </p:pic>
        <p:sp>
          <p:nvSpPr>
            <p:cNvPr id="8696" name="pl8696"/>
            <p:cNvSpPr/>
            <p:nvPr/>
          </p:nvSpPr>
          <p:spPr>
            <a:xfrm>
              <a:off x="3092469" y="4801972"/>
              <a:ext cx="2110931" cy="755838"/>
            </a:xfrm>
            <a:custGeom>
              <a:avLst/>
              <a:pathLst>
                <a:path w="2110931" h="755838">
                  <a:moveTo>
                    <a:pt x="2110931" y="755838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l8697"/>
            <p:cNvSpPr/>
            <p:nvPr/>
          </p:nvSpPr>
          <p:spPr>
            <a:xfrm>
              <a:off x="2899394" y="480197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tx8698"/>
            <p:cNvSpPr/>
            <p:nvPr/>
          </p:nvSpPr>
          <p:spPr>
            <a:xfrm>
              <a:off x="1325244" y="4703050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699" name="pic869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686128"/>
              <a:ext cx="343243" cy="231689"/>
            </a:xfrm>
            <a:prstGeom prst="rect">
              <a:avLst/>
            </a:prstGeom>
          </p:spPr>
        </p:pic>
        <p:sp>
          <p:nvSpPr>
            <p:cNvPr id="8700" name="pl8700"/>
            <p:cNvSpPr/>
            <p:nvPr/>
          </p:nvSpPr>
          <p:spPr>
            <a:xfrm>
              <a:off x="3092469" y="5488459"/>
              <a:ext cx="2796743" cy="239583"/>
            </a:xfrm>
            <a:custGeom>
              <a:avLst/>
              <a:pathLst>
                <a:path w="2796743" h="239583">
                  <a:moveTo>
                    <a:pt x="2796743" y="23958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l8701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1289396" y="5425954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03" name="pic870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04" name="pl8704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l8705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tx8706"/>
            <p:cNvSpPr/>
            <p:nvPr/>
          </p:nvSpPr>
          <p:spPr>
            <a:xfrm>
              <a:off x="9785712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07" name="pic870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08" name="pl8708"/>
            <p:cNvSpPr/>
            <p:nvPr/>
          </p:nvSpPr>
          <p:spPr>
            <a:xfrm>
              <a:off x="7015481" y="5213864"/>
              <a:ext cx="2083744" cy="332343"/>
            </a:xfrm>
            <a:custGeom>
              <a:avLst/>
              <a:pathLst>
                <a:path w="2083744" h="332343">
                  <a:moveTo>
                    <a:pt x="0" y="332343"/>
                  </a:moveTo>
                  <a:lnTo>
                    <a:pt x="208374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l8709"/>
            <p:cNvSpPr/>
            <p:nvPr/>
          </p:nvSpPr>
          <p:spPr>
            <a:xfrm>
              <a:off x="9099225" y="521386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tx8710"/>
            <p:cNvSpPr/>
            <p:nvPr/>
          </p:nvSpPr>
          <p:spPr>
            <a:xfrm>
              <a:off x="9785712" y="5152815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11" name="pic871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098020"/>
              <a:ext cx="343243" cy="231689"/>
            </a:xfrm>
            <a:prstGeom prst="rect">
              <a:avLst/>
            </a:prstGeom>
          </p:spPr>
        </p:pic>
        <p:sp>
          <p:nvSpPr>
            <p:cNvPr id="8712" name="pl8712"/>
            <p:cNvSpPr/>
            <p:nvPr/>
          </p:nvSpPr>
          <p:spPr>
            <a:xfrm>
              <a:off x="7192657" y="4939270"/>
              <a:ext cx="1906568" cy="520814"/>
            </a:xfrm>
            <a:custGeom>
              <a:avLst/>
              <a:pathLst>
                <a:path w="1906568" h="520814">
                  <a:moveTo>
                    <a:pt x="0" y="520814"/>
                  </a:moveTo>
                  <a:lnTo>
                    <a:pt x="19065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l8713"/>
            <p:cNvSpPr/>
            <p:nvPr/>
          </p:nvSpPr>
          <p:spPr>
            <a:xfrm>
              <a:off x="9099225" y="493927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tx8714"/>
            <p:cNvSpPr/>
            <p:nvPr/>
          </p:nvSpPr>
          <p:spPr>
            <a:xfrm>
              <a:off x="9785712" y="4872353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15" name="pic871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4823425"/>
              <a:ext cx="343243" cy="231689"/>
            </a:xfrm>
            <a:prstGeom prst="rect">
              <a:avLst/>
            </a:prstGeom>
          </p:spPr>
        </p:pic>
        <p:sp>
          <p:nvSpPr>
            <p:cNvPr id="8716" name="pl8716"/>
            <p:cNvSpPr/>
            <p:nvPr/>
          </p:nvSpPr>
          <p:spPr>
            <a:xfrm>
              <a:off x="7295208" y="4664675"/>
              <a:ext cx="1804017" cy="736589"/>
            </a:xfrm>
            <a:custGeom>
              <a:avLst/>
              <a:pathLst>
                <a:path w="1804017" h="736589">
                  <a:moveTo>
                    <a:pt x="0" y="736589"/>
                  </a:moveTo>
                  <a:lnTo>
                    <a:pt x="1804017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l8717"/>
            <p:cNvSpPr/>
            <p:nvPr/>
          </p:nvSpPr>
          <p:spPr>
            <a:xfrm>
              <a:off x="9099225" y="466467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tx8718"/>
            <p:cNvSpPr/>
            <p:nvPr/>
          </p:nvSpPr>
          <p:spPr>
            <a:xfrm>
              <a:off x="9785712" y="4597922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19" name="pic871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548831"/>
              <a:ext cx="343243" cy="231689"/>
            </a:xfrm>
            <a:prstGeom prst="rect">
              <a:avLst/>
            </a:prstGeom>
          </p:spPr>
        </p:pic>
        <p:sp>
          <p:nvSpPr>
            <p:cNvPr id="8720" name="pl8720"/>
            <p:cNvSpPr/>
            <p:nvPr/>
          </p:nvSpPr>
          <p:spPr>
            <a:xfrm>
              <a:off x="7402747" y="4390081"/>
              <a:ext cx="1696478" cy="941630"/>
            </a:xfrm>
            <a:custGeom>
              <a:avLst/>
              <a:pathLst>
                <a:path w="1696478" h="941630">
                  <a:moveTo>
                    <a:pt x="0" y="941630"/>
                  </a:moveTo>
                  <a:lnTo>
                    <a:pt x="169647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l8721"/>
            <p:cNvSpPr/>
            <p:nvPr/>
          </p:nvSpPr>
          <p:spPr>
            <a:xfrm>
              <a:off x="9099225" y="439008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tx8722"/>
            <p:cNvSpPr/>
            <p:nvPr/>
          </p:nvSpPr>
          <p:spPr>
            <a:xfrm>
              <a:off x="9785712" y="4329032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23" name="pic872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274236"/>
              <a:ext cx="343243" cy="231689"/>
            </a:xfrm>
            <a:prstGeom prst="rect">
              <a:avLst/>
            </a:prstGeom>
          </p:spPr>
        </p:pic>
        <p:sp>
          <p:nvSpPr>
            <p:cNvPr id="8724" name="pl8724"/>
            <p:cNvSpPr/>
            <p:nvPr/>
          </p:nvSpPr>
          <p:spPr>
            <a:xfrm>
              <a:off x="7494535" y="4115486"/>
              <a:ext cx="1604690" cy="1149806"/>
            </a:xfrm>
            <a:custGeom>
              <a:avLst/>
              <a:pathLst>
                <a:path w="1604690" h="1149806">
                  <a:moveTo>
                    <a:pt x="0" y="1149806"/>
                  </a:moveTo>
                  <a:lnTo>
                    <a:pt x="160469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l8725"/>
            <p:cNvSpPr/>
            <p:nvPr/>
          </p:nvSpPr>
          <p:spPr>
            <a:xfrm>
              <a:off x="9099225" y="411548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tx8726"/>
            <p:cNvSpPr/>
            <p:nvPr/>
          </p:nvSpPr>
          <p:spPr>
            <a:xfrm>
              <a:off x="9785712" y="4048733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27" name="pic872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3999641"/>
              <a:ext cx="343243" cy="231689"/>
            </a:xfrm>
            <a:prstGeom prst="rect">
              <a:avLst/>
            </a:prstGeom>
          </p:spPr>
        </p:pic>
        <p:sp>
          <p:nvSpPr>
            <p:cNvPr id="8728" name="pl8728"/>
            <p:cNvSpPr/>
            <p:nvPr/>
          </p:nvSpPr>
          <p:spPr>
            <a:xfrm>
              <a:off x="7616587" y="3840891"/>
              <a:ext cx="1482638" cy="1324670"/>
            </a:xfrm>
            <a:custGeom>
              <a:avLst/>
              <a:pathLst>
                <a:path w="1482638" h="1324670">
                  <a:moveTo>
                    <a:pt x="0" y="1324670"/>
                  </a:moveTo>
                  <a:lnTo>
                    <a:pt x="148263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l8729"/>
            <p:cNvSpPr/>
            <p:nvPr/>
          </p:nvSpPr>
          <p:spPr>
            <a:xfrm>
              <a:off x="9099225" y="38408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tx8730"/>
            <p:cNvSpPr/>
            <p:nvPr/>
          </p:nvSpPr>
          <p:spPr>
            <a:xfrm>
              <a:off x="9785712" y="3746808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31" name="pic8731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725047"/>
              <a:ext cx="343243" cy="231689"/>
            </a:xfrm>
            <a:prstGeom prst="rect">
              <a:avLst/>
            </a:prstGeom>
          </p:spPr>
        </p:pic>
        <p:sp>
          <p:nvSpPr>
            <p:cNvPr id="8732" name="pl8732"/>
            <p:cNvSpPr/>
            <p:nvPr/>
          </p:nvSpPr>
          <p:spPr>
            <a:xfrm>
              <a:off x="7812794" y="3566297"/>
              <a:ext cx="1286431" cy="1405554"/>
            </a:xfrm>
            <a:custGeom>
              <a:avLst/>
              <a:pathLst>
                <a:path w="1286431" h="1405554">
                  <a:moveTo>
                    <a:pt x="0" y="1405554"/>
                  </a:moveTo>
                  <a:lnTo>
                    <a:pt x="128643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l8733"/>
            <p:cNvSpPr/>
            <p:nvPr/>
          </p:nvSpPr>
          <p:spPr>
            <a:xfrm>
              <a:off x="9099225" y="356629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tx8734"/>
            <p:cNvSpPr/>
            <p:nvPr/>
          </p:nvSpPr>
          <p:spPr>
            <a:xfrm>
              <a:off x="9785712" y="3499544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35" name="pic873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450452"/>
              <a:ext cx="343243" cy="231689"/>
            </a:xfrm>
            <a:prstGeom prst="rect">
              <a:avLst/>
            </a:prstGeom>
          </p:spPr>
        </p:pic>
        <p:sp>
          <p:nvSpPr>
            <p:cNvPr id="8736" name="pl8736"/>
            <p:cNvSpPr/>
            <p:nvPr/>
          </p:nvSpPr>
          <p:spPr>
            <a:xfrm>
              <a:off x="7929151" y="3291702"/>
              <a:ext cx="1170074" cy="1539900"/>
            </a:xfrm>
            <a:custGeom>
              <a:avLst/>
              <a:pathLst>
                <a:path w="1170074" h="1539900">
                  <a:moveTo>
                    <a:pt x="0" y="1539900"/>
                  </a:moveTo>
                  <a:lnTo>
                    <a:pt x="1170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l8737"/>
            <p:cNvSpPr/>
            <p:nvPr/>
          </p:nvSpPr>
          <p:spPr>
            <a:xfrm>
              <a:off x="9099225" y="329170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tx8738"/>
            <p:cNvSpPr/>
            <p:nvPr/>
          </p:nvSpPr>
          <p:spPr>
            <a:xfrm>
              <a:off x="9785712" y="3230653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39" name="pic8739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175858"/>
              <a:ext cx="343243" cy="231689"/>
            </a:xfrm>
            <a:prstGeom prst="rect">
              <a:avLst/>
            </a:prstGeom>
          </p:spPr>
        </p:pic>
        <p:sp>
          <p:nvSpPr>
            <p:cNvPr id="8740" name="pl8740"/>
            <p:cNvSpPr/>
            <p:nvPr/>
          </p:nvSpPr>
          <p:spPr>
            <a:xfrm>
              <a:off x="7995765" y="3017108"/>
              <a:ext cx="1103460" cy="1722849"/>
            </a:xfrm>
            <a:custGeom>
              <a:avLst/>
              <a:pathLst>
                <a:path w="1103460" h="1722849">
                  <a:moveTo>
                    <a:pt x="0" y="1722849"/>
                  </a:moveTo>
                  <a:lnTo>
                    <a:pt x="110346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l8741"/>
            <p:cNvSpPr/>
            <p:nvPr/>
          </p:nvSpPr>
          <p:spPr>
            <a:xfrm>
              <a:off x="9099225" y="30171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tx8742"/>
            <p:cNvSpPr/>
            <p:nvPr/>
          </p:nvSpPr>
          <p:spPr>
            <a:xfrm>
              <a:off x="9785712" y="2950354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43" name="pic8743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2901263"/>
              <a:ext cx="343243" cy="231689"/>
            </a:xfrm>
            <a:prstGeom prst="rect">
              <a:avLst/>
            </a:prstGeom>
          </p:spPr>
        </p:pic>
        <p:sp>
          <p:nvSpPr>
            <p:cNvPr id="8744" name="pl8744"/>
            <p:cNvSpPr/>
            <p:nvPr/>
          </p:nvSpPr>
          <p:spPr>
            <a:xfrm>
              <a:off x="8057802" y="2742513"/>
              <a:ext cx="1041423" cy="1902640"/>
            </a:xfrm>
            <a:custGeom>
              <a:avLst/>
              <a:pathLst>
                <a:path w="1041423" h="1902640">
                  <a:moveTo>
                    <a:pt x="0" y="1902640"/>
                  </a:moveTo>
                  <a:lnTo>
                    <a:pt x="104142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l8745"/>
            <p:cNvSpPr/>
            <p:nvPr/>
          </p:nvSpPr>
          <p:spPr>
            <a:xfrm>
              <a:off x="9099225" y="274251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tx8746"/>
            <p:cNvSpPr/>
            <p:nvPr/>
          </p:nvSpPr>
          <p:spPr>
            <a:xfrm>
              <a:off x="9785712" y="2675596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47" name="pic8747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626668"/>
              <a:ext cx="343243" cy="231689"/>
            </a:xfrm>
            <a:prstGeom prst="rect">
              <a:avLst/>
            </a:prstGeom>
          </p:spPr>
        </p:pic>
        <p:sp>
          <p:nvSpPr>
            <p:cNvPr id="8748" name="pl8748"/>
            <p:cNvSpPr/>
            <p:nvPr/>
          </p:nvSpPr>
          <p:spPr>
            <a:xfrm>
              <a:off x="8078280" y="2467918"/>
              <a:ext cx="1020945" cy="2143561"/>
            </a:xfrm>
            <a:custGeom>
              <a:avLst/>
              <a:pathLst>
                <a:path w="1020945" h="2143561">
                  <a:moveTo>
                    <a:pt x="0" y="2143561"/>
                  </a:moveTo>
                  <a:lnTo>
                    <a:pt x="102094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l8749"/>
            <p:cNvSpPr/>
            <p:nvPr/>
          </p:nvSpPr>
          <p:spPr>
            <a:xfrm>
              <a:off x="9099225" y="246791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tx8750"/>
            <p:cNvSpPr/>
            <p:nvPr/>
          </p:nvSpPr>
          <p:spPr>
            <a:xfrm>
              <a:off x="9785712" y="2377284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51" name="pic8751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352074"/>
              <a:ext cx="343243" cy="231689"/>
            </a:xfrm>
            <a:prstGeom prst="rect">
              <a:avLst/>
            </a:prstGeom>
          </p:spPr>
        </p:pic>
        <p:sp>
          <p:nvSpPr>
            <p:cNvPr id="8752" name="pl8752"/>
            <p:cNvSpPr/>
            <p:nvPr/>
          </p:nvSpPr>
          <p:spPr>
            <a:xfrm>
              <a:off x="8093259" y="2193324"/>
              <a:ext cx="1005966" cy="2392674"/>
            </a:xfrm>
            <a:custGeom>
              <a:avLst/>
              <a:pathLst>
                <a:path w="1005966" h="2392674">
                  <a:moveTo>
                    <a:pt x="0" y="2392674"/>
                  </a:moveTo>
                  <a:lnTo>
                    <a:pt x="100596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l8753"/>
            <p:cNvSpPr/>
            <p:nvPr/>
          </p:nvSpPr>
          <p:spPr>
            <a:xfrm>
              <a:off x="9099225" y="219332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tx8754"/>
            <p:cNvSpPr/>
            <p:nvPr/>
          </p:nvSpPr>
          <p:spPr>
            <a:xfrm>
              <a:off x="9785712" y="2108849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55" name="pic8755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2077479"/>
              <a:ext cx="343243" cy="231689"/>
            </a:xfrm>
            <a:prstGeom prst="rect">
              <a:avLst/>
            </a:prstGeom>
          </p:spPr>
        </p:pic>
        <p:sp>
          <p:nvSpPr>
            <p:cNvPr id="8756" name="pl8756"/>
            <p:cNvSpPr/>
            <p:nvPr/>
          </p:nvSpPr>
          <p:spPr>
            <a:xfrm>
              <a:off x="8234060" y="1918729"/>
              <a:ext cx="865165" cy="2379950"/>
            </a:xfrm>
            <a:custGeom>
              <a:avLst/>
              <a:pathLst>
                <a:path w="865165" h="2379950">
                  <a:moveTo>
                    <a:pt x="0" y="2379950"/>
                  </a:moveTo>
                  <a:lnTo>
                    <a:pt x="86516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l8757"/>
            <p:cNvSpPr/>
            <p:nvPr/>
          </p:nvSpPr>
          <p:spPr>
            <a:xfrm>
              <a:off x="9099225" y="191872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tx8758"/>
            <p:cNvSpPr/>
            <p:nvPr/>
          </p:nvSpPr>
          <p:spPr>
            <a:xfrm>
              <a:off x="9785712" y="1851976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59" name="pic875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1802885"/>
              <a:ext cx="343243" cy="231689"/>
            </a:xfrm>
            <a:prstGeom prst="rect">
              <a:avLst/>
            </a:prstGeom>
          </p:spPr>
        </p:pic>
        <p:sp>
          <p:nvSpPr>
            <p:cNvPr id="8760" name="pl8760"/>
            <p:cNvSpPr/>
            <p:nvPr/>
          </p:nvSpPr>
          <p:spPr>
            <a:xfrm>
              <a:off x="8385882" y="1644135"/>
              <a:ext cx="713343" cy="2074759"/>
            </a:xfrm>
            <a:custGeom>
              <a:avLst/>
              <a:pathLst>
                <a:path w="713343" h="2074759">
                  <a:moveTo>
                    <a:pt x="0" y="2074759"/>
                  </a:moveTo>
                  <a:lnTo>
                    <a:pt x="71334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l8761"/>
            <p:cNvSpPr/>
            <p:nvPr/>
          </p:nvSpPr>
          <p:spPr>
            <a:xfrm>
              <a:off x="9099225" y="164413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tx8762"/>
            <p:cNvSpPr/>
            <p:nvPr/>
          </p:nvSpPr>
          <p:spPr>
            <a:xfrm>
              <a:off x="9785712" y="1578937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63" name="pic8763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528290"/>
              <a:ext cx="343243" cy="231689"/>
            </a:xfrm>
            <a:prstGeom prst="rect">
              <a:avLst/>
            </a:prstGeom>
          </p:spPr>
        </p:pic>
        <p:sp>
          <p:nvSpPr>
            <p:cNvPr id="8764" name="pl8764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l8765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tx8766"/>
            <p:cNvSpPr/>
            <p:nvPr/>
          </p:nvSpPr>
          <p:spPr>
            <a:xfrm>
              <a:off x="9785712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767" name="pic8767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2026-04-19T18:09:38Z</dcterms:modified>
  <cp:category/>
</cp:coreProperties>
</file>